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9"/>
  </p:notesMasterIdLst>
  <p:sldIdLst>
    <p:sldId id="260" r:id="rId3"/>
    <p:sldId id="262" r:id="rId4"/>
    <p:sldId id="261" r:id="rId5"/>
    <p:sldId id="258" r:id="rId6"/>
    <p:sldId id="263" r:id="rId7"/>
    <p:sldId id="264"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88" y="12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EFE7A8-0B1D-4D42-A169-C664E1E666F7}" type="datetimeFigureOut">
              <a:rPr lang="en-GB" smtClean="0"/>
              <a:t>14/06/2019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9EBCD4-4422-42FE-ADA7-FDD38E1AB8E0}" type="slidenum">
              <a:rPr lang="en-GB" smtClean="0"/>
              <a:t>‹#›</a:t>
            </a:fld>
            <a:endParaRPr lang="en-GB"/>
          </a:p>
        </p:txBody>
      </p:sp>
    </p:spTree>
    <p:extLst>
      <p:ext uri="{BB962C8B-B14F-4D97-AF65-F5344CB8AC3E}">
        <p14:creationId xmlns:p14="http://schemas.microsoft.com/office/powerpoint/2010/main" val="3501307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sz="900" kern="1200">
              <a:solidFill>
                <a:schemeClr val="tx1"/>
              </a:solidFill>
              <a:latin typeface="Segoe UI" pitchFamily="34" charset="0"/>
              <a:ea typeface="+mn-ea"/>
              <a:cs typeface="+mn-cs"/>
            </a:endParaRPr>
          </a:p>
        </p:txBody>
      </p:sp>
      <p:sp>
        <p:nvSpPr>
          <p:cNvPr id="8" name="Date Placeholder 7"/>
          <p:cNvSpPr>
            <a:spLocks noGrp="1"/>
          </p:cNvSpPr>
          <p:nvPr>
            <p:ph type="dt" idx="10"/>
          </p:nvPr>
        </p:nvSpPr>
        <p:spPr/>
        <p:txBody>
          <a:bodyPr/>
          <a:lstStyle/>
          <a:p>
            <a:pPr>
              <a:defRPr/>
            </a:pPr>
            <a:fld id="{DEE42C6D-4819-4BF2-A6ED-DBB6B89153C6}" type="datetime8">
              <a:rPr lang="en-US" sz="1800" kern="0" smtClean="0">
                <a:solidFill>
                  <a:sysClr val="windowText" lastClr="000000"/>
                </a:solidFill>
              </a:rPr>
              <a:pPr>
                <a:defRPr/>
              </a:pPr>
              <a:t>6/14/2019 3:20 PM</a:t>
            </a:fld>
            <a:endParaRPr lang="en-US" sz="1800" kern="0">
              <a:solidFill>
                <a:sysClr val="windowText" lastClr="000000"/>
              </a:solidFill>
            </a:endParaRPr>
          </a:p>
        </p:txBody>
      </p:sp>
      <p:sp>
        <p:nvSpPr>
          <p:cNvPr id="9" name="Footer Placeholder 8"/>
          <p:cNvSpPr>
            <a:spLocks noGrp="1"/>
          </p:cNvSpPr>
          <p:nvPr>
            <p:ph type="ftr" sz="quarter" idx="11"/>
          </p:nvPr>
        </p:nvSpPr>
        <p:spPr/>
        <p:txBody>
          <a:bodyPr/>
          <a:lstStyle/>
          <a:p>
            <a:pPr defTabSz="914099" eaLnBrk="0" hangingPunct="0">
              <a:defRPr/>
            </a:pPr>
            <a: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defTabSz="914099" eaLnBrk="0" hangingPunct="0">
              <a:defRPr/>
            </a:pPr>
            <a: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br>
            <a: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a:defRPr/>
            </a:pPr>
            <a:fld id="{8B263312-38AA-4E1E-B2B5-0F8F122B24FE}" type="slidenum">
              <a:rPr lang="en-US" sz="1800" kern="0" smtClean="0">
                <a:solidFill>
                  <a:sysClr val="windowText" lastClr="000000"/>
                </a:solidFill>
              </a:rPr>
              <a:pPr>
                <a:defRPr/>
              </a:pPr>
              <a:t>2</a:t>
            </a:fld>
            <a:endParaRPr lang="en-US" sz="1800" kern="0">
              <a:solidFill>
                <a:sysClr val="windowText" lastClr="000000"/>
              </a:solidFill>
            </a:endParaRPr>
          </a:p>
        </p:txBody>
      </p:sp>
      <p:sp>
        <p:nvSpPr>
          <p:cNvPr id="11" name="Header Placeholder 10"/>
          <p:cNvSpPr>
            <a:spLocks noGrp="1"/>
          </p:cNvSpPr>
          <p:nvPr>
            <p:ph type="hdr" sz="quarter" idx="13"/>
          </p:nvPr>
        </p:nvSpPr>
        <p:spPr/>
        <p:txBody>
          <a:bodyPr/>
          <a:lstStyle/>
          <a:p>
            <a:pPr>
              <a:defRPr/>
            </a:pPr>
            <a:r>
              <a:rPr lang="en-US" sz="1800" kern="0">
                <a:solidFill>
                  <a:sysClr val="windowText" lastClr="000000"/>
                </a:solidFill>
              </a:rPr>
              <a:t>Tech Ready 15</a:t>
            </a:r>
          </a:p>
        </p:txBody>
      </p:sp>
    </p:spTree>
    <p:extLst>
      <p:ext uri="{BB962C8B-B14F-4D97-AF65-F5344CB8AC3E}">
        <p14:creationId xmlns:p14="http://schemas.microsoft.com/office/powerpoint/2010/main" val="2277395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8" name="Slide Number Placeholder 7"/>
          <p:cNvSpPr>
            <a:spLocks noGrp="1"/>
          </p:cNvSpPr>
          <p:nvPr>
            <p:ph type="sldNum" sz="quarter" idx="11"/>
          </p:nvPr>
        </p:nvSpPr>
        <p:spPr/>
        <p:txBody>
          <a:bodyPr/>
          <a:lstStyle/>
          <a:p>
            <a:fld id="{9723EF03-0B68-45E4-A3A0-224EACA24BF6}" type="slidenum">
              <a:rPr lang="en-GB" smtClean="0"/>
              <a:t>‹#›</a:t>
            </a:fld>
            <a:endParaRPr lang="en-GB" dirty="0"/>
          </a:p>
        </p:txBody>
      </p:sp>
      <p:sp>
        <p:nvSpPr>
          <p:cNvPr id="9" name="Footer Placeholder 8"/>
          <p:cNvSpPr>
            <a:spLocks noGrp="1"/>
          </p:cNvSpPr>
          <p:nvPr>
            <p:ph type="ftr" sz="quarter" idx="12"/>
          </p:nvPr>
        </p:nvSpPr>
        <p:spPr/>
        <p:txBody>
          <a:bodyPr/>
          <a:lstStyle/>
          <a:p>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23EF03-0B68-45E4-A3A0-224EACA24BF6}" type="slidenum">
              <a:rPr lang="en-GB" smtClean="0"/>
              <a:t>‹#›</a:t>
            </a:fld>
            <a:endParaRPr lang="en-GB" dirty="0"/>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9723EF03-0B68-45E4-A3A0-224EACA24BF6}" type="slidenum">
              <a:rPr lang="en-GB" smtClean="0"/>
              <a:t>‹#›</a:t>
            </a:fld>
            <a:endParaRPr lang="en-GB" dirty="0"/>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642F2F-4DBF-4520-A84B-1A6C6FBC6414}" type="datetimeFigureOut">
              <a:rPr lang="en-GB" smtClean="0"/>
              <a:t>14/06/2019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23EF03-0B68-45E4-A3A0-224EACA24BF6}" type="slidenum">
              <a:rPr lang="en-GB" smtClean="0"/>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5F9B66-1FB7-4190-95FC-9B3208E0B89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CCEF259D-5930-4D24-BD00-3E410A9410C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3A88CBA0-FFC0-4E92-8725-97F38C02BC17}"/>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A830C244-E791-4AC2-A7B1-F0210B7EEDD6}"/>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BB7C01A7-9B38-466C-8077-DD090E19C02C}"/>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29839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4D844-56B1-4F9C-88B7-27CD0B32FB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52B7EC5-88FB-4E0A-972E-B20E0A1DF43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13A6EDDA-3A44-4EC1-9323-A63ABA9B31D8}"/>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E1270807-8718-4171-8A57-CD47136242A4}"/>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BD8D62C7-927E-4D62-8BA1-B7965382D21A}"/>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663888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32A818-96CD-4F1E-B1B4-735C6421BADB}"/>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68A51D6-8F1A-4124-A87A-F3E5EF9103DD}"/>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D1CB0AA3-F90F-4A30-ADE2-4EE87AFF2B47}"/>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25D7D33A-40A5-478D-93D2-9EF37F8C331C}"/>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BB88429E-397E-4281-BF70-8983A57FDE99}"/>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19088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33E0C6-E66A-4C4C-B2B9-A9D384D09E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88C55FE1-E96B-4F12-8D0A-1628EC8723F9}"/>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206EF7F-F8F6-4D9C-863E-6FF4890FC080}"/>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4691E541-EA87-4F2E-A46B-47D93FADD663}"/>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xmlns="" id="{E13BAAAF-72BF-435C-ADC3-694F82071B80}"/>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xmlns="" id="{DC90B58E-E26E-4896-9A83-D9F7FF8A88F6}"/>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38770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809007-9A0F-437E-8001-2F5BAC7CD047}"/>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D1493373-8AC7-4D58-BB11-AD988FAA57E6}"/>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888AA7CE-E016-43A0-9CDA-99B632B456B7}"/>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F7147227-41B5-4B3E-9CD2-F9113D3E93E3}"/>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BECFCF3D-A830-4016-8197-55EEBCF188B1}"/>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307305E9-3F9F-4D22-BCC5-6BFBC07B3FBB}"/>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8" name="Footer Placeholder 7">
            <a:extLst>
              <a:ext uri="{FF2B5EF4-FFF2-40B4-BE49-F238E27FC236}">
                <a16:creationId xmlns:a16="http://schemas.microsoft.com/office/drawing/2014/main" xmlns="" id="{16A87A55-CF99-4F01-86AE-987A248E63D4}"/>
              </a:ext>
            </a:extLst>
          </p:cNvPr>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a:extLst>
              <a:ext uri="{FF2B5EF4-FFF2-40B4-BE49-F238E27FC236}">
                <a16:creationId xmlns:a16="http://schemas.microsoft.com/office/drawing/2014/main" xmlns="" id="{3E48FF5C-B2AF-4C37-B86F-90311EE3453A}"/>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39413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38832C-1AF7-48D8-B8D1-DC4C720EF5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DE33C166-7B48-4126-A34B-AE009A29326D}"/>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4" name="Footer Placeholder 3">
            <a:extLst>
              <a:ext uri="{FF2B5EF4-FFF2-40B4-BE49-F238E27FC236}">
                <a16:creationId xmlns:a16="http://schemas.microsoft.com/office/drawing/2014/main" xmlns="" id="{6F207111-B2AE-44EA-ABB6-0112A30983E4}"/>
              </a:ext>
            </a:extLst>
          </p:cNvPr>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xmlns="" id="{A8129502-D992-4AF2-9189-4CE5278653D1}"/>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55943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49D361D-AB1E-40D7-9566-CFE3CB389887}"/>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3" name="Footer Placeholder 2">
            <a:extLst>
              <a:ext uri="{FF2B5EF4-FFF2-40B4-BE49-F238E27FC236}">
                <a16:creationId xmlns:a16="http://schemas.microsoft.com/office/drawing/2014/main" xmlns="" id="{4B3F3323-DFCA-456C-92DB-C63E5A748EF3}"/>
              </a:ext>
            </a:extLst>
          </p:cNvPr>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a:extLst>
              <a:ext uri="{FF2B5EF4-FFF2-40B4-BE49-F238E27FC236}">
                <a16:creationId xmlns:a16="http://schemas.microsoft.com/office/drawing/2014/main" xmlns="" id="{FF61F640-7931-4F04-B7A3-8A1E5C91D16A}"/>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47147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A32080-DFFA-4C54-AF2E-3490D88ADA64}"/>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B327317A-73DD-44B2-AEBE-C84130FC85F9}"/>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C3EC2E8A-59E1-401F-8FE2-039E1442425B}"/>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7C3C0E0C-0A7B-4323-A640-446384DE853A}"/>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xmlns="" id="{5D762D67-A488-48AE-A4A3-485288B7BBCA}"/>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xmlns="" id="{B0C3C61F-0AF4-4EAB-8FB4-E196EED16F35}"/>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68806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E6B427-E19D-41C9-AD2E-2F16A132676F}"/>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18F99812-B6E0-4CC1-B8A8-3C35E747CFC9}"/>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FCFE5EE2-5447-478E-9070-603C0784B3D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697635BE-6424-4A72-8191-377ADA72628B}"/>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xmlns="" id="{22879883-0853-48D3-A39A-C999D2A822A2}"/>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xmlns="" id="{A6FF8606-0DA7-4A54-B0CB-AE805A18E6D2}"/>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09488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ED50F-F6FF-465C-845E-3922A0908BD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CC59275A-D935-451B-887F-6515682259B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0F3C8E1-9F37-4968-84E9-6AEED896FB92}"/>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9EB8D77E-3FCC-4075-9E78-F91CF9FAE7AE}"/>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1DAC5A2E-3D20-4174-ACAA-D8379D01AE09}"/>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491515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A700279-93DD-4344-9455-F81781459AE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1966704F-BA2A-4897-8CA7-7A368B7C3465}"/>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57EF96B4-F450-4D82-BC4C-9794F3091C6F}"/>
              </a:ext>
            </a:extLst>
          </p:cNvPr>
          <p:cNvSpPr>
            <a:spLocks noGrp="1"/>
          </p:cNvSpPr>
          <p:nvPr>
            <p:ph type="dt" sz="half" idx="10"/>
          </p:nvPr>
        </p:nvSpPr>
        <p:spPr/>
        <p:txBody>
          <a:body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59BF56DB-E145-4D09-ADE3-24FB5DC73802}"/>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53278C1A-3816-4FA2-96D3-0292912072AD}"/>
              </a:ext>
            </a:extLst>
          </p:cNvPr>
          <p:cNvSpPr>
            <a:spLocks noGrp="1"/>
          </p:cNvSpPr>
          <p:nvPr>
            <p:ph type="sldNum" sz="quarter" idx="12"/>
          </p:nvPr>
        </p:nvSpPr>
        <p:spPr/>
        <p:txBody>
          <a:body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683441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75000"/>
                  </a:schemeClr>
                </a:solidFill>
              </a:defRPr>
            </a:lvl1pPr>
          </a:lstStyle>
          <a:p>
            <a:r>
              <a:rPr lang="en-US"/>
              <a:t>Click to edit Master title style</a:t>
            </a:r>
            <a:endParaRPr lang="en-GB"/>
          </a:p>
        </p:txBody>
      </p:sp>
      <p:sp>
        <p:nvSpPr>
          <p:cNvPr id="3" name="Content Placeholder 2"/>
          <p:cNvSpPr>
            <a:spLocks noGrp="1"/>
          </p:cNvSpPr>
          <p:nvPr>
            <p:ph sz="half" idx="1"/>
          </p:nvPr>
        </p:nvSpPr>
        <p:spPr>
          <a:xfrm>
            <a:off x="249234" y="908051"/>
            <a:ext cx="4246892" cy="2588400"/>
          </a:xfrm>
        </p:spPr>
        <p:txBody>
          <a:bodyPr/>
          <a:lstStyle>
            <a:lvl1pPr>
              <a:defRPr sz="1867">
                <a:solidFill>
                  <a:schemeClr val="accent2">
                    <a:lumMod val="75000"/>
                  </a:schemeClr>
                </a:solidFill>
              </a:defRPr>
            </a:lvl1pPr>
            <a:lvl2pPr>
              <a:defRPr sz="1867">
                <a:solidFill>
                  <a:schemeClr val="accent2">
                    <a:lumMod val="75000"/>
                  </a:schemeClr>
                </a:solidFill>
              </a:defRPr>
            </a:lvl2pPr>
            <a:lvl3pPr>
              <a:defRPr sz="1867">
                <a:solidFill>
                  <a:schemeClr val="accent2">
                    <a:lumMod val="75000"/>
                  </a:schemeClr>
                </a:solidFill>
              </a:defRPr>
            </a:lvl3pPr>
            <a:lvl4pPr>
              <a:defRPr sz="1867">
                <a:solidFill>
                  <a:schemeClr val="accent2">
                    <a:lumMod val="75000"/>
                  </a:schemeClr>
                </a:solidFill>
              </a:defRPr>
            </a:lvl4pPr>
            <a:lvl5pPr>
              <a:defRPr lang="en-GB" sz="1867" dirty="0" smtClean="0">
                <a:solidFill>
                  <a:schemeClr val="accent2">
                    <a:lumMod val="75000"/>
                  </a:schemeClr>
                </a:solidFill>
                <a:latin typeface="+mn-lt"/>
                <a:ea typeface="+mn-ea"/>
                <a:cs typeface="+mn-cs"/>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49234" y="3646800"/>
            <a:ext cx="4246892" cy="2592000"/>
          </a:xfrm>
        </p:spPr>
        <p:txBody>
          <a:bodyPr/>
          <a:lstStyle>
            <a:lvl1pPr>
              <a:defRPr sz="1867">
                <a:solidFill>
                  <a:schemeClr val="accent2">
                    <a:lumMod val="75000"/>
                  </a:schemeClr>
                </a:solidFill>
              </a:defRPr>
            </a:lvl1pPr>
            <a:lvl2pPr>
              <a:defRPr sz="1867">
                <a:solidFill>
                  <a:schemeClr val="accent2">
                    <a:lumMod val="75000"/>
                  </a:schemeClr>
                </a:solidFill>
              </a:defRPr>
            </a:lvl2pPr>
            <a:lvl3pPr>
              <a:defRPr sz="1867">
                <a:solidFill>
                  <a:schemeClr val="accent2">
                    <a:lumMod val="75000"/>
                  </a:schemeClr>
                </a:solidFill>
              </a:defRPr>
            </a:lvl3pPr>
            <a:lvl4pPr>
              <a:defRPr sz="1867">
                <a:solidFill>
                  <a:schemeClr val="accent2">
                    <a:lumMod val="75000"/>
                  </a:schemeClr>
                </a:solidFill>
              </a:defRPr>
            </a:lvl4pPr>
            <a:lvl5pPr>
              <a:defRPr lang="en-GB" sz="1867" dirty="0">
                <a:solidFill>
                  <a:schemeClr val="accent2">
                    <a:lumMod val="75000"/>
                  </a:schemeClr>
                </a:solidFill>
                <a:latin typeface="+mn-lt"/>
                <a:ea typeface="+mn-ea"/>
                <a:cs typeface="+mn-cs"/>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p:cNvSpPr>
            <a:spLocks noGrp="1"/>
          </p:cNvSpPr>
          <p:nvPr>
            <p:ph type="sldNum" sz="quarter" idx="10"/>
          </p:nvPr>
        </p:nvSpPr>
        <p:spPr/>
        <p:txBody>
          <a:bodyPr/>
          <a:lstStyle>
            <a:lvl1pPr>
              <a:defRPr>
                <a:solidFill>
                  <a:schemeClr val="accent2">
                    <a:lumMod val="75000"/>
                  </a:schemeClr>
                </a:solidFill>
              </a:defRPr>
            </a:lvl1pPr>
          </a:lstStyle>
          <a:p>
            <a:fld id="{F48D78C0-6585-4D03-9DA1-337820ECDD8C}" type="slidenum">
              <a:rPr smtClean="0">
                <a:solidFill>
                  <a:srgbClr val="333399">
                    <a:lumMod val="75000"/>
                  </a:srgbClr>
                </a:solidFill>
              </a:rPr>
              <a:pPr/>
              <a:t>‹#›</a:t>
            </a:fld>
            <a:endParaRPr>
              <a:solidFill>
                <a:srgbClr val="333399">
                  <a:lumMod val="75000"/>
                </a:srgbClr>
              </a:solidFill>
            </a:endParaRPr>
          </a:p>
        </p:txBody>
      </p:sp>
      <p:sp>
        <p:nvSpPr>
          <p:cNvPr id="6" name="Content Placeholder 2"/>
          <p:cNvSpPr>
            <a:spLocks noGrp="1"/>
          </p:cNvSpPr>
          <p:nvPr>
            <p:ph sz="half" idx="11"/>
          </p:nvPr>
        </p:nvSpPr>
        <p:spPr>
          <a:xfrm>
            <a:off x="4639018" y="907200"/>
            <a:ext cx="4246892" cy="2588400"/>
          </a:xfrm>
        </p:spPr>
        <p:txBody>
          <a:bodyPr/>
          <a:lstStyle>
            <a:lvl1pPr>
              <a:defRPr sz="1867">
                <a:solidFill>
                  <a:schemeClr val="accent2">
                    <a:lumMod val="75000"/>
                  </a:schemeClr>
                </a:solidFill>
              </a:defRPr>
            </a:lvl1pPr>
            <a:lvl2pPr>
              <a:defRPr sz="1867">
                <a:solidFill>
                  <a:schemeClr val="accent2">
                    <a:lumMod val="75000"/>
                  </a:schemeClr>
                </a:solidFill>
              </a:defRPr>
            </a:lvl2pPr>
            <a:lvl3pPr>
              <a:defRPr sz="1867">
                <a:solidFill>
                  <a:schemeClr val="accent2">
                    <a:lumMod val="75000"/>
                  </a:schemeClr>
                </a:solidFill>
              </a:defRPr>
            </a:lvl3pPr>
            <a:lvl4pPr>
              <a:defRPr sz="1867">
                <a:solidFill>
                  <a:schemeClr val="accent2">
                    <a:lumMod val="75000"/>
                  </a:schemeClr>
                </a:solidFill>
              </a:defRPr>
            </a:lvl4pPr>
            <a:lvl5pPr>
              <a:defRPr lang="en-GB" sz="1867" dirty="0" smtClean="0">
                <a:solidFill>
                  <a:schemeClr val="accent2">
                    <a:lumMod val="75000"/>
                  </a:schemeClr>
                </a:solidFill>
                <a:latin typeface="+mn-lt"/>
                <a:ea typeface="+mn-ea"/>
                <a:cs typeface="+mn-cs"/>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p:cNvSpPr>
            <a:spLocks noGrp="1"/>
          </p:cNvSpPr>
          <p:nvPr>
            <p:ph sz="half" idx="12"/>
          </p:nvPr>
        </p:nvSpPr>
        <p:spPr>
          <a:xfrm>
            <a:off x="4639018" y="3646800"/>
            <a:ext cx="4246892" cy="2592000"/>
          </a:xfrm>
        </p:spPr>
        <p:txBody>
          <a:bodyPr/>
          <a:lstStyle>
            <a:lvl1pPr>
              <a:defRPr sz="1867">
                <a:solidFill>
                  <a:schemeClr val="accent2">
                    <a:lumMod val="75000"/>
                  </a:schemeClr>
                </a:solidFill>
              </a:defRPr>
            </a:lvl1pPr>
            <a:lvl2pPr>
              <a:defRPr sz="1867">
                <a:solidFill>
                  <a:schemeClr val="accent2">
                    <a:lumMod val="75000"/>
                  </a:schemeClr>
                </a:solidFill>
              </a:defRPr>
            </a:lvl2pPr>
            <a:lvl3pPr>
              <a:defRPr sz="1867">
                <a:solidFill>
                  <a:schemeClr val="accent2">
                    <a:lumMod val="75000"/>
                  </a:schemeClr>
                </a:solidFill>
              </a:defRPr>
            </a:lvl3pPr>
            <a:lvl4pPr>
              <a:defRPr sz="1867">
                <a:solidFill>
                  <a:schemeClr val="accent2">
                    <a:lumMod val="75000"/>
                  </a:schemeClr>
                </a:solidFill>
              </a:defRPr>
            </a:lvl4pPr>
            <a:lvl5pPr>
              <a:defRPr lang="en-GB" sz="1867" dirty="0">
                <a:solidFill>
                  <a:schemeClr val="accent2">
                    <a:lumMod val="75000"/>
                  </a:schemeClr>
                </a:solidFill>
                <a:latin typeface="+mn-lt"/>
                <a:ea typeface="+mn-ea"/>
                <a:cs typeface="+mn-cs"/>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154609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01931" y="1189179"/>
            <a:ext cx="8740142"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942693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000" y="452670"/>
            <a:ext cx="8460000" cy="480055"/>
          </a:xfrm>
        </p:spPr>
        <p:txBody>
          <a:bodyPr/>
          <a:lstStyle>
            <a:lvl1pPr>
              <a:defRPr sz="2400"/>
            </a:lvl1pPr>
          </a:lstStyle>
          <a:p>
            <a:r>
              <a:rPr lang="en-US"/>
              <a:t>Click to edit Master title style</a:t>
            </a:r>
            <a:endParaRPr lang="en-GB"/>
          </a:p>
        </p:txBody>
      </p:sp>
      <p:sp>
        <p:nvSpPr>
          <p:cNvPr id="3" name="Content Placeholder 2"/>
          <p:cNvSpPr>
            <a:spLocks noGrp="1"/>
          </p:cNvSpPr>
          <p:nvPr>
            <p:ph idx="1"/>
          </p:nvPr>
        </p:nvSpPr>
        <p:spPr>
          <a:xfrm>
            <a:off x="252000" y="1028735"/>
            <a:ext cx="8460000" cy="5097431"/>
          </a:xfrm>
        </p:spPr>
        <p:txBody>
          <a:bodyPr>
            <a:normAutofit/>
          </a:bodyPr>
          <a:lstStyle>
            <a:lvl1pPr>
              <a:spcBef>
                <a:spcPts val="0"/>
              </a:spcBef>
              <a:defRPr sz="1600">
                <a:solidFill>
                  <a:schemeClr val="tx1">
                    <a:lumMod val="75000"/>
                    <a:lumOff val="25000"/>
                  </a:schemeClr>
                </a:solidFill>
              </a:defRPr>
            </a:lvl1pPr>
            <a:lvl2pPr>
              <a:spcBef>
                <a:spcPts val="0"/>
              </a:spcBef>
              <a:defRPr sz="1600">
                <a:solidFill>
                  <a:schemeClr val="tx1">
                    <a:lumMod val="75000"/>
                    <a:lumOff val="25000"/>
                  </a:schemeClr>
                </a:solidFill>
              </a:defRPr>
            </a:lvl2pPr>
            <a:lvl3pPr>
              <a:spcBef>
                <a:spcPts val="0"/>
              </a:spcBef>
              <a:defRPr sz="1600">
                <a:solidFill>
                  <a:schemeClr val="tx1">
                    <a:lumMod val="75000"/>
                    <a:lumOff val="25000"/>
                  </a:schemeClr>
                </a:solidFill>
              </a:defRPr>
            </a:lvl3pPr>
            <a:lvl4pPr>
              <a:spcBef>
                <a:spcPts val="0"/>
              </a:spcBef>
              <a:defRPr sz="1600">
                <a:solidFill>
                  <a:schemeClr val="tx1">
                    <a:lumMod val="75000"/>
                    <a:lumOff val="25000"/>
                  </a:schemeClr>
                </a:solidFill>
              </a:defRPr>
            </a:lvl4pPr>
            <a:lvl5pPr>
              <a:spcBef>
                <a:spcPts val="0"/>
              </a:spcBef>
              <a:defRPr sz="16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p:cNvSpPr>
            <a:spLocks noGrp="1"/>
          </p:cNvSpPr>
          <p:nvPr>
            <p:ph type="sldNum" sz="quarter" idx="4"/>
          </p:nvPr>
        </p:nvSpPr>
        <p:spPr>
          <a:xfrm>
            <a:off x="6553200" y="6353845"/>
            <a:ext cx="2133600" cy="365125"/>
          </a:xfrm>
          <a:prstGeom prst="rect">
            <a:avLst/>
          </a:prstGeom>
        </p:spPr>
        <p:txBody>
          <a:bodyPr vert="horz" lIns="91440" tIns="45720" rIns="91440" bIns="45720" rtlCol="0" anchor="b" anchorCtr="0"/>
          <a:lstStyle>
            <a:lvl1pPr algn="r">
              <a:defRPr sz="1333">
                <a:solidFill>
                  <a:srgbClr val="073C72"/>
                </a:solidFill>
              </a:defRPr>
            </a:lvl1pPr>
          </a:lstStyle>
          <a:p>
            <a:fld id="{398781EA-D91D-43AC-B36B-87308D027720}" type="slidenum">
              <a:rPr lang="en-GB" smtClean="0"/>
              <a:pPr/>
              <a:t>‹#›</a:t>
            </a:fld>
            <a:endParaRPr lang="en-GB"/>
          </a:p>
        </p:txBody>
      </p:sp>
      <p:sp>
        <p:nvSpPr>
          <p:cNvPr id="6" name="Footer Placeholder 2"/>
          <p:cNvSpPr>
            <a:spLocks noGrp="1"/>
          </p:cNvSpPr>
          <p:nvPr>
            <p:ph type="ftr" sz="quarter" idx="11"/>
          </p:nvPr>
        </p:nvSpPr>
        <p:spPr>
          <a:xfrm>
            <a:off x="3028950" y="6450677"/>
            <a:ext cx="3086100" cy="270799"/>
          </a:xfrm>
        </p:spPr>
        <p:txBody>
          <a:bodyPr/>
          <a:lstStyle/>
          <a:p>
            <a:r>
              <a:rPr lang="en-GB">
                <a:solidFill>
                  <a:prstClr val="black">
                    <a:tint val="75000"/>
                  </a:prstClr>
                </a:solidFill>
              </a:rPr>
              <a:t>Version 6</a:t>
            </a:r>
          </a:p>
        </p:txBody>
      </p:sp>
    </p:spTree>
    <p:extLst>
      <p:ext uri="{BB962C8B-B14F-4D97-AF65-F5344CB8AC3E}">
        <p14:creationId xmlns:p14="http://schemas.microsoft.com/office/powerpoint/2010/main" val="191469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8F642F2F-4DBF-4520-A84B-1A6C6FBC6414}" type="datetimeFigureOut">
              <a:rPr lang="en-GB" smtClean="0"/>
              <a:t>14/06/2019</a:t>
            </a:fld>
            <a:endParaRPr lang="en-GB" dirty="0"/>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9723EF03-0B68-45E4-A3A0-224EACA24BF6}" type="slidenum">
              <a:rPr lang="en-GB" smtClean="0"/>
              <a:t>‹#›</a:t>
            </a:fld>
            <a:endParaRPr lang="en-GB" dirty="0"/>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GB"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2AA2D03-FA92-4EBA-B7BC-051ADDE61CF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0DEAEB26-28FD-4BEF-9BC3-41D58784C7A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3D904D7-2F97-4A08-866B-0F32F4F2429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9D6781-214D-4DCA-B85E-8A343C883A25}" type="datetimeFigureOut">
              <a:rPr lang="en-GB" smtClean="0">
                <a:solidFill>
                  <a:prstClr val="black">
                    <a:tint val="75000"/>
                  </a:prstClr>
                </a:solidFill>
              </a:rPr>
              <a:pPr/>
              <a:t>14/06/2019</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xmlns="" id="{25FDECD2-21D3-426B-8CDF-D4D472DEC6A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xmlns="" id="{8F10024F-5A16-4470-B357-9A9F229314C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BE23AB-6AB4-4236-9C52-11C4E644E211}"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2008574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tiff"/><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548680"/>
            <a:ext cx="7315200" cy="1154097"/>
          </a:xfrm>
        </p:spPr>
        <p:txBody>
          <a:bodyPr/>
          <a:lstStyle/>
          <a:p>
            <a:r>
              <a:rPr lang="en-GB" dirty="0" err="1" smtClean="0"/>
              <a:t>Nifi</a:t>
            </a:r>
            <a:r>
              <a:rPr lang="en-GB" dirty="0" smtClean="0"/>
              <a:t> Replacement Solution</a:t>
            </a:r>
            <a:endParaRPr lang="en-GB" dirty="0"/>
          </a:p>
        </p:txBody>
      </p:sp>
      <p:sp>
        <p:nvSpPr>
          <p:cNvPr id="4" name="TextBox 3"/>
          <p:cNvSpPr txBox="1"/>
          <p:nvPr/>
        </p:nvSpPr>
        <p:spPr>
          <a:xfrm>
            <a:off x="1187624" y="2276872"/>
            <a:ext cx="6624736" cy="3139321"/>
          </a:xfrm>
          <a:prstGeom prst="rect">
            <a:avLst/>
          </a:prstGeom>
          <a:noFill/>
        </p:spPr>
        <p:txBody>
          <a:bodyPr wrap="square" rtlCol="0">
            <a:spAutoFit/>
          </a:bodyPr>
          <a:lstStyle/>
          <a:p>
            <a:pPr marL="285750" indent="-285750">
              <a:buFont typeface="Wingdings" panose="05000000000000000000" pitchFamily="2" charset="2"/>
              <a:buChar char="ü"/>
            </a:pPr>
            <a:r>
              <a:rPr lang="en-GB" dirty="0" smtClean="0"/>
              <a:t>Current Architecture </a:t>
            </a:r>
            <a:r>
              <a:rPr lang="en-GB" dirty="0" smtClean="0"/>
              <a:t>Overview</a:t>
            </a:r>
          </a:p>
          <a:p>
            <a:pPr marL="285750" indent="-285750">
              <a:buFont typeface="Wingdings" panose="05000000000000000000" pitchFamily="2" charset="2"/>
              <a:buChar char="ü"/>
            </a:pPr>
            <a:endParaRPr lang="en-GB" dirty="0" smtClean="0"/>
          </a:p>
          <a:p>
            <a:pPr marL="285750" indent="-285750">
              <a:buFont typeface="Wingdings" panose="05000000000000000000" pitchFamily="2" charset="2"/>
              <a:buChar char="ü"/>
            </a:pPr>
            <a:r>
              <a:rPr lang="en-GB" dirty="0" smtClean="0"/>
              <a:t>Issues with current architecture </a:t>
            </a:r>
            <a:endParaRPr lang="en-GB" dirty="0" smtClean="0"/>
          </a:p>
          <a:p>
            <a:pPr marL="285750" indent="-285750">
              <a:buFont typeface="Wingdings" panose="05000000000000000000" pitchFamily="2" charset="2"/>
              <a:buChar char="ü"/>
            </a:pPr>
            <a:endParaRPr lang="en-GB" dirty="0" smtClean="0"/>
          </a:p>
          <a:p>
            <a:pPr marL="285750" indent="-285750">
              <a:buFont typeface="Wingdings" panose="05000000000000000000" pitchFamily="2" charset="2"/>
              <a:buChar char="ü"/>
            </a:pPr>
            <a:r>
              <a:rPr lang="en-GB" dirty="0" smtClean="0"/>
              <a:t>Proposed Design – Short term and Long Term </a:t>
            </a:r>
            <a:endParaRPr lang="en-GB" dirty="0" smtClean="0"/>
          </a:p>
          <a:p>
            <a:pPr marL="285750" indent="-285750">
              <a:buFont typeface="Wingdings" panose="05000000000000000000" pitchFamily="2" charset="2"/>
              <a:buChar char="ü"/>
            </a:pPr>
            <a:endParaRPr lang="en-GB" dirty="0" smtClean="0"/>
          </a:p>
          <a:p>
            <a:pPr marL="285750" indent="-285750">
              <a:buFont typeface="Wingdings" panose="05000000000000000000" pitchFamily="2" charset="2"/>
              <a:buChar char="ü"/>
            </a:pPr>
            <a:r>
              <a:rPr lang="en-GB" dirty="0" smtClean="0"/>
              <a:t>Semantics Handling ( Service Bus to Hive Table )</a:t>
            </a:r>
            <a:endParaRPr lang="en-GB" dirty="0" smtClean="0"/>
          </a:p>
          <a:p>
            <a:pPr marL="285750" indent="-285750">
              <a:buFont typeface="Wingdings" panose="05000000000000000000" pitchFamily="2" charset="2"/>
              <a:buChar char="ü"/>
            </a:pPr>
            <a:endParaRPr lang="en-GB" dirty="0" smtClean="0"/>
          </a:p>
          <a:p>
            <a:pPr marL="285750" indent="-285750">
              <a:buFont typeface="Wingdings" panose="05000000000000000000" pitchFamily="2" charset="2"/>
              <a:buChar char="ü"/>
            </a:pPr>
            <a:r>
              <a:rPr lang="en-GB" dirty="0" smtClean="0"/>
              <a:t>Dynamic Schema evaluation </a:t>
            </a:r>
          </a:p>
          <a:p>
            <a:pPr marL="285750" indent="-285750">
              <a:buFont typeface="Wingdings" panose="05000000000000000000" pitchFamily="2" charset="2"/>
              <a:buChar char="ü"/>
            </a:pPr>
            <a:endParaRPr lang="en-GB" dirty="0"/>
          </a:p>
          <a:p>
            <a:pPr marL="285750" indent="-285750">
              <a:buFont typeface="Wingdings" panose="05000000000000000000" pitchFamily="2" charset="2"/>
              <a:buChar char="ü"/>
            </a:pPr>
            <a:r>
              <a:rPr lang="en-GB" dirty="0" err="1" smtClean="0"/>
              <a:t>Sql</a:t>
            </a:r>
            <a:r>
              <a:rPr lang="en-GB" dirty="0" smtClean="0"/>
              <a:t> server and Mongo Db options </a:t>
            </a:r>
            <a:endParaRPr lang="en-GB" dirty="0"/>
          </a:p>
        </p:txBody>
      </p:sp>
      <p:pic>
        <p:nvPicPr>
          <p:cNvPr id="5122" name="Picture 2" descr="Image result for vanquis b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6021288"/>
            <a:ext cx="1613744" cy="808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805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solidFill>
                  <a:srgbClr val="FFC000"/>
                </a:solidFill>
              </a:rPr>
              <a:t>Current Architecture</a:t>
            </a:r>
            <a:endParaRPr lang="en-US" dirty="0">
              <a:solidFill>
                <a:srgbClr val="FFC000"/>
              </a:solidFill>
            </a:endParaRPr>
          </a:p>
        </p:txBody>
      </p:sp>
      <p:grpSp>
        <p:nvGrpSpPr>
          <p:cNvPr id="13" name="Group 12">
            <a:extLst>
              <a:ext uri="{FF2B5EF4-FFF2-40B4-BE49-F238E27FC236}">
                <a16:creationId xmlns:a16="http://schemas.microsoft.com/office/drawing/2014/main" xmlns="" id="{840F80B5-FFE2-4F66-8FB3-61130063A207}"/>
              </a:ext>
            </a:extLst>
          </p:cNvPr>
          <p:cNvGrpSpPr/>
          <p:nvPr/>
        </p:nvGrpSpPr>
        <p:grpSpPr>
          <a:xfrm>
            <a:off x="192287" y="2242948"/>
            <a:ext cx="711313" cy="1986311"/>
            <a:chOff x="273433" y="2042928"/>
            <a:chExt cx="967435" cy="3846174"/>
          </a:xfrm>
        </p:grpSpPr>
        <p:cxnSp>
          <p:nvCxnSpPr>
            <p:cNvPr id="20" name="Straight Connector 19"/>
            <p:cNvCxnSpPr/>
            <p:nvPr/>
          </p:nvCxnSpPr>
          <p:spPr>
            <a:xfrm>
              <a:off x="1057871" y="2317447"/>
              <a:ext cx="101562"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050834" y="5046230"/>
              <a:ext cx="122885"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xmlns="" id="{B6CD99CA-12D8-4579-8F66-49A5A0D0AF78}"/>
                </a:ext>
              </a:extLst>
            </p:cNvPr>
            <p:cNvGrpSpPr/>
            <p:nvPr/>
          </p:nvGrpSpPr>
          <p:grpSpPr>
            <a:xfrm>
              <a:off x="273433" y="2042928"/>
              <a:ext cx="967435" cy="3846174"/>
              <a:chOff x="273433" y="2042928"/>
              <a:chExt cx="967435" cy="3846174"/>
            </a:xfrm>
          </p:grpSpPr>
          <p:cxnSp>
            <p:nvCxnSpPr>
              <p:cNvPr id="19" name="Straight Connector 18"/>
              <p:cNvCxnSpPr/>
              <p:nvPr/>
            </p:nvCxnSpPr>
            <p:spPr>
              <a:xfrm>
                <a:off x="1165857" y="2317447"/>
                <a:ext cx="7862" cy="272878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34"/>
              <p:cNvSpPr>
                <a:spLocks noEditPoints="1"/>
              </p:cNvSpPr>
              <p:nvPr/>
            </p:nvSpPr>
            <p:spPr bwMode="auto">
              <a:xfrm>
                <a:off x="484718" y="2042928"/>
                <a:ext cx="613503" cy="485350"/>
              </a:xfrm>
              <a:custGeom>
                <a:avLst/>
                <a:gdLst>
                  <a:gd name="T0" fmla="*/ 234 w 1464"/>
                  <a:gd name="T1" fmla="*/ 815 h 1158"/>
                  <a:gd name="T2" fmla="*/ 206 w 1464"/>
                  <a:gd name="T3" fmla="*/ 1158 h 1158"/>
                  <a:gd name="T4" fmla="*/ 33 w 1464"/>
                  <a:gd name="T5" fmla="*/ 1131 h 1158"/>
                  <a:gd name="T6" fmla="*/ 89 w 1464"/>
                  <a:gd name="T7" fmla="*/ 876 h 1158"/>
                  <a:gd name="T8" fmla="*/ 183 w 1464"/>
                  <a:gd name="T9" fmla="*/ 876 h 1158"/>
                  <a:gd name="T10" fmla="*/ 323 w 1464"/>
                  <a:gd name="T11" fmla="*/ 1158 h 1158"/>
                  <a:gd name="T12" fmla="*/ 495 w 1464"/>
                  <a:gd name="T13" fmla="*/ 1131 h 1158"/>
                  <a:gd name="T14" fmla="*/ 295 w 1464"/>
                  <a:gd name="T15" fmla="*/ 748 h 1158"/>
                  <a:gd name="T16" fmla="*/ 295 w 1464"/>
                  <a:gd name="T17" fmla="*/ 1131 h 1158"/>
                  <a:gd name="T18" fmla="*/ 584 w 1464"/>
                  <a:gd name="T19" fmla="*/ 1158 h 1158"/>
                  <a:gd name="T20" fmla="*/ 757 w 1464"/>
                  <a:gd name="T21" fmla="*/ 1131 h 1158"/>
                  <a:gd name="T22" fmla="*/ 557 w 1464"/>
                  <a:gd name="T23" fmla="*/ 493 h 1158"/>
                  <a:gd name="T24" fmla="*/ 557 w 1464"/>
                  <a:gd name="T25" fmla="*/ 1131 h 1158"/>
                  <a:gd name="T26" fmla="*/ 863 w 1464"/>
                  <a:gd name="T27" fmla="*/ 676 h 1158"/>
                  <a:gd name="T28" fmla="*/ 813 w 1464"/>
                  <a:gd name="T29" fmla="*/ 1131 h 1158"/>
                  <a:gd name="T30" fmla="*/ 991 w 1464"/>
                  <a:gd name="T31" fmla="*/ 1158 h 1158"/>
                  <a:gd name="T32" fmla="*/ 1013 w 1464"/>
                  <a:gd name="T33" fmla="*/ 610 h 1158"/>
                  <a:gd name="T34" fmla="*/ 902 w 1464"/>
                  <a:gd name="T35" fmla="*/ 687 h 1158"/>
                  <a:gd name="T36" fmla="*/ 1074 w 1464"/>
                  <a:gd name="T37" fmla="*/ 1131 h 1158"/>
                  <a:gd name="T38" fmla="*/ 1247 w 1464"/>
                  <a:gd name="T39" fmla="*/ 1158 h 1158"/>
                  <a:gd name="T40" fmla="*/ 1275 w 1464"/>
                  <a:gd name="T41" fmla="*/ 366 h 1158"/>
                  <a:gd name="T42" fmla="*/ 1074 w 1464"/>
                  <a:gd name="T43" fmla="*/ 549 h 1158"/>
                  <a:gd name="T44" fmla="*/ 1442 w 1464"/>
                  <a:gd name="T45" fmla="*/ 0 h 1158"/>
                  <a:gd name="T46" fmla="*/ 1024 w 1464"/>
                  <a:gd name="T47" fmla="*/ 33 h 1158"/>
                  <a:gd name="T48" fmla="*/ 1130 w 1464"/>
                  <a:gd name="T49" fmla="*/ 166 h 1158"/>
                  <a:gd name="T50" fmla="*/ 935 w 1464"/>
                  <a:gd name="T51" fmla="*/ 410 h 1158"/>
                  <a:gd name="T52" fmla="*/ 896 w 1464"/>
                  <a:gd name="T53" fmla="*/ 416 h 1158"/>
                  <a:gd name="T54" fmla="*/ 540 w 1464"/>
                  <a:gd name="T55" fmla="*/ 94 h 1158"/>
                  <a:gd name="T56" fmla="*/ 11 w 1464"/>
                  <a:gd name="T57" fmla="*/ 704 h 1158"/>
                  <a:gd name="T58" fmla="*/ 117 w 1464"/>
                  <a:gd name="T59" fmla="*/ 848 h 1158"/>
                  <a:gd name="T60" fmla="*/ 156 w 1464"/>
                  <a:gd name="T61" fmla="*/ 848 h 1158"/>
                  <a:gd name="T62" fmla="*/ 534 w 1464"/>
                  <a:gd name="T63" fmla="*/ 443 h 1158"/>
                  <a:gd name="T64" fmla="*/ 885 w 1464"/>
                  <a:gd name="T65" fmla="*/ 649 h 1158"/>
                  <a:gd name="T66" fmla="*/ 930 w 1464"/>
                  <a:gd name="T67" fmla="*/ 643 h 1158"/>
                  <a:gd name="T68" fmla="*/ 1269 w 1464"/>
                  <a:gd name="T69" fmla="*/ 321 h 1158"/>
                  <a:gd name="T70" fmla="*/ 1420 w 1464"/>
                  <a:gd name="T71" fmla="*/ 460 h 1158"/>
                  <a:gd name="T72" fmla="*/ 1442 w 1464"/>
                  <a:gd name="T73" fmla="*/ 449 h 1158"/>
                  <a:gd name="T74" fmla="*/ 1442 w 1464"/>
                  <a:gd name="T75" fmla="*/ 0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4" h="1158">
                    <a:moveTo>
                      <a:pt x="183" y="876"/>
                    </a:moveTo>
                    <a:cubicBezTo>
                      <a:pt x="234" y="815"/>
                      <a:pt x="234" y="815"/>
                      <a:pt x="234" y="815"/>
                    </a:cubicBezTo>
                    <a:cubicBezTo>
                      <a:pt x="234" y="1131"/>
                      <a:pt x="234" y="1131"/>
                      <a:pt x="234" y="1131"/>
                    </a:cubicBezTo>
                    <a:cubicBezTo>
                      <a:pt x="234" y="1147"/>
                      <a:pt x="222" y="1158"/>
                      <a:pt x="206" y="1158"/>
                    </a:cubicBezTo>
                    <a:cubicBezTo>
                      <a:pt x="61" y="1158"/>
                      <a:pt x="61" y="1158"/>
                      <a:pt x="61" y="1158"/>
                    </a:cubicBezTo>
                    <a:cubicBezTo>
                      <a:pt x="50" y="1158"/>
                      <a:pt x="33" y="1147"/>
                      <a:pt x="33" y="1131"/>
                    </a:cubicBezTo>
                    <a:cubicBezTo>
                      <a:pt x="33" y="820"/>
                      <a:pt x="33" y="820"/>
                      <a:pt x="33" y="820"/>
                    </a:cubicBezTo>
                    <a:cubicBezTo>
                      <a:pt x="89" y="876"/>
                      <a:pt x="89" y="876"/>
                      <a:pt x="89" y="876"/>
                    </a:cubicBezTo>
                    <a:cubicBezTo>
                      <a:pt x="100" y="887"/>
                      <a:pt x="117" y="898"/>
                      <a:pt x="133" y="898"/>
                    </a:cubicBezTo>
                    <a:cubicBezTo>
                      <a:pt x="150" y="898"/>
                      <a:pt x="172" y="887"/>
                      <a:pt x="183" y="876"/>
                    </a:cubicBezTo>
                    <a:close/>
                    <a:moveTo>
                      <a:pt x="295" y="1131"/>
                    </a:moveTo>
                    <a:cubicBezTo>
                      <a:pt x="295" y="1147"/>
                      <a:pt x="306" y="1158"/>
                      <a:pt x="323" y="1158"/>
                    </a:cubicBezTo>
                    <a:cubicBezTo>
                      <a:pt x="467" y="1158"/>
                      <a:pt x="467" y="1158"/>
                      <a:pt x="467" y="1158"/>
                    </a:cubicBezTo>
                    <a:cubicBezTo>
                      <a:pt x="484" y="1158"/>
                      <a:pt x="495" y="1147"/>
                      <a:pt x="495" y="1131"/>
                    </a:cubicBezTo>
                    <a:cubicBezTo>
                      <a:pt x="495" y="527"/>
                      <a:pt x="495" y="527"/>
                      <a:pt x="495" y="527"/>
                    </a:cubicBezTo>
                    <a:cubicBezTo>
                      <a:pt x="295" y="748"/>
                      <a:pt x="295" y="748"/>
                      <a:pt x="295" y="748"/>
                    </a:cubicBezTo>
                    <a:cubicBezTo>
                      <a:pt x="295" y="1131"/>
                      <a:pt x="295" y="1131"/>
                      <a:pt x="295" y="1131"/>
                    </a:cubicBezTo>
                    <a:cubicBezTo>
                      <a:pt x="295" y="1131"/>
                      <a:pt x="295" y="1131"/>
                      <a:pt x="295" y="1131"/>
                    </a:cubicBezTo>
                    <a:close/>
                    <a:moveTo>
                      <a:pt x="557" y="1131"/>
                    </a:moveTo>
                    <a:cubicBezTo>
                      <a:pt x="557" y="1147"/>
                      <a:pt x="568" y="1158"/>
                      <a:pt x="584" y="1158"/>
                    </a:cubicBezTo>
                    <a:cubicBezTo>
                      <a:pt x="729" y="1158"/>
                      <a:pt x="729" y="1158"/>
                      <a:pt x="729" y="1158"/>
                    </a:cubicBezTo>
                    <a:cubicBezTo>
                      <a:pt x="746" y="1158"/>
                      <a:pt x="757" y="1147"/>
                      <a:pt x="757" y="1131"/>
                    </a:cubicBezTo>
                    <a:cubicBezTo>
                      <a:pt x="757" y="615"/>
                      <a:pt x="757" y="615"/>
                      <a:pt x="757" y="615"/>
                    </a:cubicBezTo>
                    <a:cubicBezTo>
                      <a:pt x="557" y="493"/>
                      <a:pt x="557" y="493"/>
                      <a:pt x="557" y="493"/>
                    </a:cubicBezTo>
                    <a:cubicBezTo>
                      <a:pt x="557" y="1131"/>
                      <a:pt x="557" y="1131"/>
                      <a:pt x="557" y="1131"/>
                    </a:cubicBezTo>
                    <a:cubicBezTo>
                      <a:pt x="557" y="1131"/>
                      <a:pt x="557" y="1131"/>
                      <a:pt x="557" y="1131"/>
                    </a:cubicBezTo>
                    <a:close/>
                    <a:moveTo>
                      <a:pt x="902" y="687"/>
                    </a:moveTo>
                    <a:cubicBezTo>
                      <a:pt x="891" y="687"/>
                      <a:pt x="874" y="687"/>
                      <a:pt x="863" y="676"/>
                    </a:cubicBezTo>
                    <a:cubicBezTo>
                      <a:pt x="813" y="649"/>
                      <a:pt x="813" y="649"/>
                      <a:pt x="813" y="649"/>
                    </a:cubicBezTo>
                    <a:cubicBezTo>
                      <a:pt x="813" y="1131"/>
                      <a:pt x="813" y="1131"/>
                      <a:pt x="813" y="1131"/>
                    </a:cubicBezTo>
                    <a:cubicBezTo>
                      <a:pt x="813" y="1147"/>
                      <a:pt x="829" y="1158"/>
                      <a:pt x="841" y="1158"/>
                    </a:cubicBezTo>
                    <a:cubicBezTo>
                      <a:pt x="991" y="1158"/>
                      <a:pt x="991" y="1158"/>
                      <a:pt x="991" y="1158"/>
                    </a:cubicBezTo>
                    <a:cubicBezTo>
                      <a:pt x="1002" y="1158"/>
                      <a:pt x="1013" y="1147"/>
                      <a:pt x="1013" y="1131"/>
                    </a:cubicBezTo>
                    <a:cubicBezTo>
                      <a:pt x="1013" y="610"/>
                      <a:pt x="1013" y="610"/>
                      <a:pt x="1013" y="610"/>
                    </a:cubicBezTo>
                    <a:cubicBezTo>
                      <a:pt x="958" y="671"/>
                      <a:pt x="958" y="671"/>
                      <a:pt x="958" y="671"/>
                    </a:cubicBezTo>
                    <a:cubicBezTo>
                      <a:pt x="941" y="682"/>
                      <a:pt x="924" y="687"/>
                      <a:pt x="902" y="687"/>
                    </a:cubicBezTo>
                    <a:close/>
                    <a:moveTo>
                      <a:pt x="1074" y="549"/>
                    </a:moveTo>
                    <a:cubicBezTo>
                      <a:pt x="1074" y="1131"/>
                      <a:pt x="1074" y="1131"/>
                      <a:pt x="1074" y="1131"/>
                    </a:cubicBezTo>
                    <a:cubicBezTo>
                      <a:pt x="1074" y="1147"/>
                      <a:pt x="1086" y="1158"/>
                      <a:pt x="1102" y="1158"/>
                    </a:cubicBezTo>
                    <a:cubicBezTo>
                      <a:pt x="1247" y="1158"/>
                      <a:pt x="1247" y="1158"/>
                      <a:pt x="1247" y="1158"/>
                    </a:cubicBezTo>
                    <a:cubicBezTo>
                      <a:pt x="1264" y="1158"/>
                      <a:pt x="1275" y="1147"/>
                      <a:pt x="1275" y="1131"/>
                    </a:cubicBezTo>
                    <a:cubicBezTo>
                      <a:pt x="1275" y="366"/>
                      <a:pt x="1275" y="366"/>
                      <a:pt x="1275" y="366"/>
                    </a:cubicBezTo>
                    <a:cubicBezTo>
                      <a:pt x="1269" y="360"/>
                      <a:pt x="1269" y="360"/>
                      <a:pt x="1269" y="360"/>
                    </a:cubicBezTo>
                    <a:cubicBezTo>
                      <a:pt x="1074" y="549"/>
                      <a:pt x="1074" y="549"/>
                      <a:pt x="1074" y="549"/>
                    </a:cubicBezTo>
                    <a:cubicBezTo>
                      <a:pt x="1074" y="549"/>
                      <a:pt x="1074" y="549"/>
                      <a:pt x="1074" y="549"/>
                    </a:cubicBezTo>
                    <a:close/>
                    <a:moveTo>
                      <a:pt x="1442" y="0"/>
                    </a:moveTo>
                    <a:cubicBezTo>
                      <a:pt x="1442" y="0"/>
                      <a:pt x="1442" y="0"/>
                      <a:pt x="1442" y="0"/>
                    </a:cubicBezTo>
                    <a:cubicBezTo>
                      <a:pt x="1024" y="33"/>
                      <a:pt x="1024" y="33"/>
                      <a:pt x="1024" y="33"/>
                    </a:cubicBezTo>
                    <a:cubicBezTo>
                      <a:pt x="1008" y="33"/>
                      <a:pt x="1002" y="44"/>
                      <a:pt x="1013" y="50"/>
                    </a:cubicBezTo>
                    <a:cubicBezTo>
                      <a:pt x="1130" y="166"/>
                      <a:pt x="1130" y="166"/>
                      <a:pt x="1130" y="166"/>
                    </a:cubicBezTo>
                    <a:cubicBezTo>
                      <a:pt x="1141" y="177"/>
                      <a:pt x="1141" y="194"/>
                      <a:pt x="1130" y="205"/>
                    </a:cubicBezTo>
                    <a:cubicBezTo>
                      <a:pt x="935" y="410"/>
                      <a:pt x="935" y="410"/>
                      <a:pt x="935" y="410"/>
                    </a:cubicBezTo>
                    <a:cubicBezTo>
                      <a:pt x="930" y="416"/>
                      <a:pt x="924" y="421"/>
                      <a:pt x="919" y="421"/>
                    </a:cubicBezTo>
                    <a:cubicBezTo>
                      <a:pt x="907" y="421"/>
                      <a:pt x="902" y="416"/>
                      <a:pt x="896" y="416"/>
                    </a:cubicBezTo>
                    <a:cubicBezTo>
                      <a:pt x="557" y="100"/>
                      <a:pt x="557" y="100"/>
                      <a:pt x="557" y="100"/>
                    </a:cubicBezTo>
                    <a:cubicBezTo>
                      <a:pt x="551" y="94"/>
                      <a:pt x="545" y="94"/>
                      <a:pt x="540" y="94"/>
                    </a:cubicBezTo>
                    <a:cubicBezTo>
                      <a:pt x="529" y="94"/>
                      <a:pt x="523" y="94"/>
                      <a:pt x="518" y="100"/>
                    </a:cubicBezTo>
                    <a:cubicBezTo>
                      <a:pt x="11" y="704"/>
                      <a:pt x="11" y="704"/>
                      <a:pt x="11" y="704"/>
                    </a:cubicBezTo>
                    <a:cubicBezTo>
                      <a:pt x="0" y="715"/>
                      <a:pt x="0" y="737"/>
                      <a:pt x="11" y="748"/>
                    </a:cubicBezTo>
                    <a:cubicBezTo>
                      <a:pt x="117" y="848"/>
                      <a:pt x="117" y="848"/>
                      <a:pt x="117" y="848"/>
                    </a:cubicBezTo>
                    <a:cubicBezTo>
                      <a:pt x="122" y="854"/>
                      <a:pt x="128" y="859"/>
                      <a:pt x="133" y="859"/>
                    </a:cubicBezTo>
                    <a:cubicBezTo>
                      <a:pt x="139" y="859"/>
                      <a:pt x="150" y="854"/>
                      <a:pt x="156" y="848"/>
                    </a:cubicBezTo>
                    <a:cubicBezTo>
                      <a:pt x="506" y="454"/>
                      <a:pt x="506" y="454"/>
                      <a:pt x="506" y="454"/>
                    </a:cubicBezTo>
                    <a:cubicBezTo>
                      <a:pt x="512" y="443"/>
                      <a:pt x="523" y="443"/>
                      <a:pt x="534" y="443"/>
                    </a:cubicBezTo>
                    <a:cubicBezTo>
                      <a:pt x="540" y="443"/>
                      <a:pt x="545" y="443"/>
                      <a:pt x="551" y="443"/>
                    </a:cubicBezTo>
                    <a:cubicBezTo>
                      <a:pt x="885" y="649"/>
                      <a:pt x="885" y="649"/>
                      <a:pt x="885" y="649"/>
                    </a:cubicBezTo>
                    <a:cubicBezTo>
                      <a:pt x="891" y="649"/>
                      <a:pt x="896" y="649"/>
                      <a:pt x="902" y="649"/>
                    </a:cubicBezTo>
                    <a:cubicBezTo>
                      <a:pt x="913" y="649"/>
                      <a:pt x="924" y="649"/>
                      <a:pt x="930" y="643"/>
                    </a:cubicBezTo>
                    <a:cubicBezTo>
                      <a:pt x="1253" y="327"/>
                      <a:pt x="1253" y="327"/>
                      <a:pt x="1253" y="327"/>
                    </a:cubicBezTo>
                    <a:cubicBezTo>
                      <a:pt x="1258" y="321"/>
                      <a:pt x="1264" y="321"/>
                      <a:pt x="1269" y="321"/>
                    </a:cubicBezTo>
                    <a:cubicBezTo>
                      <a:pt x="1281" y="321"/>
                      <a:pt x="1286" y="321"/>
                      <a:pt x="1292" y="327"/>
                    </a:cubicBezTo>
                    <a:cubicBezTo>
                      <a:pt x="1420" y="460"/>
                      <a:pt x="1420" y="460"/>
                      <a:pt x="1420" y="460"/>
                    </a:cubicBezTo>
                    <a:cubicBezTo>
                      <a:pt x="1425" y="460"/>
                      <a:pt x="1431" y="466"/>
                      <a:pt x="1431" y="466"/>
                    </a:cubicBezTo>
                    <a:cubicBezTo>
                      <a:pt x="1436" y="466"/>
                      <a:pt x="1442" y="460"/>
                      <a:pt x="1442" y="449"/>
                    </a:cubicBezTo>
                    <a:cubicBezTo>
                      <a:pt x="1464" y="28"/>
                      <a:pt x="1464" y="28"/>
                      <a:pt x="1464" y="28"/>
                    </a:cubicBezTo>
                    <a:cubicBezTo>
                      <a:pt x="1464" y="11"/>
                      <a:pt x="1453" y="0"/>
                      <a:pt x="1442" y="0"/>
                    </a:cubicBezTo>
                    <a:close/>
                  </a:path>
                </a:pathLst>
              </a:custGeom>
              <a:solidFill>
                <a:schemeClr val="tx1"/>
              </a:solidFill>
              <a:ln>
                <a:noFill/>
              </a:ln>
            </p:spPr>
            <p:txBody>
              <a:bodyPr vert="horz" wrap="square" lIns="89604" tIns="44802" rIns="89604" bIns="44802" numCol="1" anchor="t" anchorCtr="0" compatLnSpc="1">
                <a:prstTxWarp prst="textNoShape">
                  <a:avLst/>
                </a:prstTxWarp>
              </a:bodyPr>
              <a:lstStyle/>
              <a:p>
                <a:pPr defTabSz="913956"/>
                <a:endParaRPr lang="en-US" sz="1766" kern="0">
                  <a:solidFill>
                    <a:sysClr val="windowText" lastClr="000000"/>
                  </a:solidFill>
                  <a:ea typeface="MS PGothic" panose="020B0600070205080204" pitchFamily="34" charset="-128"/>
                </a:endParaRPr>
              </a:p>
            </p:txBody>
          </p:sp>
          <p:sp>
            <p:nvSpPr>
              <p:cNvPr id="24" name="TextBox 23"/>
              <p:cNvSpPr txBox="1"/>
              <p:nvPr/>
            </p:nvSpPr>
            <p:spPr>
              <a:xfrm>
                <a:off x="273434" y="2455450"/>
                <a:ext cx="967434" cy="738137"/>
              </a:xfrm>
              <a:prstGeom prst="rect">
                <a:avLst/>
              </a:prstGeom>
              <a:noFill/>
            </p:spPr>
            <p:txBody>
              <a:bodyPr wrap="square" lIns="179209" tIns="143367" rIns="179209" bIns="143367" rtlCol="0">
                <a:spAutoFit/>
              </a:bodyPr>
              <a:lstStyle/>
              <a:p>
                <a:pPr defTabSz="896156">
                  <a:lnSpc>
                    <a:spcPct val="90000"/>
                  </a:lnSpc>
                  <a:spcBef>
                    <a:spcPct val="0"/>
                  </a:spcBef>
                  <a:spcAft>
                    <a:spcPts val="588"/>
                  </a:spcAft>
                </a:pPr>
                <a:r>
                  <a:rPr lang="en-US" sz="1567" kern="0" spc="-29"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FICO </a:t>
                </a:r>
              </a:p>
            </p:txBody>
          </p:sp>
          <p:sp>
            <p:nvSpPr>
              <p:cNvPr id="25" name="TextBox 24"/>
              <p:cNvSpPr txBox="1"/>
              <p:nvPr/>
            </p:nvSpPr>
            <p:spPr>
              <a:xfrm>
                <a:off x="273433" y="5150965"/>
                <a:ext cx="955525" cy="738137"/>
              </a:xfrm>
              <a:prstGeom prst="rect">
                <a:avLst/>
              </a:prstGeom>
              <a:noFill/>
            </p:spPr>
            <p:txBody>
              <a:bodyPr wrap="square" lIns="179209" tIns="143367" rIns="179209" bIns="143367" rtlCol="0">
                <a:spAutoFit/>
              </a:bodyPr>
              <a:lstStyle/>
              <a:p>
                <a:pPr defTabSz="896156">
                  <a:lnSpc>
                    <a:spcPct val="90000"/>
                  </a:lnSpc>
                  <a:spcBef>
                    <a:spcPct val="0"/>
                  </a:spcBef>
                  <a:spcAft>
                    <a:spcPts val="588"/>
                  </a:spcAft>
                </a:pPr>
                <a:r>
                  <a:rPr lang="en-US" sz="1567"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HDD</a:t>
                </a:r>
              </a:p>
            </p:txBody>
          </p:sp>
          <p:sp>
            <p:nvSpPr>
              <p:cNvPr id="26" name="Freeform 53"/>
              <p:cNvSpPr>
                <a:spLocks noEditPoints="1"/>
              </p:cNvSpPr>
              <p:nvPr/>
            </p:nvSpPr>
            <p:spPr bwMode="auto">
              <a:xfrm>
                <a:off x="553103" y="4601464"/>
                <a:ext cx="451828" cy="644857"/>
              </a:xfrm>
              <a:custGeom>
                <a:avLst/>
                <a:gdLst>
                  <a:gd name="T0" fmla="*/ 1011 w 1280"/>
                  <a:gd name="T1" fmla="*/ 1048 h 1827"/>
                  <a:gd name="T2" fmla="*/ 958 w 1280"/>
                  <a:gd name="T3" fmla="*/ 1013 h 1827"/>
                  <a:gd name="T4" fmla="*/ 847 w 1280"/>
                  <a:gd name="T5" fmla="*/ 961 h 1827"/>
                  <a:gd name="T6" fmla="*/ 814 w 1280"/>
                  <a:gd name="T7" fmla="*/ 965 h 1827"/>
                  <a:gd name="T8" fmla="*/ 710 w 1280"/>
                  <a:gd name="T9" fmla="*/ 572 h 1827"/>
                  <a:gd name="T10" fmla="*/ 601 w 1280"/>
                  <a:gd name="T11" fmla="*/ 594 h 1827"/>
                  <a:gd name="T12" fmla="*/ 705 w 1280"/>
                  <a:gd name="T13" fmla="*/ 1159 h 1827"/>
                  <a:gd name="T14" fmla="*/ 663 w 1280"/>
                  <a:gd name="T15" fmla="*/ 1238 h 1827"/>
                  <a:gd name="T16" fmla="*/ 504 w 1280"/>
                  <a:gd name="T17" fmla="*/ 1112 h 1827"/>
                  <a:gd name="T18" fmla="*/ 348 w 1280"/>
                  <a:gd name="T19" fmla="*/ 1032 h 1827"/>
                  <a:gd name="T20" fmla="*/ 378 w 1280"/>
                  <a:gd name="T21" fmla="*/ 1138 h 1827"/>
                  <a:gd name="T22" fmla="*/ 416 w 1280"/>
                  <a:gd name="T23" fmla="*/ 1245 h 1827"/>
                  <a:gd name="T24" fmla="*/ 492 w 1280"/>
                  <a:gd name="T25" fmla="*/ 1368 h 1827"/>
                  <a:gd name="T26" fmla="*/ 729 w 1280"/>
                  <a:gd name="T27" fmla="*/ 1659 h 1827"/>
                  <a:gd name="T28" fmla="*/ 805 w 1280"/>
                  <a:gd name="T29" fmla="*/ 1827 h 1827"/>
                  <a:gd name="T30" fmla="*/ 1238 w 1280"/>
                  <a:gd name="T31" fmla="*/ 1652 h 1827"/>
                  <a:gd name="T32" fmla="*/ 1257 w 1280"/>
                  <a:gd name="T33" fmla="*/ 1576 h 1827"/>
                  <a:gd name="T34" fmla="*/ 1273 w 1280"/>
                  <a:gd name="T35" fmla="*/ 1354 h 1827"/>
                  <a:gd name="T36" fmla="*/ 1198 w 1280"/>
                  <a:gd name="T37" fmla="*/ 1207 h 1827"/>
                  <a:gd name="T38" fmla="*/ 1131 w 1280"/>
                  <a:gd name="T39" fmla="*/ 1112 h 1827"/>
                  <a:gd name="T40" fmla="*/ 826 w 1280"/>
                  <a:gd name="T41" fmla="*/ 381 h 1827"/>
                  <a:gd name="T42" fmla="*/ 442 w 1280"/>
                  <a:gd name="T43" fmla="*/ 0 h 1827"/>
                  <a:gd name="T44" fmla="*/ 826 w 1280"/>
                  <a:gd name="T45" fmla="*/ 381 h 1827"/>
                  <a:gd name="T46" fmla="*/ 386 w 1280"/>
                  <a:gd name="T47" fmla="*/ 381 h 1827"/>
                  <a:gd name="T48" fmla="*/ 0 w 1280"/>
                  <a:gd name="T49" fmla="*/ 0 h 1827"/>
                  <a:gd name="T50" fmla="*/ 386 w 1280"/>
                  <a:gd name="T51" fmla="*/ 381 h 1827"/>
                  <a:gd name="T52" fmla="*/ 594 w 1280"/>
                  <a:gd name="T53" fmla="*/ 821 h 1827"/>
                  <a:gd name="T54" fmla="*/ 442 w 1280"/>
                  <a:gd name="T55" fmla="*/ 437 h 1827"/>
                  <a:gd name="T56" fmla="*/ 826 w 1280"/>
                  <a:gd name="T57" fmla="*/ 821 h 1827"/>
                  <a:gd name="T58" fmla="*/ 755 w 1280"/>
                  <a:gd name="T59" fmla="*/ 561 h 1827"/>
                  <a:gd name="T60" fmla="*/ 755 w 1280"/>
                  <a:gd name="T61" fmla="*/ 561 h 1827"/>
                  <a:gd name="T62" fmla="*/ 636 w 1280"/>
                  <a:gd name="T63" fmla="*/ 480 h 1827"/>
                  <a:gd name="T64" fmla="*/ 554 w 1280"/>
                  <a:gd name="T65" fmla="*/ 601 h 1827"/>
                  <a:gd name="T66" fmla="*/ 594 w 1280"/>
                  <a:gd name="T67" fmla="*/ 821 h 1827"/>
                  <a:gd name="T68" fmla="*/ 0 w 1280"/>
                  <a:gd name="T69" fmla="*/ 1261 h 1827"/>
                  <a:gd name="T70" fmla="*/ 606 w 1280"/>
                  <a:gd name="T71" fmla="*/ 880 h 1827"/>
                  <a:gd name="T72" fmla="*/ 658 w 1280"/>
                  <a:gd name="T73" fmla="*/ 1157 h 1827"/>
                  <a:gd name="T74" fmla="*/ 658 w 1280"/>
                  <a:gd name="T75" fmla="*/ 1159 h 1827"/>
                  <a:gd name="T76" fmla="*/ 644 w 1280"/>
                  <a:gd name="T77" fmla="*/ 1193 h 1827"/>
                  <a:gd name="T78" fmla="*/ 608 w 1280"/>
                  <a:gd name="T79" fmla="*/ 1178 h 1827"/>
                  <a:gd name="T80" fmla="*/ 563 w 1280"/>
                  <a:gd name="T81" fmla="*/ 1117 h 1827"/>
                  <a:gd name="T82" fmla="*/ 532 w 1280"/>
                  <a:gd name="T83" fmla="*/ 1067 h 1827"/>
                  <a:gd name="T84" fmla="*/ 388 w 1280"/>
                  <a:gd name="T85" fmla="*/ 972 h 1827"/>
                  <a:gd name="T86" fmla="*/ 298 w 1280"/>
                  <a:gd name="T87" fmla="*/ 1105 h 1827"/>
                  <a:gd name="T88" fmla="*/ 336 w 1280"/>
                  <a:gd name="T89" fmla="*/ 1157 h 1827"/>
                  <a:gd name="T90" fmla="*/ 357 w 1280"/>
                  <a:gd name="T91" fmla="*/ 1219 h 1827"/>
                  <a:gd name="T92" fmla="*/ 386 w 1280"/>
                  <a:gd name="T93" fmla="*/ 821 h 1827"/>
                  <a:gd name="T94" fmla="*/ 0 w 1280"/>
                  <a:gd name="T95" fmla="*/ 437 h 1827"/>
                  <a:gd name="T96" fmla="*/ 386 w 1280"/>
                  <a:gd name="T97" fmla="*/ 821 h 1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 h="1827">
                    <a:moveTo>
                      <a:pt x="1013" y="1048"/>
                    </a:moveTo>
                    <a:cubicBezTo>
                      <a:pt x="1011" y="1048"/>
                      <a:pt x="1011" y="1048"/>
                      <a:pt x="1011" y="1048"/>
                    </a:cubicBezTo>
                    <a:cubicBezTo>
                      <a:pt x="977" y="1046"/>
                      <a:pt x="977" y="1046"/>
                      <a:pt x="977" y="1046"/>
                    </a:cubicBezTo>
                    <a:cubicBezTo>
                      <a:pt x="958" y="1013"/>
                      <a:pt x="958" y="1013"/>
                      <a:pt x="958" y="1013"/>
                    </a:cubicBezTo>
                    <a:cubicBezTo>
                      <a:pt x="954" y="1008"/>
                      <a:pt x="951" y="1003"/>
                      <a:pt x="947" y="998"/>
                    </a:cubicBezTo>
                    <a:cubicBezTo>
                      <a:pt x="918" y="975"/>
                      <a:pt x="885" y="961"/>
                      <a:pt x="847" y="961"/>
                    </a:cubicBezTo>
                    <a:cubicBezTo>
                      <a:pt x="814" y="968"/>
                      <a:pt x="814" y="968"/>
                      <a:pt x="814" y="968"/>
                    </a:cubicBezTo>
                    <a:cubicBezTo>
                      <a:pt x="814" y="965"/>
                      <a:pt x="814" y="965"/>
                      <a:pt x="814" y="965"/>
                    </a:cubicBezTo>
                    <a:cubicBezTo>
                      <a:pt x="814" y="963"/>
                      <a:pt x="814" y="963"/>
                      <a:pt x="814" y="963"/>
                    </a:cubicBezTo>
                    <a:cubicBezTo>
                      <a:pt x="710" y="572"/>
                      <a:pt x="710" y="572"/>
                      <a:pt x="710" y="572"/>
                    </a:cubicBezTo>
                    <a:cubicBezTo>
                      <a:pt x="696" y="523"/>
                      <a:pt x="672" y="523"/>
                      <a:pt x="644" y="527"/>
                    </a:cubicBezTo>
                    <a:cubicBezTo>
                      <a:pt x="644" y="527"/>
                      <a:pt x="589" y="535"/>
                      <a:pt x="601" y="594"/>
                    </a:cubicBezTo>
                    <a:cubicBezTo>
                      <a:pt x="703" y="1140"/>
                      <a:pt x="703" y="1140"/>
                      <a:pt x="703" y="1140"/>
                    </a:cubicBezTo>
                    <a:cubicBezTo>
                      <a:pt x="703" y="1148"/>
                      <a:pt x="705" y="1152"/>
                      <a:pt x="705" y="1159"/>
                    </a:cubicBezTo>
                    <a:cubicBezTo>
                      <a:pt x="705" y="1183"/>
                      <a:pt x="696" y="1207"/>
                      <a:pt x="679" y="1226"/>
                    </a:cubicBezTo>
                    <a:cubicBezTo>
                      <a:pt x="674" y="1233"/>
                      <a:pt x="667" y="1238"/>
                      <a:pt x="663" y="1238"/>
                    </a:cubicBezTo>
                    <a:cubicBezTo>
                      <a:pt x="632" y="1242"/>
                      <a:pt x="603" y="1235"/>
                      <a:pt x="577" y="1216"/>
                    </a:cubicBezTo>
                    <a:cubicBezTo>
                      <a:pt x="547" y="1193"/>
                      <a:pt x="525" y="1143"/>
                      <a:pt x="504" y="1112"/>
                    </a:cubicBezTo>
                    <a:cubicBezTo>
                      <a:pt x="492" y="1093"/>
                      <a:pt x="483" y="1072"/>
                      <a:pt x="468" y="1055"/>
                    </a:cubicBezTo>
                    <a:cubicBezTo>
                      <a:pt x="440" y="1027"/>
                      <a:pt x="383" y="1003"/>
                      <a:pt x="348" y="1032"/>
                    </a:cubicBezTo>
                    <a:cubicBezTo>
                      <a:pt x="338" y="1041"/>
                      <a:pt x="326" y="1065"/>
                      <a:pt x="336" y="1077"/>
                    </a:cubicBezTo>
                    <a:cubicBezTo>
                      <a:pt x="350" y="1096"/>
                      <a:pt x="369" y="1117"/>
                      <a:pt x="378" y="1138"/>
                    </a:cubicBezTo>
                    <a:cubicBezTo>
                      <a:pt x="388" y="1155"/>
                      <a:pt x="393" y="1174"/>
                      <a:pt x="400" y="1193"/>
                    </a:cubicBezTo>
                    <a:cubicBezTo>
                      <a:pt x="404" y="1204"/>
                      <a:pt x="407" y="1235"/>
                      <a:pt x="416" y="1245"/>
                    </a:cubicBezTo>
                    <a:cubicBezTo>
                      <a:pt x="426" y="1254"/>
                      <a:pt x="435" y="1273"/>
                      <a:pt x="442" y="1285"/>
                    </a:cubicBezTo>
                    <a:cubicBezTo>
                      <a:pt x="459" y="1311"/>
                      <a:pt x="483" y="1339"/>
                      <a:pt x="492" y="1368"/>
                    </a:cubicBezTo>
                    <a:cubicBezTo>
                      <a:pt x="525" y="1415"/>
                      <a:pt x="539" y="1477"/>
                      <a:pt x="575" y="1522"/>
                    </a:cubicBezTo>
                    <a:cubicBezTo>
                      <a:pt x="620" y="1576"/>
                      <a:pt x="663" y="1628"/>
                      <a:pt x="729" y="1659"/>
                    </a:cubicBezTo>
                    <a:cubicBezTo>
                      <a:pt x="752" y="1673"/>
                      <a:pt x="769" y="1692"/>
                      <a:pt x="783" y="1713"/>
                    </a:cubicBezTo>
                    <a:cubicBezTo>
                      <a:pt x="805" y="1827"/>
                      <a:pt x="805" y="1827"/>
                      <a:pt x="805" y="1827"/>
                    </a:cubicBezTo>
                    <a:cubicBezTo>
                      <a:pt x="887" y="1813"/>
                      <a:pt x="1224" y="1756"/>
                      <a:pt x="1259" y="1749"/>
                    </a:cubicBezTo>
                    <a:cubicBezTo>
                      <a:pt x="1238" y="1652"/>
                      <a:pt x="1238" y="1652"/>
                      <a:pt x="1238" y="1652"/>
                    </a:cubicBezTo>
                    <a:cubicBezTo>
                      <a:pt x="1235" y="1649"/>
                      <a:pt x="1235" y="1649"/>
                      <a:pt x="1235" y="1649"/>
                    </a:cubicBezTo>
                    <a:cubicBezTo>
                      <a:pt x="1245" y="1626"/>
                      <a:pt x="1250" y="1600"/>
                      <a:pt x="1257" y="1576"/>
                    </a:cubicBezTo>
                    <a:cubicBezTo>
                      <a:pt x="1262" y="1555"/>
                      <a:pt x="1266" y="1536"/>
                      <a:pt x="1266" y="1514"/>
                    </a:cubicBezTo>
                    <a:cubicBezTo>
                      <a:pt x="1269" y="1462"/>
                      <a:pt x="1271" y="1408"/>
                      <a:pt x="1273" y="1354"/>
                    </a:cubicBezTo>
                    <a:cubicBezTo>
                      <a:pt x="1273" y="1344"/>
                      <a:pt x="1273" y="1335"/>
                      <a:pt x="1276" y="1325"/>
                    </a:cubicBezTo>
                    <a:cubicBezTo>
                      <a:pt x="1280" y="1294"/>
                      <a:pt x="1262" y="1211"/>
                      <a:pt x="1198" y="1207"/>
                    </a:cubicBezTo>
                    <a:cubicBezTo>
                      <a:pt x="1195" y="1207"/>
                      <a:pt x="1195" y="1207"/>
                      <a:pt x="1195" y="1204"/>
                    </a:cubicBezTo>
                    <a:cubicBezTo>
                      <a:pt x="1179" y="1171"/>
                      <a:pt x="1157" y="1140"/>
                      <a:pt x="1131" y="1112"/>
                    </a:cubicBezTo>
                    <a:cubicBezTo>
                      <a:pt x="1101" y="1079"/>
                      <a:pt x="1058" y="1055"/>
                      <a:pt x="1013" y="1048"/>
                    </a:cubicBezTo>
                    <a:close/>
                    <a:moveTo>
                      <a:pt x="826" y="381"/>
                    </a:moveTo>
                    <a:cubicBezTo>
                      <a:pt x="442" y="381"/>
                      <a:pt x="442" y="381"/>
                      <a:pt x="442" y="381"/>
                    </a:cubicBezTo>
                    <a:cubicBezTo>
                      <a:pt x="442" y="0"/>
                      <a:pt x="442" y="0"/>
                      <a:pt x="442" y="0"/>
                    </a:cubicBezTo>
                    <a:cubicBezTo>
                      <a:pt x="826" y="0"/>
                      <a:pt x="826" y="0"/>
                      <a:pt x="826" y="0"/>
                    </a:cubicBezTo>
                    <a:cubicBezTo>
                      <a:pt x="826" y="381"/>
                      <a:pt x="826" y="381"/>
                      <a:pt x="826" y="381"/>
                    </a:cubicBezTo>
                    <a:cubicBezTo>
                      <a:pt x="826" y="381"/>
                      <a:pt x="826" y="381"/>
                      <a:pt x="826" y="381"/>
                    </a:cubicBezTo>
                    <a:close/>
                    <a:moveTo>
                      <a:pt x="386" y="381"/>
                    </a:moveTo>
                    <a:cubicBezTo>
                      <a:pt x="0" y="381"/>
                      <a:pt x="0" y="381"/>
                      <a:pt x="0" y="381"/>
                    </a:cubicBezTo>
                    <a:cubicBezTo>
                      <a:pt x="0" y="0"/>
                      <a:pt x="0" y="0"/>
                      <a:pt x="0" y="0"/>
                    </a:cubicBezTo>
                    <a:cubicBezTo>
                      <a:pt x="386" y="0"/>
                      <a:pt x="386" y="0"/>
                      <a:pt x="386" y="0"/>
                    </a:cubicBezTo>
                    <a:cubicBezTo>
                      <a:pt x="386" y="381"/>
                      <a:pt x="386" y="381"/>
                      <a:pt x="386" y="381"/>
                    </a:cubicBezTo>
                    <a:cubicBezTo>
                      <a:pt x="386" y="381"/>
                      <a:pt x="386" y="381"/>
                      <a:pt x="386" y="381"/>
                    </a:cubicBezTo>
                    <a:close/>
                    <a:moveTo>
                      <a:pt x="594" y="821"/>
                    </a:moveTo>
                    <a:cubicBezTo>
                      <a:pt x="442" y="821"/>
                      <a:pt x="442" y="821"/>
                      <a:pt x="442" y="821"/>
                    </a:cubicBezTo>
                    <a:cubicBezTo>
                      <a:pt x="442" y="437"/>
                      <a:pt x="442" y="437"/>
                      <a:pt x="442" y="437"/>
                    </a:cubicBezTo>
                    <a:cubicBezTo>
                      <a:pt x="826" y="437"/>
                      <a:pt x="826" y="437"/>
                      <a:pt x="826" y="437"/>
                    </a:cubicBezTo>
                    <a:cubicBezTo>
                      <a:pt x="826" y="821"/>
                      <a:pt x="826" y="821"/>
                      <a:pt x="826" y="821"/>
                    </a:cubicBezTo>
                    <a:cubicBezTo>
                      <a:pt x="826" y="821"/>
                      <a:pt x="826" y="821"/>
                      <a:pt x="826" y="821"/>
                    </a:cubicBezTo>
                    <a:cubicBezTo>
                      <a:pt x="755" y="561"/>
                      <a:pt x="755" y="561"/>
                      <a:pt x="755" y="561"/>
                    </a:cubicBezTo>
                    <a:cubicBezTo>
                      <a:pt x="755" y="561"/>
                      <a:pt x="755" y="561"/>
                      <a:pt x="755" y="561"/>
                    </a:cubicBezTo>
                    <a:cubicBezTo>
                      <a:pt x="755" y="561"/>
                      <a:pt x="755" y="561"/>
                      <a:pt x="755" y="561"/>
                    </a:cubicBezTo>
                    <a:cubicBezTo>
                      <a:pt x="736" y="492"/>
                      <a:pt x="693" y="478"/>
                      <a:pt x="663" y="478"/>
                    </a:cubicBezTo>
                    <a:cubicBezTo>
                      <a:pt x="653" y="478"/>
                      <a:pt x="644" y="478"/>
                      <a:pt x="636" y="480"/>
                    </a:cubicBezTo>
                    <a:cubicBezTo>
                      <a:pt x="627" y="482"/>
                      <a:pt x="591" y="490"/>
                      <a:pt x="570" y="520"/>
                    </a:cubicBezTo>
                    <a:cubicBezTo>
                      <a:pt x="558" y="537"/>
                      <a:pt x="547" y="563"/>
                      <a:pt x="554" y="601"/>
                    </a:cubicBezTo>
                    <a:cubicBezTo>
                      <a:pt x="594" y="821"/>
                      <a:pt x="594" y="821"/>
                      <a:pt x="594" y="821"/>
                    </a:cubicBezTo>
                    <a:cubicBezTo>
                      <a:pt x="594" y="821"/>
                      <a:pt x="594" y="821"/>
                      <a:pt x="594" y="821"/>
                    </a:cubicBezTo>
                    <a:close/>
                    <a:moveTo>
                      <a:pt x="371" y="1261"/>
                    </a:moveTo>
                    <a:cubicBezTo>
                      <a:pt x="0" y="1261"/>
                      <a:pt x="0" y="1261"/>
                      <a:pt x="0" y="1261"/>
                    </a:cubicBezTo>
                    <a:cubicBezTo>
                      <a:pt x="0" y="880"/>
                      <a:pt x="0" y="880"/>
                      <a:pt x="0" y="880"/>
                    </a:cubicBezTo>
                    <a:cubicBezTo>
                      <a:pt x="606" y="880"/>
                      <a:pt x="606" y="880"/>
                      <a:pt x="606" y="880"/>
                    </a:cubicBezTo>
                    <a:cubicBezTo>
                      <a:pt x="655" y="1150"/>
                      <a:pt x="655" y="1150"/>
                      <a:pt x="655" y="1150"/>
                    </a:cubicBezTo>
                    <a:cubicBezTo>
                      <a:pt x="655" y="1152"/>
                      <a:pt x="658" y="1155"/>
                      <a:pt x="658" y="1157"/>
                    </a:cubicBezTo>
                    <a:cubicBezTo>
                      <a:pt x="658" y="1157"/>
                      <a:pt x="658" y="1157"/>
                      <a:pt x="658" y="1157"/>
                    </a:cubicBezTo>
                    <a:cubicBezTo>
                      <a:pt x="658" y="1159"/>
                      <a:pt x="658" y="1159"/>
                      <a:pt x="658" y="1159"/>
                    </a:cubicBezTo>
                    <a:cubicBezTo>
                      <a:pt x="658" y="1171"/>
                      <a:pt x="653" y="1181"/>
                      <a:pt x="646" y="1193"/>
                    </a:cubicBezTo>
                    <a:cubicBezTo>
                      <a:pt x="644" y="1193"/>
                      <a:pt x="644" y="1193"/>
                      <a:pt x="644" y="1193"/>
                    </a:cubicBezTo>
                    <a:cubicBezTo>
                      <a:pt x="632" y="1193"/>
                      <a:pt x="620" y="1188"/>
                      <a:pt x="608" y="1178"/>
                    </a:cubicBezTo>
                    <a:cubicBezTo>
                      <a:pt x="608" y="1178"/>
                      <a:pt x="608" y="1178"/>
                      <a:pt x="608" y="1178"/>
                    </a:cubicBezTo>
                    <a:cubicBezTo>
                      <a:pt x="608" y="1178"/>
                      <a:pt x="608" y="1178"/>
                      <a:pt x="608" y="1178"/>
                    </a:cubicBezTo>
                    <a:cubicBezTo>
                      <a:pt x="591" y="1167"/>
                      <a:pt x="577" y="1140"/>
                      <a:pt x="563" y="1117"/>
                    </a:cubicBezTo>
                    <a:cubicBezTo>
                      <a:pt x="556" y="1107"/>
                      <a:pt x="551" y="1096"/>
                      <a:pt x="544" y="1086"/>
                    </a:cubicBezTo>
                    <a:cubicBezTo>
                      <a:pt x="539" y="1079"/>
                      <a:pt x="537" y="1074"/>
                      <a:pt x="532" y="1067"/>
                    </a:cubicBezTo>
                    <a:cubicBezTo>
                      <a:pt x="525" y="1053"/>
                      <a:pt x="516" y="1036"/>
                      <a:pt x="502" y="1022"/>
                    </a:cubicBezTo>
                    <a:cubicBezTo>
                      <a:pt x="473" y="991"/>
                      <a:pt x="428" y="972"/>
                      <a:pt x="388" y="972"/>
                    </a:cubicBezTo>
                    <a:cubicBezTo>
                      <a:pt x="362" y="972"/>
                      <a:pt x="338" y="980"/>
                      <a:pt x="319" y="994"/>
                    </a:cubicBezTo>
                    <a:cubicBezTo>
                      <a:pt x="293" y="1017"/>
                      <a:pt x="270" y="1069"/>
                      <a:pt x="298" y="1105"/>
                    </a:cubicBezTo>
                    <a:cubicBezTo>
                      <a:pt x="303" y="1110"/>
                      <a:pt x="305" y="1114"/>
                      <a:pt x="310" y="1119"/>
                    </a:cubicBezTo>
                    <a:cubicBezTo>
                      <a:pt x="319" y="1133"/>
                      <a:pt x="331" y="1148"/>
                      <a:pt x="336" y="1157"/>
                    </a:cubicBezTo>
                    <a:cubicBezTo>
                      <a:pt x="343" y="1174"/>
                      <a:pt x="350" y="1193"/>
                      <a:pt x="355" y="1207"/>
                    </a:cubicBezTo>
                    <a:cubicBezTo>
                      <a:pt x="355" y="1209"/>
                      <a:pt x="357" y="1214"/>
                      <a:pt x="357" y="1219"/>
                    </a:cubicBezTo>
                    <a:cubicBezTo>
                      <a:pt x="359" y="1233"/>
                      <a:pt x="364" y="1247"/>
                      <a:pt x="371" y="1261"/>
                    </a:cubicBezTo>
                    <a:close/>
                    <a:moveTo>
                      <a:pt x="386" y="821"/>
                    </a:moveTo>
                    <a:cubicBezTo>
                      <a:pt x="0" y="821"/>
                      <a:pt x="0" y="821"/>
                      <a:pt x="0" y="821"/>
                    </a:cubicBezTo>
                    <a:cubicBezTo>
                      <a:pt x="0" y="437"/>
                      <a:pt x="0" y="437"/>
                      <a:pt x="0" y="437"/>
                    </a:cubicBezTo>
                    <a:cubicBezTo>
                      <a:pt x="386" y="437"/>
                      <a:pt x="386" y="437"/>
                      <a:pt x="386" y="437"/>
                    </a:cubicBezTo>
                    <a:cubicBezTo>
                      <a:pt x="386" y="821"/>
                      <a:pt x="386" y="821"/>
                      <a:pt x="386" y="821"/>
                    </a:cubicBezTo>
                    <a:cubicBezTo>
                      <a:pt x="386" y="821"/>
                      <a:pt x="386" y="821"/>
                      <a:pt x="386" y="821"/>
                    </a:cubicBezTo>
                    <a:close/>
                  </a:path>
                </a:pathLst>
              </a:custGeom>
              <a:solidFill>
                <a:schemeClr val="tx1"/>
              </a:solidFill>
              <a:ln>
                <a:noFill/>
              </a:ln>
            </p:spPr>
            <p:txBody>
              <a:bodyPr vert="horz" wrap="square" lIns="89604" tIns="44802" rIns="89604" bIns="44802" numCol="1" anchor="t" anchorCtr="0" compatLnSpc="1">
                <a:prstTxWarp prst="textNoShape">
                  <a:avLst/>
                </a:prstTxWarp>
              </a:bodyPr>
              <a:lstStyle/>
              <a:p>
                <a:pPr defTabSz="913956"/>
                <a:endParaRPr lang="en-US" sz="1766" kern="0">
                  <a:solidFill>
                    <a:sysClr val="windowText" lastClr="000000"/>
                  </a:solidFill>
                  <a:ea typeface="MS PGothic" panose="020B0600070205080204" pitchFamily="34" charset="-128"/>
                </a:endParaRPr>
              </a:p>
            </p:txBody>
          </p:sp>
        </p:grpSp>
      </p:grpSp>
      <p:sp>
        <p:nvSpPr>
          <p:cNvPr id="34" name="Striped Right Arrow 33"/>
          <p:cNvSpPr/>
          <p:nvPr/>
        </p:nvSpPr>
        <p:spPr bwMode="auto">
          <a:xfrm>
            <a:off x="912358" y="3026647"/>
            <a:ext cx="923338" cy="418915"/>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dirty="0">
                <a:solidFill>
                  <a:prstClr val="white"/>
                </a:solidFill>
              </a:rPr>
              <a:t>Events</a:t>
            </a:r>
          </a:p>
        </p:txBody>
      </p:sp>
      <p:sp>
        <p:nvSpPr>
          <p:cNvPr id="44" name="Striped Right Arrow 43"/>
          <p:cNvSpPr/>
          <p:nvPr/>
        </p:nvSpPr>
        <p:spPr bwMode="auto">
          <a:xfrm>
            <a:off x="3643712" y="3026647"/>
            <a:ext cx="928288" cy="418915"/>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dirty="0">
                <a:solidFill>
                  <a:prstClr val="white"/>
                </a:solidFill>
              </a:rPr>
              <a:t>Events</a:t>
            </a:r>
          </a:p>
        </p:txBody>
      </p:sp>
      <p:sp>
        <p:nvSpPr>
          <p:cNvPr id="83" name="Striped Right Arrow 43"/>
          <p:cNvSpPr/>
          <p:nvPr/>
        </p:nvSpPr>
        <p:spPr bwMode="auto">
          <a:xfrm>
            <a:off x="6230476" y="3059763"/>
            <a:ext cx="1077828" cy="385799"/>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dirty="0">
                <a:solidFill>
                  <a:prstClr val="white"/>
                </a:solidFill>
              </a:rPr>
              <a:t>Events</a:t>
            </a:r>
          </a:p>
        </p:txBody>
      </p:sp>
      <p:grpSp>
        <p:nvGrpSpPr>
          <p:cNvPr id="10" name="Group 9">
            <a:extLst>
              <a:ext uri="{FF2B5EF4-FFF2-40B4-BE49-F238E27FC236}">
                <a16:creationId xmlns:a16="http://schemas.microsoft.com/office/drawing/2014/main" xmlns="" id="{716A4ED7-6087-44C5-BEF0-71CF0FCEFE0B}"/>
              </a:ext>
            </a:extLst>
          </p:cNvPr>
          <p:cNvGrpSpPr/>
          <p:nvPr/>
        </p:nvGrpSpPr>
        <p:grpSpPr>
          <a:xfrm>
            <a:off x="1904069" y="2062116"/>
            <a:ext cx="1739642" cy="2145822"/>
            <a:chOff x="2785766" y="2042928"/>
            <a:chExt cx="2366034" cy="3341906"/>
          </a:xfrm>
        </p:grpSpPr>
        <p:sp>
          <p:nvSpPr>
            <p:cNvPr id="86" name="Rectangle 85"/>
            <p:cNvSpPr/>
            <p:nvPr/>
          </p:nvSpPr>
          <p:spPr>
            <a:xfrm>
              <a:off x="3253677" y="4888266"/>
              <a:ext cx="1660082" cy="282187"/>
            </a:xfrm>
            <a:prstGeom prst="rect">
              <a:avLst/>
            </a:prstGeom>
          </p:spPr>
          <p:txBody>
            <a:bodyPr wrap="square">
              <a:spAutoFit/>
            </a:bodyPr>
            <a:lstStyle/>
            <a:p>
              <a:pPr defTabSz="896156"/>
              <a:r>
                <a:rPr lang="en-US" sz="1174" kern="0" spc="-29">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Event Collection</a:t>
              </a:r>
              <a:endParaRPr lang="en-US" sz="1174" kern="0">
                <a:gradFill>
                  <a:gsLst>
                    <a:gs pos="0">
                      <a:srgbClr val="FFFFFF"/>
                    </a:gs>
                    <a:gs pos="100000">
                      <a:srgbClr val="FFFFFF"/>
                    </a:gs>
                  </a:gsLst>
                  <a:lin ang="5400000" scaled="0"/>
                </a:gradFill>
                <a:ea typeface="MS PGothic" panose="020B0600070205080204" pitchFamily="34" charset="-128"/>
              </a:endParaRPr>
            </a:p>
          </p:txBody>
        </p:sp>
        <p:sp>
          <p:nvSpPr>
            <p:cNvPr id="60" name="Rectangle 59"/>
            <p:cNvSpPr/>
            <p:nvPr/>
          </p:nvSpPr>
          <p:spPr bwMode="auto">
            <a:xfrm>
              <a:off x="2785766" y="2042928"/>
              <a:ext cx="236603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gradFill>
                  <a:gsLst>
                    <a:gs pos="5439">
                      <a:srgbClr val="F8F8F8"/>
                    </a:gs>
                    <a:gs pos="10000">
                      <a:srgbClr val="F8F8F8"/>
                    </a:gs>
                  </a:gsLst>
                  <a:lin ang="5400000" scaled="0"/>
                </a:gradFill>
              </a:endParaRPr>
            </a:p>
          </p:txBody>
        </p:sp>
        <p:sp>
          <p:nvSpPr>
            <p:cNvPr id="47" name="Rectangle 46"/>
            <p:cNvSpPr/>
            <p:nvPr/>
          </p:nvSpPr>
          <p:spPr>
            <a:xfrm>
              <a:off x="3295617" y="4896485"/>
              <a:ext cx="1660082" cy="282187"/>
            </a:xfrm>
            <a:prstGeom prst="rect">
              <a:avLst/>
            </a:prstGeom>
          </p:spPr>
          <p:txBody>
            <a:bodyPr wrap="square">
              <a:spAutoFit/>
            </a:bodyPr>
            <a:lstStyle/>
            <a:p>
              <a:pPr defTabSz="896156"/>
              <a:r>
                <a:rPr lang="en-US" sz="1174"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Event Processing</a:t>
              </a:r>
              <a:endParaRPr lang="en-US" sz="1174" kern="0">
                <a:solidFill>
                  <a:sysClr val="windowText" lastClr="000000"/>
                </a:solidFill>
                <a:ea typeface="MS PGothic" panose="020B0600070205080204" pitchFamily="34" charset="-128"/>
              </a:endParaRPr>
            </a:p>
          </p:txBody>
        </p:sp>
        <p:sp>
          <p:nvSpPr>
            <p:cNvPr id="31" name="Rectangle 30"/>
            <p:cNvSpPr/>
            <p:nvPr/>
          </p:nvSpPr>
          <p:spPr>
            <a:xfrm>
              <a:off x="3627437" y="3236907"/>
              <a:ext cx="1453335" cy="832160"/>
            </a:xfrm>
            <a:prstGeom prst="rect">
              <a:avLst/>
            </a:prstGeom>
            <a:solidFill>
              <a:schemeClr val="bg1"/>
            </a:solidFill>
          </p:spPr>
          <p:txBody>
            <a:bodyPr wrap="square">
              <a:spAutoFit/>
            </a:bodyPr>
            <a:lstStyle/>
            <a:p>
              <a:pPr defTabSz="896214">
                <a:defRPr/>
              </a:pPr>
              <a:r>
                <a:rPr lang="en-US" sz="1567" kern="0">
                  <a:solidFill>
                    <a:sysClr val="windowText" lastClr="000000"/>
                  </a:solidFill>
                  <a:cs typeface="Segoe UI Semilight" panose="020B0402040204020203" pitchFamily="34" charset="0"/>
                </a:rPr>
                <a:t>Azure Storage Queue</a:t>
              </a:r>
              <a:endParaRPr lang="en-US" sz="1567" kern="0">
                <a:solidFill>
                  <a:sysClr val="windowText" lastClr="000000"/>
                </a:solidFill>
              </a:endParaRPr>
            </a:p>
          </p:txBody>
        </p:sp>
        <p:pic>
          <p:nvPicPr>
            <p:cNvPr id="7" name="Picture 6">
              <a:extLst>
                <a:ext uri="{FF2B5EF4-FFF2-40B4-BE49-F238E27FC236}">
                  <a16:creationId xmlns:a16="http://schemas.microsoft.com/office/drawing/2014/main" xmlns="" id="{F42F2CA5-3C2D-4497-BA4C-2F25360ABF25}"/>
                </a:ext>
              </a:extLst>
            </p:cNvPr>
            <p:cNvPicPr>
              <a:picLocks noChangeAspect="1"/>
            </p:cNvPicPr>
            <p:nvPr/>
          </p:nvPicPr>
          <p:blipFill>
            <a:blip r:embed="rId3"/>
            <a:stretch>
              <a:fillRect/>
            </a:stretch>
          </p:blipFill>
          <p:spPr>
            <a:xfrm>
              <a:off x="2847147" y="3144840"/>
              <a:ext cx="780290" cy="780290"/>
            </a:xfrm>
            <a:prstGeom prst="rect">
              <a:avLst/>
            </a:prstGeom>
          </p:spPr>
        </p:pic>
      </p:grpSp>
      <p:grpSp>
        <p:nvGrpSpPr>
          <p:cNvPr id="15" name="Group 14">
            <a:extLst>
              <a:ext uri="{FF2B5EF4-FFF2-40B4-BE49-F238E27FC236}">
                <a16:creationId xmlns:a16="http://schemas.microsoft.com/office/drawing/2014/main" xmlns="" id="{4068A066-8DBE-41E4-A7FF-9C5375A60ADB}"/>
              </a:ext>
            </a:extLst>
          </p:cNvPr>
          <p:cNvGrpSpPr/>
          <p:nvPr/>
        </p:nvGrpSpPr>
        <p:grpSpPr>
          <a:xfrm>
            <a:off x="4573883" y="2084489"/>
            <a:ext cx="1947050" cy="2090812"/>
            <a:chOff x="6220796" y="2135153"/>
            <a:chExt cx="2648123" cy="3341906"/>
          </a:xfrm>
        </p:grpSpPr>
        <p:grpSp>
          <p:nvGrpSpPr>
            <p:cNvPr id="14" name="Group 13">
              <a:extLst>
                <a:ext uri="{FF2B5EF4-FFF2-40B4-BE49-F238E27FC236}">
                  <a16:creationId xmlns:a16="http://schemas.microsoft.com/office/drawing/2014/main" xmlns="" id="{5E9B666C-17A0-43C5-AB37-12903F420128}"/>
                </a:ext>
              </a:extLst>
            </p:cNvPr>
            <p:cNvGrpSpPr/>
            <p:nvPr/>
          </p:nvGrpSpPr>
          <p:grpSpPr>
            <a:xfrm>
              <a:off x="6220796" y="2135153"/>
              <a:ext cx="2495761" cy="3341906"/>
              <a:chOff x="6294086" y="2135153"/>
              <a:chExt cx="2514951" cy="3341906"/>
            </a:xfrm>
          </p:grpSpPr>
          <p:sp>
            <p:nvSpPr>
              <p:cNvPr id="63" name="Rectangle 62"/>
              <p:cNvSpPr/>
              <p:nvPr/>
            </p:nvSpPr>
            <p:spPr bwMode="auto">
              <a:xfrm>
                <a:off x="6294086" y="2135153"/>
                <a:ext cx="227040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solidFill>
                    <a:prstClr val="black"/>
                  </a:solidFill>
                </a:endParaRPr>
              </a:p>
            </p:txBody>
          </p:sp>
          <p:pic>
            <p:nvPicPr>
              <p:cNvPr id="38" name="Picture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00444" y="2463155"/>
                <a:ext cx="628844" cy="515763"/>
              </a:xfrm>
              <a:prstGeom prst="rect">
                <a:avLst/>
              </a:prstGeom>
            </p:spPr>
          </p:pic>
          <p:pic>
            <p:nvPicPr>
              <p:cNvPr id="40" name="Picture 18" descr="http://blog.parsely.com/wp-content/uploads/2014/07/storm_logo_winner.png"/>
              <p:cNvPicPr>
                <a:picLocks noChangeAspect="1" noChangeArrowheads="1"/>
              </p:cNvPicPr>
              <p:nvPr/>
            </p:nvPicPr>
            <p:blipFill>
              <a:blip r:embed="rId5" cstate="print">
                <a:biLevel thresh="25000"/>
                <a:extLst>
                  <a:ext uri="{28A0092B-C50C-407E-A947-70E740481C1C}">
                    <a14:useLocalDpi xmlns:a14="http://schemas.microsoft.com/office/drawing/2010/main" val="0"/>
                  </a:ext>
                </a:extLst>
              </a:blip>
              <a:srcRect/>
              <a:stretch>
                <a:fillRect/>
              </a:stretch>
            </p:blipFill>
            <p:spPr bwMode="auto">
              <a:xfrm>
                <a:off x="6890583" y="3262187"/>
                <a:ext cx="1380644" cy="503937"/>
              </a:xfrm>
              <a:prstGeom prst="rect">
                <a:avLst/>
              </a:prstGeom>
              <a:noFill/>
              <a:extLst>
                <a:ext uri="{909E8E84-426E-40DD-AFC4-6F175D3DCCD1}">
                  <a14:hiddenFill xmlns:a14="http://schemas.microsoft.com/office/drawing/2010/main">
                    <a:solidFill>
                      <a:srgbClr val="FFFFFF"/>
                    </a:solidFill>
                  </a14:hiddenFill>
                </a:ext>
              </a:extLst>
            </p:spPr>
          </p:pic>
          <p:sp>
            <p:nvSpPr>
              <p:cNvPr id="72" name="Rectangle 71"/>
              <p:cNvSpPr/>
              <p:nvPr/>
            </p:nvSpPr>
            <p:spPr>
              <a:xfrm>
                <a:off x="7513637" y="3463636"/>
                <a:ext cx="1295400" cy="586167"/>
              </a:xfrm>
              <a:prstGeom prst="rect">
                <a:avLst/>
              </a:prstGeom>
            </p:spPr>
            <p:txBody>
              <a:bodyPr wrap="square">
                <a:spAutoFit/>
              </a:bodyPr>
              <a:lstStyle/>
              <a:p>
                <a:pPr defTabSz="896156"/>
                <a:r>
                  <a:rPr lang="en-US" sz="1567" kern="0" spc="-29" dirty="0">
                    <a:solidFill>
                      <a:prstClr val="black"/>
                    </a:solidFill>
                    <a:latin typeface="Segoe UI Semilight" panose="020B0402040204020203" pitchFamily="34" charset="0"/>
                    <a:ea typeface="MS PGothic" panose="020B0600070205080204" pitchFamily="34" charset="-128"/>
                    <a:cs typeface="Segoe UI Semilight" panose="020B0402040204020203" pitchFamily="34" charset="0"/>
                  </a:rPr>
                  <a:t>Apache </a:t>
                </a:r>
                <a:r>
                  <a:rPr lang="en-US" sz="1567" kern="0" spc="-29" dirty="0" err="1">
                    <a:solidFill>
                      <a:prstClr val="black"/>
                    </a:solidFill>
                    <a:latin typeface="Segoe UI Semilight" panose="020B0402040204020203" pitchFamily="34" charset="0"/>
                    <a:ea typeface="MS PGothic" panose="020B0600070205080204" pitchFamily="34" charset="-128"/>
                    <a:cs typeface="Segoe UI Semilight" panose="020B0402040204020203" pitchFamily="34" charset="0"/>
                  </a:rPr>
                  <a:t>NiFi</a:t>
                </a:r>
                <a:endParaRPr lang="en-US" sz="1567" kern="0" spc="-29" dirty="0">
                  <a:solidFill>
                    <a:prstClr val="black"/>
                  </a:solidFill>
                  <a:latin typeface="Segoe UI Semilight" panose="020B0402040204020203" pitchFamily="34" charset="0"/>
                  <a:ea typeface="MS PGothic" panose="020B0600070205080204" pitchFamily="34" charset="-128"/>
                  <a:cs typeface="Segoe UI Semilight" panose="020B0402040204020203" pitchFamily="34" charset="0"/>
                </a:endParaRPr>
              </a:p>
            </p:txBody>
          </p:sp>
          <p:pic>
            <p:nvPicPr>
              <p:cNvPr id="52" name="Picture 51">
                <a:extLst>
                  <a:ext uri="{FF2B5EF4-FFF2-40B4-BE49-F238E27FC236}">
                    <a16:creationId xmlns:a16="http://schemas.microsoft.com/office/drawing/2014/main" xmlns="" id="{D82827B4-9C1E-48F7-B00F-D073895DACC9}"/>
                  </a:ext>
                </a:extLst>
              </p:cNvPr>
              <p:cNvPicPr>
                <a:picLocks noChangeAspect="1"/>
              </p:cNvPicPr>
              <p:nvPr/>
            </p:nvPicPr>
            <p:blipFill>
              <a:blip r:embed="rId6"/>
              <a:stretch>
                <a:fillRect/>
              </a:stretch>
            </p:blipFill>
            <p:spPr>
              <a:xfrm>
                <a:off x="6675437" y="3147633"/>
                <a:ext cx="986699" cy="986442"/>
              </a:xfrm>
              <a:prstGeom prst="rect">
                <a:avLst/>
              </a:prstGeom>
            </p:spPr>
          </p:pic>
        </p:grpSp>
        <p:sp>
          <p:nvSpPr>
            <p:cNvPr id="71" name="Rectangle 70">
              <a:extLst>
                <a:ext uri="{FF2B5EF4-FFF2-40B4-BE49-F238E27FC236}">
                  <a16:creationId xmlns:a16="http://schemas.microsoft.com/office/drawing/2014/main" xmlns="" id="{D370622F-72A5-4FB3-976A-480BC48C7D49}"/>
                </a:ext>
              </a:extLst>
            </p:cNvPr>
            <p:cNvSpPr/>
            <p:nvPr/>
          </p:nvSpPr>
          <p:spPr>
            <a:xfrm>
              <a:off x="6599237" y="5040665"/>
              <a:ext cx="2269682" cy="436394"/>
            </a:xfrm>
            <a:prstGeom prst="rect">
              <a:avLst/>
            </a:prstGeom>
          </p:spPr>
          <p:txBody>
            <a:bodyPr wrap="square">
              <a:spAutoFit/>
            </a:bodyPr>
            <a:lstStyle/>
            <a:p>
              <a:pPr defTabSz="896156"/>
              <a:r>
                <a:rPr lang="en-US" sz="1174" kern="0" spc="-29" dirty="0">
                  <a:solidFill>
                    <a:prstClr val="black"/>
                  </a:solidFill>
                  <a:latin typeface="Segoe UI Semilight" panose="020B0402040204020203" pitchFamily="34" charset="0"/>
                  <a:ea typeface="MS PGothic" panose="020B0600070205080204" pitchFamily="34" charset="-128"/>
                  <a:cs typeface="Segoe UI Semilight" panose="020B0402040204020203" pitchFamily="34" charset="0"/>
                </a:rPr>
                <a:t>Stream Processing</a:t>
              </a:r>
              <a:endParaRPr lang="en-US" sz="1174" kern="0" dirty="0">
                <a:solidFill>
                  <a:prstClr val="black"/>
                </a:solidFill>
                <a:ea typeface="MS PGothic" panose="020B0600070205080204" pitchFamily="34" charset="-128"/>
              </a:endParaRPr>
            </a:p>
          </p:txBody>
        </p:sp>
      </p:grpSp>
      <p:grpSp>
        <p:nvGrpSpPr>
          <p:cNvPr id="16" name="Group 15">
            <a:extLst>
              <a:ext uri="{FF2B5EF4-FFF2-40B4-BE49-F238E27FC236}">
                <a16:creationId xmlns:a16="http://schemas.microsoft.com/office/drawing/2014/main" xmlns="" id="{75BBE4C6-459A-407D-ABA9-1250379A2396}"/>
              </a:ext>
            </a:extLst>
          </p:cNvPr>
          <p:cNvGrpSpPr/>
          <p:nvPr/>
        </p:nvGrpSpPr>
        <p:grpSpPr>
          <a:xfrm>
            <a:off x="7308304" y="2062116"/>
            <a:ext cx="1780925" cy="2223481"/>
            <a:chOff x="10277413" y="2219255"/>
            <a:chExt cx="2048487" cy="3574981"/>
          </a:xfrm>
        </p:grpSpPr>
        <p:sp>
          <p:nvSpPr>
            <p:cNvPr id="69" name="Rectangle 68">
              <a:extLst>
                <a:ext uri="{FF2B5EF4-FFF2-40B4-BE49-F238E27FC236}">
                  <a16:creationId xmlns:a16="http://schemas.microsoft.com/office/drawing/2014/main" xmlns="" id="{EA067C69-C68C-4963-9F95-4BD65B4C3BAA}"/>
                </a:ext>
              </a:extLst>
            </p:cNvPr>
            <p:cNvSpPr/>
            <p:nvPr/>
          </p:nvSpPr>
          <p:spPr bwMode="auto">
            <a:xfrm>
              <a:off x="10277413" y="2219255"/>
              <a:ext cx="2048487" cy="3341906"/>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a:gradFill>
                    <a:gsLst>
                      <a:gs pos="5439">
                        <a:srgbClr val="F8F8F8"/>
                      </a:gs>
                      <a:gs pos="10000">
                        <a:srgbClr val="F8F8F8"/>
                      </a:gs>
                    </a:gsLst>
                    <a:lin ang="5400000" scaled="0"/>
                  </a:gradFill>
                </a:rPr>
                <a:t>H</a:t>
              </a:r>
            </a:p>
          </p:txBody>
        </p:sp>
        <p:grpSp>
          <p:nvGrpSpPr>
            <p:cNvPr id="12" name="Group 11">
              <a:extLst>
                <a:ext uri="{FF2B5EF4-FFF2-40B4-BE49-F238E27FC236}">
                  <a16:creationId xmlns:a16="http://schemas.microsoft.com/office/drawing/2014/main" xmlns="" id="{D56F06D0-5D4E-4702-B793-CB3895432900}"/>
                </a:ext>
              </a:extLst>
            </p:cNvPr>
            <p:cNvGrpSpPr/>
            <p:nvPr/>
          </p:nvGrpSpPr>
          <p:grpSpPr>
            <a:xfrm>
              <a:off x="10557605" y="2895318"/>
              <a:ext cx="1601421" cy="2898918"/>
              <a:chOff x="10720447" y="2895318"/>
              <a:chExt cx="1601421" cy="2898918"/>
            </a:xfrm>
          </p:grpSpPr>
          <p:sp>
            <p:nvSpPr>
              <p:cNvPr id="9" name="TextBox 8"/>
              <p:cNvSpPr txBox="1"/>
              <p:nvPr/>
            </p:nvSpPr>
            <p:spPr>
              <a:xfrm>
                <a:off x="10720447" y="4250362"/>
                <a:ext cx="1601421" cy="1543874"/>
              </a:xfrm>
              <a:prstGeom prst="rect">
                <a:avLst/>
              </a:prstGeom>
              <a:noFill/>
            </p:spPr>
            <p:txBody>
              <a:bodyPr vert="horz" wrap="square" lIns="182854" tIns="146284" rIns="182854" bIns="146284" rtlCol="0">
                <a:spAutoFit/>
              </a:bodyPr>
              <a:lstStyle/>
              <a:p>
                <a:pPr defTabSz="914225">
                  <a:lnSpc>
                    <a:spcPct val="90000"/>
                  </a:lnSpc>
                  <a:spcAft>
                    <a:spcPts val="600"/>
                  </a:spcAft>
                </a:pPr>
                <a:r>
                  <a:rPr lang="en-US" sz="2400" kern="0" dirty="0" smtClean="0">
                    <a:gradFill>
                      <a:gsLst>
                        <a:gs pos="2917">
                          <a:prstClr val="black"/>
                        </a:gs>
                        <a:gs pos="30000">
                          <a:prstClr val="black"/>
                        </a:gs>
                      </a:gsLst>
                      <a:lin ang="5400000" scaled="0"/>
                    </a:gradFill>
                  </a:rPr>
                  <a:t>Hadoop</a:t>
                </a:r>
                <a:endParaRPr lang="en-US" sz="2400" kern="0" dirty="0">
                  <a:gradFill>
                    <a:gsLst>
                      <a:gs pos="2917">
                        <a:prstClr val="black"/>
                      </a:gs>
                      <a:gs pos="30000">
                        <a:prstClr val="black"/>
                      </a:gs>
                    </a:gsLst>
                    <a:lin ang="5400000" scaled="0"/>
                  </a:gradFill>
                </a:endParaRPr>
              </a:p>
            </p:txBody>
          </p:sp>
          <p:sp>
            <p:nvSpPr>
              <p:cNvPr id="53" name="Freeform 81">
                <a:extLst>
                  <a:ext uri="{FF2B5EF4-FFF2-40B4-BE49-F238E27FC236}">
                    <a16:creationId xmlns:a16="http://schemas.microsoft.com/office/drawing/2014/main" xmlns="" id="{5165134E-BC64-4E4D-A9A5-9F6F537DB26C}"/>
                  </a:ext>
                </a:extLst>
              </p:cNvPr>
              <p:cNvSpPr>
                <a:spLocks/>
              </p:cNvSpPr>
              <p:nvPr/>
            </p:nvSpPr>
            <p:spPr bwMode="auto">
              <a:xfrm>
                <a:off x="10825665" y="2895318"/>
                <a:ext cx="1259970" cy="897168"/>
              </a:xfrm>
              <a:custGeom>
                <a:avLst/>
                <a:gdLst>
                  <a:gd name="connsiteX0" fmla="*/ 5546725 w 8802688"/>
                  <a:gd name="connsiteY0" fmla="*/ 4819650 h 6677025"/>
                  <a:gd name="connsiteX1" fmla="*/ 5573713 w 8802688"/>
                  <a:gd name="connsiteY1" fmla="*/ 4926013 h 6677025"/>
                  <a:gd name="connsiteX2" fmla="*/ 5603875 w 8802688"/>
                  <a:gd name="connsiteY2" fmla="*/ 5024438 h 6677025"/>
                  <a:gd name="connsiteX3" fmla="*/ 5630863 w 8802688"/>
                  <a:gd name="connsiteY3" fmla="*/ 5122863 h 6677025"/>
                  <a:gd name="connsiteX4" fmla="*/ 5657850 w 8802688"/>
                  <a:gd name="connsiteY4" fmla="*/ 5229225 h 6677025"/>
                  <a:gd name="connsiteX5" fmla="*/ 5668963 w 8802688"/>
                  <a:gd name="connsiteY5" fmla="*/ 5313363 h 6677025"/>
                  <a:gd name="connsiteX6" fmla="*/ 5681663 w 8802688"/>
                  <a:gd name="connsiteY6" fmla="*/ 5399088 h 6677025"/>
                  <a:gd name="connsiteX7" fmla="*/ 5686425 w 8802688"/>
                  <a:gd name="connsiteY7" fmla="*/ 5484813 h 6677025"/>
                  <a:gd name="connsiteX8" fmla="*/ 5689600 w 8802688"/>
                  <a:gd name="connsiteY8" fmla="*/ 5572126 h 6677025"/>
                  <a:gd name="connsiteX9" fmla="*/ 5695950 w 8802688"/>
                  <a:gd name="connsiteY9" fmla="*/ 5749926 h 6677025"/>
                  <a:gd name="connsiteX10" fmla="*/ 5695950 w 8802688"/>
                  <a:gd name="connsiteY10" fmla="*/ 5940426 h 6677025"/>
                  <a:gd name="connsiteX11" fmla="*/ 5692775 w 8802688"/>
                  <a:gd name="connsiteY11" fmla="*/ 5957888 h 6677025"/>
                  <a:gd name="connsiteX12" fmla="*/ 5689600 w 8802688"/>
                  <a:gd name="connsiteY12" fmla="*/ 5978526 h 6677025"/>
                  <a:gd name="connsiteX13" fmla="*/ 5681663 w 8802688"/>
                  <a:gd name="connsiteY13" fmla="*/ 6002338 h 6677025"/>
                  <a:gd name="connsiteX14" fmla="*/ 5672138 w 8802688"/>
                  <a:gd name="connsiteY14" fmla="*/ 6029326 h 6677025"/>
                  <a:gd name="connsiteX15" fmla="*/ 5659438 w 8802688"/>
                  <a:gd name="connsiteY15" fmla="*/ 6053138 h 6677025"/>
                  <a:gd name="connsiteX16" fmla="*/ 5648325 w 8802688"/>
                  <a:gd name="connsiteY16" fmla="*/ 6070601 h 6677025"/>
                  <a:gd name="connsiteX17" fmla="*/ 5634038 w 8802688"/>
                  <a:gd name="connsiteY17" fmla="*/ 6086476 h 6677025"/>
                  <a:gd name="connsiteX18" fmla="*/ 5627688 w 8802688"/>
                  <a:gd name="connsiteY18" fmla="*/ 6088063 h 6677025"/>
                  <a:gd name="connsiteX19" fmla="*/ 5621338 w 8802688"/>
                  <a:gd name="connsiteY19" fmla="*/ 6088063 h 6677025"/>
                  <a:gd name="connsiteX20" fmla="*/ 5526088 w 8802688"/>
                  <a:gd name="connsiteY20" fmla="*/ 6100763 h 6677025"/>
                  <a:gd name="connsiteX21" fmla="*/ 5430838 w 8802688"/>
                  <a:gd name="connsiteY21" fmla="*/ 6107113 h 6677025"/>
                  <a:gd name="connsiteX22" fmla="*/ 5338763 w 8802688"/>
                  <a:gd name="connsiteY22" fmla="*/ 6107113 h 6677025"/>
                  <a:gd name="connsiteX23" fmla="*/ 5249862 w 8802688"/>
                  <a:gd name="connsiteY23" fmla="*/ 6103938 h 6677025"/>
                  <a:gd name="connsiteX24" fmla="*/ 5068887 w 8802688"/>
                  <a:gd name="connsiteY24" fmla="*/ 6094413 h 6677025"/>
                  <a:gd name="connsiteX25" fmla="*/ 4973637 w 8802688"/>
                  <a:gd name="connsiteY25" fmla="*/ 6091238 h 6677025"/>
                  <a:gd name="connsiteX26" fmla="*/ 4878387 w 8802688"/>
                  <a:gd name="connsiteY26" fmla="*/ 6088063 h 6677025"/>
                  <a:gd name="connsiteX27" fmla="*/ 5045075 w 8802688"/>
                  <a:gd name="connsiteY27" fmla="*/ 5780088 h 6677025"/>
                  <a:gd name="connsiteX28" fmla="*/ 5213350 w 8802688"/>
                  <a:gd name="connsiteY28" fmla="*/ 5467350 h 6677025"/>
                  <a:gd name="connsiteX29" fmla="*/ 5380038 w 8802688"/>
                  <a:gd name="connsiteY29" fmla="*/ 5149850 h 6677025"/>
                  <a:gd name="connsiteX30" fmla="*/ 576262 w 8802688"/>
                  <a:gd name="connsiteY30" fmla="*/ 4632325 h 6677025"/>
                  <a:gd name="connsiteX31" fmla="*/ 685799 w 8802688"/>
                  <a:gd name="connsiteY31" fmla="*/ 4827588 h 6677025"/>
                  <a:gd name="connsiteX32" fmla="*/ 796925 w 8802688"/>
                  <a:gd name="connsiteY32" fmla="*/ 5030788 h 6677025"/>
                  <a:gd name="connsiteX33" fmla="*/ 909637 w 8802688"/>
                  <a:gd name="connsiteY33" fmla="*/ 5235575 h 6677025"/>
                  <a:gd name="connsiteX34" fmla="*/ 1019175 w 8802688"/>
                  <a:gd name="connsiteY34" fmla="*/ 5456238 h 6677025"/>
                  <a:gd name="connsiteX35" fmla="*/ 1031875 w 8802688"/>
                  <a:gd name="connsiteY35" fmla="*/ 5481638 h 6677025"/>
                  <a:gd name="connsiteX36" fmla="*/ 1039812 w 8802688"/>
                  <a:gd name="connsiteY36" fmla="*/ 5508626 h 6677025"/>
                  <a:gd name="connsiteX37" fmla="*/ 1046162 w 8802688"/>
                  <a:gd name="connsiteY37" fmla="*/ 5532438 h 6677025"/>
                  <a:gd name="connsiteX38" fmla="*/ 1049337 w 8802688"/>
                  <a:gd name="connsiteY38" fmla="*/ 5559426 h 6677025"/>
                  <a:gd name="connsiteX39" fmla="*/ 1049337 w 8802688"/>
                  <a:gd name="connsiteY39" fmla="*/ 5580063 h 6677025"/>
                  <a:gd name="connsiteX40" fmla="*/ 1046162 w 8802688"/>
                  <a:gd name="connsiteY40" fmla="*/ 5600701 h 6677025"/>
                  <a:gd name="connsiteX41" fmla="*/ 1039812 w 8802688"/>
                  <a:gd name="connsiteY41" fmla="*/ 5621338 h 6677025"/>
                  <a:gd name="connsiteX42" fmla="*/ 1028699 w 8802688"/>
                  <a:gd name="connsiteY42" fmla="*/ 5640388 h 6677025"/>
                  <a:gd name="connsiteX43" fmla="*/ 1019175 w 8802688"/>
                  <a:gd name="connsiteY43" fmla="*/ 5657851 h 6677025"/>
                  <a:gd name="connsiteX44" fmla="*/ 1004887 w 8802688"/>
                  <a:gd name="connsiteY44" fmla="*/ 5672138 h 6677025"/>
                  <a:gd name="connsiteX45" fmla="*/ 987425 w 8802688"/>
                  <a:gd name="connsiteY45" fmla="*/ 5684838 h 6677025"/>
                  <a:gd name="connsiteX46" fmla="*/ 968375 w 8802688"/>
                  <a:gd name="connsiteY46" fmla="*/ 5695951 h 6677025"/>
                  <a:gd name="connsiteX47" fmla="*/ 947737 w 8802688"/>
                  <a:gd name="connsiteY47" fmla="*/ 5705476 h 6677025"/>
                  <a:gd name="connsiteX48" fmla="*/ 923925 w 8802688"/>
                  <a:gd name="connsiteY48" fmla="*/ 5711826 h 6677025"/>
                  <a:gd name="connsiteX49" fmla="*/ 896937 w 8802688"/>
                  <a:gd name="connsiteY49" fmla="*/ 5713413 h 6677025"/>
                  <a:gd name="connsiteX50" fmla="*/ 871537 w 8802688"/>
                  <a:gd name="connsiteY50" fmla="*/ 5716588 h 6677025"/>
                  <a:gd name="connsiteX51" fmla="*/ 844549 w 8802688"/>
                  <a:gd name="connsiteY51" fmla="*/ 5716588 h 6677025"/>
                  <a:gd name="connsiteX52" fmla="*/ 814387 w 8802688"/>
                  <a:gd name="connsiteY52" fmla="*/ 5716588 h 6677025"/>
                  <a:gd name="connsiteX53" fmla="*/ 787399 w 8802688"/>
                  <a:gd name="connsiteY53" fmla="*/ 5713413 h 6677025"/>
                  <a:gd name="connsiteX54" fmla="*/ 757237 w 8802688"/>
                  <a:gd name="connsiteY54" fmla="*/ 5711826 h 6677025"/>
                  <a:gd name="connsiteX55" fmla="*/ 728662 w 8802688"/>
                  <a:gd name="connsiteY55" fmla="*/ 5702301 h 6677025"/>
                  <a:gd name="connsiteX56" fmla="*/ 695325 w 8802688"/>
                  <a:gd name="connsiteY56" fmla="*/ 5692776 h 6677025"/>
                  <a:gd name="connsiteX57" fmla="*/ 636587 w 8802688"/>
                  <a:gd name="connsiteY57" fmla="*/ 5668963 h 6677025"/>
                  <a:gd name="connsiteX58" fmla="*/ 576262 w 8802688"/>
                  <a:gd name="connsiteY58" fmla="*/ 5637213 h 6677025"/>
                  <a:gd name="connsiteX59" fmla="*/ 520699 w 8802688"/>
                  <a:gd name="connsiteY59" fmla="*/ 5600701 h 6677025"/>
                  <a:gd name="connsiteX60" fmla="*/ 463549 w 8802688"/>
                  <a:gd name="connsiteY60" fmla="*/ 5556251 h 6677025"/>
                  <a:gd name="connsiteX61" fmla="*/ 406399 w 8802688"/>
                  <a:gd name="connsiteY61" fmla="*/ 5508626 h 6677025"/>
                  <a:gd name="connsiteX62" fmla="*/ 360362 w 8802688"/>
                  <a:gd name="connsiteY62" fmla="*/ 5457826 h 6677025"/>
                  <a:gd name="connsiteX63" fmla="*/ 312737 w 8802688"/>
                  <a:gd name="connsiteY63" fmla="*/ 5405438 h 6677025"/>
                  <a:gd name="connsiteX64" fmla="*/ 269875 w 8802688"/>
                  <a:gd name="connsiteY64" fmla="*/ 5351463 h 6677025"/>
                  <a:gd name="connsiteX65" fmla="*/ 234949 w 8802688"/>
                  <a:gd name="connsiteY65" fmla="*/ 5294313 h 6677025"/>
                  <a:gd name="connsiteX66" fmla="*/ 207962 w 8802688"/>
                  <a:gd name="connsiteY66" fmla="*/ 5238750 h 6677025"/>
                  <a:gd name="connsiteX67" fmla="*/ 184149 w 8802688"/>
                  <a:gd name="connsiteY67" fmla="*/ 5184775 h 6677025"/>
                  <a:gd name="connsiteX68" fmla="*/ 177799 w 8802688"/>
                  <a:gd name="connsiteY68" fmla="*/ 5157788 h 6677025"/>
                  <a:gd name="connsiteX69" fmla="*/ 173037 w 8802688"/>
                  <a:gd name="connsiteY69" fmla="*/ 5130800 h 6677025"/>
                  <a:gd name="connsiteX70" fmla="*/ 169862 w 8802688"/>
                  <a:gd name="connsiteY70" fmla="*/ 5105400 h 6677025"/>
                  <a:gd name="connsiteX71" fmla="*/ 166687 w 8802688"/>
                  <a:gd name="connsiteY71" fmla="*/ 5081588 h 6677025"/>
                  <a:gd name="connsiteX72" fmla="*/ 169862 w 8802688"/>
                  <a:gd name="connsiteY72" fmla="*/ 5054600 h 6677025"/>
                  <a:gd name="connsiteX73" fmla="*/ 173037 w 8802688"/>
                  <a:gd name="connsiteY73" fmla="*/ 5024438 h 6677025"/>
                  <a:gd name="connsiteX74" fmla="*/ 180975 w 8802688"/>
                  <a:gd name="connsiteY74" fmla="*/ 4997450 h 6677025"/>
                  <a:gd name="connsiteX75" fmla="*/ 190499 w 8802688"/>
                  <a:gd name="connsiteY75" fmla="*/ 4973638 h 6677025"/>
                  <a:gd name="connsiteX76" fmla="*/ 201612 w 8802688"/>
                  <a:gd name="connsiteY76" fmla="*/ 4949825 h 6677025"/>
                  <a:gd name="connsiteX77" fmla="*/ 214312 w 8802688"/>
                  <a:gd name="connsiteY77" fmla="*/ 4929188 h 6677025"/>
                  <a:gd name="connsiteX78" fmla="*/ 228599 w 8802688"/>
                  <a:gd name="connsiteY78" fmla="*/ 4908550 h 6677025"/>
                  <a:gd name="connsiteX79" fmla="*/ 241299 w 8802688"/>
                  <a:gd name="connsiteY79" fmla="*/ 4894263 h 6677025"/>
                  <a:gd name="connsiteX80" fmla="*/ 285749 w 8802688"/>
                  <a:gd name="connsiteY80" fmla="*/ 4851400 h 6677025"/>
                  <a:gd name="connsiteX81" fmla="*/ 330199 w 8802688"/>
                  <a:gd name="connsiteY81" fmla="*/ 4816475 h 6677025"/>
                  <a:gd name="connsiteX82" fmla="*/ 377825 w 8802688"/>
                  <a:gd name="connsiteY82" fmla="*/ 4779963 h 6677025"/>
                  <a:gd name="connsiteX83" fmla="*/ 422275 w 8802688"/>
                  <a:gd name="connsiteY83" fmla="*/ 4748213 h 6677025"/>
                  <a:gd name="connsiteX84" fmla="*/ 507999 w 8802688"/>
                  <a:gd name="connsiteY84" fmla="*/ 4687888 h 6677025"/>
                  <a:gd name="connsiteX85" fmla="*/ 544512 w 8802688"/>
                  <a:gd name="connsiteY85" fmla="*/ 4662488 h 6677025"/>
                  <a:gd name="connsiteX86" fmla="*/ 6180138 w 8802688"/>
                  <a:gd name="connsiteY86" fmla="*/ 3546475 h 6677025"/>
                  <a:gd name="connsiteX87" fmla="*/ 6124576 w 8802688"/>
                  <a:gd name="connsiteY87" fmla="*/ 3562350 h 6677025"/>
                  <a:gd name="connsiteX88" fmla="*/ 6076951 w 8802688"/>
                  <a:gd name="connsiteY88" fmla="*/ 3579813 h 6677025"/>
                  <a:gd name="connsiteX89" fmla="*/ 6037263 w 8802688"/>
                  <a:gd name="connsiteY89" fmla="*/ 3600450 h 6677025"/>
                  <a:gd name="connsiteX90" fmla="*/ 6002338 w 8802688"/>
                  <a:gd name="connsiteY90" fmla="*/ 3624263 h 6677025"/>
                  <a:gd name="connsiteX91" fmla="*/ 5978526 w 8802688"/>
                  <a:gd name="connsiteY91" fmla="*/ 3651250 h 6677025"/>
                  <a:gd name="connsiteX92" fmla="*/ 5961063 w 8802688"/>
                  <a:gd name="connsiteY92" fmla="*/ 3678238 h 6677025"/>
                  <a:gd name="connsiteX93" fmla="*/ 5948363 w 8802688"/>
                  <a:gd name="connsiteY93" fmla="*/ 3705225 h 6677025"/>
                  <a:gd name="connsiteX94" fmla="*/ 5945188 w 8802688"/>
                  <a:gd name="connsiteY94" fmla="*/ 3719513 h 6677025"/>
                  <a:gd name="connsiteX95" fmla="*/ 5945188 w 8802688"/>
                  <a:gd name="connsiteY95" fmla="*/ 3733800 h 6677025"/>
                  <a:gd name="connsiteX96" fmla="*/ 5986463 w 8802688"/>
                  <a:gd name="connsiteY96" fmla="*/ 3698875 h 6677025"/>
                  <a:gd name="connsiteX97" fmla="*/ 6046788 w 8802688"/>
                  <a:gd name="connsiteY97" fmla="*/ 3654425 h 6677025"/>
                  <a:gd name="connsiteX98" fmla="*/ 6115051 w 8802688"/>
                  <a:gd name="connsiteY98" fmla="*/ 3600450 h 6677025"/>
                  <a:gd name="connsiteX99" fmla="*/ 6148388 w 8802688"/>
                  <a:gd name="connsiteY99" fmla="*/ 3573463 h 6677025"/>
                  <a:gd name="connsiteX100" fmla="*/ 279400 w 8802688"/>
                  <a:gd name="connsiteY100" fmla="*/ 2203450 h 6677025"/>
                  <a:gd name="connsiteX101" fmla="*/ 354013 w 8802688"/>
                  <a:gd name="connsiteY101" fmla="*/ 2203450 h 6677025"/>
                  <a:gd name="connsiteX102" fmla="*/ 327025 w 8802688"/>
                  <a:gd name="connsiteY102" fmla="*/ 2274888 h 6677025"/>
                  <a:gd name="connsiteX103" fmla="*/ 303213 w 8802688"/>
                  <a:gd name="connsiteY103" fmla="*/ 2343150 h 6677025"/>
                  <a:gd name="connsiteX104" fmla="*/ 261938 w 8802688"/>
                  <a:gd name="connsiteY104" fmla="*/ 2482850 h 6677025"/>
                  <a:gd name="connsiteX105" fmla="*/ 217488 w 8802688"/>
                  <a:gd name="connsiteY105" fmla="*/ 2625726 h 6677025"/>
                  <a:gd name="connsiteX106" fmla="*/ 193675 w 8802688"/>
                  <a:gd name="connsiteY106" fmla="*/ 2693988 h 6677025"/>
                  <a:gd name="connsiteX107" fmla="*/ 166688 w 8802688"/>
                  <a:gd name="connsiteY107" fmla="*/ 2765425 h 6677025"/>
                  <a:gd name="connsiteX108" fmla="*/ 169863 w 8802688"/>
                  <a:gd name="connsiteY108" fmla="*/ 2792413 h 6677025"/>
                  <a:gd name="connsiteX109" fmla="*/ 173038 w 8802688"/>
                  <a:gd name="connsiteY109" fmla="*/ 2819400 h 6677025"/>
                  <a:gd name="connsiteX110" fmla="*/ 180975 w 8802688"/>
                  <a:gd name="connsiteY110" fmla="*/ 2844801 h 6677025"/>
                  <a:gd name="connsiteX111" fmla="*/ 190500 w 8802688"/>
                  <a:gd name="connsiteY111" fmla="*/ 2871788 h 6677025"/>
                  <a:gd name="connsiteX112" fmla="*/ 201613 w 8802688"/>
                  <a:gd name="connsiteY112" fmla="*/ 2895601 h 6677025"/>
                  <a:gd name="connsiteX113" fmla="*/ 214313 w 8802688"/>
                  <a:gd name="connsiteY113" fmla="*/ 2916238 h 6677025"/>
                  <a:gd name="connsiteX114" fmla="*/ 228600 w 8802688"/>
                  <a:gd name="connsiteY114" fmla="*/ 2935288 h 6677025"/>
                  <a:gd name="connsiteX115" fmla="*/ 241300 w 8802688"/>
                  <a:gd name="connsiteY115" fmla="*/ 2952751 h 6677025"/>
                  <a:gd name="connsiteX116" fmla="*/ 242888 w 8802688"/>
                  <a:gd name="connsiteY116" fmla="*/ 2959101 h 6677025"/>
                  <a:gd name="connsiteX117" fmla="*/ 242888 w 8802688"/>
                  <a:gd name="connsiteY117" fmla="*/ 2963863 h 6677025"/>
                  <a:gd name="connsiteX118" fmla="*/ 255588 w 8802688"/>
                  <a:gd name="connsiteY118" fmla="*/ 2973388 h 6677025"/>
                  <a:gd name="connsiteX119" fmla="*/ 266700 w 8802688"/>
                  <a:gd name="connsiteY119" fmla="*/ 2979738 h 6677025"/>
                  <a:gd name="connsiteX120" fmla="*/ 288925 w 8802688"/>
                  <a:gd name="connsiteY120" fmla="*/ 2984501 h 6677025"/>
                  <a:gd name="connsiteX121" fmla="*/ 336550 w 8802688"/>
                  <a:gd name="connsiteY121" fmla="*/ 2987676 h 6677025"/>
                  <a:gd name="connsiteX122" fmla="*/ 388938 w 8802688"/>
                  <a:gd name="connsiteY122" fmla="*/ 2987676 h 6677025"/>
                  <a:gd name="connsiteX123" fmla="*/ 404813 w 8802688"/>
                  <a:gd name="connsiteY123" fmla="*/ 2987676 h 6677025"/>
                  <a:gd name="connsiteX124" fmla="*/ 425450 w 8802688"/>
                  <a:gd name="connsiteY124" fmla="*/ 2982913 h 6677025"/>
                  <a:gd name="connsiteX125" fmla="*/ 469900 w 8802688"/>
                  <a:gd name="connsiteY125" fmla="*/ 2963863 h 6677025"/>
                  <a:gd name="connsiteX126" fmla="*/ 520700 w 8802688"/>
                  <a:gd name="connsiteY126" fmla="*/ 2940051 h 6677025"/>
                  <a:gd name="connsiteX127" fmla="*/ 576263 w 8802688"/>
                  <a:gd name="connsiteY127" fmla="*/ 2914651 h 6677025"/>
                  <a:gd name="connsiteX128" fmla="*/ 573088 w 8802688"/>
                  <a:gd name="connsiteY128" fmla="*/ 2946401 h 6677025"/>
                  <a:gd name="connsiteX129" fmla="*/ 568325 w 8802688"/>
                  <a:gd name="connsiteY129" fmla="*/ 2979738 h 6677025"/>
                  <a:gd name="connsiteX130" fmla="*/ 558801 w 8802688"/>
                  <a:gd name="connsiteY130" fmla="*/ 3008313 h 6677025"/>
                  <a:gd name="connsiteX131" fmla="*/ 544513 w 8802688"/>
                  <a:gd name="connsiteY131" fmla="*/ 3038476 h 6677025"/>
                  <a:gd name="connsiteX132" fmla="*/ 528638 w 8802688"/>
                  <a:gd name="connsiteY132" fmla="*/ 3062288 h 6677025"/>
                  <a:gd name="connsiteX133" fmla="*/ 508000 w 8802688"/>
                  <a:gd name="connsiteY133" fmla="*/ 3086101 h 6677025"/>
                  <a:gd name="connsiteX134" fmla="*/ 487363 w 8802688"/>
                  <a:gd name="connsiteY134" fmla="*/ 3106738 h 6677025"/>
                  <a:gd name="connsiteX135" fmla="*/ 463550 w 8802688"/>
                  <a:gd name="connsiteY135" fmla="*/ 3124201 h 6677025"/>
                  <a:gd name="connsiteX136" fmla="*/ 439738 w 8802688"/>
                  <a:gd name="connsiteY136" fmla="*/ 3136901 h 6677025"/>
                  <a:gd name="connsiteX137" fmla="*/ 412750 w 8802688"/>
                  <a:gd name="connsiteY137" fmla="*/ 3148013 h 6677025"/>
                  <a:gd name="connsiteX138" fmla="*/ 382588 w 8802688"/>
                  <a:gd name="connsiteY138" fmla="*/ 3157538 h 6677025"/>
                  <a:gd name="connsiteX139" fmla="*/ 357188 w 8802688"/>
                  <a:gd name="connsiteY139" fmla="*/ 3160713 h 6677025"/>
                  <a:gd name="connsiteX140" fmla="*/ 327025 w 8802688"/>
                  <a:gd name="connsiteY140" fmla="*/ 3160713 h 6677025"/>
                  <a:gd name="connsiteX141" fmla="*/ 296863 w 8802688"/>
                  <a:gd name="connsiteY141" fmla="*/ 3157538 h 6677025"/>
                  <a:gd name="connsiteX142" fmla="*/ 269875 w 8802688"/>
                  <a:gd name="connsiteY142" fmla="*/ 3148013 h 6677025"/>
                  <a:gd name="connsiteX143" fmla="*/ 241300 w 8802688"/>
                  <a:gd name="connsiteY143" fmla="*/ 3136901 h 6677025"/>
                  <a:gd name="connsiteX144" fmla="*/ 228600 w 8802688"/>
                  <a:gd name="connsiteY144" fmla="*/ 3130551 h 6677025"/>
                  <a:gd name="connsiteX145" fmla="*/ 214313 w 8802688"/>
                  <a:gd name="connsiteY145" fmla="*/ 3119438 h 6677025"/>
                  <a:gd name="connsiteX146" fmla="*/ 187325 w 8802688"/>
                  <a:gd name="connsiteY146" fmla="*/ 3092451 h 6677025"/>
                  <a:gd name="connsiteX147" fmla="*/ 160338 w 8802688"/>
                  <a:gd name="connsiteY147" fmla="*/ 3055938 h 6677025"/>
                  <a:gd name="connsiteX148" fmla="*/ 133350 w 8802688"/>
                  <a:gd name="connsiteY148" fmla="*/ 3017838 h 6677025"/>
                  <a:gd name="connsiteX149" fmla="*/ 109538 w 8802688"/>
                  <a:gd name="connsiteY149" fmla="*/ 2970213 h 6677025"/>
                  <a:gd name="connsiteX150" fmla="*/ 85725 w 8802688"/>
                  <a:gd name="connsiteY150" fmla="*/ 2922588 h 6677025"/>
                  <a:gd name="connsiteX151" fmla="*/ 65088 w 8802688"/>
                  <a:gd name="connsiteY151" fmla="*/ 2868613 h 6677025"/>
                  <a:gd name="connsiteX152" fmla="*/ 47625 w 8802688"/>
                  <a:gd name="connsiteY152" fmla="*/ 2816225 h 6677025"/>
                  <a:gd name="connsiteX153" fmla="*/ 30163 w 8802688"/>
                  <a:gd name="connsiteY153" fmla="*/ 2762250 h 6677025"/>
                  <a:gd name="connsiteX154" fmla="*/ 17463 w 8802688"/>
                  <a:gd name="connsiteY154" fmla="*/ 2708275 h 6677025"/>
                  <a:gd name="connsiteX155" fmla="*/ 9525 w 8802688"/>
                  <a:gd name="connsiteY155" fmla="*/ 2655888 h 6677025"/>
                  <a:gd name="connsiteX156" fmla="*/ 3175 w 8802688"/>
                  <a:gd name="connsiteY156" fmla="*/ 2608263 h 6677025"/>
                  <a:gd name="connsiteX157" fmla="*/ 0 w 8802688"/>
                  <a:gd name="connsiteY157" fmla="*/ 2563813 h 6677025"/>
                  <a:gd name="connsiteX158" fmla="*/ 0 w 8802688"/>
                  <a:gd name="connsiteY158" fmla="*/ 2524125 h 6677025"/>
                  <a:gd name="connsiteX159" fmla="*/ 9525 w 8802688"/>
                  <a:gd name="connsiteY159" fmla="*/ 2492375 h 6677025"/>
                  <a:gd name="connsiteX160" fmla="*/ 11113 w 8802688"/>
                  <a:gd name="connsiteY160" fmla="*/ 2476500 h 6677025"/>
                  <a:gd name="connsiteX161" fmla="*/ 17463 w 8802688"/>
                  <a:gd name="connsiteY161" fmla="*/ 2465388 h 6677025"/>
                  <a:gd name="connsiteX162" fmla="*/ 47625 w 8802688"/>
                  <a:gd name="connsiteY162" fmla="*/ 2425700 h 6677025"/>
                  <a:gd name="connsiteX163" fmla="*/ 79375 w 8802688"/>
                  <a:gd name="connsiteY163" fmla="*/ 2387600 h 6677025"/>
                  <a:gd name="connsiteX164" fmla="*/ 112713 w 8802688"/>
                  <a:gd name="connsiteY164" fmla="*/ 2352675 h 6677025"/>
                  <a:gd name="connsiteX165" fmla="*/ 149225 w 8802688"/>
                  <a:gd name="connsiteY165" fmla="*/ 2322513 h 6677025"/>
                  <a:gd name="connsiteX166" fmla="*/ 217488 w 8802688"/>
                  <a:gd name="connsiteY166" fmla="*/ 2260600 h 6677025"/>
                  <a:gd name="connsiteX167" fmla="*/ 5886450 w 8802688"/>
                  <a:gd name="connsiteY167" fmla="*/ 2019300 h 6677025"/>
                  <a:gd name="connsiteX168" fmla="*/ 5907087 w 8802688"/>
                  <a:gd name="connsiteY168" fmla="*/ 2022475 h 6677025"/>
                  <a:gd name="connsiteX169" fmla="*/ 5930900 w 8802688"/>
                  <a:gd name="connsiteY169" fmla="*/ 2028825 h 6677025"/>
                  <a:gd name="connsiteX170" fmla="*/ 5957888 w 8802688"/>
                  <a:gd name="connsiteY170" fmla="*/ 2036763 h 6677025"/>
                  <a:gd name="connsiteX171" fmla="*/ 5984875 w 8802688"/>
                  <a:gd name="connsiteY171" fmla="*/ 2049463 h 6677025"/>
                  <a:gd name="connsiteX172" fmla="*/ 6010275 w 8802688"/>
                  <a:gd name="connsiteY172" fmla="*/ 2060575 h 6677025"/>
                  <a:gd name="connsiteX173" fmla="*/ 6034088 w 8802688"/>
                  <a:gd name="connsiteY173" fmla="*/ 2078038 h 6677025"/>
                  <a:gd name="connsiteX174" fmla="*/ 6057900 w 8802688"/>
                  <a:gd name="connsiteY174" fmla="*/ 2093913 h 6677025"/>
                  <a:gd name="connsiteX175" fmla="*/ 5951538 w 8802688"/>
                  <a:gd name="connsiteY175" fmla="*/ 2170113 h 6677025"/>
                  <a:gd name="connsiteX176" fmla="*/ 5897562 w 8802688"/>
                  <a:gd name="connsiteY176" fmla="*/ 2209800 h 6677025"/>
                  <a:gd name="connsiteX177" fmla="*/ 5838825 w 8802688"/>
                  <a:gd name="connsiteY177" fmla="*/ 2244725 h 6677025"/>
                  <a:gd name="connsiteX178" fmla="*/ 5811837 w 8802688"/>
                  <a:gd name="connsiteY178" fmla="*/ 2216150 h 6677025"/>
                  <a:gd name="connsiteX179" fmla="*/ 5788025 w 8802688"/>
                  <a:gd name="connsiteY179" fmla="*/ 2182813 h 6677025"/>
                  <a:gd name="connsiteX180" fmla="*/ 5775325 w 8802688"/>
                  <a:gd name="connsiteY180" fmla="*/ 2165350 h 6677025"/>
                  <a:gd name="connsiteX181" fmla="*/ 5770562 w 8802688"/>
                  <a:gd name="connsiteY181" fmla="*/ 2146300 h 6677025"/>
                  <a:gd name="connsiteX182" fmla="*/ 5764212 w 8802688"/>
                  <a:gd name="connsiteY182" fmla="*/ 2132013 h 6677025"/>
                  <a:gd name="connsiteX183" fmla="*/ 5764212 w 8802688"/>
                  <a:gd name="connsiteY183" fmla="*/ 2117725 h 6677025"/>
                  <a:gd name="connsiteX184" fmla="*/ 5770562 w 8802688"/>
                  <a:gd name="connsiteY184" fmla="*/ 2101850 h 6677025"/>
                  <a:gd name="connsiteX185" fmla="*/ 5778500 w 8802688"/>
                  <a:gd name="connsiteY185" fmla="*/ 2087563 h 6677025"/>
                  <a:gd name="connsiteX186" fmla="*/ 5791200 w 8802688"/>
                  <a:gd name="connsiteY186" fmla="*/ 2073275 h 6677025"/>
                  <a:gd name="connsiteX187" fmla="*/ 5805487 w 8802688"/>
                  <a:gd name="connsiteY187" fmla="*/ 2057400 h 6677025"/>
                  <a:gd name="connsiteX188" fmla="*/ 5821362 w 8802688"/>
                  <a:gd name="connsiteY188" fmla="*/ 2046288 h 6677025"/>
                  <a:gd name="connsiteX189" fmla="*/ 5838825 w 8802688"/>
                  <a:gd name="connsiteY189" fmla="*/ 2033588 h 6677025"/>
                  <a:gd name="connsiteX190" fmla="*/ 5853112 w 8802688"/>
                  <a:gd name="connsiteY190" fmla="*/ 2025650 h 6677025"/>
                  <a:gd name="connsiteX191" fmla="*/ 5870575 w 8802688"/>
                  <a:gd name="connsiteY191" fmla="*/ 2022475 h 6677025"/>
                  <a:gd name="connsiteX192" fmla="*/ 6169026 w 8802688"/>
                  <a:gd name="connsiteY192" fmla="*/ 1685925 h 6677025"/>
                  <a:gd name="connsiteX193" fmla="*/ 6076951 w 8802688"/>
                  <a:gd name="connsiteY193" fmla="*/ 1712913 h 6677025"/>
                  <a:gd name="connsiteX194" fmla="*/ 5984875 w 8802688"/>
                  <a:gd name="connsiteY194" fmla="*/ 1739900 h 6677025"/>
                  <a:gd name="connsiteX195" fmla="*/ 5938838 w 8802688"/>
                  <a:gd name="connsiteY195" fmla="*/ 1757363 h 6677025"/>
                  <a:gd name="connsiteX196" fmla="*/ 5894388 w 8802688"/>
                  <a:gd name="connsiteY196" fmla="*/ 1774825 h 6677025"/>
                  <a:gd name="connsiteX197" fmla="*/ 5849938 w 8802688"/>
                  <a:gd name="connsiteY197" fmla="*/ 1798638 h 6677025"/>
                  <a:gd name="connsiteX198" fmla="*/ 5805488 w 8802688"/>
                  <a:gd name="connsiteY198" fmla="*/ 1828800 h 6677025"/>
                  <a:gd name="connsiteX199" fmla="*/ 5764213 w 8802688"/>
                  <a:gd name="connsiteY199" fmla="*/ 1862138 h 6677025"/>
                  <a:gd name="connsiteX200" fmla="*/ 5722938 w 8802688"/>
                  <a:gd name="connsiteY200" fmla="*/ 1897063 h 6677025"/>
                  <a:gd name="connsiteX201" fmla="*/ 5683250 w 8802688"/>
                  <a:gd name="connsiteY201" fmla="*/ 1933575 h 6677025"/>
                  <a:gd name="connsiteX202" fmla="*/ 5648325 w 8802688"/>
                  <a:gd name="connsiteY202" fmla="*/ 1971675 h 6677025"/>
                  <a:gd name="connsiteX203" fmla="*/ 5576888 w 8802688"/>
                  <a:gd name="connsiteY203" fmla="*/ 2052638 h 6677025"/>
                  <a:gd name="connsiteX204" fmla="*/ 5502275 w 8802688"/>
                  <a:gd name="connsiteY204" fmla="*/ 2128838 h 6677025"/>
                  <a:gd name="connsiteX205" fmla="*/ 5522913 w 8802688"/>
                  <a:gd name="connsiteY205" fmla="*/ 2122488 h 6677025"/>
                  <a:gd name="connsiteX206" fmla="*/ 5543550 w 8802688"/>
                  <a:gd name="connsiteY206" fmla="*/ 2117725 h 6677025"/>
                  <a:gd name="connsiteX207" fmla="*/ 5586413 w 8802688"/>
                  <a:gd name="connsiteY207" fmla="*/ 2098675 h 6677025"/>
                  <a:gd name="connsiteX208" fmla="*/ 5607050 w 8802688"/>
                  <a:gd name="connsiteY208" fmla="*/ 2093913 h 6677025"/>
                  <a:gd name="connsiteX209" fmla="*/ 5624513 w 8802688"/>
                  <a:gd name="connsiteY209" fmla="*/ 2087563 h 6677025"/>
                  <a:gd name="connsiteX210" fmla="*/ 5641975 w 8802688"/>
                  <a:gd name="connsiteY210" fmla="*/ 2087563 h 6677025"/>
                  <a:gd name="connsiteX211" fmla="*/ 5657850 w 8802688"/>
                  <a:gd name="connsiteY211" fmla="*/ 2093913 h 6677025"/>
                  <a:gd name="connsiteX212" fmla="*/ 5832475 w 8802688"/>
                  <a:gd name="connsiteY212" fmla="*/ 2357438 h 6677025"/>
                  <a:gd name="connsiteX213" fmla="*/ 5975350 w 8802688"/>
                  <a:gd name="connsiteY213" fmla="*/ 2265363 h 6677025"/>
                  <a:gd name="connsiteX214" fmla="*/ 6115051 w 8802688"/>
                  <a:gd name="connsiteY214" fmla="*/ 2170113 h 6677025"/>
                  <a:gd name="connsiteX215" fmla="*/ 6264276 w 8802688"/>
                  <a:gd name="connsiteY215" fmla="*/ 2078038 h 6677025"/>
                  <a:gd name="connsiteX216" fmla="*/ 6340476 w 8802688"/>
                  <a:gd name="connsiteY216" fmla="*/ 2030413 h 6677025"/>
                  <a:gd name="connsiteX217" fmla="*/ 6424613 w 8802688"/>
                  <a:gd name="connsiteY217" fmla="*/ 1982788 h 6677025"/>
                  <a:gd name="connsiteX218" fmla="*/ 6400801 w 8802688"/>
                  <a:gd name="connsiteY218" fmla="*/ 1981200 h 6677025"/>
                  <a:gd name="connsiteX219" fmla="*/ 6364288 w 8802688"/>
                  <a:gd name="connsiteY219" fmla="*/ 1971675 h 6677025"/>
                  <a:gd name="connsiteX220" fmla="*/ 6323013 w 8802688"/>
                  <a:gd name="connsiteY220" fmla="*/ 1958975 h 6677025"/>
                  <a:gd name="connsiteX221" fmla="*/ 6302376 w 8802688"/>
                  <a:gd name="connsiteY221" fmla="*/ 1947863 h 6677025"/>
                  <a:gd name="connsiteX222" fmla="*/ 6281738 w 8802688"/>
                  <a:gd name="connsiteY222" fmla="*/ 1935163 h 6677025"/>
                  <a:gd name="connsiteX223" fmla="*/ 6261101 w 8802688"/>
                  <a:gd name="connsiteY223" fmla="*/ 1917700 h 6677025"/>
                  <a:gd name="connsiteX224" fmla="*/ 6240463 w 8802688"/>
                  <a:gd name="connsiteY224" fmla="*/ 1900238 h 6677025"/>
                  <a:gd name="connsiteX225" fmla="*/ 6221413 w 8802688"/>
                  <a:gd name="connsiteY225" fmla="*/ 1876425 h 6677025"/>
                  <a:gd name="connsiteX226" fmla="*/ 6203951 w 8802688"/>
                  <a:gd name="connsiteY226" fmla="*/ 1849438 h 6677025"/>
                  <a:gd name="connsiteX227" fmla="*/ 6192838 w 8802688"/>
                  <a:gd name="connsiteY227" fmla="*/ 1817688 h 6677025"/>
                  <a:gd name="connsiteX228" fmla="*/ 6180138 w 8802688"/>
                  <a:gd name="connsiteY228" fmla="*/ 1778000 h 6677025"/>
                  <a:gd name="connsiteX229" fmla="*/ 6170613 w 8802688"/>
                  <a:gd name="connsiteY229" fmla="*/ 1736725 h 6677025"/>
                  <a:gd name="connsiteX230" fmla="*/ 8401050 w 8802688"/>
                  <a:gd name="connsiteY230" fmla="*/ 1338262 h 6677025"/>
                  <a:gd name="connsiteX231" fmla="*/ 8332788 w 8802688"/>
                  <a:gd name="connsiteY231" fmla="*/ 1382712 h 6677025"/>
                  <a:gd name="connsiteX232" fmla="*/ 8264525 w 8802688"/>
                  <a:gd name="connsiteY232" fmla="*/ 1430337 h 6677025"/>
                  <a:gd name="connsiteX233" fmla="*/ 8131175 w 8802688"/>
                  <a:gd name="connsiteY233" fmla="*/ 1531937 h 6677025"/>
                  <a:gd name="connsiteX234" fmla="*/ 8002588 w 8802688"/>
                  <a:gd name="connsiteY234" fmla="*/ 1630363 h 6677025"/>
                  <a:gd name="connsiteX235" fmla="*/ 7886700 w 8802688"/>
                  <a:gd name="connsiteY235" fmla="*/ 1722438 h 6677025"/>
                  <a:gd name="connsiteX236" fmla="*/ 7920038 w 8802688"/>
                  <a:gd name="connsiteY236" fmla="*/ 1727200 h 6677025"/>
                  <a:gd name="connsiteX237" fmla="*/ 7954963 w 8802688"/>
                  <a:gd name="connsiteY237" fmla="*/ 1727200 h 6677025"/>
                  <a:gd name="connsiteX238" fmla="*/ 7993063 w 8802688"/>
                  <a:gd name="connsiteY238" fmla="*/ 1725613 h 6677025"/>
                  <a:gd name="connsiteX239" fmla="*/ 8029575 w 8802688"/>
                  <a:gd name="connsiteY239" fmla="*/ 1716088 h 6677025"/>
                  <a:gd name="connsiteX240" fmla="*/ 8064500 w 8802688"/>
                  <a:gd name="connsiteY240" fmla="*/ 1703388 h 6677025"/>
                  <a:gd name="connsiteX241" fmla="*/ 8101013 w 8802688"/>
                  <a:gd name="connsiteY241" fmla="*/ 1689100 h 6677025"/>
                  <a:gd name="connsiteX242" fmla="*/ 8135938 w 8802688"/>
                  <a:gd name="connsiteY242" fmla="*/ 1668463 h 6677025"/>
                  <a:gd name="connsiteX243" fmla="*/ 8172450 w 8802688"/>
                  <a:gd name="connsiteY243" fmla="*/ 1644650 h 6677025"/>
                  <a:gd name="connsiteX244" fmla="*/ 8204200 w 8802688"/>
                  <a:gd name="connsiteY244" fmla="*/ 1617662 h 6677025"/>
                  <a:gd name="connsiteX245" fmla="*/ 8237538 w 8802688"/>
                  <a:gd name="connsiteY245" fmla="*/ 1587500 h 6677025"/>
                  <a:gd name="connsiteX246" fmla="*/ 8270875 w 8802688"/>
                  <a:gd name="connsiteY246" fmla="*/ 1555750 h 6677025"/>
                  <a:gd name="connsiteX247" fmla="*/ 8299450 w 8802688"/>
                  <a:gd name="connsiteY247" fmla="*/ 1516062 h 6677025"/>
                  <a:gd name="connsiteX248" fmla="*/ 8329613 w 8802688"/>
                  <a:gd name="connsiteY248" fmla="*/ 1477963 h 6677025"/>
                  <a:gd name="connsiteX249" fmla="*/ 8356600 w 8802688"/>
                  <a:gd name="connsiteY249" fmla="*/ 1433512 h 6677025"/>
                  <a:gd name="connsiteX250" fmla="*/ 8380413 w 8802688"/>
                  <a:gd name="connsiteY250" fmla="*/ 1389062 h 6677025"/>
                  <a:gd name="connsiteX251" fmla="*/ 4067176 w 8802688"/>
                  <a:gd name="connsiteY251" fmla="*/ 1181100 h 6677025"/>
                  <a:gd name="connsiteX252" fmla="*/ 3979864 w 8802688"/>
                  <a:gd name="connsiteY252" fmla="*/ 1184275 h 6677025"/>
                  <a:gd name="connsiteX253" fmla="*/ 3900489 w 8802688"/>
                  <a:gd name="connsiteY253" fmla="*/ 1192213 h 6677025"/>
                  <a:gd name="connsiteX254" fmla="*/ 3860801 w 8802688"/>
                  <a:gd name="connsiteY254" fmla="*/ 1201738 h 6677025"/>
                  <a:gd name="connsiteX255" fmla="*/ 3825876 w 8802688"/>
                  <a:gd name="connsiteY255" fmla="*/ 1211263 h 6677025"/>
                  <a:gd name="connsiteX256" fmla="*/ 3790951 w 8802688"/>
                  <a:gd name="connsiteY256" fmla="*/ 1219200 h 6677025"/>
                  <a:gd name="connsiteX257" fmla="*/ 3757613 w 8802688"/>
                  <a:gd name="connsiteY257" fmla="*/ 1231900 h 6677025"/>
                  <a:gd name="connsiteX258" fmla="*/ 3724276 w 8802688"/>
                  <a:gd name="connsiteY258" fmla="*/ 1246188 h 6677025"/>
                  <a:gd name="connsiteX259" fmla="*/ 3695701 w 8802688"/>
                  <a:gd name="connsiteY259" fmla="*/ 1260475 h 6677025"/>
                  <a:gd name="connsiteX260" fmla="*/ 3665538 w 8802688"/>
                  <a:gd name="connsiteY260" fmla="*/ 1279525 h 6677025"/>
                  <a:gd name="connsiteX261" fmla="*/ 3635376 w 8802688"/>
                  <a:gd name="connsiteY261" fmla="*/ 1296988 h 6677025"/>
                  <a:gd name="connsiteX262" fmla="*/ 3608388 w 8802688"/>
                  <a:gd name="connsiteY262" fmla="*/ 1317625 h 6677025"/>
                  <a:gd name="connsiteX263" fmla="*/ 3581401 w 8802688"/>
                  <a:gd name="connsiteY263" fmla="*/ 1341438 h 6677025"/>
                  <a:gd name="connsiteX264" fmla="*/ 3557588 w 8802688"/>
                  <a:gd name="connsiteY264" fmla="*/ 1365250 h 6677025"/>
                  <a:gd name="connsiteX265" fmla="*/ 3533776 w 8802688"/>
                  <a:gd name="connsiteY265" fmla="*/ 1392238 h 6677025"/>
                  <a:gd name="connsiteX266" fmla="*/ 3509963 w 8802688"/>
                  <a:gd name="connsiteY266" fmla="*/ 1419225 h 6677025"/>
                  <a:gd name="connsiteX267" fmla="*/ 3489326 w 8802688"/>
                  <a:gd name="connsiteY267" fmla="*/ 1450975 h 6677025"/>
                  <a:gd name="connsiteX268" fmla="*/ 3468688 w 8802688"/>
                  <a:gd name="connsiteY268" fmla="*/ 1481138 h 6677025"/>
                  <a:gd name="connsiteX269" fmla="*/ 3448051 w 8802688"/>
                  <a:gd name="connsiteY269" fmla="*/ 1516063 h 6677025"/>
                  <a:gd name="connsiteX270" fmla="*/ 3413126 w 8802688"/>
                  <a:gd name="connsiteY270" fmla="*/ 1590675 h 6677025"/>
                  <a:gd name="connsiteX271" fmla="*/ 3379788 w 8802688"/>
                  <a:gd name="connsiteY271" fmla="*/ 1671638 h 6677025"/>
                  <a:gd name="connsiteX272" fmla="*/ 3349626 w 8802688"/>
                  <a:gd name="connsiteY272" fmla="*/ 1763713 h 6677025"/>
                  <a:gd name="connsiteX273" fmla="*/ 3325813 w 8802688"/>
                  <a:gd name="connsiteY273" fmla="*/ 1865313 h 6677025"/>
                  <a:gd name="connsiteX274" fmla="*/ 3302001 w 8802688"/>
                  <a:gd name="connsiteY274" fmla="*/ 1971676 h 6677025"/>
                  <a:gd name="connsiteX275" fmla="*/ 3281363 w 8802688"/>
                  <a:gd name="connsiteY275" fmla="*/ 2090738 h 6677025"/>
                  <a:gd name="connsiteX276" fmla="*/ 3368676 w 8802688"/>
                  <a:gd name="connsiteY276" fmla="*/ 1944688 h 6677025"/>
                  <a:gd name="connsiteX277" fmla="*/ 3451226 w 8802688"/>
                  <a:gd name="connsiteY277" fmla="*/ 1787526 h 6677025"/>
                  <a:gd name="connsiteX278" fmla="*/ 3533776 w 8802688"/>
                  <a:gd name="connsiteY278" fmla="*/ 1624013 h 6677025"/>
                  <a:gd name="connsiteX279" fmla="*/ 3617913 w 8802688"/>
                  <a:gd name="connsiteY279" fmla="*/ 1454150 h 6677025"/>
                  <a:gd name="connsiteX280" fmla="*/ 3652838 w 8802688"/>
                  <a:gd name="connsiteY280" fmla="*/ 1454150 h 6677025"/>
                  <a:gd name="connsiteX281" fmla="*/ 3656013 w 8802688"/>
                  <a:gd name="connsiteY281" fmla="*/ 1495425 h 6677025"/>
                  <a:gd name="connsiteX282" fmla="*/ 3659188 w 8802688"/>
                  <a:gd name="connsiteY282" fmla="*/ 1531938 h 6677025"/>
                  <a:gd name="connsiteX283" fmla="*/ 3673476 w 8802688"/>
                  <a:gd name="connsiteY283" fmla="*/ 1600200 h 6677025"/>
                  <a:gd name="connsiteX284" fmla="*/ 3686176 w 8802688"/>
                  <a:gd name="connsiteY284" fmla="*/ 1658938 h 6677025"/>
                  <a:gd name="connsiteX285" fmla="*/ 3689351 w 8802688"/>
                  <a:gd name="connsiteY285" fmla="*/ 1689100 h 6677025"/>
                  <a:gd name="connsiteX286" fmla="*/ 3692526 w 8802688"/>
                  <a:gd name="connsiteY286" fmla="*/ 1716088 h 6677025"/>
                  <a:gd name="connsiteX287" fmla="*/ 3713163 w 8802688"/>
                  <a:gd name="connsiteY287" fmla="*/ 1662113 h 6677025"/>
                  <a:gd name="connsiteX288" fmla="*/ 3736976 w 8802688"/>
                  <a:gd name="connsiteY288" fmla="*/ 1609725 h 6677025"/>
                  <a:gd name="connsiteX289" fmla="*/ 3757613 w 8802688"/>
                  <a:gd name="connsiteY289" fmla="*/ 1562101 h 6677025"/>
                  <a:gd name="connsiteX290" fmla="*/ 3784601 w 8802688"/>
                  <a:gd name="connsiteY290" fmla="*/ 1514475 h 6677025"/>
                  <a:gd name="connsiteX291" fmla="*/ 3811588 w 8802688"/>
                  <a:gd name="connsiteY291" fmla="*/ 1471613 h 6677025"/>
                  <a:gd name="connsiteX292" fmla="*/ 3840163 w 8802688"/>
                  <a:gd name="connsiteY292" fmla="*/ 1430338 h 6677025"/>
                  <a:gd name="connsiteX293" fmla="*/ 3870326 w 8802688"/>
                  <a:gd name="connsiteY293" fmla="*/ 1392238 h 6677025"/>
                  <a:gd name="connsiteX294" fmla="*/ 3906839 w 8802688"/>
                  <a:gd name="connsiteY294" fmla="*/ 1355725 h 6677025"/>
                  <a:gd name="connsiteX295" fmla="*/ 3941764 w 8802688"/>
                  <a:gd name="connsiteY295" fmla="*/ 1327150 h 6677025"/>
                  <a:gd name="connsiteX296" fmla="*/ 3979864 w 8802688"/>
                  <a:gd name="connsiteY296" fmla="*/ 1296988 h 6677025"/>
                  <a:gd name="connsiteX297" fmla="*/ 4022726 w 8802688"/>
                  <a:gd name="connsiteY297" fmla="*/ 1273175 h 6677025"/>
                  <a:gd name="connsiteX298" fmla="*/ 4067176 w 8802688"/>
                  <a:gd name="connsiteY298" fmla="*/ 1249363 h 6677025"/>
                  <a:gd name="connsiteX299" fmla="*/ 4117976 w 8802688"/>
                  <a:gd name="connsiteY299" fmla="*/ 1231900 h 6677025"/>
                  <a:gd name="connsiteX300" fmla="*/ 4167189 w 8802688"/>
                  <a:gd name="connsiteY300" fmla="*/ 1216025 h 6677025"/>
                  <a:gd name="connsiteX301" fmla="*/ 4224339 w 8802688"/>
                  <a:gd name="connsiteY301" fmla="*/ 1201738 h 6677025"/>
                  <a:gd name="connsiteX302" fmla="*/ 4286251 w 8802688"/>
                  <a:gd name="connsiteY302" fmla="*/ 1195388 h 6677025"/>
                  <a:gd name="connsiteX303" fmla="*/ 4170364 w 8802688"/>
                  <a:gd name="connsiteY303" fmla="*/ 1184275 h 6677025"/>
                  <a:gd name="connsiteX304" fmla="*/ 4117976 w 8802688"/>
                  <a:gd name="connsiteY304" fmla="*/ 1181100 h 6677025"/>
                  <a:gd name="connsiteX305" fmla="*/ 5586413 w 8802688"/>
                  <a:gd name="connsiteY305" fmla="*/ 1166812 h 6677025"/>
                  <a:gd name="connsiteX306" fmla="*/ 5481638 w 8802688"/>
                  <a:gd name="connsiteY306" fmla="*/ 1204912 h 6677025"/>
                  <a:gd name="connsiteX307" fmla="*/ 5437188 w 8802688"/>
                  <a:gd name="connsiteY307" fmla="*/ 1225550 h 6677025"/>
                  <a:gd name="connsiteX308" fmla="*/ 5399088 w 8802688"/>
                  <a:gd name="connsiteY308" fmla="*/ 1243012 h 6677025"/>
                  <a:gd name="connsiteX309" fmla="*/ 5365751 w 8802688"/>
                  <a:gd name="connsiteY309" fmla="*/ 1260475 h 6677025"/>
                  <a:gd name="connsiteX310" fmla="*/ 5335588 w 8802688"/>
                  <a:gd name="connsiteY310" fmla="*/ 1282700 h 6677025"/>
                  <a:gd name="connsiteX311" fmla="*/ 5308601 w 8802688"/>
                  <a:gd name="connsiteY311" fmla="*/ 1300162 h 6677025"/>
                  <a:gd name="connsiteX312" fmla="*/ 5287963 w 8802688"/>
                  <a:gd name="connsiteY312" fmla="*/ 1320800 h 6677025"/>
                  <a:gd name="connsiteX313" fmla="*/ 5270501 w 8802688"/>
                  <a:gd name="connsiteY313" fmla="*/ 1341437 h 6677025"/>
                  <a:gd name="connsiteX314" fmla="*/ 5259388 w 8802688"/>
                  <a:gd name="connsiteY314" fmla="*/ 1362075 h 6677025"/>
                  <a:gd name="connsiteX315" fmla="*/ 5246688 w 8802688"/>
                  <a:gd name="connsiteY315" fmla="*/ 1385887 h 6677025"/>
                  <a:gd name="connsiteX316" fmla="*/ 5240338 w 8802688"/>
                  <a:gd name="connsiteY316" fmla="*/ 1409700 h 6677025"/>
                  <a:gd name="connsiteX317" fmla="*/ 5237163 w 8802688"/>
                  <a:gd name="connsiteY317" fmla="*/ 1436687 h 6677025"/>
                  <a:gd name="connsiteX318" fmla="*/ 5237163 w 8802688"/>
                  <a:gd name="connsiteY318" fmla="*/ 1463675 h 6677025"/>
                  <a:gd name="connsiteX319" fmla="*/ 5240338 w 8802688"/>
                  <a:gd name="connsiteY319" fmla="*/ 1492250 h 6677025"/>
                  <a:gd name="connsiteX320" fmla="*/ 5246688 w 8802688"/>
                  <a:gd name="connsiteY320" fmla="*/ 1525587 h 6677025"/>
                  <a:gd name="connsiteX321" fmla="*/ 5287963 w 8802688"/>
                  <a:gd name="connsiteY321" fmla="*/ 1484312 h 6677025"/>
                  <a:gd name="connsiteX322" fmla="*/ 5330826 w 8802688"/>
                  <a:gd name="connsiteY322" fmla="*/ 1439862 h 6677025"/>
                  <a:gd name="connsiteX323" fmla="*/ 5416551 w 8802688"/>
                  <a:gd name="connsiteY323" fmla="*/ 1347787 h 6677025"/>
                  <a:gd name="connsiteX324" fmla="*/ 5499101 w 8802688"/>
                  <a:gd name="connsiteY324" fmla="*/ 1252537 h 6677025"/>
                  <a:gd name="connsiteX325" fmla="*/ 5540376 w 8802688"/>
                  <a:gd name="connsiteY325" fmla="*/ 1208087 h 6677025"/>
                  <a:gd name="connsiteX326" fmla="*/ 5434013 w 8802688"/>
                  <a:gd name="connsiteY326" fmla="*/ 0 h 6677025"/>
                  <a:gd name="connsiteX327" fmla="*/ 5519738 w 8802688"/>
                  <a:gd name="connsiteY327" fmla="*/ 3175 h 6677025"/>
                  <a:gd name="connsiteX328" fmla="*/ 5610226 w 8802688"/>
                  <a:gd name="connsiteY328" fmla="*/ 12700 h 6677025"/>
                  <a:gd name="connsiteX329" fmla="*/ 5699126 w 8802688"/>
                  <a:gd name="connsiteY329" fmla="*/ 30163 h 6677025"/>
                  <a:gd name="connsiteX330" fmla="*/ 5788026 w 8802688"/>
                  <a:gd name="connsiteY330" fmla="*/ 50800 h 6677025"/>
                  <a:gd name="connsiteX331" fmla="*/ 5876926 w 8802688"/>
                  <a:gd name="connsiteY331" fmla="*/ 77788 h 6677025"/>
                  <a:gd name="connsiteX332" fmla="*/ 5965826 w 8802688"/>
                  <a:gd name="connsiteY332" fmla="*/ 111125 h 6677025"/>
                  <a:gd name="connsiteX333" fmla="*/ 6054726 w 8802688"/>
                  <a:gd name="connsiteY333" fmla="*/ 146050 h 6677025"/>
                  <a:gd name="connsiteX334" fmla="*/ 6142038 w 8802688"/>
                  <a:gd name="connsiteY334" fmla="*/ 187325 h 6677025"/>
                  <a:gd name="connsiteX335" fmla="*/ 6237288 w 8802688"/>
                  <a:gd name="connsiteY335" fmla="*/ 258763 h 6677025"/>
                  <a:gd name="connsiteX336" fmla="*/ 6329363 w 8802688"/>
                  <a:gd name="connsiteY336" fmla="*/ 333375 h 6677025"/>
                  <a:gd name="connsiteX337" fmla="*/ 6418263 w 8802688"/>
                  <a:gd name="connsiteY337" fmla="*/ 407988 h 6677025"/>
                  <a:gd name="connsiteX338" fmla="*/ 6507163 w 8802688"/>
                  <a:gd name="connsiteY338" fmla="*/ 485775 h 6677025"/>
                  <a:gd name="connsiteX339" fmla="*/ 6677026 w 8802688"/>
                  <a:gd name="connsiteY339" fmla="*/ 639763 h 6677025"/>
                  <a:gd name="connsiteX340" fmla="*/ 6762751 w 8802688"/>
                  <a:gd name="connsiteY340" fmla="*/ 714375 h 6677025"/>
                  <a:gd name="connsiteX341" fmla="*/ 6846888 w 8802688"/>
                  <a:gd name="connsiteY341" fmla="*/ 785813 h 6677025"/>
                  <a:gd name="connsiteX342" fmla="*/ 6846888 w 8802688"/>
                  <a:gd name="connsiteY342" fmla="*/ 796926 h 6677025"/>
                  <a:gd name="connsiteX343" fmla="*/ 6851651 w 8802688"/>
                  <a:gd name="connsiteY343" fmla="*/ 812801 h 6677025"/>
                  <a:gd name="connsiteX344" fmla="*/ 6858001 w 8802688"/>
                  <a:gd name="connsiteY344" fmla="*/ 823913 h 6677025"/>
                  <a:gd name="connsiteX345" fmla="*/ 6867526 w 8802688"/>
                  <a:gd name="connsiteY345" fmla="*/ 836613 h 6677025"/>
                  <a:gd name="connsiteX346" fmla="*/ 6878638 w 8802688"/>
                  <a:gd name="connsiteY346" fmla="*/ 844550 h 6677025"/>
                  <a:gd name="connsiteX347" fmla="*/ 6891338 w 8802688"/>
                  <a:gd name="connsiteY347" fmla="*/ 854075 h 6677025"/>
                  <a:gd name="connsiteX348" fmla="*/ 6905626 w 8802688"/>
                  <a:gd name="connsiteY348" fmla="*/ 857250 h 6677025"/>
                  <a:gd name="connsiteX349" fmla="*/ 6919913 w 8802688"/>
                  <a:gd name="connsiteY349" fmla="*/ 860425 h 6677025"/>
                  <a:gd name="connsiteX350" fmla="*/ 6973888 w 8802688"/>
                  <a:gd name="connsiteY350" fmla="*/ 868363 h 6677025"/>
                  <a:gd name="connsiteX351" fmla="*/ 7024688 w 8802688"/>
                  <a:gd name="connsiteY351" fmla="*/ 884238 h 6677025"/>
                  <a:gd name="connsiteX352" fmla="*/ 7072313 w 8802688"/>
                  <a:gd name="connsiteY352" fmla="*/ 901700 h 6677025"/>
                  <a:gd name="connsiteX353" fmla="*/ 7116763 w 8802688"/>
                  <a:gd name="connsiteY353" fmla="*/ 925513 h 6677025"/>
                  <a:gd name="connsiteX354" fmla="*/ 7158038 w 8802688"/>
                  <a:gd name="connsiteY354" fmla="*/ 952500 h 6677025"/>
                  <a:gd name="connsiteX355" fmla="*/ 7199313 w 8802688"/>
                  <a:gd name="connsiteY355" fmla="*/ 981075 h 6677025"/>
                  <a:gd name="connsiteX356" fmla="*/ 7235826 w 8802688"/>
                  <a:gd name="connsiteY356" fmla="*/ 1014413 h 6677025"/>
                  <a:gd name="connsiteX357" fmla="*/ 7270751 w 8802688"/>
                  <a:gd name="connsiteY357" fmla="*/ 1049338 h 6677025"/>
                  <a:gd name="connsiteX358" fmla="*/ 7307263 w 8802688"/>
                  <a:gd name="connsiteY358" fmla="*/ 1089025 h 6677025"/>
                  <a:gd name="connsiteX359" fmla="*/ 7337426 w 8802688"/>
                  <a:gd name="connsiteY359" fmla="*/ 1127125 h 6677025"/>
                  <a:gd name="connsiteX360" fmla="*/ 7399338 w 8802688"/>
                  <a:gd name="connsiteY360" fmla="*/ 1211263 h 6677025"/>
                  <a:gd name="connsiteX361" fmla="*/ 7454901 w 8802688"/>
                  <a:gd name="connsiteY361" fmla="*/ 1296988 h 6677025"/>
                  <a:gd name="connsiteX362" fmla="*/ 7512051 w 8802688"/>
                  <a:gd name="connsiteY362" fmla="*/ 1382713 h 6677025"/>
                  <a:gd name="connsiteX363" fmla="*/ 7069138 w 8802688"/>
                  <a:gd name="connsiteY363" fmla="*/ 1492250 h 6677025"/>
                  <a:gd name="connsiteX364" fmla="*/ 7083426 w 8802688"/>
                  <a:gd name="connsiteY364" fmla="*/ 1573213 h 6677025"/>
                  <a:gd name="connsiteX365" fmla="*/ 7092951 w 8802688"/>
                  <a:gd name="connsiteY365" fmla="*/ 1611313 h 6677025"/>
                  <a:gd name="connsiteX366" fmla="*/ 7104063 w 8802688"/>
                  <a:gd name="connsiteY366" fmla="*/ 1647826 h 6677025"/>
                  <a:gd name="connsiteX367" fmla="*/ 7116763 w 8802688"/>
                  <a:gd name="connsiteY367" fmla="*/ 1677988 h 6677025"/>
                  <a:gd name="connsiteX368" fmla="*/ 7131051 w 8802688"/>
                  <a:gd name="connsiteY368" fmla="*/ 1706563 h 6677025"/>
                  <a:gd name="connsiteX369" fmla="*/ 7150101 w 8802688"/>
                  <a:gd name="connsiteY369" fmla="*/ 1733550 h 6677025"/>
                  <a:gd name="connsiteX370" fmla="*/ 7170738 w 8802688"/>
                  <a:gd name="connsiteY370" fmla="*/ 1754188 h 6677025"/>
                  <a:gd name="connsiteX371" fmla="*/ 7191376 w 8802688"/>
                  <a:gd name="connsiteY371" fmla="*/ 1774825 h 6677025"/>
                  <a:gd name="connsiteX372" fmla="*/ 7218363 w 8802688"/>
                  <a:gd name="connsiteY372" fmla="*/ 1790700 h 6677025"/>
                  <a:gd name="connsiteX373" fmla="*/ 7243763 w 8802688"/>
                  <a:gd name="connsiteY373" fmla="*/ 1801813 h 6677025"/>
                  <a:gd name="connsiteX374" fmla="*/ 7277101 w 8802688"/>
                  <a:gd name="connsiteY374" fmla="*/ 1811338 h 6677025"/>
                  <a:gd name="connsiteX375" fmla="*/ 7310438 w 8802688"/>
                  <a:gd name="connsiteY375" fmla="*/ 1814513 h 6677025"/>
                  <a:gd name="connsiteX376" fmla="*/ 7348538 w 8802688"/>
                  <a:gd name="connsiteY376" fmla="*/ 1811338 h 6677025"/>
                  <a:gd name="connsiteX377" fmla="*/ 7392988 w 8802688"/>
                  <a:gd name="connsiteY377" fmla="*/ 1804988 h 6677025"/>
                  <a:gd name="connsiteX378" fmla="*/ 7437438 w 8802688"/>
                  <a:gd name="connsiteY378" fmla="*/ 1793875 h 6677025"/>
                  <a:gd name="connsiteX379" fmla="*/ 7550151 w 8802688"/>
                  <a:gd name="connsiteY379" fmla="*/ 1906588 h 6677025"/>
                  <a:gd name="connsiteX380" fmla="*/ 7362826 w 8802688"/>
                  <a:gd name="connsiteY380" fmla="*/ 1941513 h 6677025"/>
                  <a:gd name="connsiteX381" fmla="*/ 7221538 w 8802688"/>
                  <a:gd name="connsiteY381" fmla="*/ 1974850 h 6677025"/>
                  <a:gd name="connsiteX382" fmla="*/ 7164388 w 8802688"/>
                  <a:gd name="connsiteY382" fmla="*/ 1992313 h 6677025"/>
                  <a:gd name="connsiteX383" fmla="*/ 7116763 w 8802688"/>
                  <a:gd name="connsiteY383" fmla="*/ 2006600 h 6677025"/>
                  <a:gd name="connsiteX384" fmla="*/ 7075488 w 8802688"/>
                  <a:gd name="connsiteY384" fmla="*/ 2025650 h 6677025"/>
                  <a:gd name="connsiteX385" fmla="*/ 7038976 w 8802688"/>
                  <a:gd name="connsiteY385" fmla="*/ 2046288 h 6677025"/>
                  <a:gd name="connsiteX386" fmla="*/ 7011988 w 8802688"/>
                  <a:gd name="connsiteY386" fmla="*/ 2066925 h 6677025"/>
                  <a:gd name="connsiteX387" fmla="*/ 6988176 w 8802688"/>
                  <a:gd name="connsiteY387" fmla="*/ 2093913 h 6677025"/>
                  <a:gd name="connsiteX388" fmla="*/ 6970713 w 8802688"/>
                  <a:gd name="connsiteY388" fmla="*/ 2122488 h 6677025"/>
                  <a:gd name="connsiteX389" fmla="*/ 6956426 w 8802688"/>
                  <a:gd name="connsiteY389" fmla="*/ 2159000 h 6677025"/>
                  <a:gd name="connsiteX390" fmla="*/ 6943726 w 8802688"/>
                  <a:gd name="connsiteY390" fmla="*/ 2197100 h 6677025"/>
                  <a:gd name="connsiteX391" fmla="*/ 6935788 w 8802688"/>
                  <a:gd name="connsiteY391" fmla="*/ 2241550 h 6677025"/>
                  <a:gd name="connsiteX392" fmla="*/ 6926263 w 8802688"/>
                  <a:gd name="connsiteY392" fmla="*/ 2295525 h 6677025"/>
                  <a:gd name="connsiteX393" fmla="*/ 6919913 w 8802688"/>
                  <a:gd name="connsiteY393" fmla="*/ 2355850 h 6677025"/>
                  <a:gd name="connsiteX394" fmla="*/ 6946901 w 8802688"/>
                  <a:gd name="connsiteY394" fmla="*/ 2298700 h 6677025"/>
                  <a:gd name="connsiteX395" fmla="*/ 6973888 w 8802688"/>
                  <a:gd name="connsiteY395" fmla="*/ 2244725 h 6677025"/>
                  <a:gd name="connsiteX396" fmla="*/ 7004051 w 8802688"/>
                  <a:gd name="connsiteY396" fmla="*/ 2200275 h 6677025"/>
                  <a:gd name="connsiteX397" fmla="*/ 7015163 w 8802688"/>
                  <a:gd name="connsiteY397" fmla="*/ 2182813 h 6677025"/>
                  <a:gd name="connsiteX398" fmla="*/ 7031038 w 8802688"/>
                  <a:gd name="connsiteY398" fmla="*/ 2168525 h 6677025"/>
                  <a:gd name="connsiteX399" fmla="*/ 7081838 w 8802688"/>
                  <a:gd name="connsiteY399" fmla="*/ 2117725 h 6677025"/>
                  <a:gd name="connsiteX400" fmla="*/ 7127876 w 8802688"/>
                  <a:gd name="connsiteY400" fmla="*/ 2073276 h 6677025"/>
                  <a:gd name="connsiteX401" fmla="*/ 7181851 w 8802688"/>
                  <a:gd name="connsiteY401" fmla="*/ 2030413 h 6677025"/>
                  <a:gd name="connsiteX402" fmla="*/ 7253288 w 8802688"/>
                  <a:gd name="connsiteY402" fmla="*/ 1981200 h 6677025"/>
                  <a:gd name="connsiteX403" fmla="*/ 7226301 w 8802688"/>
                  <a:gd name="connsiteY403" fmla="*/ 2135188 h 6677025"/>
                  <a:gd name="connsiteX404" fmla="*/ 7197726 w 8802688"/>
                  <a:gd name="connsiteY404" fmla="*/ 2268538 h 6677025"/>
                  <a:gd name="connsiteX405" fmla="*/ 7170738 w 8802688"/>
                  <a:gd name="connsiteY405" fmla="*/ 2390775 h 6677025"/>
                  <a:gd name="connsiteX406" fmla="*/ 7140576 w 8802688"/>
                  <a:gd name="connsiteY406" fmla="*/ 2503488 h 6677025"/>
                  <a:gd name="connsiteX407" fmla="*/ 7178676 w 8802688"/>
                  <a:gd name="connsiteY407" fmla="*/ 2503488 h 6677025"/>
                  <a:gd name="connsiteX408" fmla="*/ 7235826 w 8802688"/>
                  <a:gd name="connsiteY408" fmla="*/ 2414588 h 6677025"/>
                  <a:gd name="connsiteX409" fmla="*/ 7289801 w 8802688"/>
                  <a:gd name="connsiteY409" fmla="*/ 2316163 h 6677025"/>
                  <a:gd name="connsiteX410" fmla="*/ 7345363 w 8802688"/>
                  <a:gd name="connsiteY410" fmla="*/ 2217738 h 6677025"/>
                  <a:gd name="connsiteX411" fmla="*/ 7402513 w 8802688"/>
                  <a:gd name="connsiteY411" fmla="*/ 2128838 h 6677025"/>
                  <a:gd name="connsiteX412" fmla="*/ 7405688 w 8802688"/>
                  <a:gd name="connsiteY412" fmla="*/ 2117725 h 6677025"/>
                  <a:gd name="connsiteX413" fmla="*/ 7413626 w 8802688"/>
                  <a:gd name="connsiteY413" fmla="*/ 2108200 h 6677025"/>
                  <a:gd name="connsiteX414" fmla="*/ 7426326 w 8802688"/>
                  <a:gd name="connsiteY414" fmla="*/ 2098675 h 6677025"/>
                  <a:gd name="connsiteX415" fmla="*/ 7443788 w 8802688"/>
                  <a:gd name="connsiteY415" fmla="*/ 2093913 h 6677025"/>
                  <a:gd name="connsiteX416" fmla="*/ 7478713 w 8802688"/>
                  <a:gd name="connsiteY416" fmla="*/ 2076451 h 6677025"/>
                  <a:gd name="connsiteX417" fmla="*/ 7497763 w 8802688"/>
                  <a:gd name="connsiteY417" fmla="*/ 2066925 h 6677025"/>
                  <a:gd name="connsiteX418" fmla="*/ 7512051 w 8802688"/>
                  <a:gd name="connsiteY418" fmla="*/ 2054225 h 6677025"/>
                  <a:gd name="connsiteX419" fmla="*/ 7539038 w 8802688"/>
                  <a:gd name="connsiteY419" fmla="*/ 2084388 h 6677025"/>
                  <a:gd name="connsiteX420" fmla="*/ 7553326 w 8802688"/>
                  <a:gd name="connsiteY420" fmla="*/ 2098675 h 6677025"/>
                  <a:gd name="connsiteX421" fmla="*/ 7562851 w 8802688"/>
                  <a:gd name="connsiteY421" fmla="*/ 2114550 h 6677025"/>
                  <a:gd name="connsiteX422" fmla="*/ 7573963 w 8802688"/>
                  <a:gd name="connsiteY422" fmla="*/ 2135188 h 6677025"/>
                  <a:gd name="connsiteX423" fmla="*/ 7580313 w 8802688"/>
                  <a:gd name="connsiteY423" fmla="*/ 2155825 h 6677025"/>
                  <a:gd name="connsiteX424" fmla="*/ 7586663 w 8802688"/>
                  <a:gd name="connsiteY424" fmla="*/ 2176463 h 6677025"/>
                  <a:gd name="connsiteX425" fmla="*/ 7586663 w 8802688"/>
                  <a:gd name="connsiteY425" fmla="*/ 2203450 h 6677025"/>
                  <a:gd name="connsiteX426" fmla="*/ 7586663 w 8802688"/>
                  <a:gd name="connsiteY426" fmla="*/ 2262188 h 6677025"/>
                  <a:gd name="connsiteX427" fmla="*/ 7580313 w 8802688"/>
                  <a:gd name="connsiteY427" fmla="*/ 2322513 h 6677025"/>
                  <a:gd name="connsiteX428" fmla="*/ 7569201 w 8802688"/>
                  <a:gd name="connsiteY428" fmla="*/ 2452688 h 6677025"/>
                  <a:gd name="connsiteX429" fmla="*/ 7556501 w 8802688"/>
                  <a:gd name="connsiteY429" fmla="*/ 2587625 h 6677025"/>
                  <a:gd name="connsiteX430" fmla="*/ 7550151 w 8802688"/>
                  <a:gd name="connsiteY430" fmla="*/ 2659063 h 6677025"/>
                  <a:gd name="connsiteX431" fmla="*/ 7550151 w 8802688"/>
                  <a:gd name="connsiteY431" fmla="*/ 2727325 h 6677025"/>
                  <a:gd name="connsiteX432" fmla="*/ 7589838 w 8802688"/>
                  <a:gd name="connsiteY432" fmla="*/ 2613025 h 6677025"/>
                  <a:gd name="connsiteX433" fmla="*/ 7624763 w 8802688"/>
                  <a:gd name="connsiteY433" fmla="*/ 2503488 h 6677025"/>
                  <a:gd name="connsiteX434" fmla="*/ 7654926 w 8802688"/>
                  <a:gd name="connsiteY434" fmla="*/ 2390775 h 6677025"/>
                  <a:gd name="connsiteX435" fmla="*/ 7666038 w 8802688"/>
                  <a:gd name="connsiteY435" fmla="*/ 2333625 h 6677025"/>
                  <a:gd name="connsiteX436" fmla="*/ 7675563 w 8802688"/>
                  <a:gd name="connsiteY436" fmla="*/ 2278063 h 6677025"/>
                  <a:gd name="connsiteX437" fmla="*/ 7681913 w 8802688"/>
                  <a:gd name="connsiteY437" fmla="*/ 2224088 h 6677025"/>
                  <a:gd name="connsiteX438" fmla="*/ 7688263 w 8802688"/>
                  <a:gd name="connsiteY438" fmla="*/ 2168525 h 6677025"/>
                  <a:gd name="connsiteX439" fmla="*/ 7689851 w 8802688"/>
                  <a:gd name="connsiteY439" fmla="*/ 2111375 h 6677025"/>
                  <a:gd name="connsiteX440" fmla="*/ 7689851 w 8802688"/>
                  <a:gd name="connsiteY440" fmla="*/ 2054225 h 6677025"/>
                  <a:gd name="connsiteX441" fmla="*/ 7688263 w 8802688"/>
                  <a:gd name="connsiteY441" fmla="*/ 1998663 h 6677025"/>
                  <a:gd name="connsiteX442" fmla="*/ 7681913 w 8802688"/>
                  <a:gd name="connsiteY442" fmla="*/ 1941513 h 6677025"/>
                  <a:gd name="connsiteX443" fmla="*/ 7672388 w 8802688"/>
                  <a:gd name="connsiteY443" fmla="*/ 1885950 h 6677025"/>
                  <a:gd name="connsiteX444" fmla="*/ 7661276 w 8802688"/>
                  <a:gd name="connsiteY444" fmla="*/ 1831975 h 6677025"/>
                  <a:gd name="connsiteX445" fmla="*/ 7654926 w 8802688"/>
                  <a:gd name="connsiteY445" fmla="*/ 1811338 h 6677025"/>
                  <a:gd name="connsiteX446" fmla="*/ 7651751 w 8802688"/>
                  <a:gd name="connsiteY446" fmla="*/ 1790700 h 6677025"/>
                  <a:gd name="connsiteX447" fmla="*/ 7651751 w 8802688"/>
                  <a:gd name="connsiteY447" fmla="*/ 1773238 h 6677025"/>
                  <a:gd name="connsiteX448" fmla="*/ 7651751 w 8802688"/>
                  <a:gd name="connsiteY448" fmla="*/ 1754188 h 6677025"/>
                  <a:gd name="connsiteX449" fmla="*/ 7654926 w 8802688"/>
                  <a:gd name="connsiteY449" fmla="*/ 1736725 h 6677025"/>
                  <a:gd name="connsiteX450" fmla="*/ 7661276 w 8802688"/>
                  <a:gd name="connsiteY450" fmla="*/ 1719263 h 6677025"/>
                  <a:gd name="connsiteX451" fmla="*/ 7675563 w 8802688"/>
                  <a:gd name="connsiteY451" fmla="*/ 1689100 h 6677025"/>
                  <a:gd name="connsiteX452" fmla="*/ 7696201 w 8802688"/>
                  <a:gd name="connsiteY452" fmla="*/ 1665288 h 6677025"/>
                  <a:gd name="connsiteX453" fmla="*/ 7720013 w 8802688"/>
                  <a:gd name="connsiteY453" fmla="*/ 1641476 h 6677025"/>
                  <a:gd name="connsiteX454" fmla="*/ 7743826 w 8802688"/>
                  <a:gd name="connsiteY454" fmla="*/ 1620838 h 6677025"/>
                  <a:gd name="connsiteX455" fmla="*/ 7773988 w 8802688"/>
                  <a:gd name="connsiteY455" fmla="*/ 1606550 h 6677025"/>
                  <a:gd name="connsiteX456" fmla="*/ 7805738 w 8802688"/>
                  <a:gd name="connsiteY456" fmla="*/ 1590675 h 6677025"/>
                  <a:gd name="connsiteX457" fmla="*/ 7839076 w 8802688"/>
                  <a:gd name="connsiteY457" fmla="*/ 1576388 h 6677025"/>
                  <a:gd name="connsiteX458" fmla="*/ 7904163 w 8802688"/>
                  <a:gd name="connsiteY458" fmla="*/ 1538288 h 6677025"/>
                  <a:gd name="connsiteX459" fmla="*/ 7967663 w 8802688"/>
                  <a:gd name="connsiteY459" fmla="*/ 1495425 h 6677025"/>
                  <a:gd name="connsiteX460" fmla="*/ 8026401 w 8802688"/>
                  <a:gd name="connsiteY460" fmla="*/ 1447801 h 6677025"/>
                  <a:gd name="connsiteX461" fmla="*/ 8085138 w 8802688"/>
                  <a:gd name="connsiteY461" fmla="*/ 1398588 h 6677025"/>
                  <a:gd name="connsiteX462" fmla="*/ 8142288 w 8802688"/>
                  <a:gd name="connsiteY462" fmla="*/ 1344613 h 6677025"/>
                  <a:gd name="connsiteX463" fmla="*/ 8255001 w 8802688"/>
                  <a:gd name="connsiteY463" fmla="*/ 1235076 h 6677025"/>
                  <a:gd name="connsiteX464" fmla="*/ 8275638 w 8802688"/>
                  <a:gd name="connsiteY464" fmla="*/ 1208088 h 6677025"/>
                  <a:gd name="connsiteX465" fmla="*/ 8296276 w 8802688"/>
                  <a:gd name="connsiteY465" fmla="*/ 1187450 h 6677025"/>
                  <a:gd name="connsiteX466" fmla="*/ 8318501 w 8802688"/>
                  <a:gd name="connsiteY466" fmla="*/ 1168400 h 6677025"/>
                  <a:gd name="connsiteX467" fmla="*/ 8339138 w 8802688"/>
                  <a:gd name="connsiteY467" fmla="*/ 1154113 h 6677025"/>
                  <a:gd name="connsiteX468" fmla="*/ 8359776 w 8802688"/>
                  <a:gd name="connsiteY468" fmla="*/ 1144588 h 6677025"/>
                  <a:gd name="connsiteX469" fmla="*/ 8377238 w 8802688"/>
                  <a:gd name="connsiteY469" fmla="*/ 1139825 h 6677025"/>
                  <a:gd name="connsiteX470" fmla="*/ 8397876 w 8802688"/>
                  <a:gd name="connsiteY470" fmla="*/ 1139825 h 6677025"/>
                  <a:gd name="connsiteX471" fmla="*/ 8415338 w 8802688"/>
                  <a:gd name="connsiteY471" fmla="*/ 1139825 h 6677025"/>
                  <a:gd name="connsiteX472" fmla="*/ 8435976 w 8802688"/>
                  <a:gd name="connsiteY472" fmla="*/ 1144588 h 6677025"/>
                  <a:gd name="connsiteX473" fmla="*/ 8455026 w 8802688"/>
                  <a:gd name="connsiteY473" fmla="*/ 1154113 h 6677025"/>
                  <a:gd name="connsiteX474" fmla="*/ 8472488 w 8802688"/>
                  <a:gd name="connsiteY474" fmla="*/ 1166813 h 6677025"/>
                  <a:gd name="connsiteX475" fmla="*/ 8489951 w 8802688"/>
                  <a:gd name="connsiteY475" fmla="*/ 1181100 h 6677025"/>
                  <a:gd name="connsiteX476" fmla="*/ 8504238 w 8802688"/>
                  <a:gd name="connsiteY476" fmla="*/ 1198563 h 6677025"/>
                  <a:gd name="connsiteX477" fmla="*/ 8523288 w 8802688"/>
                  <a:gd name="connsiteY477" fmla="*/ 1219201 h 6677025"/>
                  <a:gd name="connsiteX478" fmla="*/ 8537576 w 8802688"/>
                  <a:gd name="connsiteY478" fmla="*/ 1243013 h 6677025"/>
                  <a:gd name="connsiteX479" fmla="*/ 8551863 w 8802688"/>
                  <a:gd name="connsiteY479" fmla="*/ 1270000 h 6677025"/>
                  <a:gd name="connsiteX480" fmla="*/ 8605838 w 8802688"/>
                  <a:gd name="connsiteY480" fmla="*/ 1403350 h 6677025"/>
                  <a:gd name="connsiteX481" fmla="*/ 8659813 w 8802688"/>
                  <a:gd name="connsiteY481" fmla="*/ 1531938 h 6677025"/>
                  <a:gd name="connsiteX482" fmla="*/ 8680451 w 8802688"/>
                  <a:gd name="connsiteY482" fmla="*/ 1593850 h 6677025"/>
                  <a:gd name="connsiteX483" fmla="*/ 8704263 w 8802688"/>
                  <a:gd name="connsiteY483" fmla="*/ 1658938 h 6677025"/>
                  <a:gd name="connsiteX484" fmla="*/ 8721726 w 8802688"/>
                  <a:gd name="connsiteY484" fmla="*/ 1725613 h 6677025"/>
                  <a:gd name="connsiteX485" fmla="*/ 8737601 w 8802688"/>
                  <a:gd name="connsiteY485" fmla="*/ 1793875 h 6677025"/>
                  <a:gd name="connsiteX486" fmla="*/ 8763001 w 8802688"/>
                  <a:gd name="connsiteY486" fmla="*/ 1974850 h 6677025"/>
                  <a:gd name="connsiteX487" fmla="*/ 8785226 w 8802688"/>
                  <a:gd name="connsiteY487" fmla="*/ 2149475 h 6677025"/>
                  <a:gd name="connsiteX488" fmla="*/ 8789988 w 8802688"/>
                  <a:gd name="connsiteY488" fmla="*/ 2238375 h 6677025"/>
                  <a:gd name="connsiteX489" fmla="*/ 8796338 w 8802688"/>
                  <a:gd name="connsiteY489" fmla="*/ 2325688 h 6677025"/>
                  <a:gd name="connsiteX490" fmla="*/ 8802688 w 8802688"/>
                  <a:gd name="connsiteY490" fmla="*/ 2411413 h 6677025"/>
                  <a:gd name="connsiteX491" fmla="*/ 8802688 w 8802688"/>
                  <a:gd name="connsiteY491" fmla="*/ 2497138 h 6677025"/>
                  <a:gd name="connsiteX492" fmla="*/ 8802688 w 8802688"/>
                  <a:gd name="connsiteY492" fmla="*/ 2584450 h 6677025"/>
                  <a:gd name="connsiteX493" fmla="*/ 8796338 w 8802688"/>
                  <a:gd name="connsiteY493" fmla="*/ 2670175 h 6677025"/>
                  <a:gd name="connsiteX494" fmla="*/ 8789988 w 8802688"/>
                  <a:gd name="connsiteY494" fmla="*/ 2752725 h 6677025"/>
                  <a:gd name="connsiteX495" fmla="*/ 8778876 w 8802688"/>
                  <a:gd name="connsiteY495" fmla="*/ 2840038 h 6677025"/>
                  <a:gd name="connsiteX496" fmla="*/ 8763001 w 8802688"/>
                  <a:gd name="connsiteY496" fmla="*/ 2922588 h 6677025"/>
                  <a:gd name="connsiteX497" fmla="*/ 8748713 w 8802688"/>
                  <a:gd name="connsiteY497" fmla="*/ 3006725 h 6677025"/>
                  <a:gd name="connsiteX498" fmla="*/ 8724901 w 8802688"/>
                  <a:gd name="connsiteY498" fmla="*/ 3092450 h 6677025"/>
                  <a:gd name="connsiteX499" fmla="*/ 8701088 w 8802688"/>
                  <a:gd name="connsiteY499" fmla="*/ 3175000 h 6677025"/>
                  <a:gd name="connsiteX500" fmla="*/ 8670926 w 8802688"/>
                  <a:gd name="connsiteY500" fmla="*/ 3249613 h 6677025"/>
                  <a:gd name="connsiteX501" fmla="*/ 8642351 w 8802688"/>
                  <a:gd name="connsiteY501" fmla="*/ 3321050 h 6677025"/>
                  <a:gd name="connsiteX502" fmla="*/ 8609013 w 8802688"/>
                  <a:gd name="connsiteY502" fmla="*/ 3389313 h 6677025"/>
                  <a:gd name="connsiteX503" fmla="*/ 8575676 w 8802688"/>
                  <a:gd name="connsiteY503" fmla="*/ 3451225 h 6677025"/>
                  <a:gd name="connsiteX504" fmla="*/ 8543926 w 8802688"/>
                  <a:gd name="connsiteY504" fmla="*/ 3514725 h 6677025"/>
                  <a:gd name="connsiteX505" fmla="*/ 8507413 w 8802688"/>
                  <a:gd name="connsiteY505" fmla="*/ 3570288 h 6677025"/>
                  <a:gd name="connsiteX506" fmla="*/ 8469313 w 8802688"/>
                  <a:gd name="connsiteY506" fmla="*/ 3621088 h 6677025"/>
                  <a:gd name="connsiteX507" fmla="*/ 8431213 w 8802688"/>
                  <a:gd name="connsiteY507" fmla="*/ 3671888 h 6677025"/>
                  <a:gd name="connsiteX508" fmla="*/ 8391526 w 8802688"/>
                  <a:gd name="connsiteY508" fmla="*/ 3719513 h 6677025"/>
                  <a:gd name="connsiteX509" fmla="*/ 8350251 w 8802688"/>
                  <a:gd name="connsiteY509" fmla="*/ 3760788 h 6677025"/>
                  <a:gd name="connsiteX510" fmla="*/ 8305801 w 8802688"/>
                  <a:gd name="connsiteY510" fmla="*/ 3802063 h 6677025"/>
                  <a:gd name="connsiteX511" fmla="*/ 8261351 w 8802688"/>
                  <a:gd name="connsiteY511" fmla="*/ 3838575 h 6677025"/>
                  <a:gd name="connsiteX512" fmla="*/ 8216901 w 8802688"/>
                  <a:gd name="connsiteY512" fmla="*/ 3870325 h 6677025"/>
                  <a:gd name="connsiteX513" fmla="*/ 8172451 w 8802688"/>
                  <a:gd name="connsiteY513" fmla="*/ 3903663 h 6677025"/>
                  <a:gd name="connsiteX514" fmla="*/ 8124826 w 8802688"/>
                  <a:gd name="connsiteY514" fmla="*/ 3930650 h 6677025"/>
                  <a:gd name="connsiteX515" fmla="*/ 8074026 w 8802688"/>
                  <a:gd name="connsiteY515" fmla="*/ 3954463 h 6677025"/>
                  <a:gd name="connsiteX516" fmla="*/ 8023226 w 8802688"/>
                  <a:gd name="connsiteY516" fmla="*/ 3978275 h 6677025"/>
                  <a:gd name="connsiteX517" fmla="*/ 7972426 w 8802688"/>
                  <a:gd name="connsiteY517" fmla="*/ 3995738 h 6677025"/>
                  <a:gd name="connsiteX518" fmla="*/ 7920038 w 8802688"/>
                  <a:gd name="connsiteY518" fmla="*/ 4013200 h 6677025"/>
                  <a:gd name="connsiteX519" fmla="*/ 7866063 w 8802688"/>
                  <a:gd name="connsiteY519" fmla="*/ 4029075 h 6677025"/>
                  <a:gd name="connsiteX520" fmla="*/ 7812088 w 8802688"/>
                  <a:gd name="connsiteY520" fmla="*/ 4040188 h 6677025"/>
                  <a:gd name="connsiteX521" fmla="*/ 7756526 w 8802688"/>
                  <a:gd name="connsiteY521" fmla="*/ 4049713 h 6677025"/>
                  <a:gd name="connsiteX522" fmla="*/ 7699376 w 8802688"/>
                  <a:gd name="connsiteY522" fmla="*/ 4057650 h 6677025"/>
                  <a:gd name="connsiteX523" fmla="*/ 7640638 w 8802688"/>
                  <a:gd name="connsiteY523" fmla="*/ 4064000 h 6677025"/>
                  <a:gd name="connsiteX524" fmla="*/ 7583488 w 8802688"/>
                  <a:gd name="connsiteY524" fmla="*/ 4067175 h 6677025"/>
                  <a:gd name="connsiteX525" fmla="*/ 7521576 w 8802688"/>
                  <a:gd name="connsiteY525" fmla="*/ 4067175 h 6677025"/>
                  <a:gd name="connsiteX526" fmla="*/ 7461251 w 8802688"/>
                  <a:gd name="connsiteY526" fmla="*/ 4067175 h 6677025"/>
                  <a:gd name="connsiteX527" fmla="*/ 7399338 w 8802688"/>
                  <a:gd name="connsiteY527" fmla="*/ 4064000 h 6677025"/>
                  <a:gd name="connsiteX528" fmla="*/ 7270751 w 8802688"/>
                  <a:gd name="connsiteY528" fmla="*/ 4052888 h 6677025"/>
                  <a:gd name="connsiteX529" fmla="*/ 7140576 w 8802688"/>
                  <a:gd name="connsiteY529" fmla="*/ 4033838 h 6677025"/>
                  <a:gd name="connsiteX530" fmla="*/ 7018338 w 8802688"/>
                  <a:gd name="connsiteY530" fmla="*/ 4016375 h 6677025"/>
                  <a:gd name="connsiteX531" fmla="*/ 6896101 w 8802688"/>
                  <a:gd name="connsiteY531" fmla="*/ 3992563 h 6677025"/>
                  <a:gd name="connsiteX532" fmla="*/ 6780213 w 8802688"/>
                  <a:gd name="connsiteY532" fmla="*/ 3965575 h 6677025"/>
                  <a:gd name="connsiteX533" fmla="*/ 6664326 w 8802688"/>
                  <a:gd name="connsiteY533" fmla="*/ 3937000 h 6677025"/>
                  <a:gd name="connsiteX534" fmla="*/ 6438901 w 8802688"/>
                  <a:gd name="connsiteY534" fmla="*/ 3870325 h 6677025"/>
                  <a:gd name="connsiteX535" fmla="*/ 6326188 w 8802688"/>
                  <a:gd name="connsiteY535" fmla="*/ 3841750 h 6677025"/>
                  <a:gd name="connsiteX536" fmla="*/ 6216651 w 8802688"/>
                  <a:gd name="connsiteY536" fmla="*/ 3811588 h 6677025"/>
                  <a:gd name="connsiteX537" fmla="*/ 6186488 w 8802688"/>
                  <a:gd name="connsiteY537" fmla="*/ 3951288 h 6677025"/>
                  <a:gd name="connsiteX538" fmla="*/ 6162676 w 8802688"/>
                  <a:gd name="connsiteY538" fmla="*/ 4094163 h 6677025"/>
                  <a:gd name="connsiteX539" fmla="*/ 6153151 w 8802688"/>
                  <a:gd name="connsiteY539" fmla="*/ 4171950 h 6677025"/>
                  <a:gd name="connsiteX540" fmla="*/ 6148388 w 8802688"/>
                  <a:gd name="connsiteY540" fmla="*/ 4244975 h 6677025"/>
                  <a:gd name="connsiteX541" fmla="*/ 6142038 w 8802688"/>
                  <a:gd name="connsiteY541" fmla="*/ 4325938 h 6677025"/>
                  <a:gd name="connsiteX542" fmla="*/ 6142038 w 8802688"/>
                  <a:gd name="connsiteY542" fmla="*/ 4408488 h 6677025"/>
                  <a:gd name="connsiteX543" fmla="*/ 6142038 w 8802688"/>
                  <a:gd name="connsiteY543" fmla="*/ 4438650 h 6677025"/>
                  <a:gd name="connsiteX544" fmla="*/ 6148388 w 8802688"/>
                  <a:gd name="connsiteY544" fmla="*/ 4468813 h 6677025"/>
                  <a:gd name="connsiteX545" fmla="*/ 6156326 w 8802688"/>
                  <a:gd name="connsiteY545" fmla="*/ 4500563 h 6677025"/>
                  <a:gd name="connsiteX546" fmla="*/ 6169026 w 8802688"/>
                  <a:gd name="connsiteY546" fmla="*/ 4530725 h 6677025"/>
                  <a:gd name="connsiteX547" fmla="*/ 6183313 w 8802688"/>
                  <a:gd name="connsiteY547" fmla="*/ 4554538 h 6677025"/>
                  <a:gd name="connsiteX548" fmla="*/ 6203951 w 8802688"/>
                  <a:gd name="connsiteY548" fmla="*/ 4575175 h 6677025"/>
                  <a:gd name="connsiteX549" fmla="*/ 6213476 w 8802688"/>
                  <a:gd name="connsiteY549" fmla="*/ 4584700 h 6677025"/>
                  <a:gd name="connsiteX550" fmla="*/ 6224588 w 8802688"/>
                  <a:gd name="connsiteY550" fmla="*/ 4591050 h 6677025"/>
                  <a:gd name="connsiteX551" fmla="*/ 6237288 w 8802688"/>
                  <a:gd name="connsiteY551" fmla="*/ 4594225 h 6677025"/>
                  <a:gd name="connsiteX552" fmla="*/ 6251576 w 8802688"/>
                  <a:gd name="connsiteY552" fmla="*/ 4595813 h 6677025"/>
                  <a:gd name="connsiteX553" fmla="*/ 6281738 w 8802688"/>
                  <a:gd name="connsiteY553" fmla="*/ 4608513 h 6677025"/>
                  <a:gd name="connsiteX554" fmla="*/ 6313488 w 8802688"/>
                  <a:gd name="connsiteY554" fmla="*/ 4619625 h 6677025"/>
                  <a:gd name="connsiteX555" fmla="*/ 6350001 w 8802688"/>
                  <a:gd name="connsiteY555" fmla="*/ 4629150 h 6677025"/>
                  <a:gd name="connsiteX556" fmla="*/ 6384926 w 8802688"/>
                  <a:gd name="connsiteY556" fmla="*/ 4632325 h 6677025"/>
                  <a:gd name="connsiteX557" fmla="*/ 6405563 w 8802688"/>
                  <a:gd name="connsiteY557" fmla="*/ 4632325 h 6677025"/>
                  <a:gd name="connsiteX558" fmla="*/ 6424613 w 8802688"/>
                  <a:gd name="connsiteY558" fmla="*/ 4629150 h 6677025"/>
                  <a:gd name="connsiteX559" fmla="*/ 6445251 w 8802688"/>
                  <a:gd name="connsiteY559" fmla="*/ 4622800 h 6677025"/>
                  <a:gd name="connsiteX560" fmla="*/ 6465888 w 8802688"/>
                  <a:gd name="connsiteY560" fmla="*/ 4616450 h 6677025"/>
                  <a:gd name="connsiteX561" fmla="*/ 6486526 w 8802688"/>
                  <a:gd name="connsiteY561" fmla="*/ 4605338 h 6677025"/>
                  <a:gd name="connsiteX562" fmla="*/ 6507163 w 8802688"/>
                  <a:gd name="connsiteY562" fmla="*/ 4594225 h 6677025"/>
                  <a:gd name="connsiteX563" fmla="*/ 6527801 w 8802688"/>
                  <a:gd name="connsiteY563" fmla="*/ 4575175 h 6677025"/>
                  <a:gd name="connsiteX564" fmla="*/ 6548438 w 8802688"/>
                  <a:gd name="connsiteY564" fmla="*/ 4557713 h 6677025"/>
                  <a:gd name="connsiteX565" fmla="*/ 6578601 w 8802688"/>
                  <a:gd name="connsiteY565" fmla="*/ 4516438 h 6677025"/>
                  <a:gd name="connsiteX566" fmla="*/ 6608763 w 8802688"/>
                  <a:gd name="connsiteY566" fmla="*/ 4476750 h 6677025"/>
                  <a:gd name="connsiteX567" fmla="*/ 6673851 w 8802688"/>
                  <a:gd name="connsiteY567" fmla="*/ 4403725 h 6677025"/>
                  <a:gd name="connsiteX568" fmla="*/ 6704013 w 8802688"/>
                  <a:gd name="connsiteY568" fmla="*/ 4364038 h 6677025"/>
                  <a:gd name="connsiteX569" fmla="*/ 6731001 w 8802688"/>
                  <a:gd name="connsiteY569" fmla="*/ 4319588 h 6677025"/>
                  <a:gd name="connsiteX570" fmla="*/ 6754813 w 8802688"/>
                  <a:gd name="connsiteY570" fmla="*/ 4275138 h 6677025"/>
                  <a:gd name="connsiteX571" fmla="*/ 6762751 w 8802688"/>
                  <a:gd name="connsiteY571" fmla="*/ 4248150 h 6677025"/>
                  <a:gd name="connsiteX572" fmla="*/ 6772276 w 8802688"/>
                  <a:gd name="connsiteY572" fmla="*/ 4221163 h 6677025"/>
                  <a:gd name="connsiteX573" fmla="*/ 6775451 w 8802688"/>
                  <a:gd name="connsiteY573" fmla="*/ 4210050 h 6677025"/>
                  <a:gd name="connsiteX574" fmla="*/ 6783388 w 8802688"/>
                  <a:gd name="connsiteY574" fmla="*/ 4197350 h 6677025"/>
                  <a:gd name="connsiteX575" fmla="*/ 6796088 w 8802688"/>
                  <a:gd name="connsiteY575" fmla="*/ 4192588 h 6677025"/>
                  <a:gd name="connsiteX576" fmla="*/ 6813551 w 8802688"/>
                  <a:gd name="connsiteY576" fmla="*/ 4183063 h 6677025"/>
                  <a:gd name="connsiteX577" fmla="*/ 6848476 w 8802688"/>
                  <a:gd name="connsiteY577" fmla="*/ 4168775 h 6677025"/>
                  <a:gd name="connsiteX578" fmla="*/ 6867526 w 8802688"/>
                  <a:gd name="connsiteY578" fmla="*/ 4159250 h 6677025"/>
                  <a:gd name="connsiteX579" fmla="*/ 6881813 w 8802688"/>
                  <a:gd name="connsiteY579" fmla="*/ 4148138 h 6677025"/>
                  <a:gd name="connsiteX580" fmla="*/ 6881813 w 8802688"/>
                  <a:gd name="connsiteY580" fmla="*/ 4200525 h 6677025"/>
                  <a:gd name="connsiteX581" fmla="*/ 6875463 w 8802688"/>
                  <a:gd name="connsiteY581" fmla="*/ 4254500 h 6677025"/>
                  <a:gd name="connsiteX582" fmla="*/ 6867526 w 8802688"/>
                  <a:gd name="connsiteY582" fmla="*/ 4302125 h 6677025"/>
                  <a:gd name="connsiteX583" fmla="*/ 6854826 w 8802688"/>
                  <a:gd name="connsiteY583" fmla="*/ 4349750 h 6677025"/>
                  <a:gd name="connsiteX584" fmla="*/ 6840538 w 8802688"/>
                  <a:gd name="connsiteY584" fmla="*/ 4394200 h 6677025"/>
                  <a:gd name="connsiteX585" fmla="*/ 6823076 w 8802688"/>
                  <a:gd name="connsiteY585" fmla="*/ 4435475 h 6677025"/>
                  <a:gd name="connsiteX586" fmla="*/ 6800851 w 8802688"/>
                  <a:gd name="connsiteY586" fmla="*/ 4475163 h 6677025"/>
                  <a:gd name="connsiteX587" fmla="*/ 6775451 w 8802688"/>
                  <a:gd name="connsiteY587" fmla="*/ 4510088 h 6677025"/>
                  <a:gd name="connsiteX588" fmla="*/ 6748463 w 8802688"/>
                  <a:gd name="connsiteY588" fmla="*/ 4546600 h 6677025"/>
                  <a:gd name="connsiteX589" fmla="*/ 6718301 w 8802688"/>
                  <a:gd name="connsiteY589" fmla="*/ 4575175 h 6677025"/>
                  <a:gd name="connsiteX590" fmla="*/ 6683376 w 8802688"/>
                  <a:gd name="connsiteY590" fmla="*/ 4605338 h 6677025"/>
                  <a:gd name="connsiteX591" fmla="*/ 6646863 w 8802688"/>
                  <a:gd name="connsiteY591" fmla="*/ 4629150 h 6677025"/>
                  <a:gd name="connsiteX592" fmla="*/ 6608763 w 8802688"/>
                  <a:gd name="connsiteY592" fmla="*/ 4652963 h 6677025"/>
                  <a:gd name="connsiteX593" fmla="*/ 6567488 w 8802688"/>
                  <a:gd name="connsiteY593" fmla="*/ 4673600 h 6677025"/>
                  <a:gd name="connsiteX594" fmla="*/ 6521451 w 8802688"/>
                  <a:gd name="connsiteY594" fmla="*/ 4691063 h 6677025"/>
                  <a:gd name="connsiteX595" fmla="*/ 6473826 w 8802688"/>
                  <a:gd name="connsiteY595" fmla="*/ 4706938 h 6677025"/>
                  <a:gd name="connsiteX596" fmla="*/ 6438901 w 8802688"/>
                  <a:gd name="connsiteY596" fmla="*/ 4718050 h 6677025"/>
                  <a:gd name="connsiteX597" fmla="*/ 6403976 w 8802688"/>
                  <a:gd name="connsiteY597" fmla="*/ 4727575 h 6677025"/>
                  <a:gd name="connsiteX598" fmla="*/ 6370638 w 8802688"/>
                  <a:gd name="connsiteY598" fmla="*/ 4733925 h 6677025"/>
                  <a:gd name="connsiteX599" fmla="*/ 6334126 w 8802688"/>
                  <a:gd name="connsiteY599" fmla="*/ 4735513 h 6677025"/>
                  <a:gd name="connsiteX600" fmla="*/ 6302376 w 8802688"/>
                  <a:gd name="connsiteY600" fmla="*/ 4735513 h 6677025"/>
                  <a:gd name="connsiteX601" fmla="*/ 6265863 w 8802688"/>
                  <a:gd name="connsiteY601" fmla="*/ 4733925 h 6677025"/>
                  <a:gd name="connsiteX602" fmla="*/ 6234113 w 8802688"/>
                  <a:gd name="connsiteY602" fmla="*/ 4724400 h 6677025"/>
                  <a:gd name="connsiteX603" fmla="*/ 6200776 w 8802688"/>
                  <a:gd name="connsiteY603" fmla="*/ 4714875 h 6677025"/>
                  <a:gd name="connsiteX604" fmla="*/ 6169026 w 8802688"/>
                  <a:gd name="connsiteY604" fmla="*/ 4703763 h 6677025"/>
                  <a:gd name="connsiteX605" fmla="*/ 6135688 w 8802688"/>
                  <a:gd name="connsiteY605" fmla="*/ 4691063 h 6677025"/>
                  <a:gd name="connsiteX606" fmla="*/ 6102351 w 8802688"/>
                  <a:gd name="connsiteY606" fmla="*/ 4673600 h 6677025"/>
                  <a:gd name="connsiteX607" fmla="*/ 6073776 w 8802688"/>
                  <a:gd name="connsiteY607" fmla="*/ 4656138 h 6677025"/>
                  <a:gd name="connsiteX608" fmla="*/ 6040438 w 8802688"/>
                  <a:gd name="connsiteY608" fmla="*/ 4632325 h 6677025"/>
                  <a:gd name="connsiteX609" fmla="*/ 6010276 w 8802688"/>
                  <a:gd name="connsiteY609" fmla="*/ 4611688 h 6677025"/>
                  <a:gd name="connsiteX610" fmla="*/ 5984876 w 8802688"/>
                  <a:gd name="connsiteY610" fmla="*/ 4584700 h 6677025"/>
                  <a:gd name="connsiteX611" fmla="*/ 5954713 w 8802688"/>
                  <a:gd name="connsiteY611" fmla="*/ 4557713 h 6677025"/>
                  <a:gd name="connsiteX612" fmla="*/ 5903913 w 8802688"/>
                  <a:gd name="connsiteY612" fmla="*/ 4510088 h 6677025"/>
                  <a:gd name="connsiteX613" fmla="*/ 5853113 w 8802688"/>
                  <a:gd name="connsiteY613" fmla="*/ 4465638 h 6677025"/>
                  <a:gd name="connsiteX614" fmla="*/ 5802313 w 8802688"/>
                  <a:gd name="connsiteY614" fmla="*/ 4424363 h 6677025"/>
                  <a:gd name="connsiteX615" fmla="*/ 5746751 w 8802688"/>
                  <a:gd name="connsiteY615" fmla="*/ 4384675 h 6677025"/>
                  <a:gd name="connsiteX616" fmla="*/ 5692776 w 8802688"/>
                  <a:gd name="connsiteY616" fmla="*/ 4349750 h 6677025"/>
                  <a:gd name="connsiteX617" fmla="*/ 5635626 w 8802688"/>
                  <a:gd name="connsiteY617" fmla="*/ 4316413 h 6677025"/>
                  <a:gd name="connsiteX618" fmla="*/ 5576888 w 8802688"/>
                  <a:gd name="connsiteY618" fmla="*/ 4284663 h 6677025"/>
                  <a:gd name="connsiteX619" fmla="*/ 5519738 w 8802688"/>
                  <a:gd name="connsiteY619" fmla="*/ 4254500 h 6677025"/>
                  <a:gd name="connsiteX620" fmla="*/ 5399088 w 8802688"/>
                  <a:gd name="connsiteY620" fmla="*/ 4197350 h 6677025"/>
                  <a:gd name="connsiteX621" fmla="*/ 5276851 w 8802688"/>
                  <a:gd name="connsiteY621" fmla="*/ 4141788 h 6677025"/>
                  <a:gd name="connsiteX622" fmla="*/ 5027613 w 8802688"/>
                  <a:gd name="connsiteY622" fmla="*/ 4033838 h 6677025"/>
                  <a:gd name="connsiteX623" fmla="*/ 5110163 w 8802688"/>
                  <a:gd name="connsiteY623" fmla="*/ 4090988 h 6677025"/>
                  <a:gd name="connsiteX624" fmla="*/ 5151438 w 8802688"/>
                  <a:gd name="connsiteY624" fmla="*/ 4121150 h 6677025"/>
                  <a:gd name="connsiteX625" fmla="*/ 5191126 w 8802688"/>
                  <a:gd name="connsiteY625" fmla="*/ 4151313 h 6677025"/>
                  <a:gd name="connsiteX626" fmla="*/ 5226051 w 8802688"/>
                  <a:gd name="connsiteY626" fmla="*/ 4183063 h 6677025"/>
                  <a:gd name="connsiteX627" fmla="*/ 5260976 w 8802688"/>
                  <a:gd name="connsiteY627" fmla="*/ 4219575 h 6677025"/>
                  <a:gd name="connsiteX628" fmla="*/ 5294313 w 8802688"/>
                  <a:gd name="connsiteY628" fmla="*/ 4254500 h 6677025"/>
                  <a:gd name="connsiteX629" fmla="*/ 5324476 w 8802688"/>
                  <a:gd name="connsiteY629" fmla="*/ 4295775 h 6677025"/>
                  <a:gd name="connsiteX630" fmla="*/ 5356226 w 8802688"/>
                  <a:gd name="connsiteY630" fmla="*/ 4329113 h 6677025"/>
                  <a:gd name="connsiteX631" fmla="*/ 5392738 w 8802688"/>
                  <a:gd name="connsiteY631" fmla="*/ 4370388 h 6677025"/>
                  <a:gd name="connsiteX632" fmla="*/ 5410201 w 8802688"/>
                  <a:gd name="connsiteY632" fmla="*/ 4391025 h 6677025"/>
                  <a:gd name="connsiteX633" fmla="*/ 5422901 w 8802688"/>
                  <a:gd name="connsiteY633" fmla="*/ 4411663 h 6677025"/>
                  <a:gd name="connsiteX634" fmla="*/ 5430838 w 8802688"/>
                  <a:gd name="connsiteY634" fmla="*/ 4430713 h 6677025"/>
                  <a:gd name="connsiteX635" fmla="*/ 5434013 w 8802688"/>
                  <a:gd name="connsiteY635" fmla="*/ 4445000 h 6677025"/>
                  <a:gd name="connsiteX636" fmla="*/ 5376863 w 8802688"/>
                  <a:gd name="connsiteY636" fmla="*/ 4656138 h 6677025"/>
                  <a:gd name="connsiteX637" fmla="*/ 5348288 w 8802688"/>
                  <a:gd name="connsiteY637" fmla="*/ 4759325 h 6677025"/>
                  <a:gd name="connsiteX638" fmla="*/ 5314951 w 8802688"/>
                  <a:gd name="connsiteY638" fmla="*/ 4864100 h 6677025"/>
                  <a:gd name="connsiteX639" fmla="*/ 5280026 w 8802688"/>
                  <a:gd name="connsiteY639" fmla="*/ 4965700 h 6677025"/>
                  <a:gd name="connsiteX640" fmla="*/ 5243513 w 8802688"/>
                  <a:gd name="connsiteY640" fmla="*/ 5068888 h 6677025"/>
                  <a:gd name="connsiteX641" fmla="*/ 5205413 w 8802688"/>
                  <a:gd name="connsiteY641" fmla="*/ 5167313 h 6677025"/>
                  <a:gd name="connsiteX642" fmla="*/ 5160963 w 8802688"/>
                  <a:gd name="connsiteY642" fmla="*/ 5268913 h 6677025"/>
                  <a:gd name="connsiteX643" fmla="*/ 5116513 w 8802688"/>
                  <a:gd name="connsiteY643" fmla="*/ 5362575 h 6677025"/>
                  <a:gd name="connsiteX644" fmla="*/ 5068888 w 8802688"/>
                  <a:gd name="connsiteY644" fmla="*/ 5457825 h 6677025"/>
                  <a:gd name="connsiteX645" fmla="*/ 5014913 w 8802688"/>
                  <a:gd name="connsiteY645" fmla="*/ 5553075 h 6677025"/>
                  <a:gd name="connsiteX646" fmla="*/ 4960938 w 8802688"/>
                  <a:gd name="connsiteY646" fmla="*/ 5643563 h 6677025"/>
                  <a:gd name="connsiteX647" fmla="*/ 4902201 w 8802688"/>
                  <a:gd name="connsiteY647" fmla="*/ 5732463 h 6677025"/>
                  <a:gd name="connsiteX648" fmla="*/ 4837113 w 8802688"/>
                  <a:gd name="connsiteY648" fmla="*/ 5815013 h 6677025"/>
                  <a:gd name="connsiteX649" fmla="*/ 4768850 w 8802688"/>
                  <a:gd name="connsiteY649" fmla="*/ 5899150 h 6677025"/>
                  <a:gd name="connsiteX650" fmla="*/ 4694238 w 8802688"/>
                  <a:gd name="connsiteY650" fmla="*/ 5978525 h 6677025"/>
                  <a:gd name="connsiteX651" fmla="*/ 4581525 w 8802688"/>
                  <a:gd name="connsiteY651" fmla="*/ 6062663 h 6677025"/>
                  <a:gd name="connsiteX652" fmla="*/ 4470400 w 8802688"/>
                  <a:gd name="connsiteY652" fmla="*/ 6151563 h 6677025"/>
                  <a:gd name="connsiteX653" fmla="*/ 4360863 w 8802688"/>
                  <a:gd name="connsiteY653" fmla="*/ 6246813 h 6677025"/>
                  <a:gd name="connsiteX654" fmla="*/ 4303713 w 8802688"/>
                  <a:gd name="connsiteY654" fmla="*/ 6296025 h 6677025"/>
                  <a:gd name="connsiteX655" fmla="*/ 4248150 w 8802688"/>
                  <a:gd name="connsiteY655" fmla="*/ 6350000 h 6677025"/>
                  <a:gd name="connsiteX656" fmla="*/ 4221163 w 8802688"/>
                  <a:gd name="connsiteY656" fmla="*/ 6365875 h 6677025"/>
                  <a:gd name="connsiteX657" fmla="*/ 4194175 w 8802688"/>
                  <a:gd name="connsiteY657" fmla="*/ 6386513 h 6677025"/>
                  <a:gd name="connsiteX658" fmla="*/ 4167188 w 8802688"/>
                  <a:gd name="connsiteY658" fmla="*/ 6407150 h 6677025"/>
                  <a:gd name="connsiteX659" fmla="*/ 4140200 w 8802688"/>
                  <a:gd name="connsiteY659" fmla="*/ 6430963 h 6677025"/>
                  <a:gd name="connsiteX660" fmla="*/ 4117975 w 8802688"/>
                  <a:gd name="connsiteY660" fmla="*/ 6454775 h 6677025"/>
                  <a:gd name="connsiteX661" fmla="*/ 4095750 w 8802688"/>
                  <a:gd name="connsiteY661" fmla="*/ 6481763 h 6677025"/>
                  <a:gd name="connsiteX662" fmla="*/ 4078288 w 8802688"/>
                  <a:gd name="connsiteY662" fmla="*/ 6510338 h 6677025"/>
                  <a:gd name="connsiteX663" fmla="*/ 4064000 w 8802688"/>
                  <a:gd name="connsiteY663" fmla="*/ 6537325 h 6677025"/>
                  <a:gd name="connsiteX664" fmla="*/ 4033838 w 8802688"/>
                  <a:gd name="connsiteY664" fmla="*/ 6564313 h 6677025"/>
                  <a:gd name="connsiteX665" fmla="*/ 4003675 w 8802688"/>
                  <a:gd name="connsiteY665" fmla="*/ 6588125 h 6677025"/>
                  <a:gd name="connsiteX666" fmla="*/ 3975100 w 8802688"/>
                  <a:gd name="connsiteY666" fmla="*/ 6608763 h 6677025"/>
                  <a:gd name="connsiteX667" fmla="*/ 3944938 w 8802688"/>
                  <a:gd name="connsiteY667" fmla="*/ 6626225 h 6677025"/>
                  <a:gd name="connsiteX668" fmla="*/ 3914775 w 8802688"/>
                  <a:gd name="connsiteY668" fmla="*/ 6645275 h 6677025"/>
                  <a:gd name="connsiteX669" fmla="*/ 3884613 w 8802688"/>
                  <a:gd name="connsiteY669" fmla="*/ 6656388 h 6677025"/>
                  <a:gd name="connsiteX670" fmla="*/ 3852863 w 8802688"/>
                  <a:gd name="connsiteY670" fmla="*/ 6665913 h 6677025"/>
                  <a:gd name="connsiteX671" fmla="*/ 3822700 w 8802688"/>
                  <a:gd name="connsiteY671" fmla="*/ 6673850 h 6677025"/>
                  <a:gd name="connsiteX672" fmla="*/ 3790950 w 8802688"/>
                  <a:gd name="connsiteY672" fmla="*/ 6677025 h 6677025"/>
                  <a:gd name="connsiteX673" fmla="*/ 3760788 w 8802688"/>
                  <a:gd name="connsiteY673" fmla="*/ 6677025 h 6677025"/>
                  <a:gd name="connsiteX674" fmla="*/ 3727450 w 8802688"/>
                  <a:gd name="connsiteY674" fmla="*/ 6673850 h 6677025"/>
                  <a:gd name="connsiteX675" fmla="*/ 3697288 w 8802688"/>
                  <a:gd name="connsiteY675" fmla="*/ 6669088 h 6677025"/>
                  <a:gd name="connsiteX676" fmla="*/ 3668713 w 8802688"/>
                  <a:gd name="connsiteY676" fmla="*/ 6659563 h 6677025"/>
                  <a:gd name="connsiteX677" fmla="*/ 3638550 w 8802688"/>
                  <a:gd name="connsiteY677" fmla="*/ 6646863 h 6677025"/>
                  <a:gd name="connsiteX678" fmla="*/ 3608388 w 8802688"/>
                  <a:gd name="connsiteY678" fmla="*/ 6632575 h 6677025"/>
                  <a:gd name="connsiteX679" fmla="*/ 3579813 w 8802688"/>
                  <a:gd name="connsiteY679" fmla="*/ 6611938 h 6677025"/>
                  <a:gd name="connsiteX680" fmla="*/ 3525838 w 8802688"/>
                  <a:gd name="connsiteY680" fmla="*/ 6543675 h 6677025"/>
                  <a:gd name="connsiteX681" fmla="*/ 3475038 w 8802688"/>
                  <a:gd name="connsiteY681" fmla="*/ 6472238 h 6677025"/>
                  <a:gd name="connsiteX682" fmla="*/ 3427413 w 8802688"/>
                  <a:gd name="connsiteY682" fmla="*/ 6400800 h 6677025"/>
                  <a:gd name="connsiteX683" fmla="*/ 3379788 w 8802688"/>
                  <a:gd name="connsiteY683" fmla="*/ 6326188 h 6677025"/>
                  <a:gd name="connsiteX684" fmla="*/ 3335338 w 8802688"/>
                  <a:gd name="connsiteY684" fmla="*/ 6251575 h 6677025"/>
                  <a:gd name="connsiteX685" fmla="*/ 3294063 w 8802688"/>
                  <a:gd name="connsiteY685" fmla="*/ 6175375 h 6677025"/>
                  <a:gd name="connsiteX686" fmla="*/ 3252788 w 8802688"/>
                  <a:gd name="connsiteY686" fmla="*/ 6097588 h 6677025"/>
                  <a:gd name="connsiteX687" fmla="*/ 3209925 w 8802688"/>
                  <a:gd name="connsiteY687" fmla="*/ 6015038 h 6677025"/>
                  <a:gd name="connsiteX688" fmla="*/ 3195638 w 8802688"/>
                  <a:gd name="connsiteY688" fmla="*/ 5999163 h 6677025"/>
                  <a:gd name="connsiteX689" fmla="*/ 3186113 w 8802688"/>
                  <a:gd name="connsiteY689" fmla="*/ 5984875 h 6677025"/>
                  <a:gd name="connsiteX690" fmla="*/ 3181350 w 8802688"/>
                  <a:gd name="connsiteY690" fmla="*/ 5967413 h 6677025"/>
                  <a:gd name="connsiteX691" fmla="*/ 3175000 w 8802688"/>
                  <a:gd name="connsiteY691" fmla="*/ 5946775 h 6677025"/>
                  <a:gd name="connsiteX692" fmla="*/ 3171825 w 8802688"/>
                  <a:gd name="connsiteY692" fmla="*/ 5927725 h 6677025"/>
                  <a:gd name="connsiteX693" fmla="*/ 3171825 w 8802688"/>
                  <a:gd name="connsiteY693" fmla="*/ 5907088 h 6677025"/>
                  <a:gd name="connsiteX694" fmla="*/ 3175000 w 8802688"/>
                  <a:gd name="connsiteY694" fmla="*/ 5886450 h 6677025"/>
                  <a:gd name="connsiteX695" fmla="*/ 3181350 w 8802688"/>
                  <a:gd name="connsiteY695" fmla="*/ 5865813 h 6677025"/>
                  <a:gd name="connsiteX696" fmla="*/ 3189288 w 8802688"/>
                  <a:gd name="connsiteY696" fmla="*/ 5845175 h 6677025"/>
                  <a:gd name="connsiteX697" fmla="*/ 3201988 w 8802688"/>
                  <a:gd name="connsiteY697" fmla="*/ 5824538 h 6677025"/>
                  <a:gd name="connsiteX698" fmla="*/ 3213100 w 8802688"/>
                  <a:gd name="connsiteY698" fmla="*/ 5803900 h 6677025"/>
                  <a:gd name="connsiteX699" fmla="*/ 3230563 w 8802688"/>
                  <a:gd name="connsiteY699" fmla="*/ 5783263 h 6677025"/>
                  <a:gd name="connsiteX700" fmla="*/ 3249613 w 8802688"/>
                  <a:gd name="connsiteY700" fmla="*/ 5764213 h 6677025"/>
                  <a:gd name="connsiteX701" fmla="*/ 3270250 w 8802688"/>
                  <a:gd name="connsiteY701" fmla="*/ 5746750 h 6677025"/>
                  <a:gd name="connsiteX702" fmla="*/ 3294063 w 8802688"/>
                  <a:gd name="connsiteY702" fmla="*/ 5732463 h 6677025"/>
                  <a:gd name="connsiteX703" fmla="*/ 3321050 w 8802688"/>
                  <a:gd name="connsiteY703" fmla="*/ 5716588 h 6677025"/>
                  <a:gd name="connsiteX704" fmla="*/ 3362325 w 8802688"/>
                  <a:gd name="connsiteY704" fmla="*/ 5699125 h 6677025"/>
                  <a:gd name="connsiteX705" fmla="*/ 3403600 w 8802688"/>
                  <a:gd name="connsiteY705" fmla="*/ 5681663 h 6677025"/>
                  <a:gd name="connsiteX706" fmla="*/ 3492500 w 8802688"/>
                  <a:gd name="connsiteY706" fmla="*/ 5637213 h 6677025"/>
                  <a:gd name="connsiteX707" fmla="*/ 3587750 w 8802688"/>
                  <a:gd name="connsiteY707" fmla="*/ 5583238 h 6677025"/>
                  <a:gd name="connsiteX708" fmla="*/ 3692525 w 8802688"/>
                  <a:gd name="connsiteY708" fmla="*/ 5529263 h 6677025"/>
                  <a:gd name="connsiteX709" fmla="*/ 3692525 w 8802688"/>
                  <a:gd name="connsiteY709" fmla="*/ 5081588 h 6677025"/>
                  <a:gd name="connsiteX710" fmla="*/ 3683000 w 8802688"/>
                  <a:gd name="connsiteY710" fmla="*/ 5116513 h 6677025"/>
                  <a:gd name="connsiteX711" fmla="*/ 3673475 w 8802688"/>
                  <a:gd name="connsiteY711" fmla="*/ 5153025 h 6677025"/>
                  <a:gd name="connsiteX712" fmla="*/ 3665538 w 8802688"/>
                  <a:gd name="connsiteY712" fmla="*/ 5184775 h 6677025"/>
                  <a:gd name="connsiteX713" fmla="*/ 3652838 w 8802688"/>
                  <a:gd name="connsiteY713" fmla="*/ 5211763 h 6677025"/>
                  <a:gd name="connsiteX714" fmla="*/ 3641725 w 8802688"/>
                  <a:gd name="connsiteY714" fmla="*/ 5238750 h 6677025"/>
                  <a:gd name="connsiteX715" fmla="*/ 3629025 w 8802688"/>
                  <a:gd name="connsiteY715" fmla="*/ 5265738 h 6677025"/>
                  <a:gd name="connsiteX716" fmla="*/ 3614738 w 8802688"/>
                  <a:gd name="connsiteY716" fmla="*/ 5286375 h 6677025"/>
                  <a:gd name="connsiteX717" fmla="*/ 3600450 w 8802688"/>
                  <a:gd name="connsiteY717" fmla="*/ 5307013 h 6677025"/>
                  <a:gd name="connsiteX718" fmla="*/ 3581400 w 8802688"/>
                  <a:gd name="connsiteY718" fmla="*/ 5324475 h 6677025"/>
                  <a:gd name="connsiteX719" fmla="*/ 3567113 w 8802688"/>
                  <a:gd name="connsiteY719" fmla="*/ 5340350 h 6677025"/>
                  <a:gd name="connsiteX720" fmla="*/ 3549650 w 8802688"/>
                  <a:gd name="connsiteY720" fmla="*/ 5354638 h 6677025"/>
                  <a:gd name="connsiteX721" fmla="*/ 3529013 w 8802688"/>
                  <a:gd name="connsiteY721" fmla="*/ 5365750 h 6677025"/>
                  <a:gd name="connsiteX722" fmla="*/ 3489325 w 8802688"/>
                  <a:gd name="connsiteY722" fmla="*/ 5386388 h 6677025"/>
                  <a:gd name="connsiteX723" fmla="*/ 3451225 w 8802688"/>
                  <a:gd name="connsiteY723" fmla="*/ 5402263 h 6677025"/>
                  <a:gd name="connsiteX724" fmla="*/ 3406775 w 8802688"/>
                  <a:gd name="connsiteY724" fmla="*/ 5413375 h 6677025"/>
                  <a:gd name="connsiteX725" fmla="*/ 3365500 w 8802688"/>
                  <a:gd name="connsiteY725" fmla="*/ 5419725 h 6677025"/>
                  <a:gd name="connsiteX726" fmla="*/ 3321050 w 8802688"/>
                  <a:gd name="connsiteY726" fmla="*/ 5422900 h 6677025"/>
                  <a:gd name="connsiteX727" fmla="*/ 3273425 w 8802688"/>
                  <a:gd name="connsiteY727" fmla="*/ 5422900 h 6677025"/>
                  <a:gd name="connsiteX728" fmla="*/ 3182938 w 8802688"/>
                  <a:gd name="connsiteY728" fmla="*/ 5419725 h 6677025"/>
                  <a:gd name="connsiteX729" fmla="*/ 3097213 w 8802688"/>
                  <a:gd name="connsiteY729" fmla="*/ 5416550 h 6677025"/>
                  <a:gd name="connsiteX730" fmla="*/ 2838450 w 8802688"/>
                  <a:gd name="connsiteY730" fmla="*/ 5416550 h 6677025"/>
                  <a:gd name="connsiteX731" fmla="*/ 2770188 w 8802688"/>
                  <a:gd name="connsiteY731" fmla="*/ 5416550 h 6677025"/>
                  <a:gd name="connsiteX732" fmla="*/ 2708275 w 8802688"/>
                  <a:gd name="connsiteY732" fmla="*/ 5413375 h 6677025"/>
                  <a:gd name="connsiteX733" fmla="*/ 2678113 w 8802688"/>
                  <a:gd name="connsiteY733" fmla="*/ 5408613 h 6677025"/>
                  <a:gd name="connsiteX734" fmla="*/ 2647950 w 8802688"/>
                  <a:gd name="connsiteY734" fmla="*/ 5402263 h 6677025"/>
                  <a:gd name="connsiteX735" fmla="*/ 2622550 w 8802688"/>
                  <a:gd name="connsiteY735" fmla="*/ 5395913 h 6677025"/>
                  <a:gd name="connsiteX736" fmla="*/ 2598738 w 8802688"/>
                  <a:gd name="connsiteY736" fmla="*/ 5384800 h 6677025"/>
                  <a:gd name="connsiteX737" fmla="*/ 2574925 w 8802688"/>
                  <a:gd name="connsiteY737" fmla="*/ 5368925 h 6677025"/>
                  <a:gd name="connsiteX738" fmla="*/ 2554288 w 8802688"/>
                  <a:gd name="connsiteY738" fmla="*/ 5354638 h 6677025"/>
                  <a:gd name="connsiteX739" fmla="*/ 2532063 w 8802688"/>
                  <a:gd name="connsiteY739" fmla="*/ 5330825 h 6677025"/>
                  <a:gd name="connsiteX740" fmla="*/ 2514600 w 8802688"/>
                  <a:gd name="connsiteY740" fmla="*/ 5307013 h 6677025"/>
                  <a:gd name="connsiteX741" fmla="*/ 2500313 w 8802688"/>
                  <a:gd name="connsiteY741" fmla="*/ 5276850 h 6677025"/>
                  <a:gd name="connsiteX742" fmla="*/ 2484438 w 8802688"/>
                  <a:gd name="connsiteY742" fmla="*/ 5241925 h 6677025"/>
                  <a:gd name="connsiteX743" fmla="*/ 2476500 w 8802688"/>
                  <a:gd name="connsiteY743" fmla="*/ 5202238 h 6677025"/>
                  <a:gd name="connsiteX744" fmla="*/ 2466975 w 8802688"/>
                  <a:gd name="connsiteY744" fmla="*/ 5154613 h 6677025"/>
                  <a:gd name="connsiteX745" fmla="*/ 2466975 w 8802688"/>
                  <a:gd name="connsiteY745" fmla="*/ 5229225 h 6677025"/>
                  <a:gd name="connsiteX746" fmla="*/ 2466975 w 8802688"/>
                  <a:gd name="connsiteY746" fmla="*/ 5341938 h 6677025"/>
                  <a:gd name="connsiteX747" fmla="*/ 2466975 w 8802688"/>
                  <a:gd name="connsiteY747" fmla="*/ 5440363 h 6677025"/>
                  <a:gd name="connsiteX748" fmla="*/ 2463800 w 8802688"/>
                  <a:gd name="connsiteY748" fmla="*/ 5538788 h 6677025"/>
                  <a:gd name="connsiteX749" fmla="*/ 2459038 w 8802688"/>
                  <a:gd name="connsiteY749" fmla="*/ 5634038 h 6677025"/>
                  <a:gd name="connsiteX750" fmla="*/ 2452688 w 8802688"/>
                  <a:gd name="connsiteY750" fmla="*/ 5681663 h 6677025"/>
                  <a:gd name="connsiteX751" fmla="*/ 2443163 w 8802688"/>
                  <a:gd name="connsiteY751" fmla="*/ 5729288 h 6677025"/>
                  <a:gd name="connsiteX752" fmla="*/ 2435225 w 8802688"/>
                  <a:gd name="connsiteY752" fmla="*/ 5776913 h 6677025"/>
                  <a:gd name="connsiteX753" fmla="*/ 2422525 w 8802688"/>
                  <a:gd name="connsiteY753" fmla="*/ 5824538 h 6677025"/>
                  <a:gd name="connsiteX754" fmla="*/ 2408238 w 8802688"/>
                  <a:gd name="connsiteY754" fmla="*/ 5868988 h 6677025"/>
                  <a:gd name="connsiteX755" fmla="*/ 2390775 w 8802688"/>
                  <a:gd name="connsiteY755" fmla="*/ 5916613 h 6677025"/>
                  <a:gd name="connsiteX756" fmla="*/ 2368550 w 8802688"/>
                  <a:gd name="connsiteY756" fmla="*/ 5961063 h 6677025"/>
                  <a:gd name="connsiteX757" fmla="*/ 2343150 w 8802688"/>
                  <a:gd name="connsiteY757" fmla="*/ 6002338 h 6677025"/>
                  <a:gd name="connsiteX758" fmla="*/ 2316163 w 8802688"/>
                  <a:gd name="connsiteY758" fmla="*/ 6046788 h 6677025"/>
                  <a:gd name="connsiteX759" fmla="*/ 2282825 w 8802688"/>
                  <a:gd name="connsiteY759" fmla="*/ 6088063 h 6677025"/>
                  <a:gd name="connsiteX760" fmla="*/ 2268538 w 8802688"/>
                  <a:gd name="connsiteY760" fmla="*/ 6103938 h 6677025"/>
                  <a:gd name="connsiteX761" fmla="*/ 2255838 w 8802688"/>
                  <a:gd name="connsiteY761" fmla="*/ 6121400 h 6677025"/>
                  <a:gd name="connsiteX762" fmla="*/ 2238375 w 8802688"/>
                  <a:gd name="connsiteY762" fmla="*/ 6156325 h 6677025"/>
                  <a:gd name="connsiteX763" fmla="*/ 2224088 w 8802688"/>
                  <a:gd name="connsiteY763" fmla="*/ 6199188 h 6677025"/>
                  <a:gd name="connsiteX764" fmla="*/ 2211388 w 8802688"/>
                  <a:gd name="connsiteY764" fmla="*/ 6243638 h 6677025"/>
                  <a:gd name="connsiteX765" fmla="*/ 2193925 w 8802688"/>
                  <a:gd name="connsiteY765" fmla="*/ 6335713 h 6677025"/>
                  <a:gd name="connsiteX766" fmla="*/ 2181225 w 8802688"/>
                  <a:gd name="connsiteY766" fmla="*/ 6383338 h 6677025"/>
                  <a:gd name="connsiteX767" fmla="*/ 2170113 w 8802688"/>
                  <a:gd name="connsiteY767" fmla="*/ 6424613 h 6677025"/>
                  <a:gd name="connsiteX768" fmla="*/ 2166938 w 8802688"/>
                  <a:gd name="connsiteY768" fmla="*/ 6442075 h 6677025"/>
                  <a:gd name="connsiteX769" fmla="*/ 2157413 w 8802688"/>
                  <a:gd name="connsiteY769" fmla="*/ 6459538 h 6677025"/>
                  <a:gd name="connsiteX770" fmla="*/ 2143125 w 8802688"/>
                  <a:gd name="connsiteY770" fmla="*/ 6478588 h 6677025"/>
                  <a:gd name="connsiteX771" fmla="*/ 2125663 w 8802688"/>
                  <a:gd name="connsiteY771" fmla="*/ 6496050 h 6677025"/>
                  <a:gd name="connsiteX772" fmla="*/ 2101850 w 8802688"/>
                  <a:gd name="connsiteY772" fmla="*/ 6510338 h 6677025"/>
                  <a:gd name="connsiteX773" fmla="*/ 2078038 w 8802688"/>
                  <a:gd name="connsiteY773" fmla="*/ 6526213 h 6677025"/>
                  <a:gd name="connsiteX774" fmla="*/ 2051050 w 8802688"/>
                  <a:gd name="connsiteY774" fmla="*/ 6534150 h 6677025"/>
                  <a:gd name="connsiteX775" fmla="*/ 2020888 w 8802688"/>
                  <a:gd name="connsiteY775" fmla="*/ 6537325 h 6677025"/>
                  <a:gd name="connsiteX776" fmla="*/ 1828800 w 8802688"/>
                  <a:gd name="connsiteY776" fmla="*/ 6507163 h 6677025"/>
                  <a:gd name="connsiteX777" fmla="*/ 1628775 w 8802688"/>
                  <a:gd name="connsiteY777" fmla="*/ 6478588 h 6677025"/>
                  <a:gd name="connsiteX778" fmla="*/ 1525588 w 8802688"/>
                  <a:gd name="connsiteY778" fmla="*/ 6457950 h 6677025"/>
                  <a:gd name="connsiteX779" fmla="*/ 1420813 w 8802688"/>
                  <a:gd name="connsiteY779" fmla="*/ 6435725 h 6677025"/>
                  <a:gd name="connsiteX780" fmla="*/ 1316038 w 8802688"/>
                  <a:gd name="connsiteY780" fmla="*/ 6415088 h 6677025"/>
                  <a:gd name="connsiteX781" fmla="*/ 1206500 w 8802688"/>
                  <a:gd name="connsiteY781" fmla="*/ 6389688 h 6677025"/>
                  <a:gd name="connsiteX782" fmla="*/ 1168400 w 8802688"/>
                  <a:gd name="connsiteY782" fmla="*/ 6370638 h 6677025"/>
                  <a:gd name="connsiteX783" fmla="*/ 1150938 w 8802688"/>
                  <a:gd name="connsiteY783" fmla="*/ 6362700 h 6677025"/>
                  <a:gd name="connsiteX784" fmla="*/ 1135063 w 8802688"/>
                  <a:gd name="connsiteY784" fmla="*/ 6353175 h 6677025"/>
                  <a:gd name="connsiteX785" fmla="*/ 1123950 w 8802688"/>
                  <a:gd name="connsiteY785" fmla="*/ 6342063 h 6677025"/>
                  <a:gd name="connsiteX786" fmla="*/ 1111250 w 8802688"/>
                  <a:gd name="connsiteY786" fmla="*/ 6326188 h 6677025"/>
                  <a:gd name="connsiteX787" fmla="*/ 1103313 w 8802688"/>
                  <a:gd name="connsiteY787" fmla="*/ 6311900 h 6677025"/>
                  <a:gd name="connsiteX788" fmla="*/ 1093788 w 8802688"/>
                  <a:gd name="connsiteY788" fmla="*/ 6294438 h 6677025"/>
                  <a:gd name="connsiteX789" fmla="*/ 1087438 w 8802688"/>
                  <a:gd name="connsiteY789" fmla="*/ 6275388 h 6677025"/>
                  <a:gd name="connsiteX790" fmla="*/ 1084263 w 8802688"/>
                  <a:gd name="connsiteY790" fmla="*/ 6254750 h 6677025"/>
                  <a:gd name="connsiteX791" fmla="*/ 1082675 w 8802688"/>
                  <a:gd name="connsiteY791" fmla="*/ 6234113 h 6677025"/>
                  <a:gd name="connsiteX792" fmla="*/ 1082675 w 8802688"/>
                  <a:gd name="connsiteY792" fmla="*/ 6210300 h 6677025"/>
                  <a:gd name="connsiteX793" fmla="*/ 1084263 w 8802688"/>
                  <a:gd name="connsiteY793" fmla="*/ 6154738 h 6677025"/>
                  <a:gd name="connsiteX794" fmla="*/ 1093788 w 8802688"/>
                  <a:gd name="connsiteY794" fmla="*/ 6088063 h 6677025"/>
                  <a:gd name="connsiteX795" fmla="*/ 1120775 w 8802688"/>
                  <a:gd name="connsiteY795" fmla="*/ 6046788 h 6677025"/>
                  <a:gd name="connsiteX796" fmla="*/ 1144588 w 8802688"/>
                  <a:gd name="connsiteY796" fmla="*/ 5999163 h 6677025"/>
                  <a:gd name="connsiteX797" fmla="*/ 1162050 w 8802688"/>
                  <a:gd name="connsiteY797" fmla="*/ 5948363 h 6677025"/>
                  <a:gd name="connsiteX798" fmla="*/ 1176338 w 8802688"/>
                  <a:gd name="connsiteY798" fmla="*/ 5899150 h 6677025"/>
                  <a:gd name="connsiteX799" fmla="*/ 1189038 w 8802688"/>
                  <a:gd name="connsiteY799" fmla="*/ 5845175 h 6677025"/>
                  <a:gd name="connsiteX800" fmla="*/ 1198563 w 8802688"/>
                  <a:gd name="connsiteY800" fmla="*/ 5788025 h 6677025"/>
                  <a:gd name="connsiteX801" fmla="*/ 1203325 w 8802688"/>
                  <a:gd name="connsiteY801" fmla="*/ 5735638 h 6677025"/>
                  <a:gd name="connsiteX802" fmla="*/ 1206500 w 8802688"/>
                  <a:gd name="connsiteY802" fmla="*/ 5678488 h 6677025"/>
                  <a:gd name="connsiteX803" fmla="*/ 1212850 w 8802688"/>
                  <a:gd name="connsiteY803" fmla="*/ 5657850 h 6677025"/>
                  <a:gd name="connsiteX804" fmla="*/ 1216025 w 8802688"/>
                  <a:gd name="connsiteY804" fmla="*/ 5634038 h 6677025"/>
                  <a:gd name="connsiteX805" fmla="*/ 1216025 w 8802688"/>
                  <a:gd name="connsiteY805" fmla="*/ 5613400 h 6677025"/>
                  <a:gd name="connsiteX806" fmla="*/ 1216025 w 8802688"/>
                  <a:gd name="connsiteY806" fmla="*/ 5589588 h 6677025"/>
                  <a:gd name="connsiteX807" fmla="*/ 1209675 w 8802688"/>
                  <a:gd name="connsiteY807" fmla="*/ 5541963 h 6677025"/>
                  <a:gd name="connsiteX808" fmla="*/ 1198563 w 8802688"/>
                  <a:gd name="connsiteY808" fmla="*/ 5497513 h 6677025"/>
                  <a:gd name="connsiteX809" fmla="*/ 1179513 w 8802688"/>
                  <a:gd name="connsiteY809" fmla="*/ 5453063 h 6677025"/>
                  <a:gd name="connsiteX810" fmla="*/ 1165225 w 8802688"/>
                  <a:gd name="connsiteY810" fmla="*/ 5410200 h 6677025"/>
                  <a:gd name="connsiteX811" fmla="*/ 1131888 w 8802688"/>
                  <a:gd name="connsiteY811" fmla="*/ 5341938 h 6677025"/>
                  <a:gd name="connsiteX812" fmla="*/ 1069975 w 8802688"/>
                  <a:gd name="connsiteY812" fmla="*/ 5238750 h 6677025"/>
                  <a:gd name="connsiteX813" fmla="*/ 1012825 w 8802688"/>
                  <a:gd name="connsiteY813" fmla="*/ 5130800 h 6677025"/>
                  <a:gd name="connsiteX814" fmla="*/ 957263 w 8802688"/>
                  <a:gd name="connsiteY814" fmla="*/ 5027613 h 6677025"/>
                  <a:gd name="connsiteX815" fmla="*/ 903288 w 8802688"/>
                  <a:gd name="connsiteY815" fmla="*/ 4919663 h 6677025"/>
                  <a:gd name="connsiteX816" fmla="*/ 855663 w 8802688"/>
                  <a:gd name="connsiteY816" fmla="*/ 4813300 h 6677025"/>
                  <a:gd name="connsiteX817" fmla="*/ 811213 w 8802688"/>
                  <a:gd name="connsiteY817" fmla="*/ 4706938 h 6677025"/>
                  <a:gd name="connsiteX818" fmla="*/ 769938 w 8802688"/>
                  <a:gd name="connsiteY818" fmla="*/ 4598988 h 6677025"/>
                  <a:gd name="connsiteX819" fmla="*/ 733425 w 8802688"/>
                  <a:gd name="connsiteY819" fmla="*/ 4492625 h 6677025"/>
                  <a:gd name="connsiteX820" fmla="*/ 701675 w 8802688"/>
                  <a:gd name="connsiteY820" fmla="*/ 4383088 h 6677025"/>
                  <a:gd name="connsiteX821" fmla="*/ 671513 w 8802688"/>
                  <a:gd name="connsiteY821" fmla="*/ 4271963 h 6677025"/>
                  <a:gd name="connsiteX822" fmla="*/ 647700 w 8802688"/>
                  <a:gd name="connsiteY822" fmla="*/ 4162425 h 6677025"/>
                  <a:gd name="connsiteX823" fmla="*/ 630238 w 8802688"/>
                  <a:gd name="connsiteY823" fmla="*/ 4049713 h 6677025"/>
                  <a:gd name="connsiteX824" fmla="*/ 617538 w 8802688"/>
                  <a:gd name="connsiteY824" fmla="*/ 3937000 h 6677025"/>
                  <a:gd name="connsiteX825" fmla="*/ 609600 w 8802688"/>
                  <a:gd name="connsiteY825" fmla="*/ 3821113 h 6677025"/>
                  <a:gd name="connsiteX826" fmla="*/ 609600 w 8802688"/>
                  <a:gd name="connsiteY826" fmla="*/ 3705225 h 6677025"/>
                  <a:gd name="connsiteX827" fmla="*/ 612775 w 8802688"/>
                  <a:gd name="connsiteY827" fmla="*/ 3586163 h 6677025"/>
                  <a:gd name="connsiteX828" fmla="*/ 620713 w 8802688"/>
                  <a:gd name="connsiteY828" fmla="*/ 3470275 h 6677025"/>
                  <a:gd name="connsiteX829" fmla="*/ 636588 w 8802688"/>
                  <a:gd name="connsiteY829" fmla="*/ 3354388 h 6677025"/>
                  <a:gd name="connsiteX830" fmla="*/ 657225 w 8802688"/>
                  <a:gd name="connsiteY830" fmla="*/ 3243263 h 6677025"/>
                  <a:gd name="connsiteX831" fmla="*/ 681038 w 8802688"/>
                  <a:gd name="connsiteY831" fmla="*/ 3136900 h 6677025"/>
                  <a:gd name="connsiteX832" fmla="*/ 709613 w 8802688"/>
                  <a:gd name="connsiteY832" fmla="*/ 3032125 h 6677025"/>
                  <a:gd name="connsiteX833" fmla="*/ 746125 w 8802688"/>
                  <a:gd name="connsiteY833" fmla="*/ 2932113 h 6677025"/>
                  <a:gd name="connsiteX834" fmla="*/ 784225 w 8802688"/>
                  <a:gd name="connsiteY834" fmla="*/ 2833688 h 6677025"/>
                  <a:gd name="connsiteX835" fmla="*/ 828675 w 8802688"/>
                  <a:gd name="connsiteY835" fmla="*/ 2735263 h 6677025"/>
                  <a:gd name="connsiteX836" fmla="*/ 879475 w 8802688"/>
                  <a:gd name="connsiteY836" fmla="*/ 2643188 h 6677025"/>
                  <a:gd name="connsiteX837" fmla="*/ 933450 w 8802688"/>
                  <a:gd name="connsiteY837" fmla="*/ 2551113 h 6677025"/>
                  <a:gd name="connsiteX838" fmla="*/ 992188 w 8802688"/>
                  <a:gd name="connsiteY838" fmla="*/ 2465388 h 6677025"/>
                  <a:gd name="connsiteX839" fmla="*/ 1055688 w 8802688"/>
                  <a:gd name="connsiteY839" fmla="*/ 2379663 h 6677025"/>
                  <a:gd name="connsiteX840" fmla="*/ 1123950 w 8802688"/>
                  <a:gd name="connsiteY840" fmla="*/ 2295525 h 6677025"/>
                  <a:gd name="connsiteX841" fmla="*/ 1195388 w 8802688"/>
                  <a:gd name="connsiteY841" fmla="*/ 2212975 h 6677025"/>
                  <a:gd name="connsiteX842" fmla="*/ 1271588 w 8802688"/>
                  <a:gd name="connsiteY842" fmla="*/ 2132013 h 6677025"/>
                  <a:gd name="connsiteX843" fmla="*/ 1355725 w 8802688"/>
                  <a:gd name="connsiteY843" fmla="*/ 2054225 h 6677025"/>
                  <a:gd name="connsiteX844" fmla="*/ 1423988 w 8802688"/>
                  <a:gd name="connsiteY844" fmla="*/ 2001838 h 6677025"/>
                  <a:gd name="connsiteX845" fmla="*/ 1495425 w 8802688"/>
                  <a:gd name="connsiteY845" fmla="*/ 1951038 h 6677025"/>
                  <a:gd name="connsiteX846" fmla="*/ 1566863 w 8802688"/>
                  <a:gd name="connsiteY846" fmla="*/ 1900238 h 6677025"/>
                  <a:gd name="connsiteX847" fmla="*/ 1641475 w 8802688"/>
                  <a:gd name="connsiteY847" fmla="*/ 1855788 h 6677025"/>
                  <a:gd name="connsiteX848" fmla="*/ 1714500 w 8802688"/>
                  <a:gd name="connsiteY848" fmla="*/ 1814513 h 6677025"/>
                  <a:gd name="connsiteX849" fmla="*/ 1789113 w 8802688"/>
                  <a:gd name="connsiteY849" fmla="*/ 1774825 h 6677025"/>
                  <a:gd name="connsiteX850" fmla="*/ 1866900 w 8802688"/>
                  <a:gd name="connsiteY850" fmla="*/ 1739900 h 6677025"/>
                  <a:gd name="connsiteX851" fmla="*/ 1944688 w 8802688"/>
                  <a:gd name="connsiteY851" fmla="*/ 1703388 h 6677025"/>
                  <a:gd name="connsiteX852" fmla="*/ 2020888 w 8802688"/>
                  <a:gd name="connsiteY852" fmla="*/ 1671638 h 6677025"/>
                  <a:gd name="connsiteX853" fmla="*/ 2101850 w 8802688"/>
                  <a:gd name="connsiteY853" fmla="*/ 1641476 h 6677025"/>
                  <a:gd name="connsiteX854" fmla="*/ 2184400 w 8802688"/>
                  <a:gd name="connsiteY854" fmla="*/ 1614488 h 6677025"/>
                  <a:gd name="connsiteX855" fmla="*/ 2268538 w 8802688"/>
                  <a:gd name="connsiteY855" fmla="*/ 1587500 h 6677025"/>
                  <a:gd name="connsiteX856" fmla="*/ 2351088 w 8802688"/>
                  <a:gd name="connsiteY856" fmla="*/ 1562100 h 6677025"/>
                  <a:gd name="connsiteX857" fmla="*/ 2436813 w 8802688"/>
                  <a:gd name="connsiteY857" fmla="*/ 1538288 h 6677025"/>
                  <a:gd name="connsiteX858" fmla="*/ 2616200 w 8802688"/>
                  <a:gd name="connsiteY858" fmla="*/ 1492250 h 6677025"/>
                  <a:gd name="connsiteX859" fmla="*/ 2725738 w 8802688"/>
                  <a:gd name="connsiteY859" fmla="*/ 1492250 h 6677025"/>
                  <a:gd name="connsiteX860" fmla="*/ 2654300 w 8802688"/>
                  <a:gd name="connsiteY860" fmla="*/ 1590675 h 6677025"/>
                  <a:gd name="connsiteX861" fmla="*/ 2582863 w 8802688"/>
                  <a:gd name="connsiteY861" fmla="*/ 1682750 h 6677025"/>
                  <a:gd name="connsiteX862" fmla="*/ 2435225 w 8802688"/>
                  <a:gd name="connsiteY862" fmla="*/ 1866901 h 6677025"/>
                  <a:gd name="connsiteX863" fmla="*/ 2363788 w 8802688"/>
                  <a:gd name="connsiteY863" fmla="*/ 1958975 h 6677025"/>
                  <a:gd name="connsiteX864" fmla="*/ 2295525 w 8802688"/>
                  <a:gd name="connsiteY864" fmla="*/ 2052638 h 6677025"/>
                  <a:gd name="connsiteX865" fmla="*/ 2228850 w 8802688"/>
                  <a:gd name="connsiteY865" fmla="*/ 2144713 h 6677025"/>
                  <a:gd name="connsiteX866" fmla="*/ 2200275 w 8802688"/>
                  <a:gd name="connsiteY866" fmla="*/ 2192338 h 6677025"/>
                  <a:gd name="connsiteX867" fmla="*/ 2170113 w 8802688"/>
                  <a:gd name="connsiteY867" fmla="*/ 2241550 h 6677025"/>
                  <a:gd name="connsiteX868" fmla="*/ 2089150 w 8802688"/>
                  <a:gd name="connsiteY868" fmla="*/ 2355850 h 6677025"/>
                  <a:gd name="connsiteX869" fmla="*/ 2047875 w 8802688"/>
                  <a:gd name="connsiteY869" fmla="*/ 2411413 h 6677025"/>
                  <a:gd name="connsiteX870" fmla="*/ 2012950 w 8802688"/>
                  <a:gd name="connsiteY870" fmla="*/ 2471738 h 6677025"/>
                  <a:gd name="connsiteX871" fmla="*/ 1979613 w 8802688"/>
                  <a:gd name="connsiteY871" fmla="*/ 2530475 h 6677025"/>
                  <a:gd name="connsiteX872" fmla="*/ 1952625 w 8802688"/>
                  <a:gd name="connsiteY872" fmla="*/ 2592388 h 6677025"/>
                  <a:gd name="connsiteX873" fmla="*/ 1928813 w 8802688"/>
                  <a:gd name="connsiteY873" fmla="*/ 2659063 h 6677025"/>
                  <a:gd name="connsiteX874" fmla="*/ 1917700 w 8802688"/>
                  <a:gd name="connsiteY874" fmla="*/ 2693988 h 6677025"/>
                  <a:gd name="connsiteX875" fmla="*/ 1911350 w 8802688"/>
                  <a:gd name="connsiteY875" fmla="*/ 2727325 h 6677025"/>
                  <a:gd name="connsiteX876" fmla="*/ 1893888 w 8802688"/>
                  <a:gd name="connsiteY876" fmla="*/ 2776538 h 6677025"/>
                  <a:gd name="connsiteX877" fmla="*/ 1881188 w 8802688"/>
                  <a:gd name="connsiteY877" fmla="*/ 2824163 h 6677025"/>
                  <a:gd name="connsiteX878" fmla="*/ 1873250 w 8802688"/>
                  <a:gd name="connsiteY878" fmla="*/ 2868613 h 6677025"/>
                  <a:gd name="connsiteX879" fmla="*/ 1873250 w 8802688"/>
                  <a:gd name="connsiteY879" fmla="*/ 2916238 h 6677025"/>
                  <a:gd name="connsiteX880" fmla="*/ 1876425 w 8802688"/>
                  <a:gd name="connsiteY880" fmla="*/ 2962275 h 6677025"/>
                  <a:gd name="connsiteX881" fmla="*/ 1881188 w 8802688"/>
                  <a:gd name="connsiteY881" fmla="*/ 3006725 h 6677025"/>
                  <a:gd name="connsiteX882" fmla="*/ 1893888 w 8802688"/>
                  <a:gd name="connsiteY882" fmla="*/ 3048000 h 6677025"/>
                  <a:gd name="connsiteX883" fmla="*/ 1905000 w 8802688"/>
                  <a:gd name="connsiteY883" fmla="*/ 3092450 h 6677025"/>
                  <a:gd name="connsiteX884" fmla="*/ 1924050 w 8802688"/>
                  <a:gd name="connsiteY884" fmla="*/ 3133725 h 6677025"/>
                  <a:gd name="connsiteX885" fmla="*/ 1944688 w 8802688"/>
                  <a:gd name="connsiteY885" fmla="*/ 3171825 h 6677025"/>
                  <a:gd name="connsiteX886" fmla="*/ 1965325 w 8802688"/>
                  <a:gd name="connsiteY886" fmla="*/ 3214688 h 6677025"/>
                  <a:gd name="connsiteX887" fmla="*/ 1989138 w 8802688"/>
                  <a:gd name="connsiteY887" fmla="*/ 3252788 h 6677025"/>
                  <a:gd name="connsiteX888" fmla="*/ 2041525 w 8802688"/>
                  <a:gd name="connsiteY888" fmla="*/ 3327400 h 6677025"/>
                  <a:gd name="connsiteX889" fmla="*/ 2095500 w 8802688"/>
                  <a:gd name="connsiteY889" fmla="*/ 3398838 h 6677025"/>
                  <a:gd name="connsiteX890" fmla="*/ 2149475 w 8802688"/>
                  <a:gd name="connsiteY890" fmla="*/ 3470275 h 6677025"/>
                  <a:gd name="connsiteX891" fmla="*/ 2197100 w 8802688"/>
                  <a:gd name="connsiteY891" fmla="*/ 3541713 h 6677025"/>
                  <a:gd name="connsiteX892" fmla="*/ 2217738 w 8802688"/>
                  <a:gd name="connsiteY892" fmla="*/ 3576638 h 6677025"/>
                  <a:gd name="connsiteX893" fmla="*/ 2238375 w 8802688"/>
                  <a:gd name="connsiteY893" fmla="*/ 3613150 h 6677025"/>
                  <a:gd name="connsiteX894" fmla="*/ 2252663 w 8802688"/>
                  <a:gd name="connsiteY894" fmla="*/ 3648075 h 6677025"/>
                  <a:gd name="connsiteX895" fmla="*/ 2268538 w 8802688"/>
                  <a:gd name="connsiteY895" fmla="*/ 3684588 h 6677025"/>
                  <a:gd name="connsiteX896" fmla="*/ 2279650 w 8802688"/>
                  <a:gd name="connsiteY896" fmla="*/ 3722688 h 6677025"/>
                  <a:gd name="connsiteX897" fmla="*/ 2286000 w 8802688"/>
                  <a:gd name="connsiteY897" fmla="*/ 3757613 h 6677025"/>
                  <a:gd name="connsiteX898" fmla="*/ 2289175 w 8802688"/>
                  <a:gd name="connsiteY898" fmla="*/ 3797300 h 6677025"/>
                  <a:gd name="connsiteX899" fmla="*/ 2289175 w 8802688"/>
                  <a:gd name="connsiteY899" fmla="*/ 3835400 h 6677025"/>
                  <a:gd name="connsiteX900" fmla="*/ 2286000 w 8802688"/>
                  <a:gd name="connsiteY900" fmla="*/ 3873500 h 6677025"/>
                  <a:gd name="connsiteX901" fmla="*/ 2276475 w 8802688"/>
                  <a:gd name="connsiteY901" fmla="*/ 3916363 h 6677025"/>
                  <a:gd name="connsiteX902" fmla="*/ 2262188 w 8802688"/>
                  <a:gd name="connsiteY902" fmla="*/ 3954463 h 6677025"/>
                  <a:gd name="connsiteX903" fmla="*/ 2244725 w 8802688"/>
                  <a:gd name="connsiteY903" fmla="*/ 3995738 h 6677025"/>
                  <a:gd name="connsiteX904" fmla="*/ 2232025 w 8802688"/>
                  <a:gd name="connsiteY904" fmla="*/ 4013200 h 6677025"/>
                  <a:gd name="connsiteX905" fmla="*/ 2224088 w 8802688"/>
                  <a:gd name="connsiteY905" fmla="*/ 4037013 h 6677025"/>
                  <a:gd name="connsiteX906" fmla="*/ 2217738 w 8802688"/>
                  <a:gd name="connsiteY906" fmla="*/ 4064000 h 6677025"/>
                  <a:gd name="connsiteX907" fmla="*/ 2217738 w 8802688"/>
                  <a:gd name="connsiteY907" fmla="*/ 4090988 h 6677025"/>
                  <a:gd name="connsiteX908" fmla="*/ 2217738 w 8802688"/>
                  <a:gd name="connsiteY908" fmla="*/ 4117975 h 6677025"/>
                  <a:gd name="connsiteX909" fmla="*/ 2224088 w 8802688"/>
                  <a:gd name="connsiteY909" fmla="*/ 4144963 h 6677025"/>
                  <a:gd name="connsiteX910" fmla="*/ 2232025 w 8802688"/>
                  <a:gd name="connsiteY910" fmla="*/ 4168775 h 6677025"/>
                  <a:gd name="connsiteX911" fmla="*/ 2244725 w 8802688"/>
                  <a:gd name="connsiteY911" fmla="*/ 4183063 h 6677025"/>
                  <a:gd name="connsiteX912" fmla="*/ 2306638 w 8802688"/>
                  <a:gd name="connsiteY912" fmla="*/ 4251325 h 6677025"/>
                  <a:gd name="connsiteX913" fmla="*/ 2368550 w 8802688"/>
                  <a:gd name="connsiteY913" fmla="*/ 4313238 h 6677025"/>
                  <a:gd name="connsiteX914" fmla="*/ 2435225 w 8802688"/>
                  <a:gd name="connsiteY914" fmla="*/ 4373563 h 6677025"/>
                  <a:gd name="connsiteX915" fmla="*/ 2497138 w 8802688"/>
                  <a:gd name="connsiteY915" fmla="*/ 4424363 h 6677025"/>
                  <a:gd name="connsiteX916" fmla="*/ 2562225 w 8802688"/>
                  <a:gd name="connsiteY916" fmla="*/ 4471988 h 6677025"/>
                  <a:gd name="connsiteX917" fmla="*/ 2627313 w 8802688"/>
                  <a:gd name="connsiteY917" fmla="*/ 4510088 h 6677025"/>
                  <a:gd name="connsiteX918" fmla="*/ 2660650 w 8802688"/>
                  <a:gd name="connsiteY918" fmla="*/ 4527550 h 6677025"/>
                  <a:gd name="connsiteX919" fmla="*/ 2695575 w 8802688"/>
                  <a:gd name="connsiteY919" fmla="*/ 4543425 h 6677025"/>
                  <a:gd name="connsiteX920" fmla="*/ 2728913 w 8802688"/>
                  <a:gd name="connsiteY920" fmla="*/ 4554538 h 6677025"/>
                  <a:gd name="connsiteX921" fmla="*/ 2763838 w 8802688"/>
                  <a:gd name="connsiteY921" fmla="*/ 4567238 h 6677025"/>
                  <a:gd name="connsiteX922" fmla="*/ 2800350 w 8802688"/>
                  <a:gd name="connsiteY922" fmla="*/ 4575175 h 6677025"/>
                  <a:gd name="connsiteX923" fmla="*/ 2835275 w 8802688"/>
                  <a:gd name="connsiteY923" fmla="*/ 4584700 h 6677025"/>
                  <a:gd name="connsiteX924" fmla="*/ 2871788 w 8802688"/>
                  <a:gd name="connsiteY924" fmla="*/ 4591050 h 6677025"/>
                  <a:gd name="connsiteX925" fmla="*/ 2906713 w 8802688"/>
                  <a:gd name="connsiteY925" fmla="*/ 4594225 h 6677025"/>
                  <a:gd name="connsiteX926" fmla="*/ 2943225 w 8802688"/>
                  <a:gd name="connsiteY926" fmla="*/ 4594225 h 6677025"/>
                  <a:gd name="connsiteX927" fmla="*/ 2981325 w 8802688"/>
                  <a:gd name="connsiteY927" fmla="*/ 4594225 h 6677025"/>
                  <a:gd name="connsiteX928" fmla="*/ 3021013 w 8802688"/>
                  <a:gd name="connsiteY928" fmla="*/ 4591050 h 6677025"/>
                  <a:gd name="connsiteX929" fmla="*/ 3059113 w 8802688"/>
                  <a:gd name="connsiteY929" fmla="*/ 4584700 h 6677025"/>
                  <a:gd name="connsiteX930" fmla="*/ 3097213 w 8802688"/>
                  <a:gd name="connsiteY930" fmla="*/ 4575175 h 6677025"/>
                  <a:gd name="connsiteX931" fmla="*/ 3138488 w 8802688"/>
                  <a:gd name="connsiteY931" fmla="*/ 4564063 h 6677025"/>
                  <a:gd name="connsiteX932" fmla="*/ 3178175 w 8802688"/>
                  <a:gd name="connsiteY932" fmla="*/ 4551363 h 6677025"/>
                  <a:gd name="connsiteX933" fmla="*/ 3219450 w 8802688"/>
                  <a:gd name="connsiteY933" fmla="*/ 4537075 h 6677025"/>
                  <a:gd name="connsiteX934" fmla="*/ 3263900 w 8802688"/>
                  <a:gd name="connsiteY934" fmla="*/ 4516438 h 6677025"/>
                  <a:gd name="connsiteX935" fmla="*/ 3305175 w 8802688"/>
                  <a:gd name="connsiteY935" fmla="*/ 4495800 h 6677025"/>
                  <a:gd name="connsiteX936" fmla="*/ 3349625 w 8802688"/>
                  <a:gd name="connsiteY936" fmla="*/ 4471988 h 6677025"/>
                  <a:gd name="connsiteX937" fmla="*/ 3394075 w 8802688"/>
                  <a:gd name="connsiteY937" fmla="*/ 4445000 h 6677025"/>
                  <a:gd name="connsiteX938" fmla="*/ 3617913 w 8802688"/>
                  <a:gd name="connsiteY938" fmla="*/ 4329113 h 6677025"/>
                  <a:gd name="connsiteX939" fmla="*/ 3730625 w 8802688"/>
                  <a:gd name="connsiteY939" fmla="*/ 4271963 h 6677025"/>
                  <a:gd name="connsiteX940" fmla="*/ 3843338 w 8802688"/>
                  <a:gd name="connsiteY940" fmla="*/ 4216400 h 6677025"/>
                  <a:gd name="connsiteX941" fmla="*/ 3959225 w 8802688"/>
                  <a:gd name="connsiteY941" fmla="*/ 4168775 h 6677025"/>
                  <a:gd name="connsiteX942" fmla="*/ 4019550 w 8802688"/>
                  <a:gd name="connsiteY942" fmla="*/ 4144963 h 6677025"/>
                  <a:gd name="connsiteX943" fmla="*/ 4078288 w 8802688"/>
                  <a:gd name="connsiteY943" fmla="*/ 4124325 h 6677025"/>
                  <a:gd name="connsiteX944" fmla="*/ 4138613 w 8802688"/>
                  <a:gd name="connsiteY944" fmla="*/ 4108450 h 6677025"/>
                  <a:gd name="connsiteX945" fmla="*/ 4197350 w 8802688"/>
                  <a:gd name="connsiteY945" fmla="*/ 4094163 h 6677025"/>
                  <a:gd name="connsiteX946" fmla="*/ 4259263 w 8802688"/>
                  <a:gd name="connsiteY946" fmla="*/ 4081463 h 6677025"/>
                  <a:gd name="connsiteX947" fmla="*/ 4322763 w 8802688"/>
                  <a:gd name="connsiteY947" fmla="*/ 4073525 h 6677025"/>
                  <a:gd name="connsiteX948" fmla="*/ 4337050 w 8802688"/>
                  <a:gd name="connsiteY948" fmla="*/ 4067175 h 6677025"/>
                  <a:gd name="connsiteX949" fmla="*/ 4354513 w 8802688"/>
                  <a:gd name="connsiteY949" fmla="*/ 4057650 h 6677025"/>
                  <a:gd name="connsiteX950" fmla="*/ 4375150 w 8802688"/>
                  <a:gd name="connsiteY950" fmla="*/ 4043363 h 6677025"/>
                  <a:gd name="connsiteX951" fmla="*/ 4397375 w 8802688"/>
                  <a:gd name="connsiteY951" fmla="*/ 4025900 h 6677025"/>
                  <a:gd name="connsiteX952" fmla="*/ 4418013 w 8802688"/>
                  <a:gd name="connsiteY952" fmla="*/ 4002088 h 6677025"/>
                  <a:gd name="connsiteX953" fmla="*/ 4438650 w 8802688"/>
                  <a:gd name="connsiteY953" fmla="*/ 3978275 h 6677025"/>
                  <a:gd name="connsiteX954" fmla="*/ 4456113 w 8802688"/>
                  <a:gd name="connsiteY954" fmla="*/ 3951288 h 6677025"/>
                  <a:gd name="connsiteX955" fmla="*/ 4470400 w 8802688"/>
                  <a:gd name="connsiteY955" fmla="*/ 3921125 h 6677025"/>
                  <a:gd name="connsiteX956" fmla="*/ 4497388 w 8802688"/>
                  <a:gd name="connsiteY956" fmla="*/ 3844925 h 6677025"/>
                  <a:gd name="connsiteX957" fmla="*/ 4518025 w 8802688"/>
                  <a:gd name="connsiteY957" fmla="*/ 3767138 h 6677025"/>
                  <a:gd name="connsiteX958" fmla="*/ 4537075 w 8802688"/>
                  <a:gd name="connsiteY958" fmla="*/ 3689350 h 6677025"/>
                  <a:gd name="connsiteX959" fmla="*/ 4548188 w 8802688"/>
                  <a:gd name="connsiteY959" fmla="*/ 3613150 h 6677025"/>
                  <a:gd name="connsiteX960" fmla="*/ 4560888 w 8802688"/>
                  <a:gd name="connsiteY960" fmla="*/ 3535363 h 6677025"/>
                  <a:gd name="connsiteX961" fmla="*/ 4565650 w 8802688"/>
                  <a:gd name="connsiteY961" fmla="*/ 3457575 h 6677025"/>
                  <a:gd name="connsiteX962" fmla="*/ 4572000 w 8802688"/>
                  <a:gd name="connsiteY962" fmla="*/ 3381375 h 6677025"/>
                  <a:gd name="connsiteX963" fmla="*/ 4572000 w 8802688"/>
                  <a:gd name="connsiteY963" fmla="*/ 3300413 h 6677025"/>
                  <a:gd name="connsiteX964" fmla="*/ 4572000 w 8802688"/>
                  <a:gd name="connsiteY964" fmla="*/ 3222625 h 6677025"/>
                  <a:gd name="connsiteX965" fmla="*/ 4568825 w 8802688"/>
                  <a:gd name="connsiteY965" fmla="*/ 3143250 h 6677025"/>
                  <a:gd name="connsiteX966" fmla="*/ 4562475 w 8802688"/>
                  <a:gd name="connsiteY966" fmla="*/ 3062288 h 6677025"/>
                  <a:gd name="connsiteX967" fmla="*/ 4554538 w 8802688"/>
                  <a:gd name="connsiteY967" fmla="*/ 2982913 h 6677025"/>
                  <a:gd name="connsiteX968" fmla="*/ 4533900 w 8802688"/>
                  <a:gd name="connsiteY968" fmla="*/ 2819400 h 6677025"/>
                  <a:gd name="connsiteX969" fmla="*/ 4506913 w 8802688"/>
                  <a:gd name="connsiteY969" fmla="*/ 2652713 h 6677025"/>
                  <a:gd name="connsiteX970" fmla="*/ 4479925 w 8802688"/>
                  <a:gd name="connsiteY970" fmla="*/ 2476500 h 6677025"/>
                  <a:gd name="connsiteX971" fmla="*/ 4446588 w 8802688"/>
                  <a:gd name="connsiteY971" fmla="*/ 2292351 h 6677025"/>
                  <a:gd name="connsiteX972" fmla="*/ 4429125 w 8802688"/>
                  <a:gd name="connsiteY972" fmla="*/ 2197100 h 6677025"/>
                  <a:gd name="connsiteX973" fmla="*/ 4408488 w 8802688"/>
                  <a:gd name="connsiteY973" fmla="*/ 2098675 h 6677025"/>
                  <a:gd name="connsiteX974" fmla="*/ 4384675 w 8802688"/>
                  <a:gd name="connsiteY974" fmla="*/ 2005013 h 6677025"/>
                  <a:gd name="connsiteX975" fmla="*/ 4360863 w 8802688"/>
                  <a:gd name="connsiteY975" fmla="*/ 1906588 h 6677025"/>
                  <a:gd name="connsiteX976" fmla="*/ 4360863 w 8802688"/>
                  <a:gd name="connsiteY976" fmla="*/ 2765425 h 6677025"/>
                  <a:gd name="connsiteX977" fmla="*/ 4360863 w 8802688"/>
                  <a:gd name="connsiteY977" fmla="*/ 3698875 h 6677025"/>
                  <a:gd name="connsiteX978" fmla="*/ 4357688 w 8802688"/>
                  <a:gd name="connsiteY978" fmla="*/ 3725863 h 6677025"/>
                  <a:gd name="connsiteX979" fmla="*/ 4354513 w 8802688"/>
                  <a:gd name="connsiteY979" fmla="*/ 3752850 h 6677025"/>
                  <a:gd name="connsiteX980" fmla="*/ 4349750 w 8802688"/>
                  <a:gd name="connsiteY980" fmla="*/ 3776663 h 6677025"/>
                  <a:gd name="connsiteX981" fmla="*/ 4340225 w 8802688"/>
                  <a:gd name="connsiteY981" fmla="*/ 3797300 h 6677025"/>
                  <a:gd name="connsiteX982" fmla="*/ 4327525 w 8802688"/>
                  <a:gd name="connsiteY982" fmla="*/ 3817938 h 6677025"/>
                  <a:gd name="connsiteX983" fmla="*/ 4316413 w 8802688"/>
                  <a:gd name="connsiteY983" fmla="*/ 3838575 h 6677025"/>
                  <a:gd name="connsiteX984" fmla="*/ 4302125 w 8802688"/>
                  <a:gd name="connsiteY984" fmla="*/ 3856038 h 6677025"/>
                  <a:gd name="connsiteX985" fmla="*/ 4286250 w 8802688"/>
                  <a:gd name="connsiteY985" fmla="*/ 3870325 h 6677025"/>
                  <a:gd name="connsiteX986" fmla="*/ 4265613 w 8802688"/>
                  <a:gd name="connsiteY986" fmla="*/ 3886200 h 6677025"/>
                  <a:gd name="connsiteX987" fmla="*/ 4248150 w 8802688"/>
                  <a:gd name="connsiteY987" fmla="*/ 3900488 h 6677025"/>
                  <a:gd name="connsiteX988" fmla="*/ 4203700 w 8802688"/>
                  <a:gd name="connsiteY988" fmla="*/ 3924300 h 6677025"/>
                  <a:gd name="connsiteX989" fmla="*/ 4152900 w 8802688"/>
                  <a:gd name="connsiteY989" fmla="*/ 3944938 h 6677025"/>
                  <a:gd name="connsiteX990" fmla="*/ 4098925 w 8802688"/>
                  <a:gd name="connsiteY990" fmla="*/ 3960813 h 6677025"/>
                  <a:gd name="connsiteX991" fmla="*/ 4000500 w 8802688"/>
                  <a:gd name="connsiteY991" fmla="*/ 3989388 h 6677025"/>
                  <a:gd name="connsiteX992" fmla="*/ 3906838 w 8802688"/>
                  <a:gd name="connsiteY992" fmla="*/ 4022725 h 6677025"/>
                  <a:gd name="connsiteX993" fmla="*/ 3811588 w 8802688"/>
                  <a:gd name="connsiteY993" fmla="*/ 4057650 h 6677025"/>
                  <a:gd name="connsiteX994" fmla="*/ 3716338 w 8802688"/>
                  <a:gd name="connsiteY994" fmla="*/ 4100513 h 6677025"/>
                  <a:gd name="connsiteX995" fmla="*/ 3621088 w 8802688"/>
                  <a:gd name="connsiteY995" fmla="*/ 4144963 h 6677025"/>
                  <a:gd name="connsiteX996" fmla="*/ 3532188 w 8802688"/>
                  <a:gd name="connsiteY996" fmla="*/ 4192588 h 6677025"/>
                  <a:gd name="connsiteX997" fmla="*/ 3441700 w 8802688"/>
                  <a:gd name="connsiteY997" fmla="*/ 4243388 h 6677025"/>
                  <a:gd name="connsiteX998" fmla="*/ 3359150 w 8802688"/>
                  <a:gd name="connsiteY998" fmla="*/ 4295775 h 6677025"/>
                  <a:gd name="connsiteX999" fmla="*/ 3287713 w 8802688"/>
                  <a:gd name="connsiteY999" fmla="*/ 4329113 h 6677025"/>
                  <a:gd name="connsiteX1000" fmla="*/ 3222625 w 8802688"/>
                  <a:gd name="connsiteY1000" fmla="*/ 4359275 h 6677025"/>
                  <a:gd name="connsiteX1001" fmla="*/ 3157538 w 8802688"/>
                  <a:gd name="connsiteY1001" fmla="*/ 4379913 h 6677025"/>
                  <a:gd name="connsiteX1002" fmla="*/ 3094038 w 8802688"/>
                  <a:gd name="connsiteY1002" fmla="*/ 4400550 h 6677025"/>
                  <a:gd name="connsiteX1003" fmla="*/ 3032125 w 8802688"/>
                  <a:gd name="connsiteY1003" fmla="*/ 4411663 h 6677025"/>
                  <a:gd name="connsiteX1004" fmla="*/ 2973388 w 8802688"/>
                  <a:gd name="connsiteY1004" fmla="*/ 4421188 h 6677025"/>
                  <a:gd name="connsiteX1005" fmla="*/ 2913063 w 8802688"/>
                  <a:gd name="connsiteY1005" fmla="*/ 4421188 h 6677025"/>
                  <a:gd name="connsiteX1006" fmla="*/ 2857500 w 8802688"/>
                  <a:gd name="connsiteY1006" fmla="*/ 4418013 h 6677025"/>
                  <a:gd name="connsiteX1007" fmla="*/ 2803525 w 8802688"/>
                  <a:gd name="connsiteY1007" fmla="*/ 4406900 h 6677025"/>
                  <a:gd name="connsiteX1008" fmla="*/ 2749550 w 8802688"/>
                  <a:gd name="connsiteY1008" fmla="*/ 4391025 h 6677025"/>
                  <a:gd name="connsiteX1009" fmla="*/ 2698750 w 8802688"/>
                  <a:gd name="connsiteY1009" fmla="*/ 4367213 h 6677025"/>
                  <a:gd name="connsiteX1010" fmla="*/ 2647950 w 8802688"/>
                  <a:gd name="connsiteY1010" fmla="*/ 4337050 h 6677025"/>
                  <a:gd name="connsiteX1011" fmla="*/ 2600325 w 8802688"/>
                  <a:gd name="connsiteY1011" fmla="*/ 4302125 h 6677025"/>
                  <a:gd name="connsiteX1012" fmla="*/ 2554288 w 8802688"/>
                  <a:gd name="connsiteY1012" fmla="*/ 4257675 h 6677025"/>
                  <a:gd name="connsiteX1013" fmla="*/ 2508250 w 8802688"/>
                  <a:gd name="connsiteY1013" fmla="*/ 4206875 h 6677025"/>
                  <a:gd name="connsiteX1014" fmla="*/ 2466975 w 8802688"/>
                  <a:gd name="connsiteY1014" fmla="*/ 4148138 h 6677025"/>
                  <a:gd name="connsiteX1015" fmla="*/ 2452688 w 8802688"/>
                  <a:gd name="connsiteY1015" fmla="*/ 4117975 h 6677025"/>
                  <a:gd name="connsiteX1016" fmla="*/ 2439988 w 8802688"/>
                  <a:gd name="connsiteY1016" fmla="*/ 4084638 h 6677025"/>
                  <a:gd name="connsiteX1017" fmla="*/ 2428875 w 8802688"/>
                  <a:gd name="connsiteY1017" fmla="*/ 4049713 h 6677025"/>
                  <a:gd name="connsiteX1018" fmla="*/ 2419350 w 8802688"/>
                  <a:gd name="connsiteY1018" fmla="*/ 4016375 h 6677025"/>
                  <a:gd name="connsiteX1019" fmla="*/ 2416175 w 8802688"/>
                  <a:gd name="connsiteY1019" fmla="*/ 3981450 h 6677025"/>
                  <a:gd name="connsiteX1020" fmla="*/ 2416175 w 8802688"/>
                  <a:gd name="connsiteY1020" fmla="*/ 3948113 h 6677025"/>
                  <a:gd name="connsiteX1021" fmla="*/ 2419350 w 8802688"/>
                  <a:gd name="connsiteY1021" fmla="*/ 3916363 h 6677025"/>
                  <a:gd name="connsiteX1022" fmla="*/ 2425700 w 8802688"/>
                  <a:gd name="connsiteY1022" fmla="*/ 3900488 h 6677025"/>
                  <a:gd name="connsiteX1023" fmla="*/ 2432050 w 8802688"/>
                  <a:gd name="connsiteY1023" fmla="*/ 3886200 h 6677025"/>
                  <a:gd name="connsiteX1024" fmla="*/ 2446338 w 8802688"/>
                  <a:gd name="connsiteY1024" fmla="*/ 3829050 h 6677025"/>
                  <a:gd name="connsiteX1025" fmla="*/ 2463800 w 8802688"/>
                  <a:gd name="connsiteY1025" fmla="*/ 3778250 h 6677025"/>
                  <a:gd name="connsiteX1026" fmla="*/ 2484438 w 8802688"/>
                  <a:gd name="connsiteY1026" fmla="*/ 3730625 h 6677025"/>
                  <a:gd name="connsiteX1027" fmla="*/ 2508250 w 8802688"/>
                  <a:gd name="connsiteY1027" fmla="*/ 3684588 h 6677025"/>
                  <a:gd name="connsiteX1028" fmla="*/ 2535238 w 8802688"/>
                  <a:gd name="connsiteY1028" fmla="*/ 3638550 h 6677025"/>
                  <a:gd name="connsiteX1029" fmla="*/ 2559050 w 8802688"/>
                  <a:gd name="connsiteY1029" fmla="*/ 3597275 h 6677025"/>
                  <a:gd name="connsiteX1030" fmla="*/ 2616200 w 8802688"/>
                  <a:gd name="connsiteY1030" fmla="*/ 3511550 h 6677025"/>
                  <a:gd name="connsiteX1031" fmla="*/ 2667000 w 8802688"/>
                  <a:gd name="connsiteY1031" fmla="*/ 3406775 h 6677025"/>
                  <a:gd name="connsiteX1032" fmla="*/ 2705100 w 8802688"/>
                  <a:gd name="connsiteY1032" fmla="*/ 3311525 h 6677025"/>
                  <a:gd name="connsiteX1033" fmla="*/ 2735263 w 8802688"/>
                  <a:gd name="connsiteY1033" fmla="*/ 3222625 h 6677025"/>
                  <a:gd name="connsiteX1034" fmla="*/ 2763838 w 8802688"/>
                  <a:gd name="connsiteY1034" fmla="*/ 3136900 h 6677025"/>
                  <a:gd name="connsiteX1035" fmla="*/ 2722563 w 8802688"/>
                  <a:gd name="connsiteY1035" fmla="*/ 3181350 h 6677025"/>
                  <a:gd name="connsiteX1036" fmla="*/ 2681288 w 8802688"/>
                  <a:gd name="connsiteY1036" fmla="*/ 3228975 h 6677025"/>
                  <a:gd name="connsiteX1037" fmla="*/ 2598738 w 8802688"/>
                  <a:gd name="connsiteY1037" fmla="*/ 3330575 h 6677025"/>
                  <a:gd name="connsiteX1038" fmla="*/ 2514600 w 8802688"/>
                  <a:gd name="connsiteY1038" fmla="*/ 3436938 h 6677025"/>
                  <a:gd name="connsiteX1039" fmla="*/ 2432050 w 8802688"/>
                  <a:gd name="connsiteY1039" fmla="*/ 3549650 h 6677025"/>
                  <a:gd name="connsiteX1040" fmla="*/ 2374900 w 8802688"/>
                  <a:gd name="connsiteY1040" fmla="*/ 3478213 h 6677025"/>
                  <a:gd name="connsiteX1041" fmla="*/ 2324100 w 8802688"/>
                  <a:gd name="connsiteY1041" fmla="*/ 3409950 h 6677025"/>
                  <a:gd name="connsiteX1042" fmla="*/ 2276475 w 8802688"/>
                  <a:gd name="connsiteY1042" fmla="*/ 3338513 h 6677025"/>
                  <a:gd name="connsiteX1043" fmla="*/ 2228850 w 8802688"/>
                  <a:gd name="connsiteY1043" fmla="*/ 3267075 h 6677025"/>
                  <a:gd name="connsiteX1044" fmla="*/ 2143125 w 8802688"/>
                  <a:gd name="connsiteY1044" fmla="*/ 3127375 h 6677025"/>
                  <a:gd name="connsiteX1045" fmla="*/ 2060575 w 8802688"/>
                  <a:gd name="connsiteY1045" fmla="*/ 2987675 h 6677025"/>
                  <a:gd name="connsiteX1046" fmla="*/ 2047875 w 8802688"/>
                  <a:gd name="connsiteY1046" fmla="*/ 2973388 h 6677025"/>
                  <a:gd name="connsiteX1047" fmla="*/ 2039938 w 8802688"/>
                  <a:gd name="connsiteY1047" fmla="*/ 2955925 h 6677025"/>
                  <a:gd name="connsiteX1048" fmla="*/ 2030413 w 8802688"/>
                  <a:gd name="connsiteY1048" fmla="*/ 2935288 h 6677025"/>
                  <a:gd name="connsiteX1049" fmla="*/ 2027238 w 8802688"/>
                  <a:gd name="connsiteY1049" fmla="*/ 2914650 h 6677025"/>
                  <a:gd name="connsiteX1050" fmla="*/ 2020888 w 8802688"/>
                  <a:gd name="connsiteY1050" fmla="*/ 2871788 h 6677025"/>
                  <a:gd name="connsiteX1051" fmla="*/ 2020888 w 8802688"/>
                  <a:gd name="connsiteY1051" fmla="*/ 2840038 h 6677025"/>
                  <a:gd name="connsiteX1052" fmla="*/ 2063750 w 8802688"/>
                  <a:gd name="connsiteY1052" fmla="*/ 2755900 h 6677025"/>
                  <a:gd name="connsiteX1053" fmla="*/ 2101850 w 8802688"/>
                  <a:gd name="connsiteY1053" fmla="*/ 2673350 h 6677025"/>
                  <a:gd name="connsiteX1054" fmla="*/ 2176463 w 8802688"/>
                  <a:gd name="connsiteY1054" fmla="*/ 2506663 h 6677025"/>
                  <a:gd name="connsiteX1055" fmla="*/ 2214563 w 8802688"/>
                  <a:gd name="connsiteY1055" fmla="*/ 2428875 h 6677025"/>
                  <a:gd name="connsiteX1056" fmla="*/ 2255838 w 8802688"/>
                  <a:gd name="connsiteY1056" fmla="*/ 2352675 h 6677025"/>
                  <a:gd name="connsiteX1057" fmla="*/ 2303463 w 8802688"/>
                  <a:gd name="connsiteY1057" fmla="*/ 2274888 h 6677025"/>
                  <a:gd name="connsiteX1058" fmla="*/ 2330450 w 8802688"/>
                  <a:gd name="connsiteY1058" fmla="*/ 2238375 h 6677025"/>
                  <a:gd name="connsiteX1059" fmla="*/ 2357438 w 8802688"/>
                  <a:gd name="connsiteY1059" fmla="*/ 2203450 h 6677025"/>
                  <a:gd name="connsiteX1060" fmla="*/ 2482850 w 8802688"/>
                  <a:gd name="connsiteY1060" fmla="*/ 2054225 h 6677025"/>
                  <a:gd name="connsiteX1061" fmla="*/ 2613025 w 8802688"/>
                  <a:gd name="connsiteY1061" fmla="*/ 1909763 h 6677025"/>
                  <a:gd name="connsiteX1062" fmla="*/ 2743200 w 8802688"/>
                  <a:gd name="connsiteY1062" fmla="*/ 1766888 h 6677025"/>
                  <a:gd name="connsiteX1063" fmla="*/ 2874963 w 8802688"/>
                  <a:gd name="connsiteY1063" fmla="*/ 1630363 h 6677025"/>
                  <a:gd name="connsiteX1064" fmla="*/ 3138488 w 8802688"/>
                  <a:gd name="connsiteY1064" fmla="*/ 1358900 h 6677025"/>
                  <a:gd name="connsiteX1065" fmla="*/ 3267075 w 8802688"/>
                  <a:gd name="connsiteY1065" fmla="*/ 1222376 h 6677025"/>
                  <a:gd name="connsiteX1066" fmla="*/ 3394075 w 8802688"/>
                  <a:gd name="connsiteY1066" fmla="*/ 1082675 h 6677025"/>
                  <a:gd name="connsiteX1067" fmla="*/ 3430588 w 8802688"/>
                  <a:gd name="connsiteY1067" fmla="*/ 1044576 h 6677025"/>
                  <a:gd name="connsiteX1068" fmla="*/ 3468688 w 8802688"/>
                  <a:gd name="connsiteY1068" fmla="*/ 1011238 h 6677025"/>
                  <a:gd name="connsiteX1069" fmla="*/ 3508375 w 8802688"/>
                  <a:gd name="connsiteY1069" fmla="*/ 984250 h 6677025"/>
                  <a:gd name="connsiteX1070" fmla="*/ 3546475 w 8802688"/>
                  <a:gd name="connsiteY1070" fmla="*/ 963613 h 6677025"/>
                  <a:gd name="connsiteX1071" fmla="*/ 3587750 w 8802688"/>
                  <a:gd name="connsiteY1071" fmla="*/ 946150 h 6677025"/>
                  <a:gd name="connsiteX1072" fmla="*/ 3629025 w 8802688"/>
                  <a:gd name="connsiteY1072" fmla="*/ 933450 h 6677025"/>
                  <a:gd name="connsiteX1073" fmla="*/ 3671888 w 8802688"/>
                  <a:gd name="connsiteY1073" fmla="*/ 922338 h 6677025"/>
                  <a:gd name="connsiteX1074" fmla="*/ 3716338 w 8802688"/>
                  <a:gd name="connsiteY1074" fmla="*/ 915988 h 6677025"/>
                  <a:gd name="connsiteX1075" fmla="*/ 3802063 w 8802688"/>
                  <a:gd name="connsiteY1075" fmla="*/ 904875 h 6677025"/>
                  <a:gd name="connsiteX1076" fmla="*/ 3890963 w 8802688"/>
                  <a:gd name="connsiteY1076" fmla="*/ 895350 h 6677025"/>
                  <a:gd name="connsiteX1077" fmla="*/ 3932238 w 8802688"/>
                  <a:gd name="connsiteY1077" fmla="*/ 889000 h 6677025"/>
                  <a:gd name="connsiteX1078" fmla="*/ 3976688 w 8802688"/>
                  <a:gd name="connsiteY1078" fmla="*/ 881063 h 6677025"/>
                  <a:gd name="connsiteX1079" fmla="*/ 4022725 w 8802688"/>
                  <a:gd name="connsiteY1079" fmla="*/ 871538 h 6677025"/>
                  <a:gd name="connsiteX1080" fmla="*/ 4064000 w 8802688"/>
                  <a:gd name="connsiteY1080" fmla="*/ 860425 h 6677025"/>
                  <a:gd name="connsiteX1081" fmla="*/ 4090988 w 8802688"/>
                  <a:gd name="connsiteY1081" fmla="*/ 857250 h 6677025"/>
                  <a:gd name="connsiteX1082" fmla="*/ 4117975 w 8802688"/>
                  <a:gd name="connsiteY1082" fmla="*/ 854075 h 6677025"/>
                  <a:gd name="connsiteX1083" fmla="*/ 4143375 w 8802688"/>
                  <a:gd name="connsiteY1083" fmla="*/ 844550 h 6677025"/>
                  <a:gd name="connsiteX1084" fmla="*/ 4170363 w 8802688"/>
                  <a:gd name="connsiteY1084" fmla="*/ 836613 h 6677025"/>
                  <a:gd name="connsiteX1085" fmla="*/ 4191000 w 8802688"/>
                  <a:gd name="connsiteY1085" fmla="*/ 823913 h 6677025"/>
                  <a:gd name="connsiteX1086" fmla="*/ 4214813 w 8802688"/>
                  <a:gd name="connsiteY1086" fmla="*/ 812801 h 6677025"/>
                  <a:gd name="connsiteX1087" fmla="*/ 4233863 w 8802688"/>
                  <a:gd name="connsiteY1087" fmla="*/ 796926 h 6677025"/>
                  <a:gd name="connsiteX1088" fmla="*/ 4248150 w 8802688"/>
                  <a:gd name="connsiteY1088" fmla="*/ 785813 h 6677025"/>
                  <a:gd name="connsiteX1089" fmla="*/ 3876675 w 8802688"/>
                  <a:gd name="connsiteY1089" fmla="*/ 785813 h 6677025"/>
                  <a:gd name="connsiteX1090" fmla="*/ 3906838 w 8802688"/>
                  <a:gd name="connsiteY1090" fmla="*/ 728663 h 6677025"/>
                  <a:gd name="connsiteX1091" fmla="*/ 3938588 w 8802688"/>
                  <a:gd name="connsiteY1091" fmla="*/ 677863 h 6677025"/>
                  <a:gd name="connsiteX1092" fmla="*/ 3971925 w 8802688"/>
                  <a:gd name="connsiteY1092" fmla="*/ 630238 h 6677025"/>
                  <a:gd name="connsiteX1093" fmla="*/ 4006850 w 8802688"/>
                  <a:gd name="connsiteY1093" fmla="*/ 585788 h 6677025"/>
                  <a:gd name="connsiteX1094" fmla="*/ 4046538 w 8802688"/>
                  <a:gd name="connsiteY1094" fmla="*/ 544513 h 6677025"/>
                  <a:gd name="connsiteX1095" fmla="*/ 4084638 w 8802688"/>
                  <a:gd name="connsiteY1095" fmla="*/ 506413 h 6677025"/>
                  <a:gd name="connsiteX1096" fmla="*/ 4125913 w 8802688"/>
                  <a:gd name="connsiteY1096" fmla="*/ 466725 h 6677025"/>
                  <a:gd name="connsiteX1097" fmla="*/ 4170363 w 8802688"/>
                  <a:gd name="connsiteY1097" fmla="*/ 434975 h 6677025"/>
                  <a:gd name="connsiteX1098" fmla="*/ 4211638 w 8802688"/>
                  <a:gd name="connsiteY1098" fmla="*/ 401638 h 6677025"/>
                  <a:gd name="connsiteX1099" fmla="*/ 4259263 w 8802688"/>
                  <a:gd name="connsiteY1099" fmla="*/ 373063 h 6677025"/>
                  <a:gd name="connsiteX1100" fmla="*/ 4303713 w 8802688"/>
                  <a:gd name="connsiteY1100" fmla="*/ 342900 h 6677025"/>
                  <a:gd name="connsiteX1101" fmla="*/ 4351338 w 8802688"/>
                  <a:gd name="connsiteY1101" fmla="*/ 315913 h 6677025"/>
                  <a:gd name="connsiteX1102" fmla="*/ 4446588 w 8802688"/>
                  <a:gd name="connsiteY1102" fmla="*/ 268288 h 6677025"/>
                  <a:gd name="connsiteX1103" fmla="*/ 4545013 w 8802688"/>
                  <a:gd name="connsiteY1103" fmla="*/ 223838 h 6677025"/>
                  <a:gd name="connsiteX1104" fmla="*/ 4654550 w 8802688"/>
                  <a:gd name="connsiteY1104" fmla="*/ 193675 h 6677025"/>
                  <a:gd name="connsiteX1105" fmla="*/ 4768850 w 8802688"/>
                  <a:gd name="connsiteY1105" fmla="*/ 163513 h 6677025"/>
                  <a:gd name="connsiteX1106" fmla="*/ 4991101 w 8802688"/>
                  <a:gd name="connsiteY1106" fmla="*/ 98425 h 6677025"/>
                  <a:gd name="connsiteX1107" fmla="*/ 5100638 w 8802688"/>
                  <a:gd name="connsiteY1107" fmla="*/ 69850 h 6677025"/>
                  <a:gd name="connsiteX1108" fmla="*/ 5213351 w 8802688"/>
                  <a:gd name="connsiteY1108" fmla="*/ 39688 h 6677025"/>
                  <a:gd name="connsiteX1109" fmla="*/ 5324476 w 8802688"/>
                  <a:gd name="connsiteY1109" fmla="*/ 19050 h 66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Lst>
                <a:rect l="l" t="t" r="r" b="b"/>
                <a:pathLst>
                  <a:path w="8802688" h="6677025">
                    <a:moveTo>
                      <a:pt x="5546725" y="4819650"/>
                    </a:moveTo>
                    <a:lnTo>
                      <a:pt x="5573713" y="4926013"/>
                    </a:lnTo>
                    <a:lnTo>
                      <a:pt x="5603875" y="5024438"/>
                    </a:lnTo>
                    <a:lnTo>
                      <a:pt x="5630863" y="5122863"/>
                    </a:lnTo>
                    <a:lnTo>
                      <a:pt x="5657850" y="5229225"/>
                    </a:lnTo>
                    <a:lnTo>
                      <a:pt x="5668963" y="5313363"/>
                    </a:lnTo>
                    <a:lnTo>
                      <a:pt x="5681663" y="5399088"/>
                    </a:lnTo>
                    <a:lnTo>
                      <a:pt x="5686425" y="5484813"/>
                    </a:lnTo>
                    <a:lnTo>
                      <a:pt x="5689600" y="5572126"/>
                    </a:lnTo>
                    <a:lnTo>
                      <a:pt x="5695950" y="5749926"/>
                    </a:lnTo>
                    <a:lnTo>
                      <a:pt x="5695950" y="5940426"/>
                    </a:lnTo>
                    <a:lnTo>
                      <a:pt x="5692775" y="5957888"/>
                    </a:lnTo>
                    <a:lnTo>
                      <a:pt x="5689600" y="5978526"/>
                    </a:lnTo>
                    <a:lnTo>
                      <a:pt x="5681663" y="6002338"/>
                    </a:lnTo>
                    <a:lnTo>
                      <a:pt x="5672138" y="6029326"/>
                    </a:lnTo>
                    <a:lnTo>
                      <a:pt x="5659438" y="6053138"/>
                    </a:lnTo>
                    <a:lnTo>
                      <a:pt x="5648325" y="6070601"/>
                    </a:lnTo>
                    <a:lnTo>
                      <a:pt x="5634038" y="6086476"/>
                    </a:lnTo>
                    <a:lnTo>
                      <a:pt x="5627688" y="6088063"/>
                    </a:lnTo>
                    <a:lnTo>
                      <a:pt x="5621338" y="6088063"/>
                    </a:lnTo>
                    <a:lnTo>
                      <a:pt x="5526088" y="6100763"/>
                    </a:lnTo>
                    <a:lnTo>
                      <a:pt x="5430838" y="6107113"/>
                    </a:lnTo>
                    <a:lnTo>
                      <a:pt x="5338763" y="6107113"/>
                    </a:lnTo>
                    <a:lnTo>
                      <a:pt x="5249862" y="6103938"/>
                    </a:lnTo>
                    <a:lnTo>
                      <a:pt x="5068887" y="6094413"/>
                    </a:lnTo>
                    <a:lnTo>
                      <a:pt x="4973637" y="6091238"/>
                    </a:lnTo>
                    <a:lnTo>
                      <a:pt x="4878387" y="6088063"/>
                    </a:lnTo>
                    <a:lnTo>
                      <a:pt x="5045075" y="5780088"/>
                    </a:lnTo>
                    <a:lnTo>
                      <a:pt x="5213350" y="5467350"/>
                    </a:lnTo>
                    <a:lnTo>
                      <a:pt x="5380038" y="5149850"/>
                    </a:lnTo>
                    <a:close/>
                    <a:moveTo>
                      <a:pt x="576262" y="4632325"/>
                    </a:moveTo>
                    <a:lnTo>
                      <a:pt x="685799" y="4827588"/>
                    </a:lnTo>
                    <a:lnTo>
                      <a:pt x="796925" y="5030788"/>
                    </a:lnTo>
                    <a:lnTo>
                      <a:pt x="909637" y="5235575"/>
                    </a:lnTo>
                    <a:lnTo>
                      <a:pt x="1019175" y="5456238"/>
                    </a:lnTo>
                    <a:lnTo>
                      <a:pt x="1031875" y="5481638"/>
                    </a:lnTo>
                    <a:lnTo>
                      <a:pt x="1039812" y="5508626"/>
                    </a:lnTo>
                    <a:lnTo>
                      <a:pt x="1046162" y="5532438"/>
                    </a:lnTo>
                    <a:lnTo>
                      <a:pt x="1049337" y="5559426"/>
                    </a:lnTo>
                    <a:lnTo>
                      <a:pt x="1049337" y="5580063"/>
                    </a:lnTo>
                    <a:lnTo>
                      <a:pt x="1046162" y="5600701"/>
                    </a:lnTo>
                    <a:lnTo>
                      <a:pt x="1039812" y="5621338"/>
                    </a:lnTo>
                    <a:lnTo>
                      <a:pt x="1028699" y="5640388"/>
                    </a:lnTo>
                    <a:lnTo>
                      <a:pt x="1019175" y="5657851"/>
                    </a:lnTo>
                    <a:lnTo>
                      <a:pt x="1004887" y="5672138"/>
                    </a:lnTo>
                    <a:lnTo>
                      <a:pt x="987425" y="5684838"/>
                    </a:lnTo>
                    <a:lnTo>
                      <a:pt x="968375" y="5695951"/>
                    </a:lnTo>
                    <a:lnTo>
                      <a:pt x="947737" y="5705476"/>
                    </a:lnTo>
                    <a:lnTo>
                      <a:pt x="923925" y="5711826"/>
                    </a:lnTo>
                    <a:lnTo>
                      <a:pt x="896937" y="5713413"/>
                    </a:lnTo>
                    <a:lnTo>
                      <a:pt x="871537" y="5716588"/>
                    </a:lnTo>
                    <a:lnTo>
                      <a:pt x="844549" y="5716588"/>
                    </a:lnTo>
                    <a:lnTo>
                      <a:pt x="814387" y="5716588"/>
                    </a:lnTo>
                    <a:lnTo>
                      <a:pt x="787399" y="5713413"/>
                    </a:lnTo>
                    <a:lnTo>
                      <a:pt x="757237" y="5711826"/>
                    </a:lnTo>
                    <a:lnTo>
                      <a:pt x="728662" y="5702301"/>
                    </a:lnTo>
                    <a:lnTo>
                      <a:pt x="695325" y="5692776"/>
                    </a:lnTo>
                    <a:lnTo>
                      <a:pt x="636587" y="5668963"/>
                    </a:lnTo>
                    <a:lnTo>
                      <a:pt x="576262" y="5637213"/>
                    </a:lnTo>
                    <a:lnTo>
                      <a:pt x="520699" y="5600701"/>
                    </a:lnTo>
                    <a:lnTo>
                      <a:pt x="463549" y="5556251"/>
                    </a:lnTo>
                    <a:lnTo>
                      <a:pt x="406399" y="5508626"/>
                    </a:lnTo>
                    <a:lnTo>
                      <a:pt x="360362" y="5457826"/>
                    </a:lnTo>
                    <a:lnTo>
                      <a:pt x="312737" y="5405438"/>
                    </a:lnTo>
                    <a:lnTo>
                      <a:pt x="269875" y="5351463"/>
                    </a:lnTo>
                    <a:lnTo>
                      <a:pt x="234949" y="5294313"/>
                    </a:lnTo>
                    <a:lnTo>
                      <a:pt x="207962" y="5238750"/>
                    </a:lnTo>
                    <a:lnTo>
                      <a:pt x="184149" y="5184775"/>
                    </a:lnTo>
                    <a:lnTo>
                      <a:pt x="177799" y="5157788"/>
                    </a:lnTo>
                    <a:lnTo>
                      <a:pt x="173037" y="5130800"/>
                    </a:lnTo>
                    <a:lnTo>
                      <a:pt x="169862" y="5105400"/>
                    </a:lnTo>
                    <a:lnTo>
                      <a:pt x="166687" y="5081588"/>
                    </a:lnTo>
                    <a:lnTo>
                      <a:pt x="169862" y="5054600"/>
                    </a:lnTo>
                    <a:lnTo>
                      <a:pt x="173037" y="5024438"/>
                    </a:lnTo>
                    <a:lnTo>
                      <a:pt x="180975" y="4997450"/>
                    </a:lnTo>
                    <a:lnTo>
                      <a:pt x="190499" y="4973638"/>
                    </a:lnTo>
                    <a:lnTo>
                      <a:pt x="201612" y="4949825"/>
                    </a:lnTo>
                    <a:lnTo>
                      <a:pt x="214312" y="4929188"/>
                    </a:lnTo>
                    <a:lnTo>
                      <a:pt x="228599" y="4908550"/>
                    </a:lnTo>
                    <a:lnTo>
                      <a:pt x="241299" y="4894263"/>
                    </a:lnTo>
                    <a:lnTo>
                      <a:pt x="285749" y="4851400"/>
                    </a:lnTo>
                    <a:lnTo>
                      <a:pt x="330199" y="4816475"/>
                    </a:lnTo>
                    <a:lnTo>
                      <a:pt x="377825" y="4779963"/>
                    </a:lnTo>
                    <a:lnTo>
                      <a:pt x="422275" y="4748213"/>
                    </a:lnTo>
                    <a:lnTo>
                      <a:pt x="507999" y="4687888"/>
                    </a:lnTo>
                    <a:lnTo>
                      <a:pt x="544512" y="4662488"/>
                    </a:lnTo>
                    <a:close/>
                    <a:moveTo>
                      <a:pt x="6180138" y="3546475"/>
                    </a:moveTo>
                    <a:lnTo>
                      <a:pt x="6124576" y="3562350"/>
                    </a:lnTo>
                    <a:lnTo>
                      <a:pt x="6076951" y="3579813"/>
                    </a:lnTo>
                    <a:lnTo>
                      <a:pt x="6037263" y="3600450"/>
                    </a:lnTo>
                    <a:lnTo>
                      <a:pt x="6002338" y="3624263"/>
                    </a:lnTo>
                    <a:lnTo>
                      <a:pt x="5978526" y="3651250"/>
                    </a:lnTo>
                    <a:lnTo>
                      <a:pt x="5961063" y="3678238"/>
                    </a:lnTo>
                    <a:lnTo>
                      <a:pt x="5948363" y="3705225"/>
                    </a:lnTo>
                    <a:lnTo>
                      <a:pt x="5945188" y="3719513"/>
                    </a:lnTo>
                    <a:lnTo>
                      <a:pt x="5945188" y="3733800"/>
                    </a:lnTo>
                    <a:lnTo>
                      <a:pt x="5986463" y="3698875"/>
                    </a:lnTo>
                    <a:lnTo>
                      <a:pt x="6046788" y="3654425"/>
                    </a:lnTo>
                    <a:lnTo>
                      <a:pt x="6115051" y="3600450"/>
                    </a:lnTo>
                    <a:lnTo>
                      <a:pt x="6148388" y="3573463"/>
                    </a:lnTo>
                    <a:close/>
                    <a:moveTo>
                      <a:pt x="279400" y="2203450"/>
                    </a:moveTo>
                    <a:lnTo>
                      <a:pt x="354013" y="2203450"/>
                    </a:lnTo>
                    <a:lnTo>
                      <a:pt x="327025" y="2274888"/>
                    </a:lnTo>
                    <a:lnTo>
                      <a:pt x="303213" y="2343150"/>
                    </a:lnTo>
                    <a:lnTo>
                      <a:pt x="261938" y="2482850"/>
                    </a:lnTo>
                    <a:lnTo>
                      <a:pt x="217488" y="2625726"/>
                    </a:lnTo>
                    <a:lnTo>
                      <a:pt x="193675" y="2693988"/>
                    </a:lnTo>
                    <a:lnTo>
                      <a:pt x="166688" y="2765425"/>
                    </a:lnTo>
                    <a:lnTo>
                      <a:pt x="169863" y="2792413"/>
                    </a:lnTo>
                    <a:lnTo>
                      <a:pt x="173038" y="2819400"/>
                    </a:lnTo>
                    <a:lnTo>
                      <a:pt x="180975" y="2844801"/>
                    </a:lnTo>
                    <a:lnTo>
                      <a:pt x="190500" y="2871788"/>
                    </a:lnTo>
                    <a:lnTo>
                      <a:pt x="201613" y="2895601"/>
                    </a:lnTo>
                    <a:lnTo>
                      <a:pt x="214313" y="2916238"/>
                    </a:lnTo>
                    <a:lnTo>
                      <a:pt x="228600" y="2935288"/>
                    </a:lnTo>
                    <a:lnTo>
                      <a:pt x="241300" y="2952751"/>
                    </a:lnTo>
                    <a:lnTo>
                      <a:pt x="242888" y="2959101"/>
                    </a:lnTo>
                    <a:lnTo>
                      <a:pt x="242888" y="2963863"/>
                    </a:lnTo>
                    <a:lnTo>
                      <a:pt x="255588" y="2973388"/>
                    </a:lnTo>
                    <a:lnTo>
                      <a:pt x="266700" y="2979738"/>
                    </a:lnTo>
                    <a:lnTo>
                      <a:pt x="288925" y="2984501"/>
                    </a:lnTo>
                    <a:lnTo>
                      <a:pt x="336550" y="2987676"/>
                    </a:lnTo>
                    <a:lnTo>
                      <a:pt x="388938" y="2987676"/>
                    </a:lnTo>
                    <a:lnTo>
                      <a:pt x="404813" y="2987676"/>
                    </a:lnTo>
                    <a:lnTo>
                      <a:pt x="425450" y="2982913"/>
                    </a:lnTo>
                    <a:lnTo>
                      <a:pt x="469900" y="2963863"/>
                    </a:lnTo>
                    <a:lnTo>
                      <a:pt x="520700" y="2940051"/>
                    </a:lnTo>
                    <a:lnTo>
                      <a:pt x="576263" y="2914651"/>
                    </a:lnTo>
                    <a:lnTo>
                      <a:pt x="573088" y="2946401"/>
                    </a:lnTo>
                    <a:lnTo>
                      <a:pt x="568325" y="2979738"/>
                    </a:lnTo>
                    <a:lnTo>
                      <a:pt x="558801" y="3008313"/>
                    </a:lnTo>
                    <a:lnTo>
                      <a:pt x="544513" y="3038476"/>
                    </a:lnTo>
                    <a:lnTo>
                      <a:pt x="528638" y="3062288"/>
                    </a:lnTo>
                    <a:lnTo>
                      <a:pt x="508000" y="3086101"/>
                    </a:lnTo>
                    <a:lnTo>
                      <a:pt x="487363" y="3106738"/>
                    </a:lnTo>
                    <a:lnTo>
                      <a:pt x="463550" y="3124201"/>
                    </a:lnTo>
                    <a:lnTo>
                      <a:pt x="439738" y="3136901"/>
                    </a:lnTo>
                    <a:lnTo>
                      <a:pt x="412750" y="3148013"/>
                    </a:lnTo>
                    <a:lnTo>
                      <a:pt x="382588" y="3157538"/>
                    </a:lnTo>
                    <a:lnTo>
                      <a:pt x="357188" y="3160713"/>
                    </a:lnTo>
                    <a:lnTo>
                      <a:pt x="327025" y="3160713"/>
                    </a:lnTo>
                    <a:lnTo>
                      <a:pt x="296863" y="3157538"/>
                    </a:lnTo>
                    <a:lnTo>
                      <a:pt x="269875" y="3148013"/>
                    </a:lnTo>
                    <a:lnTo>
                      <a:pt x="241300" y="3136901"/>
                    </a:lnTo>
                    <a:lnTo>
                      <a:pt x="228600" y="3130551"/>
                    </a:lnTo>
                    <a:lnTo>
                      <a:pt x="214313" y="3119438"/>
                    </a:lnTo>
                    <a:lnTo>
                      <a:pt x="187325" y="3092451"/>
                    </a:lnTo>
                    <a:lnTo>
                      <a:pt x="160338" y="3055938"/>
                    </a:lnTo>
                    <a:lnTo>
                      <a:pt x="133350" y="3017838"/>
                    </a:lnTo>
                    <a:lnTo>
                      <a:pt x="109538" y="2970213"/>
                    </a:lnTo>
                    <a:lnTo>
                      <a:pt x="85725" y="2922588"/>
                    </a:lnTo>
                    <a:lnTo>
                      <a:pt x="65088" y="2868613"/>
                    </a:lnTo>
                    <a:lnTo>
                      <a:pt x="47625" y="2816225"/>
                    </a:lnTo>
                    <a:lnTo>
                      <a:pt x="30163" y="2762250"/>
                    </a:lnTo>
                    <a:lnTo>
                      <a:pt x="17463" y="2708275"/>
                    </a:lnTo>
                    <a:lnTo>
                      <a:pt x="9525" y="2655888"/>
                    </a:lnTo>
                    <a:lnTo>
                      <a:pt x="3175" y="2608263"/>
                    </a:lnTo>
                    <a:lnTo>
                      <a:pt x="0" y="2563813"/>
                    </a:lnTo>
                    <a:lnTo>
                      <a:pt x="0" y="2524125"/>
                    </a:lnTo>
                    <a:lnTo>
                      <a:pt x="9525" y="2492375"/>
                    </a:lnTo>
                    <a:lnTo>
                      <a:pt x="11113" y="2476500"/>
                    </a:lnTo>
                    <a:lnTo>
                      <a:pt x="17463" y="2465388"/>
                    </a:lnTo>
                    <a:lnTo>
                      <a:pt x="47625" y="2425700"/>
                    </a:lnTo>
                    <a:lnTo>
                      <a:pt x="79375" y="2387600"/>
                    </a:lnTo>
                    <a:lnTo>
                      <a:pt x="112713" y="2352675"/>
                    </a:lnTo>
                    <a:lnTo>
                      <a:pt x="149225" y="2322513"/>
                    </a:lnTo>
                    <a:lnTo>
                      <a:pt x="217488" y="2260600"/>
                    </a:lnTo>
                    <a:close/>
                    <a:moveTo>
                      <a:pt x="5886450" y="2019300"/>
                    </a:moveTo>
                    <a:lnTo>
                      <a:pt x="5907087" y="2022475"/>
                    </a:lnTo>
                    <a:lnTo>
                      <a:pt x="5930900" y="2028825"/>
                    </a:lnTo>
                    <a:lnTo>
                      <a:pt x="5957888" y="2036763"/>
                    </a:lnTo>
                    <a:lnTo>
                      <a:pt x="5984875" y="2049463"/>
                    </a:lnTo>
                    <a:lnTo>
                      <a:pt x="6010275" y="2060575"/>
                    </a:lnTo>
                    <a:lnTo>
                      <a:pt x="6034088" y="2078038"/>
                    </a:lnTo>
                    <a:lnTo>
                      <a:pt x="6057900" y="2093913"/>
                    </a:lnTo>
                    <a:lnTo>
                      <a:pt x="5951538" y="2170113"/>
                    </a:lnTo>
                    <a:lnTo>
                      <a:pt x="5897562" y="2209800"/>
                    </a:lnTo>
                    <a:lnTo>
                      <a:pt x="5838825" y="2244725"/>
                    </a:lnTo>
                    <a:lnTo>
                      <a:pt x="5811837" y="2216150"/>
                    </a:lnTo>
                    <a:lnTo>
                      <a:pt x="5788025" y="2182813"/>
                    </a:lnTo>
                    <a:lnTo>
                      <a:pt x="5775325" y="2165350"/>
                    </a:lnTo>
                    <a:lnTo>
                      <a:pt x="5770562" y="2146300"/>
                    </a:lnTo>
                    <a:lnTo>
                      <a:pt x="5764212" y="2132013"/>
                    </a:lnTo>
                    <a:lnTo>
                      <a:pt x="5764212" y="2117725"/>
                    </a:lnTo>
                    <a:lnTo>
                      <a:pt x="5770562" y="2101850"/>
                    </a:lnTo>
                    <a:lnTo>
                      <a:pt x="5778500" y="2087563"/>
                    </a:lnTo>
                    <a:lnTo>
                      <a:pt x="5791200" y="2073275"/>
                    </a:lnTo>
                    <a:lnTo>
                      <a:pt x="5805487" y="2057400"/>
                    </a:lnTo>
                    <a:lnTo>
                      <a:pt x="5821362" y="2046288"/>
                    </a:lnTo>
                    <a:lnTo>
                      <a:pt x="5838825" y="2033588"/>
                    </a:lnTo>
                    <a:lnTo>
                      <a:pt x="5853112" y="2025650"/>
                    </a:lnTo>
                    <a:lnTo>
                      <a:pt x="5870575" y="2022475"/>
                    </a:lnTo>
                    <a:close/>
                    <a:moveTo>
                      <a:pt x="6169026" y="1685925"/>
                    </a:moveTo>
                    <a:lnTo>
                      <a:pt x="6076951" y="1712913"/>
                    </a:lnTo>
                    <a:lnTo>
                      <a:pt x="5984875" y="1739900"/>
                    </a:lnTo>
                    <a:lnTo>
                      <a:pt x="5938838" y="1757363"/>
                    </a:lnTo>
                    <a:lnTo>
                      <a:pt x="5894388" y="1774825"/>
                    </a:lnTo>
                    <a:lnTo>
                      <a:pt x="5849938" y="1798638"/>
                    </a:lnTo>
                    <a:lnTo>
                      <a:pt x="5805488" y="1828800"/>
                    </a:lnTo>
                    <a:lnTo>
                      <a:pt x="5764213" y="1862138"/>
                    </a:lnTo>
                    <a:lnTo>
                      <a:pt x="5722938" y="1897063"/>
                    </a:lnTo>
                    <a:lnTo>
                      <a:pt x="5683250" y="1933575"/>
                    </a:lnTo>
                    <a:lnTo>
                      <a:pt x="5648325" y="1971675"/>
                    </a:lnTo>
                    <a:lnTo>
                      <a:pt x="5576888" y="2052638"/>
                    </a:lnTo>
                    <a:lnTo>
                      <a:pt x="5502275" y="2128838"/>
                    </a:lnTo>
                    <a:lnTo>
                      <a:pt x="5522913" y="2122488"/>
                    </a:lnTo>
                    <a:lnTo>
                      <a:pt x="5543550" y="2117725"/>
                    </a:lnTo>
                    <a:lnTo>
                      <a:pt x="5586413" y="2098675"/>
                    </a:lnTo>
                    <a:lnTo>
                      <a:pt x="5607050" y="2093913"/>
                    </a:lnTo>
                    <a:lnTo>
                      <a:pt x="5624513" y="2087563"/>
                    </a:lnTo>
                    <a:lnTo>
                      <a:pt x="5641975" y="2087563"/>
                    </a:lnTo>
                    <a:lnTo>
                      <a:pt x="5657850" y="2093913"/>
                    </a:lnTo>
                    <a:lnTo>
                      <a:pt x="5832475" y="2357438"/>
                    </a:lnTo>
                    <a:lnTo>
                      <a:pt x="5975350" y="2265363"/>
                    </a:lnTo>
                    <a:lnTo>
                      <a:pt x="6115051" y="2170113"/>
                    </a:lnTo>
                    <a:lnTo>
                      <a:pt x="6264276" y="2078038"/>
                    </a:lnTo>
                    <a:lnTo>
                      <a:pt x="6340476" y="2030413"/>
                    </a:lnTo>
                    <a:lnTo>
                      <a:pt x="6424613" y="1982788"/>
                    </a:lnTo>
                    <a:lnTo>
                      <a:pt x="6400801" y="1981200"/>
                    </a:lnTo>
                    <a:lnTo>
                      <a:pt x="6364288" y="1971675"/>
                    </a:lnTo>
                    <a:lnTo>
                      <a:pt x="6323013" y="1958975"/>
                    </a:lnTo>
                    <a:lnTo>
                      <a:pt x="6302376" y="1947863"/>
                    </a:lnTo>
                    <a:lnTo>
                      <a:pt x="6281738" y="1935163"/>
                    </a:lnTo>
                    <a:lnTo>
                      <a:pt x="6261101" y="1917700"/>
                    </a:lnTo>
                    <a:lnTo>
                      <a:pt x="6240463" y="1900238"/>
                    </a:lnTo>
                    <a:lnTo>
                      <a:pt x="6221413" y="1876425"/>
                    </a:lnTo>
                    <a:lnTo>
                      <a:pt x="6203951" y="1849438"/>
                    </a:lnTo>
                    <a:lnTo>
                      <a:pt x="6192838" y="1817688"/>
                    </a:lnTo>
                    <a:lnTo>
                      <a:pt x="6180138" y="1778000"/>
                    </a:lnTo>
                    <a:lnTo>
                      <a:pt x="6170613" y="1736725"/>
                    </a:lnTo>
                    <a:close/>
                    <a:moveTo>
                      <a:pt x="8401050" y="1338262"/>
                    </a:moveTo>
                    <a:lnTo>
                      <a:pt x="8332788" y="1382712"/>
                    </a:lnTo>
                    <a:lnTo>
                      <a:pt x="8264525" y="1430337"/>
                    </a:lnTo>
                    <a:lnTo>
                      <a:pt x="8131175" y="1531937"/>
                    </a:lnTo>
                    <a:lnTo>
                      <a:pt x="8002588" y="1630363"/>
                    </a:lnTo>
                    <a:lnTo>
                      <a:pt x="7886700" y="1722438"/>
                    </a:lnTo>
                    <a:lnTo>
                      <a:pt x="7920038" y="1727200"/>
                    </a:lnTo>
                    <a:lnTo>
                      <a:pt x="7954963" y="1727200"/>
                    </a:lnTo>
                    <a:lnTo>
                      <a:pt x="7993063" y="1725613"/>
                    </a:lnTo>
                    <a:lnTo>
                      <a:pt x="8029575" y="1716088"/>
                    </a:lnTo>
                    <a:lnTo>
                      <a:pt x="8064500" y="1703388"/>
                    </a:lnTo>
                    <a:lnTo>
                      <a:pt x="8101013" y="1689100"/>
                    </a:lnTo>
                    <a:lnTo>
                      <a:pt x="8135938" y="1668463"/>
                    </a:lnTo>
                    <a:lnTo>
                      <a:pt x="8172450" y="1644650"/>
                    </a:lnTo>
                    <a:lnTo>
                      <a:pt x="8204200" y="1617662"/>
                    </a:lnTo>
                    <a:lnTo>
                      <a:pt x="8237538" y="1587500"/>
                    </a:lnTo>
                    <a:lnTo>
                      <a:pt x="8270875" y="1555750"/>
                    </a:lnTo>
                    <a:lnTo>
                      <a:pt x="8299450" y="1516062"/>
                    </a:lnTo>
                    <a:lnTo>
                      <a:pt x="8329613" y="1477963"/>
                    </a:lnTo>
                    <a:lnTo>
                      <a:pt x="8356600" y="1433512"/>
                    </a:lnTo>
                    <a:lnTo>
                      <a:pt x="8380413" y="1389062"/>
                    </a:lnTo>
                    <a:close/>
                    <a:moveTo>
                      <a:pt x="4067176" y="1181100"/>
                    </a:moveTo>
                    <a:lnTo>
                      <a:pt x="3979864" y="1184275"/>
                    </a:lnTo>
                    <a:lnTo>
                      <a:pt x="3900489" y="1192213"/>
                    </a:lnTo>
                    <a:lnTo>
                      <a:pt x="3860801" y="1201738"/>
                    </a:lnTo>
                    <a:lnTo>
                      <a:pt x="3825876" y="1211263"/>
                    </a:lnTo>
                    <a:lnTo>
                      <a:pt x="3790951" y="1219200"/>
                    </a:lnTo>
                    <a:lnTo>
                      <a:pt x="3757613" y="1231900"/>
                    </a:lnTo>
                    <a:lnTo>
                      <a:pt x="3724276" y="1246188"/>
                    </a:lnTo>
                    <a:lnTo>
                      <a:pt x="3695701" y="1260475"/>
                    </a:lnTo>
                    <a:lnTo>
                      <a:pt x="3665538" y="1279525"/>
                    </a:lnTo>
                    <a:lnTo>
                      <a:pt x="3635376" y="1296988"/>
                    </a:lnTo>
                    <a:lnTo>
                      <a:pt x="3608388" y="1317625"/>
                    </a:lnTo>
                    <a:lnTo>
                      <a:pt x="3581401" y="1341438"/>
                    </a:lnTo>
                    <a:lnTo>
                      <a:pt x="3557588" y="1365250"/>
                    </a:lnTo>
                    <a:lnTo>
                      <a:pt x="3533776" y="1392238"/>
                    </a:lnTo>
                    <a:lnTo>
                      <a:pt x="3509963" y="1419225"/>
                    </a:lnTo>
                    <a:lnTo>
                      <a:pt x="3489326" y="1450975"/>
                    </a:lnTo>
                    <a:lnTo>
                      <a:pt x="3468688" y="1481138"/>
                    </a:lnTo>
                    <a:lnTo>
                      <a:pt x="3448051" y="1516063"/>
                    </a:lnTo>
                    <a:lnTo>
                      <a:pt x="3413126" y="1590675"/>
                    </a:lnTo>
                    <a:lnTo>
                      <a:pt x="3379788" y="1671638"/>
                    </a:lnTo>
                    <a:lnTo>
                      <a:pt x="3349626" y="1763713"/>
                    </a:lnTo>
                    <a:lnTo>
                      <a:pt x="3325813" y="1865313"/>
                    </a:lnTo>
                    <a:lnTo>
                      <a:pt x="3302001" y="1971676"/>
                    </a:lnTo>
                    <a:lnTo>
                      <a:pt x="3281363" y="2090738"/>
                    </a:lnTo>
                    <a:lnTo>
                      <a:pt x="3368676" y="1944688"/>
                    </a:lnTo>
                    <a:lnTo>
                      <a:pt x="3451226" y="1787526"/>
                    </a:lnTo>
                    <a:lnTo>
                      <a:pt x="3533776" y="1624013"/>
                    </a:lnTo>
                    <a:lnTo>
                      <a:pt x="3617913" y="1454150"/>
                    </a:lnTo>
                    <a:lnTo>
                      <a:pt x="3652838" y="1454150"/>
                    </a:lnTo>
                    <a:lnTo>
                      <a:pt x="3656013" y="1495425"/>
                    </a:lnTo>
                    <a:lnTo>
                      <a:pt x="3659188" y="1531938"/>
                    </a:lnTo>
                    <a:lnTo>
                      <a:pt x="3673476" y="1600200"/>
                    </a:lnTo>
                    <a:lnTo>
                      <a:pt x="3686176" y="1658938"/>
                    </a:lnTo>
                    <a:lnTo>
                      <a:pt x="3689351" y="1689100"/>
                    </a:lnTo>
                    <a:lnTo>
                      <a:pt x="3692526" y="1716088"/>
                    </a:lnTo>
                    <a:lnTo>
                      <a:pt x="3713163" y="1662113"/>
                    </a:lnTo>
                    <a:lnTo>
                      <a:pt x="3736976" y="1609725"/>
                    </a:lnTo>
                    <a:lnTo>
                      <a:pt x="3757613" y="1562101"/>
                    </a:lnTo>
                    <a:lnTo>
                      <a:pt x="3784601" y="1514475"/>
                    </a:lnTo>
                    <a:lnTo>
                      <a:pt x="3811588" y="1471613"/>
                    </a:lnTo>
                    <a:lnTo>
                      <a:pt x="3840163" y="1430338"/>
                    </a:lnTo>
                    <a:lnTo>
                      <a:pt x="3870326" y="1392238"/>
                    </a:lnTo>
                    <a:lnTo>
                      <a:pt x="3906839" y="1355725"/>
                    </a:lnTo>
                    <a:lnTo>
                      <a:pt x="3941764" y="1327150"/>
                    </a:lnTo>
                    <a:lnTo>
                      <a:pt x="3979864" y="1296988"/>
                    </a:lnTo>
                    <a:lnTo>
                      <a:pt x="4022726" y="1273175"/>
                    </a:lnTo>
                    <a:lnTo>
                      <a:pt x="4067176" y="1249363"/>
                    </a:lnTo>
                    <a:lnTo>
                      <a:pt x="4117976" y="1231900"/>
                    </a:lnTo>
                    <a:lnTo>
                      <a:pt x="4167189" y="1216025"/>
                    </a:lnTo>
                    <a:lnTo>
                      <a:pt x="4224339" y="1201738"/>
                    </a:lnTo>
                    <a:lnTo>
                      <a:pt x="4286251" y="1195388"/>
                    </a:lnTo>
                    <a:lnTo>
                      <a:pt x="4170364" y="1184275"/>
                    </a:lnTo>
                    <a:lnTo>
                      <a:pt x="4117976" y="1181100"/>
                    </a:lnTo>
                    <a:close/>
                    <a:moveTo>
                      <a:pt x="5586413" y="1166812"/>
                    </a:moveTo>
                    <a:lnTo>
                      <a:pt x="5481638" y="1204912"/>
                    </a:lnTo>
                    <a:lnTo>
                      <a:pt x="5437188" y="1225550"/>
                    </a:lnTo>
                    <a:lnTo>
                      <a:pt x="5399088" y="1243012"/>
                    </a:lnTo>
                    <a:lnTo>
                      <a:pt x="5365751" y="1260475"/>
                    </a:lnTo>
                    <a:lnTo>
                      <a:pt x="5335588" y="1282700"/>
                    </a:lnTo>
                    <a:lnTo>
                      <a:pt x="5308601" y="1300162"/>
                    </a:lnTo>
                    <a:lnTo>
                      <a:pt x="5287963" y="1320800"/>
                    </a:lnTo>
                    <a:lnTo>
                      <a:pt x="5270501" y="1341437"/>
                    </a:lnTo>
                    <a:lnTo>
                      <a:pt x="5259388" y="1362075"/>
                    </a:lnTo>
                    <a:lnTo>
                      <a:pt x="5246688" y="1385887"/>
                    </a:lnTo>
                    <a:lnTo>
                      <a:pt x="5240338" y="1409700"/>
                    </a:lnTo>
                    <a:lnTo>
                      <a:pt x="5237163" y="1436687"/>
                    </a:lnTo>
                    <a:lnTo>
                      <a:pt x="5237163" y="1463675"/>
                    </a:lnTo>
                    <a:lnTo>
                      <a:pt x="5240338" y="1492250"/>
                    </a:lnTo>
                    <a:lnTo>
                      <a:pt x="5246688" y="1525587"/>
                    </a:lnTo>
                    <a:lnTo>
                      <a:pt x="5287963" y="1484312"/>
                    </a:lnTo>
                    <a:lnTo>
                      <a:pt x="5330826" y="1439862"/>
                    </a:lnTo>
                    <a:lnTo>
                      <a:pt x="5416551" y="1347787"/>
                    </a:lnTo>
                    <a:lnTo>
                      <a:pt x="5499101" y="1252537"/>
                    </a:lnTo>
                    <a:lnTo>
                      <a:pt x="5540376" y="1208087"/>
                    </a:lnTo>
                    <a:close/>
                    <a:moveTo>
                      <a:pt x="5434013" y="0"/>
                    </a:moveTo>
                    <a:lnTo>
                      <a:pt x="5519738" y="3175"/>
                    </a:lnTo>
                    <a:lnTo>
                      <a:pt x="5610226" y="12700"/>
                    </a:lnTo>
                    <a:lnTo>
                      <a:pt x="5699126" y="30163"/>
                    </a:lnTo>
                    <a:lnTo>
                      <a:pt x="5788026" y="50800"/>
                    </a:lnTo>
                    <a:lnTo>
                      <a:pt x="5876926" y="77788"/>
                    </a:lnTo>
                    <a:lnTo>
                      <a:pt x="5965826" y="111125"/>
                    </a:lnTo>
                    <a:lnTo>
                      <a:pt x="6054726" y="146050"/>
                    </a:lnTo>
                    <a:lnTo>
                      <a:pt x="6142038" y="187325"/>
                    </a:lnTo>
                    <a:lnTo>
                      <a:pt x="6237288" y="258763"/>
                    </a:lnTo>
                    <a:lnTo>
                      <a:pt x="6329363" y="333375"/>
                    </a:lnTo>
                    <a:lnTo>
                      <a:pt x="6418263" y="407988"/>
                    </a:lnTo>
                    <a:lnTo>
                      <a:pt x="6507163" y="485775"/>
                    </a:lnTo>
                    <a:lnTo>
                      <a:pt x="6677026" y="639763"/>
                    </a:lnTo>
                    <a:lnTo>
                      <a:pt x="6762751" y="714375"/>
                    </a:lnTo>
                    <a:lnTo>
                      <a:pt x="6846888" y="785813"/>
                    </a:lnTo>
                    <a:lnTo>
                      <a:pt x="6846888" y="796926"/>
                    </a:lnTo>
                    <a:lnTo>
                      <a:pt x="6851651" y="812801"/>
                    </a:lnTo>
                    <a:lnTo>
                      <a:pt x="6858001" y="823913"/>
                    </a:lnTo>
                    <a:lnTo>
                      <a:pt x="6867526" y="836613"/>
                    </a:lnTo>
                    <a:lnTo>
                      <a:pt x="6878638" y="844550"/>
                    </a:lnTo>
                    <a:lnTo>
                      <a:pt x="6891338" y="854075"/>
                    </a:lnTo>
                    <a:lnTo>
                      <a:pt x="6905626" y="857250"/>
                    </a:lnTo>
                    <a:lnTo>
                      <a:pt x="6919913" y="860425"/>
                    </a:lnTo>
                    <a:lnTo>
                      <a:pt x="6973888" y="868363"/>
                    </a:lnTo>
                    <a:lnTo>
                      <a:pt x="7024688" y="884238"/>
                    </a:lnTo>
                    <a:lnTo>
                      <a:pt x="7072313" y="901700"/>
                    </a:lnTo>
                    <a:lnTo>
                      <a:pt x="7116763" y="925513"/>
                    </a:lnTo>
                    <a:lnTo>
                      <a:pt x="7158038" y="952500"/>
                    </a:lnTo>
                    <a:lnTo>
                      <a:pt x="7199313" y="981075"/>
                    </a:lnTo>
                    <a:lnTo>
                      <a:pt x="7235826" y="1014413"/>
                    </a:lnTo>
                    <a:lnTo>
                      <a:pt x="7270751" y="1049338"/>
                    </a:lnTo>
                    <a:lnTo>
                      <a:pt x="7307263" y="1089025"/>
                    </a:lnTo>
                    <a:lnTo>
                      <a:pt x="7337426" y="1127125"/>
                    </a:lnTo>
                    <a:lnTo>
                      <a:pt x="7399338" y="1211263"/>
                    </a:lnTo>
                    <a:lnTo>
                      <a:pt x="7454901" y="1296988"/>
                    </a:lnTo>
                    <a:lnTo>
                      <a:pt x="7512051" y="1382713"/>
                    </a:lnTo>
                    <a:lnTo>
                      <a:pt x="7069138" y="1492250"/>
                    </a:lnTo>
                    <a:lnTo>
                      <a:pt x="7083426" y="1573213"/>
                    </a:lnTo>
                    <a:lnTo>
                      <a:pt x="7092951" y="1611313"/>
                    </a:lnTo>
                    <a:lnTo>
                      <a:pt x="7104063" y="1647826"/>
                    </a:lnTo>
                    <a:lnTo>
                      <a:pt x="7116763" y="1677988"/>
                    </a:lnTo>
                    <a:lnTo>
                      <a:pt x="7131051" y="1706563"/>
                    </a:lnTo>
                    <a:lnTo>
                      <a:pt x="7150101" y="1733550"/>
                    </a:lnTo>
                    <a:lnTo>
                      <a:pt x="7170738" y="1754188"/>
                    </a:lnTo>
                    <a:lnTo>
                      <a:pt x="7191376" y="1774825"/>
                    </a:lnTo>
                    <a:lnTo>
                      <a:pt x="7218363" y="1790700"/>
                    </a:lnTo>
                    <a:lnTo>
                      <a:pt x="7243763" y="1801813"/>
                    </a:lnTo>
                    <a:lnTo>
                      <a:pt x="7277101" y="1811338"/>
                    </a:lnTo>
                    <a:lnTo>
                      <a:pt x="7310438" y="1814513"/>
                    </a:lnTo>
                    <a:lnTo>
                      <a:pt x="7348538" y="1811338"/>
                    </a:lnTo>
                    <a:lnTo>
                      <a:pt x="7392988" y="1804988"/>
                    </a:lnTo>
                    <a:lnTo>
                      <a:pt x="7437438" y="1793875"/>
                    </a:lnTo>
                    <a:lnTo>
                      <a:pt x="7550151" y="1906588"/>
                    </a:lnTo>
                    <a:lnTo>
                      <a:pt x="7362826" y="1941513"/>
                    </a:lnTo>
                    <a:lnTo>
                      <a:pt x="7221538" y="1974850"/>
                    </a:lnTo>
                    <a:lnTo>
                      <a:pt x="7164388" y="1992313"/>
                    </a:lnTo>
                    <a:lnTo>
                      <a:pt x="7116763" y="2006600"/>
                    </a:lnTo>
                    <a:lnTo>
                      <a:pt x="7075488" y="2025650"/>
                    </a:lnTo>
                    <a:lnTo>
                      <a:pt x="7038976" y="2046288"/>
                    </a:lnTo>
                    <a:lnTo>
                      <a:pt x="7011988" y="2066925"/>
                    </a:lnTo>
                    <a:lnTo>
                      <a:pt x="6988176" y="2093913"/>
                    </a:lnTo>
                    <a:lnTo>
                      <a:pt x="6970713" y="2122488"/>
                    </a:lnTo>
                    <a:lnTo>
                      <a:pt x="6956426" y="2159000"/>
                    </a:lnTo>
                    <a:lnTo>
                      <a:pt x="6943726" y="2197100"/>
                    </a:lnTo>
                    <a:lnTo>
                      <a:pt x="6935788" y="2241550"/>
                    </a:lnTo>
                    <a:lnTo>
                      <a:pt x="6926263" y="2295525"/>
                    </a:lnTo>
                    <a:lnTo>
                      <a:pt x="6919913" y="2355850"/>
                    </a:lnTo>
                    <a:lnTo>
                      <a:pt x="6946901" y="2298700"/>
                    </a:lnTo>
                    <a:lnTo>
                      <a:pt x="6973888" y="2244725"/>
                    </a:lnTo>
                    <a:lnTo>
                      <a:pt x="7004051" y="2200275"/>
                    </a:lnTo>
                    <a:lnTo>
                      <a:pt x="7015163" y="2182813"/>
                    </a:lnTo>
                    <a:lnTo>
                      <a:pt x="7031038" y="2168525"/>
                    </a:lnTo>
                    <a:lnTo>
                      <a:pt x="7081838" y="2117725"/>
                    </a:lnTo>
                    <a:lnTo>
                      <a:pt x="7127876" y="2073276"/>
                    </a:lnTo>
                    <a:lnTo>
                      <a:pt x="7181851" y="2030413"/>
                    </a:lnTo>
                    <a:lnTo>
                      <a:pt x="7253288" y="1981200"/>
                    </a:lnTo>
                    <a:lnTo>
                      <a:pt x="7226301" y="2135188"/>
                    </a:lnTo>
                    <a:lnTo>
                      <a:pt x="7197726" y="2268538"/>
                    </a:lnTo>
                    <a:lnTo>
                      <a:pt x="7170738" y="2390775"/>
                    </a:lnTo>
                    <a:lnTo>
                      <a:pt x="7140576" y="2503488"/>
                    </a:lnTo>
                    <a:lnTo>
                      <a:pt x="7178676" y="2503488"/>
                    </a:lnTo>
                    <a:lnTo>
                      <a:pt x="7235826" y="2414588"/>
                    </a:lnTo>
                    <a:lnTo>
                      <a:pt x="7289801" y="2316163"/>
                    </a:lnTo>
                    <a:lnTo>
                      <a:pt x="7345363" y="2217738"/>
                    </a:lnTo>
                    <a:lnTo>
                      <a:pt x="7402513" y="2128838"/>
                    </a:lnTo>
                    <a:lnTo>
                      <a:pt x="7405688" y="2117725"/>
                    </a:lnTo>
                    <a:lnTo>
                      <a:pt x="7413626" y="2108200"/>
                    </a:lnTo>
                    <a:lnTo>
                      <a:pt x="7426326" y="2098675"/>
                    </a:lnTo>
                    <a:lnTo>
                      <a:pt x="7443788" y="2093913"/>
                    </a:lnTo>
                    <a:lnTo>
                      <a:pt x="7478713" y="2076451"/>
                    </a:lnTo>
                    <a:lnTo>
                      <a:pt x="7497763" y="2066925"/>
                    </a:lnTo>
                    <a:lnTo>
                      <a:pt x="7512051" y="2054225"/>
                    </a:lnTo>
                    <a:lnTo>
                      <a:pt x="7539038" y="2084388"/>
                    </a:lnTo>
                    <a:lnTo>
                      <a:pt x="7553326" y="2098675"/>
                    </a:lnTo>
                    <a:lnTo>
                      <a:pt x="7562851" y="2114550"/>
                    </a:lnTo>
                    <a:lnTo>
                      <a:pt x="7573963" y="2135188"/>
                    </a:lnTo>
                    <a:lnTo>
                      <a:pt x="7580313" y="2155825"/>
                    </a:lnTo>
                    <a:lnTo>
                      <a:pt x="7586663" y="2176463"/>
                    </a:lnTo>
                    <a:lnTo>
                      <a:pt x="7586663" y="2203450"/>
                    </a:lnTo>
                    <a:lnTo>
                      <a:pt x="7586663" y="2262188"/>
                    </a:lnTo>
                    <a:lnTo>
                      <a:pt x="7580313" y="2322513"/>
                    </a:lnTo>
                    <a:lnTo>
                      <a:pt x="7569201" y="2452688"/>
                    </a:lnTo>
                    <a:lnTo>
                      <a:pt x="7556501" y="2587625"/>
                    </a:lnTo>
                    <a:lnTo>
                      <a:pt x="7550151" y="2659063"/>
                    </a:lnTo>
                    <a:lnTo>
                      <a:pt x="7550151" y="2727325"/>
                    </a:lnTo>
                    <a:lnTo>
                      <a:pt x="7589838" y="2613025"/>
                    </a:lnTo>
                    <a:lnTo>
                      <a:pt x="7624763" y="2503488"/>
                    </a:lnTo>
                    <a:lnTo>
                      <a:pt x="7654926" y="2390775"/>
                    </a:lnTo>
                    <a:lnTo>
                      <a:pt x="7666038" y="2333625"/>
                    </a:lnTo>
                    <a:lnTo>
                      <a:pt x="7675563" y="2278063"/>
                    </a:lnTo>
                    <a:lnTo>
                      <a:pt x="7681913" y="2224088"/>
                    </a:lnTo>
                    <a:lnTo>
                      <a:pt x="7688263" y="2168525"/>
                    </a:lnTo>
                    <a:lnTo>
                      <a:pt x="7689851" y="2111375"/>
                    </a:lnTo>
                    <a:lnTo>
                      <a:pt x="7689851" y="2054225"/>
                    </a:lnTo>
                    <a:lnTo>
                      <a:pt x="7688263" y="1998663"/>
                    </a:lnTo>
                    <a:lnTo>
                      <a:pt x="7681913" y="1941513"/>
                    </a:lnTo>
                    <a:lnTo>
                      <a:pt x="7672388" y="1885950"/>
                    </a:lnTo>
                    <a:lnTo>
                      <a:pt x="7661276" y="1831975"/>
                    </a:lnTo>
                    <a:lnTo>
                      <a:pt x="7654926" y="1811338"/>
                    </a:lnTo>
                    <a:lnTo>
                      <a:pt x="7651751" y="1790700"/>
                    </a:lnTo>
                    <a:lnTo>
                      <a:pt x="7651751" y="1773238"/>
                    </a:lnTo>
                    <a:lnTo>
                      <a:pt x="7651751" y="1754188"/>
                    </a:lnTo>
                    <a:lnTo>
                      <a:pt x="7654926" y="1736725"/>
                    </a:lnTo>
                    <a:lnTo>
                      <a:pt x="7661276" y="1719263"/>
                    </a:lnTo>
                    <a:lnTo>
                      <a:pt x="7675563" y="1689100"/>
                    </a:lnTo>
                    <a:lnTo>
                      <a:pt x="7696201" y="1665288"/>
                    </a:lnTo>
                    <a:lnTo>
                      <a:pt x="7720013" y="1641476"/>
                    </a:lnTo>
                    <a:lnTo>
                      <a:pt x="7743826" y="1620838"/>
                    </a:lnTo>
                    <a:lnTo>
                      <a:pt x="7773988" y="1606550"/>
                    </a:lnTo>
                    <a:lnTo>
                      <a:pt x="7805738" y="1590675"/>
                    </a:lnTo>
                    <a:lnTo>
                      <a:pt x="7839076" y="1576388"/>
                    </a:lnTo>
                    <a:lnTo>
                      <a:pt x="7904163" y="1538288"/>
                    </a:lnTo>
                    <a:lnTo>
                      <a:pt x="7967663" y="1495425"/>
                    </a:lnTo>
                    <a:lnTo>
                      <a:pt x="8026401" y="1447801"/>
                    </a:lnTo>
                    <a:lnTo>
                      <a:pt x="8085138" y="1398588"/>
                    </a:lnTo>
                    <a:lnTo>
                      <a:pt x="8142288" y="1344613"/>
                    </a:lnTo>
                    <a:lnTo>
                      <a:pt x="8255001" y="1235076"/>
                    </a:lnTo>
                    <a:lnTo>
                      <a:pt x="8275638" y="1208088"/>
                    </a:lnTo>
                    <a:lnTo>
                      <a:pt x="8296276" y="1187450"/>
                    </a:lnTo>
                    <a:lnTo>
                      <a:pt x="8318501" y="1168400"/>
                    </a:lnTo>
                    <a:lnTo>
                      <a:pt x="8339138" y="1154113"/>
                    </a:lnTo>
                    <a:lnTo>
                      <a:pt x="8359776" y="1144588"/>
                    </a:lnTo>
                    <a:lnTo>
                      <a:pt x="8377238" y="1139825"/>
                    </a:lnTo>
                    <a:lnTo>
                      <a:pt x="8397876" y="1139825"/>
                    </a:lnTo>
                    <a:lnTo>
                      <a:pt x="8415338" y="1139825"/>
                    </a:lnTo>
                    <a:lnTo>
                      <a:pt x="8435976" y="1144588"/>
                    </a:lnTo>
                    <a:lnTo>
                      <a:pt x="8455026" y="1154113"/>
                    </a:lnTo>
                    <a:lnTo>
                      <a:pt x="8472488" y="1166813"/>
                    </a:lnTo>
                    <a:lnTo>
                      <a:pt x="8489951" y="1181100"/>
                    </a:lnTo>
                    <a:lnTo>
                      <a:pt x="8504238" y="1198563"/>
                    </a:lnTo>
                    <a:lnTo>
                      <a:pt x="8523288" y="1219201"/>
                    </a:lnTo>
                    <a:lnTo>
                      <a:pt x="8537576" y="1243013"/>
                    </a:lnTo>
                    <a:lnTo>
                      <a:pt x="8551863" y="1270000"/>
                    </a:lnTo>
                    <a:lnTo>
                      <a:pt x="8605838" y="1403350"/>
                    </a:lnTo>
                    <a:lnTo>
                      <a:pt x="8659813" y="1531938"/>
                    </a:lnTo>
                    <a:lnTo>
                      <a:pt x="8680451" y="1593850"/>
                    </a:lnTo>
                    <a:lnTo>
                      <a:pt x="8704263" y="1658938"/>
                    </a:lnTo>
                    <a:lnTo>
                      <a:pt x="8721726" y="1725613"/>
                    </a:lnTo>
                    <a:lnTo>
                      <a:pt x="8737601" y="1793875"/>
                    </a:lnTo>
                    <a:lnTo>
                      <a:pt x="8763001" y="1974850"/>
                    </a:lnTo>
                    <a:lnTo>
                      <a:pt x="8785226" y="2149475"/>
                    </a:lnTo>
                    <a:lnTo>
                      <a:pt x="8789988" y="2238375"/>
                    </a:lnTo>
                    <a:lnTo>
                      <a:pt x="8796338" y="2325688"/>
                    </a:lnTo>
                    <a:lnTo>
                      <a:pt x="8802688" y="2411413"/>
                    </a:lnTo>
                    <a:lnTo>
                      <a:pt x="8802688" y="2497138"/>
                    </a:lnTo>
                    <a:lnTo>
                      <a:pt x="8802688" y="2584450"/>
                    </a:lnTo>
                    <a:lnTo>
                      <a:pt x="8796338" y="2670175"/>
                    </a:lnTo>
                    <a:lnTo>
                      <a:pt x="8789988" y="2752725"/>
                    </a:lnTo>
                    <a:lnTo>
                      <a:pt x="8778876" y="2840038"/>
                    </a:lnTo>
                    <a:lnTo>
                      <a:pt x="8763001" y="2922588"/>
                    </a:lnTo>
                    <a:lnTo>
                      <a:pt x="8748713" y="3006725"/>
                    </a:lnTo>
                    <a:lnTo>
                      <a:pt x="8724901" y="3092450"/>
                    </a:lnTo>
                    <a:lnTo>
                      <a:pt x="8701088" y="3175000"/>
                    </a:lnTo>
                    <a:lnTo>
                      <a:pt x="8670926" y="3249613"/>
                    </a:lnTo>
                    <a:lnTo>
                      <a:pt x="8642351" y="3321050"/>
                    </a:lnTo>
                    <a:lnTo>
                      <a:pt x="8609013" y="3389313"/>
                    </a:lnTo>
                    <a:lnTo>
                      <a:pt x="8575676" y="3451225"/>
                    </a:lnTo>
                    <a:lnTo>
                      <a:pt x="8543926" y="3514725"/>
                    </a:lnTo>
                    <a:lnTo>
                      <a:pt x="8507413" y="3570288"/>
                    </a:lnTo>
                    <a:lnTo>
                      <a:pt x="8469313" y="3621088"/>
                    </a:lnTo>
                    <a:lnTo>
                      <a:pt x="8431213" y="3671888"/>
                    </a:lnTo>
                    <a:lnTo>
                      <a:pt x="8391526" y="3719513"/>
                    </a:lnTo>
                    <a:lnTo>
                      <a:pt x="8350251" y="3760788"/>
                    </a:lnTo>
                    <a:lnTo>
                      <a:pt x="8305801" y="3802063"/>
                    </a:lnTo>
                    <a:lnTo>
                      <a:pt x="8261351" y="3838575"/>
                    </a:lnTo>
                    <a:lnTo>
                      <a:pt x="8216901" y="3870325"/>
                    </a:lnTo>
                    <a:lnTo>
                      <a:pt x="8172451" y="3903663"/>
                    </a:lnTo>
                    <a:lnTo>
                      <a:pt x="8124826" y="3930650"/>
                    </a:lnTo>
                    <a:lnTo>
                      <a:pt x="8074026" y="3954463"/>
                    </a:lnTo>
                    <a:lnTo>
                      <a:pt x="8023226" y="3978275"/>
                    </a:lnTo>
                    <a:lnTo>
                      <a:pt x="7972426" y="3995738"/>
                    </a:lnTo>
                    <a:lnTo>
                      <a:pt x="7920038" y="4013200"/>
                    </a:lnTo>
                    <a:lnTo>
                      <a:pt x="7866063" y="4029075"/>
                    </a:lnTo>
                    <a:lnTo>
                      <a:pt x="7812088" y="4040188"/>
                    </a:lnTo>
                    <a:lnTo>
                      <a:pt x="7756526" y="4049713"/>
                    </a:lnTo>
                    <a:lnTo>
                      <a:pt x="7699376" y="4057650"/>
                    </a:lnTo>
                    <a:lnTo>
                      <a:pt x="7640638" y="4064000"/>
                    </a:lnTo>
                    <a:lnTo>
                      <a:pt x="7583488" y="4067175"/>
                    </a:lnTo>
                    <a:lnTo>
                      <a:pt x="7521576" y="4067175"/>
                    </a:lnTo>
                    <a:lnTo>
                      <a:pt x="7461251" y="4067175"/>
                    </a:lnTo>
                    <a:lnTo>
                      <a:pt x="7399338" y="4064000"/>
                    </a:lnTo>
                    <a:lnTo>
                      <a:pt x="7270751" y="4052888"/>
                    </a:lnTo>
                    <a:lnTo>
                      <a:pt x="7140576" y="4033838"/>
                    </a:lnTo>
                    <a:lnTo>
                      <a:pt x="7018338" y="4016375"/>
                    </a:lnTo>
                    <a:lnTo>
                      <a:pt x="6896101" y="3992563"/>
                    </a:lnTo>
                    <a:lnTo>
                      <a:pt x="6780213" y="3965575"/>
                    </a:lnTo>
                    <a:lnTo>
                      <a:pt x="6664326" y="3937000"/>
                    </a:lnTo>
                    <a:lnTo>
                      <a:pt x="6438901" y="3870325"/>
                    </a:lnTo>
                    <a:lnTo>
                      <a:pt x="6326188" y="3841750"/>
                    </a:lnTo>
                    <a:lnTo>
                      <a:pt x="6216651" y="3811588"/>
                    </a:lnTo>
                    <a:lnTo>
                      <a:pt x="6186488" y="3951288"/>
                    </a:lnTo>
                    <a:lnTo>
                      <a:pt x="6162676" y="4094163"/>
                    </a:lnTo>
                    <a:lnTo>
                      <a:pt x="6153151" y="4171950"/>
                    </a:lnTo>
                    <a:lnTo>
                      <a:pt x="6148388" y="4244975"/>
                    </a:lnTo>
                    <a:lnTo>
                      <a:pt x="6142038" y="4325938"/>
                    </a:lnTo>
                    <a:lnTo>
                      <a:pt x="6142038" y="4408488"/>
                    </a:lnTo>
                    <a:lnTo>
                      <a:pt x="6142038" y="4438650"/>
                    </a:lnTo>
                    <a:lnTo>
                      <a:pt x="6148388" y="4468813"/>
                    </a:lnTo>
                    <a:lnTo>
                      <a:pt x="6156326" y="4500563"/>
                    </a:lnTo>
                    <a:lnTo>
                      <a:pt x="6169026" y="4530725"/>
                    </a:lnTo>
                    <a:lnTo>
                      <a:pt x="6183313" y="4554538"/>
                    </a:lnTo>
                    <a:lnTo>
                      <a:pt x="6203951" y="4575175"/>
                    </a:lnTo>
                    <a:lnTo>
                      <a:pt x="6213476" y="4584700"/>
                    </a:lnTo>
                    <a:lnTo>
                      <a:pt x="6224588" y="4591050"/>
                    </a:lnTo>
                    <a:lnTo>
                      <a:pt x="6237288" y="4594225"/>
                    </a:lnTo>
                    <a:lnTo>
                      <a:pt x="6251576" y="4595813"/>
                    </a:lnTo>
                    <a:lnTo>
                      <a:pt x="6281738" y="4608513"/>
                    </a:lnTo>
                    <a:lnTo>
                      <a:pt x="6313488" y="4619625"/>
                    </a:lnTo>
                    <a:lnTo>
                      <a:pt x="6350001" y="4629150"/>
                    </a:lnTo>
                    <a:lnTo>
                      <a:pt x="6384926" y="4632325"/>
                    </a:lnTo>
                    <a:lnTo>
                      <a:pt x="6405563" y="4632325"/>
                    </a:lnTo>
                    <a:lnTo>
                      <a:pt x="6424613" y="4629150"/>
                    </a:lnTo>
                    <a:lnTo>
                      <a:pt x="6445251" y="4622800"/>
                    </a:lnTo>
                    <a:lnTo>
                      <a:pt x="6465888" y="4616450"/>
                    </a:lnTo>
                    <a:lnTo>
                      <a:pt x="6486526" y="4605338"/>
                    </a:lnTo>
                    <a:lnTo>
                      <a:pt x="6507163" y="4594225"/>
                    </a:lnTo>
                    <a:lnTo>
                      <a:pt x="6527801" y="4575175"/>
                    </a:lnTo>
                    <a:lnTo>
                      <a:pt x="6548438" y="4557713"/>
                    </a:lnTo>
                    <a:lnTo>
                      <a:pt x="6578601" y="4516438"/>
                    </a:lnTo>
                    <a:lnTo>
                      <a:pt x="6608763" y="4476750"/>
                    </a:lnTo>
                    <a:lnTo>
                      <a:pt x="6673851" y="4403725"/>
                    </a:lnTo>
                    <a:lnTo>
                      <a:pt x="6704013" y="4364038"/>
                    </a:lnTo>
                    <a:lnTo>
                      <a:pt x="6731001" y="4319588"/>
                    </a:lnTo>
                    <a:lnTo>
                      <a:pt x="6754813" y="4275138"/>
                    </a:lnTo>
                    <a:lnTo>
                      <a:pt x="6762751" y="4248150"/>
                    </a:lnTo>
                    <a:lnTo>
                      <a:pt x="6772276" y="4221163"/>
                    </a:lnTo>
                    <a:lnTo>
                      <a:pt x="6775451" y="4210050"/>
                    </a:lnTo>
                    <a:lnTo>
                      <a:pt x="6783388" y="4197350"/>
                    </a:lnTo>
                    <a:lnTo>
                      <a:pt x="6796088" y="4192588"/>
                    </a:lnTo>
                    <a:lnTo>
                      <a:pt x="6813551" y="4183063"/>
                    </a:lnTo>
                    <a:lnTo>
                      <a:pt x="6848476" y="4168775"/>
                    </a:lnTo>
                    <a:lnTo>
                      <a:pt x="6867526" y="4159250"/>
                    </a:lnTo>
                    <a:lnTo>
                      <a:pt x="6881813" y="4148138"/>
                    </a:lnTo>
                    <a:lnTo>
                      <a:pt x="6881813" y="4200525"/>
                    </a:lnTo>
                    <a:lnTo>
                      <a:pt x="6875463" y="4254500"/>
                    </a:lnTo>
                    <a:lnTo>
                      <a:pt x="6867526" y="4302125"/>
                    </a:lnTo>
                    <a:lnTo>
                      <a:pt x="6854826" y="4349750"/>
                    </a:lnTo>
                    <a:lnTo>
                      <a:pt x="6840538" y="4394200"/>
                    </a:lnTo>
                    <a:lnTo>
                      <a:pt x="6823076" y="4435475"/>
                    </a:lnTo>
                    <a:lnTo>
                      <a:pt x="6800851" y="4475163"/>
                    </a:lnTo>
                    <a:lnTo>
                      <a:pt x="6775451" y="4510088"/>
                    </a:lnTo>
                    <a:lnTo>
                      <a:pt x="6748463" y="4546600"/>
                    </a:lnTo>
                    <a:lnTo>
                      <a:pt x="6718301" y="4575175"/>
                    </a:lnTo>
                    <a:lnTo>
                      <a:pt x="6683376" y="4605338"/>
                    </a:lnTo>
                    <a:lnTo>
                      <a:pt x="6646863" y="4629150"/>
                    </a:lnTo>
                    <a:lnTo>
                      <a:pt x="6608763" y="4652963"/>
                    </a:lnTo>
                    <a:lnTo>
                      <a:pt x="6567488" y="4673600"/>
                    </a:lnTo>
                    <a:lnTo>
                      <a:pt x="6521451" y="4691063"/>
                    </a:lnTo>
                    <a:lnTo>
                      <a:pt x="6473826" y="4706938"/>
                    </a:lnTo>
                    <a:lnTo>
                      <a:pt x="6438901" y="4718050"/>
                    </a:lnTo>
                    <a:lnTo>
                      <a:pt x="6403976" y="4727575"/>
                    </a:lnTo>
                    <a:lnTo>
                      <a:pt x="6370638" y="4733925"/>
                    </a:lnTo>
                    <a:lnTo>
                      <a:pt x="6334126" y="4735513"/>
                    </a:lnTo>
                    <a:lnTo>
                      <a:pt x="6302376" y="4735513"/>
                    </a:lnTo>
                    <a:lnTo>
                      <a:pt x="6265863" y="4733925"/>
                    </a:lnTo>
                    <a:lnTo>
                      <a:pt x="6234113" y="4724400"/>
                    </a:lnTo>
                    <a:lnTo>
                      <a:pt x="6200776" y="4714875"/>
                    </a:lnTo>
                    <a:lnTo>
                      <a:pt x="6169026" y="4703763"/>
                    </a:lnTo>
                    <a:lnTo>
                      <a:pt x="6135688" y="4691063"/>
                    </a:lnTo>
                    <a:lnTo>
                      <a:pt x="6102351" y="4673600"/>
                    </a:lnTo>
                    <a:lnTo>
                      <a:pt x="6073776" y="4656138"/>
                    </a:lnTo>
                    <a:lnTo>
                      <a:pt x="6040438" y="4632325"/>
                    </a:lnTo>
                    <a:lnTo>
                      <a:pt x="6010276" y="4611688"/>
                    </a:lnTo>
                    <a:lnTo>
                      <a:pt x="5984876" y="4584700"/>
                    </a:lnTo>
                    <a:lnTo>
                      <a:pt x="5954713" y="4557713"/>
                    </a:lnTo>
                    <a:lnTo>
                      <a:pt x="5903913" y="4510088"/>
                    </a:lnTo>
                    <a:lnTo>
                      <a:pt x="5853113" y="4465638"/>
                    </a:lnTo>
                    <a:lnTo>
                      <a:pt x="5802313" y="4424363"/>
                    </a:lnTo>
                    <a:lnTo>
                      <a:pt x="5746751" y="4384675"/>
                    </a:lnTo>
                    <a:lnTo>
                      <a:pt x="5692776" y="4349750"/>
                    </a:lnTo>
                    <a:lnTo>
                      <a:pt x="5635626" y="4316413"/>
                    </a:lnTo>
                    <a:lnTo>
                      <a:pt x="5576888" y="4284663"/>
                    </a:lnTo>
                    <a:lnTo>
                      <a:pt x="5519738" y="4254500"/>
                    </a:lnTo>
                    <a:lnTo>
                      <a:pt x="5399088" y="4197350"/>
                    </a:lnTo>
                    <a:lnTo>
                      <a:pt x="5276851" y="4141788"/>
                    </a:lnTo>
                    <a:lnTo>
                      <a:pt x="5027613" y="4033838"/>
                    </a:lnTo>
                    <a:lnTo>
                      <a:pt x="5110163" y="4090988"/>
                    </a:lnTo>
                    <a:lnTo>
                      <a:pt x="5151438" y="4121150"/>
                    </a:lnTo>
                    <a:lnTo>
                      <a:pt x="5191126" y="4151313"/>
                    </a:lnTo>
                    <a:lnTo>
                      <a:pt x="5226051" y="4183063"/>
                    </a:lnTo>
                    <a:lnTo>
                      <a:pt x="5260976" y="4219575"/>
                    </a:lnTo>
                    <a:lnTo>
                      <a:pt x="5294313" y="4254500"/>
                    </a:lnTo>
                    <a:lnTo>
                      <a:pt x="5324476" y="4295775"/>
                    </a:lnTo>
                    <a:lnTo>
                      <a:pt x="5356226" y="4329113"/>
                    </a:lnTo>
                    <a:lnTo>
                      <a:pt x="5392738" y="4370388"/>
                    </a:lnTo>
                    <a:lnTo>
                      <a:pt x="5410201" y="4391025"/>
                    </a:lnTo>
                    <a:lnTo>
                      <a:pt x="5422901" y="4411663"/>
                    </a:lnTo>
                    <a:lnTo>
                      <a:pt x="5430838" y="4430713"/>
                    </a:lnTo>
                    <a:lnTo>
                      <a:pt x="5434013" y="4445000"/>
                    </a:lnTo>
                    <a:lnTo>
                      <a:pt x="5376863" y="4656138"/>
                    </a:lnTo>
                    <a:lnTo>
                      <a:pt x="5348288" y="4759325"/>
                    </a:lnTo>
                    <a:lnTo>
                      <a:pt x="5314951" y="4864100"/>
                    </a:lnTo>
                    <a:lnTo>
                      <a:pt x="5280026" y="4965700"/>
                    </a:lnTo>
                    <a:lnTo>
                      <a:pt x="5243513" y="5068888"/>
                    </a:lnTo>
                    <a:lnTo>
                      <a:pt x="5205413" y="5167313"/>
                    </a:lnTo>
                    <a:lnTo>
                      <a:pt x="5160963" y="5268913"/>
                    </a:lnTo>
                    <a:lnTo>
                      <a:pt x="5116513" y="5362575"/>
                    </a:lnTo>
                    <a:lnTo>
                      <a:pt x="5068888" y="5457825"/>
                    </a:lnTo>
                    <a:lnTo>
                      <a:pt x="5014913" y="5553075"/>
                    </a:lnTo>
                    <a:lnTo>
                      <a:pt x="4960938" y="5643563"/>
                    </a:lnTo>
                    <a:lnTo>
                      <a:pt x="4902201" y="5732463"/>
                    </a:lnTo>
                    <a:lnTo>
                      <a:pt x="4837113" y="5815013"/>
                    </a:lnTo>
                    <a:lnTo>
                      <a:pt x="4768850" y="5899150"/>
                    </a:lnTo>
                    <a:lnTo>
                      <a:pt x="4694238" y="5978525"/>
                    </a:lnTo>
                    <a:lnTo>
                      <a:pt x="4581525" y="6062663"/>
                    </a:lnTo>
                    <a:lnTo>
                      <a:pt x="4470400" y="6151563"/>
                    </a:lnTo>
                    <a:lnTo>
                      <a:pt x="4360863" y="6246813"/>
                    </a:lnTo>
                    <a:lnTo>
                      <a:pt x="4303713" y="6296025"/>
                    </a:lnTo>
                    <a:lnTo>
                      <a:pt x="4248150" y="6350000"/>
                    </a:lnTo>
                    <a:lnTo>
                      <a:pt x="4221163" y="6365875"/>
                    </a:lnTo>
                    <a:lnTo>
                      <a:pt x="4194175" y="6386513"/>
                    </a:lnTo>
                    <a:lnTo>
                      <a:pt x="4167188" y="6407150"/>
                    </a:lnTo>
                    <a:lnTo>
                      <a:pt x="4140200" y="6430963"/>
                    </a:lnTo>
                    <a:lnTo>
                      <a:pt x="4117975" y="6454775"/>
                    </a:lnTo>
                    <a:lnTo>
                      <a:pt x="4095750" y="6481763"/>
                    </a:lnTo>
                    <a:lnTo>
                      <a:pt x="4078288" y="6510338"/>
                    </a:lnTo>
                    <a:lnTo>
                      <a:pt x="4064000" y="6537325"/>
                    </a:lnTo>
                    <a:lnTo>
                      <a:pt x="4033838" y="6564313"/>
                    </a:lnTo>
                    <a:lnTo>
                      <a:pt x="4003675" y="6588125"/>
                    </a:lnTo>
                    <a:lnTo>
                      <a:pt x="3975100" y="6608763"/>
                    </a:lnTo>
                    <a:lnTo>
                      <a:pt x="3944938" y="6626225"/>
                    </a:lnTo>
                    <a:lnTo>
                      <a:pt x="3914775" y="6645275"/>
                    </a:lnTo>
                    <a:lnTo>
                      <a:pt x="3884613" y="6656388"/>
                    </a:lnTo>
                    <a:lnTo>
                      <a:pt x="3852863" y="6665913"/>
                    </a:lnTo>
                    <a:lnTo>
                      <a:pt x="3822700" y="6673850"/>
                    </a:lnTo>
                    <a:lnTo>
                      <a:pt x="3790950" y="6677025"/>
                    </a:lnTo>
                    <a:lnTo>
                      <a:pt x="3760788" y="6677025"/>
                    </a:lnTo>
                    <a:lnTo>
                      <a:pt x="3727450" y="6673850"/>
                    </a:lnTo>
                    <a:lnTo>
                      <a:pt x="3697288" y="6669088"/>
                    </a:lnTo>
                    <a:lnTo>
                      <a:pt x="3668713" y="6659563"/>
                    </a:lnTo>
                    <a:lnTo>
                      <a:pt x="3638550" y="6646863"/>
                    </a:lnTo>
                    <a:lnTo>
                      <a:pt x="3608388" y="6632575"/>
                    </a:lnTo>
                    <a:lnTo>
                      <a:pt x="3579813" y="6611938"/>
                    </a:lnTo>
                    <a:lnTo>
                      <a:pt x="3525838" y="6543675"/>
                    </a:lnTo>
                    <a:lnTo>
                      <a:pt x="3475038" y="6472238"/>
                    </a:lnTo>
                    <a:lnTo>
                      <a:pt x="3427413" y="6400800"/>
                    </a:lnTo>
                    <a:lnTo>
                      <a:pt x="3379788" y="6326188"/>
                    </a:lnTo>
                    <a:lnTo>
                      <a:pt x="3335338" y="6251575"/>
                    </a:lnTo>
                    <a:lnTo>
                      <a:pt x="3294063" y="6175375"/>
                    </a:lnTo>
                    <a:lnTo>
                      <a:pt x="3252788" y="6097588"/>
                    </a:lnTo>
                    <a:lnTo>
                      <a:pt x="3209925" y="6015038"/>
                    </a:lnTo>
                    <a:lnTo>
                      <a:pt x="3195638" y="5999163"/>
                    </a:lnTo>
                    <a:lnTo>
                      <a:pt x="3186113" y="5984875"/>
                    </a:lnTo>
                    <a:lnTo>
                      <a:pt x="3181350" y="5967413"/>
                    </a:lnTo>
                    <a:lnTo>
                      <a:pt x="3175000" y="5946775"/>
                    </a:lnTo>
                    <a:lnTo>
                      <a:pt x="3171825" y="5927725"/>
                    </a:lnTo>
                    <a:lnTo>
                      <a:pt x="3171825" y="5907088"/>
                    </a:lnTo>
                    <a:lnTo>
                      <a:pt x="3175000" y="5886450"/>
                    </a:lnTo>
                    <a:lnTo>
                      <a:pt x="3181350" y="5865813"/>
                    </a:lnTo>
                    <a:lnTo>
                      <a:pt x="3189288" y="5845175"/>
                    </a:lnTo>
                    <a:lnTo>
                      <a:pt x="3201988" y="5824538"/>
                    </a:lnTo>
                    <a:lnTo>
                      <a:pt x="3213100" y="5803900"/>
                    </a:lnTo>
                    <a:lnTo>
                      <a:pt x="3230563" y="5783263"/>
                    </a:lnTo>
                    <a:lnTo>
                      <a:pt x="3249613" y="5764213"/>
                    </a:lnTo>
                    <a:lnTo>
                      <a:pt x="3270250" y="5746750"/>
                    </a:lnTo>
                    <a:lnTo>
                      <a:pt x="3294063" y="5732463"/>
                    </a:lnTo>
                    <a:lnTo>
                      <a:pt x="3321050" y="5716588"/>
                    </a:lnTo>
                    <a:lnTo>
                      <a:pt x="3362325" y="5699125"/>
                    </a:lnTo>
                    <a:lnTo>
                      <a:pt x="3403600" y="5681663"/>
                    </a:lnTo>
                    <a:lnTo>
                      <a:pt x="3492500" y="5637213"/>
                    </a:lnTo>
                    <a:lnTo>
                      <a:pt x="3587750" y="5583238"/>
                    </a:lnTo>
                    <a:lnTo>
                      <a:pt x="3692525" y="5529263"/>
                    </a:lnTo>
                    <a:lnTo>
                      <a:pt x="3692525" y="5081588"/>
                    </a:lnTo>
                    <a:lnTo>
                      <a:pt x="3683000" y="5116513"/>
                    </a:lnTo>
                    <a:lnTo>
                      <a:pt x="3673475" y="5153025"/>
                    </a:lnTo>
                    <a:lnTo>
                      <a:pt x="3665538" y="5184775"/>
                    </a:lnTo>
                    <a:lnTo>
                      <a:pt x="3652838" y="5211763"/>
                    </a:lnTo>
                    <a:lnTo>
                      <a:pt x="3641725" y="5238750"/>
                    </a:lnTo>
                    <a:lnTo>
                      <a:pt x="3629025" y="5265738"/>
                    </a:lnTo>
                    <a:lnTo>
                      <a:pt x="3614738" y="5286375"/>
                    </a:lnTo>
                    <a:lnTo>
                      <a:pt x="3600450" y="5307013"/>
                    </a:lnTo>
                    <a:lnTo>
                      <a:pt x="3581400" y="5324475"/>
                    </a:lnTo>
                    <a:lnTo>
                      <a:pt x="3567113" y="5340350"/>
                    </a:lnTo>
                    <a:lnTo>
                      <a:pt x="3549650" y="5354638"/>
                    </a:lnTo>
                    <a:lnTo>
                      <a:pt x="3529013" y="5365750"/>
                    </a:lnTo>
                    <a:lnTo>
                      <a:pt x="3489325" y="5386388"/>
                    </a:lnTo>
                    <a:lnTo>
                      <a:pt x="3451225" y="5402263"/>
                    </a:lnTo>
                    <a:lnTo>
                      <a:pt x="3406775" y="5413375"/>
                    </a:lnTo>
                    <a:lnTo>
                      <a:pt x="3365500" y="5419725"/>
                    </a:lnTo>
                    <a:lnTo>
                      <a:pt x="3321050" y="5422900"/>
                    </a:lnTo>
                    <a:lnTo>
                      <a:pt x="3273425" y="5422900"/>
                    </a:lnTo>
                    <a:lnTo>
                      <a:pt x="3182938" y="5419725"/>
                    </a:lnTo>
                    <a:lnTo>
                      <a:pt x="3097213" y="5416550"/>
                    </a:lnTo>
                    <a:lnTo>
                      <a:pt x="2838450" y="5416550"/>
                    </a:lnTo>
                    <a:lnTo>
                      <a:pt x="2770188" y="5416550"/>
                    </a:lnTo>
                    <a:lnTo>
                      <a:pt x="2708275" y="5413375"/>
                    </a:lnTo>
                    <a:lnTo>
                      <a:pt x="2678113" y="5408613"/>
                    </a:lnTo>
                    <a:lnTo>
                      <a:pt x="2647950" y="5402263"/>
                    </a:lnTo>
                    <a:lnTo>
                      <a:pt x="2622550" y="5395913"/>
                    </a:lnTo>
                    <a:lnTo>
                      <a:pt x="2598738" y="5384800"/>
                    </a:lnTo>
                    <a:lnTo>
                      <a:pt x="2574925" y="5368925"/>
                    </a:lnTo>
                    <a:lnTo>
                      <a:pt x="2554288" y="5354638"/>
                    </a:lnTo>
                    <a:lnTo>
                      <a:pt x="2532063" y="5330825"/>
                    </a:lnTo>
                    <a:lnTo>
                      <a:pt x="2514600" y="5307013"/>
                    </a:lnTo>
                    <a:lnTo>
                      <a:pt x="2500313" y="5276850"/>
                    </a:lnTo>
                    <a:lnTo>
                      <a:pt x="2484438" y="5241925"/>
                    </a:lnTo>
                    <a:lnTo>
                      <a:pt x="2476500" y="5202238"/>
                    </a:lnTo>
                    <a:lnTo>
                      <a:pt x="2466975" y="5154613"/>
                    </a:lnTo>
                    <a:lnTo>
                      <a:pt x="2466975" y="5229225"/>
                    </a:lnTo>
                    <a:lnTo>
                      <a:pt x="2466975" y="5341938"/>
                    </a:lnTo>
                    <a:lnTo>
                      <a:pt x="2466975" y="5440363"/>
                    </a:lnTo>
                    <a:lnTo>
                      <a:pt x="2463800" y="5538788"/>
                    </a:lnTo>
                    <a:lnTo>
                      <a:pt x="2459038" y="5634038"/>
                    </a:lnTo>
                    <a:lnTo>
                      <a:pt x="2452688" y="5681663"/>
                    </a:lnTo>
                    <a:lnTo>
                      <a:pt x="2443163" y="5729288"/>
                    </a:lnTo>
                    <a:lnTo>
                      <a:pt x="2435225" y="5776913"/>
                    </a:lnTo>
                    <a:lnTo>
                      <a:pt x="2422525" y="5824538"/>
                    </a:lnTo>
                    <a:lnTo>
                      <a:pt x="2408238" y="5868988"/>
                    </a:lnTo>
                    <a:lnTo>
                      <a:pt x="2390775" y="5916613"/>
                    </a:lnTo>
                    <a:lnTo>
                      <a:pt x="2368550" y="5961063"/>
                    </a:lnTo>
                    <a:lnTo>
                      <a:pt x="2343150" y="6002338"/>
                    </a:lnTo>
                    <a:lnTo>
                      <a:pt x="2316163" y="6046788"/>
                    </a:lnTo>
                    <a:lnTo>
                      <a:pt x="2282825" y="6088063"/>
                    </a:lnTo>
                    <a:lnTo>
                      <a:pt x="2268538" y="6103938"/>
                    </a:lnTo>
                    <a:lnTo>
                      <a:pt x="2255838" y="6121400"/>
                    </a:lnTo>
                    <a:lnTo>
                      <a:pt x="2238375" y="6156325"/>
                    </a:lnTo>
                    <a:lnTo>
                      <a:pt x="2224088" y="6199188"/>
                    </a:lnTo>
                    <a:lnTo>
                      <a:pt x="2211388" y="6243638"/>
                    </a:lnTo>
                    <a:lnTo>
                      <a:pt x="2193925" y="6335713"/>
                    </a:lnTo>
                    <a:lnTo>
                      <a:pt x="2181225" y="6383338"/>
                    </a:lnTo>
                    <a:lnTo>
                      <a:pt x="2170113" y="6424613"/>
                    </a:lnTo>
                    <a:lnTo>
                      <a:pt x="2166938" y="6442075"/>
                    </a:lnTo>
                    <a:lnTo>
                      <a:pt x="2157413" y="6459538"/>
                    </a:lnTo>
                    <a:lnTo>
                      <a:pt x="2143125" y="6478588"/>
                    </a:lnTo>
                    <a:lnTo>
                      <a:pt x="2125663" y="6496050"/>
                    </a:lnTo>
                    <a:lnTo>
                      <a:pt x="2101850" y="6510338"/>
                    </a:lnTo>
                    <a:lnTo>
                      <a:pt x="2078038" y="6526213"/>
                    </a:lnTo>
                    <a:lnTo>
                      <a:pt x="2051050" y="6534150"/>
                    </a:lnTo>
                    <a:lnTo>
                      <a:pt x="2020888" y="6537325"/>
                    </a:lnTo>
                    <a:lnTo>
                      <a:pt x="1828800" y="6507163"/>
                    </a:lnTo>
                    <a:lnTo>
                      <a:pt x="1628775" y="6478588"/>
                    </a:lnTo>
                    <a:lnTo>
                      <a:pt x="1525588" y="6457950"/>
                    </a:lnTo>
                    <a:lnTo>
                      <a:pt x="1420813" y="6435725"/>
                    </a:lnTo>
                    <a:lnTo>
                      <a:pt x="1316038" y="6415088"/>
                    </a:lnTo>
                    <a:lnTo>
                      <a:pt x="1206500" y="6389688"/>
                    </a:lnTo>
                    <a:lnTo>
                      <a:pt x="1168400" y="6370638"/>
                    </a:lnTo>
                    <a:lnTo>
                      <a:pt x="1150938" y="6362700"/>
                    </a:lnTo>
                    <a:lnTo>
                      <a:pt x="1135063" y="6353175"/>
                    </a:lnTo>
                    <a:lnTo>
                      <a:pt x="1123950" y="6342063"/>
                    </a:lnTo>
                    <a:lnTo>
                      <a:pt x="1111250" y="6326188"/>
                    </a:lnTo>
                    <a:lnTo>
                      <a:pt x="1103313" y="6311900"/>
                    </a:lnTo>
                    <a:lnTo>
                      <a:pt x="1093788" y="6294438"/>
                    </a:lnTo>
                    <a:lnTo>
                      <a:pt x="1087438" y="6275388"/>
                    </a:lnTo>
                    <a:lnTo>
                      <a:pt x="1084263" y="6254750"/>
                    </a:lnTo>
                    <a:lnTo>
                      <a:pt x="1082675" y="6234113"/>
                    </a:lnTo>
                    <a:lnTo>
                      <a:pt x="1082675" y="6210300"/>
                    </a:lnTo>
                    <a:lnTo>
                      <a:pt x="1084263" y="6154738"/>
                    </a:lnTo>
                    <a:lnTo>
                      <a:pt x="1093788" y="6088063"/>
                    </a:lnTo>
                    <a:lnTo>
                      <a:pt x="1120775" y="6046788"/>
                    </a:lnTo>
                    <a:lnTo>
                      <a:pt x="1144588" y="5999163"/>
                    </a:lnTo>
                    <a:lnTo>
                      <a:pt x="1162050" y="5948363"/>
                    </a:lnTo>
                    <a:lnTo>
                      <a:pt x="1176338" y="5899150"/>
                    </a:lnTo>
                    <a:lnTo>
                      <a:pt x="1189038" y="5845175"/>
                    </a:lnTo>
                    <a:lnTo>
                      <a:pt x="1198563" y="5788025"/>
                    </a:lnTo>
                    <a:lnTo>
                      <a:pt x="1203325" y="5735638"/>
                    </a:lnTo>
                    <a:lnTo>
                      <a:pt x="1206500" y="5678488"/>
                    </a:lnTo>
                    <a:lnTo>
                      <a:pt x="1212850" y="5657850"/>
                    </a:lnTo>
                    <a:lnTo>
                      <a:pt x="1216025" y="5634038"/>
                    </a:lnTo>
                    <a:lnTo>
                      <a:pt x="1216025" y="5613400"/>
                    </a:lnTo>
                    <a:lnTo>
                      <a:pt x="1216025" y="5589588"/>
                    </a:lnTo>
                    <a:lnTo>
                      <a:pt x="1209675" y="5541963"/>
                    </a:lnTo>
                    <a:lnTo>
                      <a:pt x="1198563" y="5497513"/>
                    </a:lnTo>
                    <a:lnTo>
                      <a:pt x="1179513" y="5453063"/>
                    </a:lnTo>
                    <a:lnTo>
                      <a:pt x="1165225" y="5410200"/>
                    </a:lnTo>
                    <a:lnTo>
                      <a:pt x="1131888" y="5341938"/>
                    </a:lnTo>
                    <a:lnTo>
                      <a:pt x="1069975" y="5238750"/>
                    </a:lnTo>
                    <a:lnTo>
                      <a:pt x="1012825" y="5130800"/>
                    </a:lnTo>
                    <a:lnTo>
                      <a:pt x="957263" y="5027613"/>
                    </a:lnTo>
                    <a:lnTo>
                      <a:pt x="903288" y="4919663"/>
                    </a:lnTo>
                    <a:lnTo>
                      <a:pt x="855663" y="4813300"/>
                    </a:lnTo>
                    <a:lnTo>
                      <a:pt x="811213" y="4706938"/>
                    </a:lnTo>
                    <a:lnTo>
                      <a:pt x="769938" y="4598988"/>
                    </a:lnTo>
                    <a:lnTo>
                      <a:pt x="733425" y="4492625"/>
                    </a:lnTo>
                    <a:lnTo>
                      <a:pt x="701675" y="4383088"/>
                    </a:lnTo>
                    <a:lnTo>
                      <a:pt x="671513" y="4271963"/>
                    </a:lnTo>
                    <a:lnTo>
                      <a:pt x="647700" y="4162425"/>
                    </a:lnTo>
                    <a:lnTo>
                      <a:pt x="630238" y="4049713"/>
                    </a:lnTo>
                    <a:lnTo>
                      <a:pt x="617538" y="3937000"/>
                    </a:lnTo>
                    <a:lnTo>
                      <a:pt x="609600" y="3821113"/>
                    </a:lnTo>
                    <a:lnTo>
                      <a:pt x="609600" y="3705225"/>
                    </a:lnTo>
                    <a:lnTo>
                      <a:pt x="612775" y="3586163"/>
                    </a:lnTo>
                    <a:lnTo>
                      <a:pt x="620713" y="3470275"/>
                    </a:lnTo>
                    <a:lnTo>
                      <a:pt x="636588" y="3354388"/>
                    </a:lnTo>
                    <a:lnTo>
                      <a:pt x="657225" y="3243263"/>
                    </a:lnTo>
                    <a:lnTo>
                      <a:pt x="681038" y="3136900"/>
                    </a:lnTo>
                    <a:lnTo>
                      <a:pt x="709613" y="3032125"/>
                    </a:lnTo>
                    <a:lnTo>
                      <a:pt x="746125" y="2932113"/>
                    </a:lnTo>
                    <a:lnTo>
                      <a:pt x="784225" y="2833688"/>
                    </a:lnTo>
                    <a:lnTo>
                      <a:pt x="828675" y="2735263"/>
                    </a:lnTo>
                    <a:lnTo>
                      <a:pt x="879475" y="2643188"/>
                    </a:lnTo>
                    <a:lnTo>
                      <a:pt x="933450" y="2551113"/>
                    </a:lnTo>
                    <a:lnTo>
                      <a:pt x="992188" y="2465388"/>
                    </a:lnTo>
                    <a:lnTo>
                      <a:pt x="1055688" y="2379663"/>
                    </a:lnTo>
                    <a:lnTo>
                      <a:pt x="1123950" y="2295525"/>
                    </a:lnTo>
                    <a:lnTo>
                      <a:pt x="1195388" y="2212975"/>
                    </a:lnTo>
                    <a:lnTo>
                      <a:pt x="1271588" y="2132013"/>
                    </a:lnTo>
                    <a:lnTo>
                      <a:pt x="1355725" y="2054225"/>
                    </a:lnTo>
                    <a:lnTo>
                      <a:pt x="1423988" y="2001838"/>
                    </a:lnTo>
                    <a:lnTo>
                      <a:pt x="1495425" y="1951038"/>
                    </a:lnTo>
                    <a:lnTo>
                      <a:pt x="1566863" y="1900238"/>
                    </a:lnTo>
                    <a:lnTo>
                      <a:pt x="1641475" y="1855788"/>
                    </a:lnTo>
                    <a:lnTo>
                      <a:pt x="1714500" y="1814513"/>
                    </a:lnTo>
                    <a:lnTo>
                      <a:pt x="1789113" y="1774825"/>
                    </a:lnTo>
                    <a:lnTo>
                      <a:pt x="1866900" y="1739900"/>
                    </a:lnTo>
                    <a:lnTo>
                      <a:pt x="1944688" y="1703388"/>
                    </a:lnTo>
                    <a:lnTo>
                      <a:pt x="2020888" y="1671638"/>
                    </a:lnTo>
                    <a:lnTo>
                      <a:pt x="2101850" y="1641476"/>
                    </a:lnTo>
                    <a:lnTo>
                      <a:pt x="2184400" y="1614488"/>
                    </a:lnTo>
                    <a:lnTo>
                      <a:pt x="2268538" y="1587500"/>
                    </a:lnTo>
                    <a:lnTo>
                      <a:pt x="2351088" y="1562100"/>
                    </a:lnTo>
                    <a:lnTo>
                      <a:pt x="2436813" y="1538288"/>
                    </a:lnTo>
                    <a:lnTo>
                      <a:pt x="2616200" y="1492250"/>
                    </a:lnTo>
                    <a:lnTo>
                      <a:pt x="2725738" y="1492250"/>
                    </a:lnTo>
                    <a:lnTo>
                      <a:pt x="2654300" y="1590675"/>
                    </a:lnTo>
                    <a:lnTo>
                      <a:pt x="2582863" y="1682750"/>
                    </a:lnTo>
                    <a:lnTo>
                      <a:pt x="2435225" y="1866901"/>
                    </a:lnTo>
                    <a:lnTo>
                      <a:pt x="2363788" y="1958975"/>
                    </a:lnTo>
                    <a:lnTo>
                      <a:pt x="2295525" y="2052638"/>
                    </a:lnTo>
                    <a:lnTo>
                      <a:pt x="2228850" y="2144713"/>
                    </a:lnTo>
                    <a:lnTo>
                      <a:pt x="2200275" y="2192338"/>
                    </a:lnTo>
                    <a:lnTo>
                      <a:pt x="2170113" y="2241550"/>
                    </a:lnTo>
                    <a:lnTo>
                      <a:pt x="2089150" y="2355850"/>
                    </a:lnTo>
                    <a:lnTo>
                      <a:pt x="2047875" y="2411413"/>
                    </a:lnTo>
                    <a:lnTo>
                      <a:pt x="2012950" y="2471738"/>
                    </a:lnTo>
                    <a:lnTo>
                      <a:pt x="1979613" y="2530475"/>
                    </a:lnTo>
                    <a:lnTo>
                      <a:pt x="1952625" y="2592388"/>
                    </a:lnTo>
                    <a:lnTo>
                      <a:pt x="1928813" y="2659063"/>
                    </a:lnTo>
                    <a:lnTo>
                      <a:pt x="1917700" y="2693988"/>
                    </a:lnTo>
                    <a:lnTo>
                      <a:pt x="1911350" y="2727325"/>
                    </a:lnTo>
                    <a:lnTo>
                      <a:pt x="1893888" y="2776538"/>
                    </a:lnTo>
                    <a:lnTo>
                      <a:pt x="1881188" y="2824163"/>
                    </a:lnTo>
                    <a:lnTo>
                      <a:pt x="1873250" y="2868613"/>
                    </a:lnTo>
                    <a:lnTo>
                      <a:pt x="1873250" y="2916238"/>
                    </a:lnTo>
                    <a:lnTo>
                      <a:pt x="1876425" y="2962275"/>
                    </a:lnTo>
                    <a:lnTo>
                      <a:pt x="1881188" y="3006725"/>
                    </a:lnTo>
                    <a:lnTo>
                      <a:pt x="1893888" y="3048000"/>
                    </a:lnTo>
                    <a:lnTo>
                      <a:pt x="1905000" y="3092450"/>
                    </a:lnTo>
                    <a:lnTo>
                      <a:pt x="1924050" y="3133725"/>
                    </a:lnTo>
                    <a:lnTo>
                      <a:pt x="1944688" y="3171825"/>
                    </a:lnTo>
                    <a:lnTo>
                      <a:pt x="1965325" y="3214688"/>
                    </a:lnTo>
                    <a:lnTo>
                      <a:pt x="1989138" y="3252788"/>
                    </a:lnTo>
                    <a:lnTo>
                      <a:pt x="2041525" y="3327400"/>
                    </a:lnTo>
                    <a:lnTo>
                      <a:pt x="2095500" y="3398838"/>
                    </a:lnTo>
                    <a:lnTo>
                      <a:pt x="2149475" y="3470275"/>
                    </a:lnTo>
                    <a:lnTo>
                      <a:pt x="2197100" y="3541713"/>
                    </a:lnTo>
                    <a:lnTo>
                      <a:pt x="2217738" y="3576638"/>
                    </a:lnTo>
                    <a:lnTo>
                      <a:pt x="2238375" y="3613150"/>
                    </a:lnTo>
                    <a:lnTo>
                      <a:pt x="2252663" y="3648075"/>
                    </a:lnTo>
                    <a:lnTo>
                      <a:pt x="2268538" y="3684588"/>
                    </a:lnTo>
                    <a:lnTo>
                      <a:pt x="2279650" y="3722688"/>
                    </a:lnTo>
                    <a:lnTo>
                      <a:pt x="2286000" y="3757613"/>
                    </a:lnTo>
                    <a:lnTo>
                      <a:pt x="2289175" y="3797300"/>
                    </a:lnTo>
                    <a:lnTo>
                      <a:pt x="2289175" y="3835400"/>
                    </a:lnTo>
                    <a:lnTo>
                      <a:pt x="2286000" y="3873500"/>
                    </a:lnTo>
                    <a:lnTo>
                      <a:pt x="2276475" y="3916363"/>
                    </a:lnTo>
                    <a:lnTo>
                      <a:pt x="2262188" y="3954463"/>
                    </a:lnTo>
                    <a:lnTo>
                      <a:pt x="2244725" y="3995738"/>
                    </a:lnTo>
                    <a:lnTo>
                      <a:pt x="2232025" y="4013200"/>
                    </a:lnTo>
                    <a:lnTo>
                      <a:pt x="2224088" y="4037013"/>
                    </a:lnTo>
                    <a:lnTo>
                      <a:pt x="2217738" y="4064000"/>
                    </a:lnTo>
                    <a:lnTo>
                      <a:pt x="2217738" y="4090988"/>
                    </a:lnTo>
                    <a:lnTo>
                      <a:pt x="2217738" y="4117975"/>
                    </a:lnTo>
                    <a:lnTo>
                      <a:pt x="2224088" y="4144963"/>
                    </a:lnTo>
                    <a:lnTo>
                      <a:pt x="2232025" y="4168775"/>
                    </a:lnTo>
                    <a:lnTo>
                      <a:pt x="2244725" y="4183063"/>
                    </a:lnTo>
                    <a:lnTo>
                      <a:pt x="2306638" y="4251325"/>
                    </a:lnTo>
                    <a:lnTo>
                      <a:pt x="2368550" y="4313238"/>
                    </a:lnTo>
                    <a:lnTo>
                      <a:pt x="2435225" y="4373563"/>
                    </a:lnTo>
                    <a:lnTo>
                      <a:pt x="2497138" y="4424363"/>
                    </a:lnTo>
                    <a:lnTo>
                      <a:pt x="2562225" y="4471988"/>
                    </a:lnTo>
                    <a:lnTo>
                      <a:pt x="2627313" y="4510088"/>
                    </a:lnTo>
                    <a:lnTo>
                      <a:pt x="2660650" y="4527550"/>
                    </a:lnTo>
                    <a:lnTo>
                      <a:pt x="2695575" y="4543425"/>
                    </a:lnTo>
                    <a:lnTo>
                      <a:pt x="2728913" y="4554538"/>
                    </a:lnTo>
                    <a:lnTo>
                      <a:pt x="2763838" y="4567238"/>
                    </a:lnTo>
                    <a:lnTo>
                      <a:pt x="2800350" y="4575175"/>
                    </a:lnTo>
                    <a:lnTo>
                      <a:pt x="2835275" y="4584700"/>
                    </a:lnTo>
                    <a:lnTo>
                      <a:pt x="2871788" y="4591050"/>
                    </a:lnTo>
                    <a:lnTo>
                      <a:pt x="2906713" y="4594225"/>
                    </a:lnTo>
                    <a:lnTo>
                      <a:pt x="2943225" y="4594225"/>
                    </a:lnTo>
                    <a:lnTo>
                      <a:pt x="2981325" y="4594225"/>
                    </a:lnTo>
                    <a:lnTo>
                      <a:pt x="3021013" y="4591050"/>
                    </a:lnTo>
                    <a:lnTo>
                      <a:pt x="3059113" y="4584700"/>
                    </a:lnTo>
                    <a:lnTo>
                      <a:pt x="3097213" y="4575175"/>
                    </a:lnTo>
                    <a:lnTo>
                      <a:pt x="3138488" y="4564063"/>
                    </a:lnTo>
                    <a:lnTo>
                      <a:pt x="3178175" y="4551363"/>
                    </a:lnTo>
                    <a:lnTo>
                      <a:pt x="3219450" y="4537075"/>
                    </a:lnTo>
                    <a:lnTo>
                      <a:pt x="3263900" y="4516438"/>
                    </a:lnTo>
                    <a:lnTo>
                      <a:pt x="3305175" y="4495800"/>
                    </a:lnTo>
                    <a:lnTo>
                      <a:pt x="3349625" y="4471988"/>
                    </a:lnTo>
                    <a:lnTo>
                      <a:pt x="3394075" y="4445000"/>
                    </a:lnTo>
                    <a:lnTo>
                      <a:pt x="3617913" y="4329113"/>
                    </a:lnTo>
                    <a:lnTo>
                      <a:pt x="3730625" y="4271963"/>
                    </a:lnTo>
                    <a:lnTo>
                      <a:pt x="3843338" y="4216400"/>
                    </a:lnTo>
                    <a:lnTo>
                      <a:pt x="3959225" y="4168775"/>
                    </a:lnTo>
                    <a:lnTo>
                      <a:pt x="4019550" y="4144963"/>
                    </a:lnTo>
                    <a:lnTo>
                      <a:pt x="4078288" y="4124325"/>
                    </a:lnTo>
                    <a:lnTo>
                      <a:pt x="4138613" y="4108450"/>
                    </a:lnTo>
                    <a:lnTo>
                      <a:pt x="4197350" y="4094163"/>
                    </a:lnTo>
                    <a:lnTo>
                      <a:pt x="4259263" y="4081463"/>
                    </a:lnTo>
                    <a:lnTo>
                      <a:pt x="4322763" y="4073525"/>
                    </a:lnTo>
                    <a:lnTo>
                      <a:pt x="4337050" y="4067175"/>
                    </a:lnTo>
                    <a:lnTo>
                      <a:pt x="4354513" y="4057650"/>
                    </a:lnTo>
                    <a:lnTo>
                      <a:pt x="4375150" y="4043363"/>
                    </a:lnTo>
                    <a:lnTo>
                      <a:pt x="4397375" y="4025900"/>
                    </a:lnTo>
                    <a:lnTo>
                      <a:pt x="4418013" y="4002088"/>
                    </a:lnTo>
                    <a:lnTo>
                      <a:pt x="4438650" y="3978275"/>
                    </a:lnTo>
                    <a:lnTo>
                      <a:pt x="4456113" y="3951288"/>
                    </a:lnTo>
                    <a:lnTo>
                      <a:pt x="4470400" y="3921125"/>
                    </a:lnTo>
                    <a:lnTo>
                      <a:pt x="4497388" y="3844925"/>
                    </a:lnTo>
                    <a:lnTo>
                      <a:pt x="4518025" y="3767138"/>
                    </a:lnTo>
                    <a:lnTo>
                      <a:pt x="4537075" y="3689350"/>
                    </a:lnTo>
                    <a:lnTo>
                      <a:pt x="4548188" y="3613150"/>
                    </a:lnTo>
                    <a:lnTo>
                      <a:pt x="4560888" y="3535363"/>
                    </a:lnTo>
                    <a:lnTo>
                      <a:pt x="4565650" y="3457575"/>
                    </a:lnTo>
                    <a:lnTo>
                      <a:pt x="4572000" y="3381375"/>
                    </a:lnTo>
                    <a:lnTo>
                      <a:pt x="4572000" y="3300413"/>
                    </a:lnTo>
                    <a:lnTo>
                      <a:pt x="4572000" y="3222625"/>
                    </a:lnTo>
                    <a:lnTo>
                      <a:pt x="4568825" y="3143250"/>
                    </a:lnTo>
                    <a:lnTo>
                      <a:pt x="4562475" y="3062288"/>
                    </a:lnTo>
                    <a:lnTo>
                      <a:pt x="4554538" y="2982913"/>
                    </a:lnTo>
                    <a:lnTo>
                      <a:pt x="4533900" y="2819400"/>
                    </a:lnTo>
                    <a:lnTo>
                      <a:pt x="4506913" y="2652713"/>
                    </a:lnTo>
                    <a:lnTo>
                      <a:pt x="4479925" y="2476500"/>
                    </a:lnTo>
                    <a:lnTo>
                      <a:pt x="4446588" y="2292351"/>
                    </a:lnTo>
                    <a:lnTo>
                      <a:pt x="4429125" y="2197100"/>
                    </a:lnTo>
                    <a:lnTo>
                      <a:pt x="4408488" y="2098675"/>
                    </a:lnTo>
                    <a:lnTo>
                      <a:pt x="4384675" y="2005013"/>
                    </a:lnTo>
                    <a:lnTo>
                      <a:pt x="4360863" y="1906588"/>
                    </a:lnTo>
                    <a:lnTo>
                      <a:pt x="4360863" y="2765425"/>
                    </a:lnTo>
                    <a:lnTo>
                      <a:pt x="4360863" y="3698875"/>
                    </a:lnTo>
                    <a:lnTo>
                      <a:pt x="4357688" y="3725863"/>
                    </a:lnTo>
                    <a:lnTo>
                      <a:pt x="4354513" y="3752850"/>
                    </a:lnTo>
                    <a:lnTo>
                      <a:pt x="4349750" y="3776663"/>
                    </a:lnTo>
                    <a:lnTo>
                      <a:pt x="4340225" y="3797300"/>
                    </a:lnTo>
                    <a:lnTo>
                      <a:pt x="4327525" y="3817938"/>
                    </a:lnTo>
                    <a:lnTo>
                      <a:pt x="4316413" y="3838575"/>
                    </a:lnTo>
                    <a:lnTo>
                      <a:pt x="4302125" y="3856038"/>
                    </a:lnTo>
                    <a:lnTo>
                      <a:pt x="4286250" y="3870325"/>
                    </a:lnTo>
                    <a:lnTo>
                      <a:pt x="4265613" y="3886200"/>
                    </a:lnTo>
                    <a:lnTo>
                      <a:pt x="4248150" y="3900488"/>
                    </a:lnTo>
                    <a:lnTo>
                      <a:pt x="4203700" y="3924300"/>
                    </a:lnTo>
                    <a:lnTo>
                      <a:pt x="4152900" y="3944938"/>
                    </a:lnTo>
                    <a:lnTo>
                      <a:pt x="4098925" y="3960813"/>
                    </a:lnTo>
                    <a:lnTo>
                      <a:pt x="4000500" y="3989388"/>
                    </a:lnTo>
                    <a:lnTo>
                      <a:pt x="3906838" y="4022725"/>
                    </a:lnTo>
                    <a:lnTo>
                      <a:pt x="3811588" y="4057650"/>
                    </a:lnTo>
                    <a:lnTo>
                      <a:pt x="3716338" y="4100513"/>
                    </a:lnTo>
                    <a:lnTo>
                      <a:pt x="3621088" y="4144963"/>
                    </a:lnTo>
                    <a:lnTo>
                      <a:pt x="3532188" y="4192588"/>
                    </a:lnTo>
                    <a:lnTo>
                      <a:pt x="3441700" y="4243388"/>
                    </a:lnTo>
                    <a:lnTo>
                      <a:pt x="3359150" y="4295775"/>
                    </a:lnTo>
                    <a:lnTo>
                      <a:pt x="3287713" y="4329113"/>
                    </a:lnTo>
                    <a:lnTo>
                      <a:pt x="3222625" y="4359275"/>
                    </a:lnTo>
                    <a:lnTo>
                      <a:pt x="3157538" y="4379913"/>
                    </a:lnTo>
                    <a:lnTo>
                      <a:pt x="3094038" y="4400550"/>
                    </a:lnTo>
                    <a:lnTo>
                      <a:pt x="3032125" y="4411663"/>
                    </a:lnTo>
                    <a:lnTo>
                      <a:pt x="2973388" y="4421188"/>
                    </a:lnTo>
                    <a:lnTo>
                      <a:pt x="2913063" y="4421188"/>
                    </a:lnTo>
                    <a:lnTo>
                      <a:pt x="2857500" y="4418013"/>
                    </a:lnTo>
                    <a:lnTo>
                      <a:pt x="2803525" y="4406900"/>
                    </a:lnTo>
                    <a:lnTo>
                      <a:pt x="2749550" y="4391025"/>
                    </a:lnTo>
                    <a:lnTo>
                      <a:pt x="2698750" y="4367213"/>
                    </a:lnTo>
                    <a:lnTo>
                      <a:pt x="2647950" y="4337050"/>
                    </a:lnTo>
                    <a:lnTo>
                      <a:pt x="2600325" y="4302125"/>
                    </a:lnTo>
                    <a:lnTo>
                      <a:pt x="2554288" y="4257675"/>
                    </a:lnTo>
                    <a:lnTo>
                      <a:pt x="2508250" y="4206875"/>
                    </a:lnTo>
                    <a:lnTo>
                      <a:pt x="2466975" y="4148138"/>
                    </a:lnTo>
                    <a:lnTo>
                      <a:pt x="2452688" y="4117975"/>
                    </a:lnTo>
                    <a:lnTo>
                      <a:pt x="2439988" y="4084638"/>
                    </a:lnTo>
                    <a:lnTo>
                      <a:pt x="2428875" y="4049713"/>
                    </a:lnTo>
                    <a:lnTo>
                      <a:pt x="2419350" y="4016375"/>
                    </a:lnTo>
                    <a:lnTo>
                      <a:pt x="2416175" y="3981450"/>
                    </a:lnTo>
                    <a:lnTo>
                      <a:pt x="2416175" y="3948113"/>
                    </a:lnTo>
                    <a:lnTo>
                      <a:pt x="2419350" y="3916363"/>
                    </a:lnTo>
                    <a:lnTo>
                      <a:pt x="2425700" y="3900488"/>
                    </a:lnTo>
                    <a:lnTo>
                      <a:pt x="2432050" y="3886200"/>
                    </a:lnTo>
                    <a:lnTo>
                      <a:pt x="2446338" y="3829050"/>
                    </a:lnTo>
                    <a:lnTo>
                      <a:pt x="2463800" y="3778250"/>
                    </a:lnTo>
                    <a:lnTo>
                      <a:pt x="2484438" y="3730625"/>
                    </a:lnTo>
                    <a:lnTo>
                      <a:pt x="2508250" y="3684588"/>
                    </a:lnTo>
                    <a:lnTo>
                      <a:pt x="2535238" y="3638550"/>
                    </a:lnTo>
                    <a:lnTo>
                      <a:pt x="2559050" y="3597275"/>
                    </a:lnTo>
                    <a:lnTo>
                      <a:pt x="2616200" y="3511550"/>
                    </a:lnTo>
                    <a:lnTo>
                      <a:pt x="2667000" y="3406775"/>
                    </a:lnTo>
                    <a:lnTo>
                      <a:pt x="2705100" y="3311525"/>
                    </a:lnTo>
                    <a:lnTo>
                      <a:pt x="2735263" y="3222625"/>
                    </a:lnTo>
                    <a:lnTo>
                      <a:pt x="2763838" y="3136900"/>
                    </a:lnTo>
                    <a:lnTo>
                      <a:pt x="2722563" y="3181350"/>
                    </a:lnTo>
                    <a:lnTo>
                      <a:pt x="2681288" y="3228975"/>
                    </a:lnTo>
                    <a:lnTo>
                      <a:pt x="2598738" y="3330575"/>
                    </a:lnTo>
                    <a:lnTo>
                      <a:pt x="2514600" y="3436938"/>
                    </a:lnTo>
                    <a:lnTo>
                      <a:pt x="2432050" y="3549650"/>
                    </a:lnTo>
                    <a:lnTo>
                      <a:pt x="2374900" y="3478213"/>
                    </a:lnTo>
                    <a:lnTo>
                      <a:pt x="2324100" y="3409950"/>
                    </a:lnTo>
                    <a:lnTo>
                      <a:pt x="2276475" y="3338513"/>
                    </a:lnTo>
                    <a:lnTo>
                      <a:pt x="2228850" y="3267075"/>
                    </a:lnTo>
                    <a:lnTo>
                      <a:pt x="2143125" y="3127375"/>
                    </a:lnTo>
                    <a:lnTo>
                      <a:pt x="2060575" y="2987675"/>
                    </a:lnTo>
                    <a:lnTo>
                      <a:pt x="2047875" y="2973388"/>
                    </a:lnTo>
                    <a:lnTo>
                      <a:pt x="2039938" y="2955925"/>
                    </a:lnTo>
                    <a:lnTo>
                      <a:pt x="2030413" y="2935288"/>
                    </a:lnTo>
                    <a:lnTo>
                      <a:pt x="2027238" y="2914650"/>
                    </a:lnTo>
                    <a:lnTo>
                      <a:pt x="2020888" y="2871788"/>
                    </a:lnTo>
                    <a:lnTo>
                      <a:pt x="2020888" y="2840038"/>
                    </a:lnTo>
                    <a:lnTo>
                      <a:pt x="2063750" y="2755900"/>
                    </a:lnTo>
                    <a:lnTo>
                      <a:pt x="2101850" y="2673350"/>
                    </a:lnTo>
                    <a:lnTo>
                      <a:pt x="2176463" y="2506663"/>
                    </a:lnTo>
                    <a:lnTo>
                      <a:pt x="2214563" y="2428875"/>
                    </a:lnTo>
                    <a:lnTo>
                      <a:pt x="2255838" y="2352675"/>
                    </a:lnTo>
                    <a:lnTo>
                      <a:pt x="2303463" y="2274888"/>
                    </a:lnTo>
                    <a:lnTo>
                      <a:pt x="2330450" y="2238375"/>
                    </a:lnTo>
                    <a:lnTo>
                      <a:pt x="2357438" y="2203450"/>
                    </a:lnTo>
                    <a:lnTo>
                      <a:pt x="2482850" y="2054225"/>
                    </a:lnTo>
                    <a:lnTo>
                      <a:pt x="2613025" y="1909763"/>
                    </a:lnTo>
                    <a:lnTo>
                      <a:pt x="2743200" y="1766888"/>
                    </a:lnTo>
                    <a:lnTo>
                      <a:pt x="2874963" y="1630363"/>
                    </a:lnTo>
                    <a:lnTo>
                      <a:pt x="3138488" y="1358900"/>
                    </a:lnTo>
                    <a:lnTo>
                      <a:pt x="3267075" y="1222376"/>
                    </a:lnTo>
                    <a:lnTo>
                      <a:pt x="3394075" y="1082675"/>
                    </a:lnTo>
                    <a:lnTo>
                      <a:pt x="3430588" y="1044576"/>
                    </a:lnTo>
                    <a:lnTo>
                      <a:pt x="3468688" y="1011238"/>
                    </a:lnTo>
                    <a:lnTo>
                      <a:pt x="3508375" y="984250"/>
                    </a:lnTo>
                    <a:lnTo>
                      <a:pt x="3546475" y="963613"/>
                    </a:lnTo>
                    <a:lnTo>
                      <a:pt x="3587750" y="946150"/>
                    </a:lnTo>
                    <a:lnTo>
                      <a:pt x="3629025" y="933450"/>
                    </a:lnTo>
                    <a:lnTo>
                      <a:pt x="3671888" y="922338"/>
                    </a:lnTo>
                    <a:lnTo>
                      <a:pt x="3716338" y="915988"/>
                    </a:lnTo>
                    <a:lnTo>
                      <a:pt x="3802063" y="904875"/>
                    </a:lnTo>
                    <a:lnTo>
                      <a:pt x="3890963" y="895350"/>
                    </a:lnTo>
                    <a:lnTo>
                      <a:pt x="3932238" y="889000"/>
                    </a:lnTo>
                    <a:lnTo>
                      <a:pt x="3976688" y="881063"/>
                    </a:lnTo>
                    <a:lnTo>
                      <a:pt x="4022725" y="871538"/>
                    </a:lnTo>
                    <a:lnTo>
                      <a:pt x="4064000" y="860425"/>
                    </a:lnTo>
                    <a:lnTo>
                      <a:pt x="4090988" y="857250"/>
                    </a:lnTo>
                    <a:lnTo>
                      <a:pt x="4117975" y="854075"/>
                    </a:lnTo>
                    <a:lnTo>
                      <a:pt x="4143375" y="844550"/>
                    </a:lnTo>
                    <a:lnTo>
                      <a:pt x="4170363" y="836613"/>
                    </a:lnTo>
                    <a:lnTo>
                      <a:pt x="4191000" y="823913"/>
                    </a:lnTo>
                    <a:lnTo>
                      <a:pt x="4214813" y="812801"/>
                    </a:lnTo>
                    <a:lnTo>
                      <a:pt x="4233863" y="796926"/>
                    </a:lnTo>
                    <a:lnTo>
                      <a:pt x="4248150" y="785813"/>
                    </a:lnTo>
                    <a:lnTo>
                      <a:pt x="3876675" y="785813"/>
                    </a:lnTo>
                    <a:lnTo>
                      <a:pt x="3906838" y="728663"/>
                    </a:lnTo>
                    <a:lnTo>
                      <a:pt x="3938588" y="677863"/>
                    </a:lnTo>
                    <a:lnTo>
                      <a:pt x="3971925" y="630238"/>
                    </a:lnTo>
                    <a:lnTo>
                      <a:pt x="4006850" y="585788"/>
                    </a:lnTo>
                    <a:lnTo>
                      <a:pt x="4046538" y="544513"/>
                    </a:lnTo>
                    <a:lnTo>
                      <a:pt x="4084638" y="506413"/>
                    </a:lnTo>
                    <a:lnTo>
                      <a:pt x="4125913" y="466725"/>
                    </a:lnTo>
                    <a:lnTo>
                      <a:pt x="4170363" y="434975"/>
                    </a:lnTo>
                    <a:lnTo>
                      <a:pt x="4211638" y="401638"/>
                    </a:lnTo>
                    <a:lnTo>
                      <a:pt x="4259263" y="373063"/>
                    </a:lnTo>
                    <a:lnTo>
                      <a:pt x="4303713" y="342900"/>
                    </a:lnTo>
                    <a:lnTo>
                      <a:pt x="4351338" y="315913"/>
                    </a:lnTo>
                    <a:lnTo>
                      <a:pt x="4446588" y="268288"/>
                    </a:lnTo>
                    <a:lnTo>
                      <a:pt x="4545013" y="223838"/>
                    </a:lnTo>
                    <a:lnTo>
                      <a:pt x="4654550" y="193675"/>
                    </a:lnTo>
                    <a:lnTo>
                      <a:pt x="4768850" y="163513"/>
                    </a:lnTo>
                    <a:lnTo>
                      <a:pt x="4991101" y="98425"/>
                    </a:lnTo>
                    <a:lnTo>
                      <a:pt x="5100638" y="69850"/>
                    </a:lnTo>
                    <a:lnTo>
                      <a:pt x="5213351" y="39688"/>
                    </a:lnTo>
                    <a:lnTo>
                      <a:pt x="5324476" y="19050"/>
                    </a:lnTo>
                    <a:close/>
                  </a:path>
                </a:pathLst>
              </a:cu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solidFill>
                    <a:prstClr val="white"/>
                  </a:solidFill>
                </a:endParaRPr>
              </a:p>
            </p:txBody>
          </p:sp>
        </p:grpSp>
        <p:sp>
          <p:nvSpPr>
            <p:cNvPr id="74" name="Rectangle 73">
              <a:extLst>
                <a:ext uri="{FF2B5EF4-FFF2-40B4-BE49-F238E27FC236}">
                  <a16:creationId xmlns:a16="http://schemas.microsoft.com/office/drawing/2014/main" xmlns="" id="{AA065F17-F801-4D57-98A5-B9813200D902}"/>
                </a:ext>
              </a:extLst>
            </p:cNvPr>
            <p:cNvSpPr/>
            <p:nvPr/>
          </p:nvSpPr>
          <p:spPr>
            <a:xfrm>
              <a:off x="10866437" y="5050995"/>
              <a:ext cx="1066800" cy="708804"/>
            </a:xfrm>
            <a:prstGeom prst="rect">
              <a:avLst/>
            </a:prstGeom>
          </p:spPr>
          <p:txBody>
            <a:bodyPr vert="horz" wrap="square">
              <a:spAutoFit/>
            </a:bodyPr>
            <a:lstStyle/>
            <a:p>
              <a:pPr defTabSz="896156"/>
              <a:r>
                <a:rPr lang="en-US" sz="1567" kern="0" spc="-29"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VCAP</a:t>
              </a:r>
              <a:r>
                <a:rPr lang="en-US" sz="1174" kern="0" spc="-29"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 </a:t>
              </a:r>
            </a:p>
            <a:p>
              <a:pPr defTabSz="896156"/>
              <a:r>
                <a:rPr lang="en-US" sz="1174" kern="0" spc="-29"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Data Storage</a:t>
              </a:r>
              <a:endParaRPr lang="en-US" sz="1174" kern="0" dirty="0">
                <a:solidFill>
                  <a:sysClr val="windowText" lastClr="000000"/>
                </a:solidFill>
                <a:ea typeface="MS PGothic" panose="020B0600070205080204" pitchFamily="34" charset="-128"/>
              </a:endParaRPr>
            </a:p>
          </p:txBody>
        </p:sp>
      </p:grpSp>
      <p:sp>
        <p:nvSpPr>
          <p:cNvPr id="4" name="Rectangle 3"/>
          <p:cNvSpPr/>
          <p:nvPr/>
        </p:nvSpPr>
        <p:spPr>
          <a:xfrm>
            <a:off x="7452320" y="2124283"/>
            <a:ext cx="1965995" cy="363946"/>
          </a:xfrm>
          <a:prstGeom prst="rect">
            <a:avLst/>
          </a:prstGeom>
        </p:spPr>
        <p:txBody>
          <a:bodyPr wrap="square">
            <a:spAutoFit/>
          </a:bodyPr>
          <a:lstStyle/>
          <a:p>
            <a:r>
              <a:rPr lang="en-US" sz="1765" kern="0" spc="-29"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 HDFS file system</a:t>
            </a:r>
            <a:endParaRPr lang="en-GB" sz="1765" dirty="0">
              <a:solidFill>
                <a:prstClr val="black"/>
              </a:solidFill>
            </a:endParaRPr>
          </a:p>
        </p:txBody>
      </p:sp>
    </p:spTree>
    <p:extLst>
      <p:ext uri="{BB962C8B-B14F-4D97-AF65-F5344CB8AC3E}">
        <p14:creationId xmlns:p14="http://schemas.microsoft.com/office/powerpoint/2010/main" val="2122767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arn(inVertic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circle(in)">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125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barn(inVertical)">
                                      <p:cBhvr>
                                        <p:cTn id="32" dur="500"/>
                                        <p:tgtEl>
                                          <p:spTgt spid="8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circle(in)">
                                      <p:cBhvr>
                                        <p:cTn id="3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4" grpId="0" animBg="1"/>
      <p:bldP spid="8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59941"/>
            <a:ext cx="5184576" cy="369332"/>
          </a:xfrm>
          <a:prstGeom prst="rect">
            <a:avLst/>
          </a:prstGeom>
          <a:noFill/>
        </p:spPr>
        <p:txBody>
          <a:bodyPr wrap="square" rtlCol="0">
            <a:spAutoFit/>
          </a:bodyPr>
          <a:lstStyle/>
          <a:p>
            <a:r>
              <a:rPr lang="en-GB" dirty="0" smtClean="0"/>
              <a:t>    Issues with Current Architecture </a:t>
            </a:r>
            <a:endParaRPr lang="en-GB" dirty="0"/>
          </a:p>
        </p:txBody>
      </p:sp>
      <p:sp>
        <p:nvSpPr>
          <p:cNvPr id="6" name="TextBox 5"/>
          <p:cNvSpPr txBox="1"/>
          <p:nvPr/>
        </p:nvSpPr>
        <p:spPr>
          <a:xfrm>
            <a:off x="645185" y="908720"/>
            <a:ext cx="7272808" cy="10618291"/>
          </a:xfrm>
          <a:prstGeom prst="rect">
            <a:avLst/>
          </a:prstGeom>
          <a:noFill/>
        </p:spPr>
        <p:txBody>
          <a:bodyPr wrap="square" rtlCol="0">
            <a:spAutoFit/>
          </a:bodyPr>
          <a:lstStyle/>
          <a:p>
            <a:pPr marL="342900" indent="-342900">
              <a:buAutoNum type="arabicPeriod"/>
            </a:pPr>
            <a:r>
              <a:rPr lang="en-GB" dirty="0" smtClean="0"/>
              <a:t>Longer development time</a:t>
            </a:r>
          </a:p>
          <a:p>
            <a:pPr marL="342900" indent="-342900">
              <a:buAutoNum type="arabicPeriod"/>
            </a:pPr>
            <a:r>
              <a:rPr lang="en-GB" dirty="0" smtClean="0"/>
              <a:t>Too many stages to touch </a:t>
            </a:r>
          </a:p>
          <a:p>
            <a:pPr marL="342900" indent="-342900">
              <a:buAutoNum type="arabicPeriod"/>
            </a:pPr>
            <a:r>
              <a:rPr lang="en-GB" dirty="0" smtClean="0"/>
              <a:t>Tool limitation </a:t>
            </a:r>
          </a:p>
          <a:p>
            <a:pPr marL="342900" indent="-342900">
              <a:buAutoNum type="arabicPeriod"/>
            </a:pPr>
            <a:r>
              <a:rPr lang="en-GB" dirty="0" smtClean="0"/>
              <a:t>Design limitation </a:t>
            </a:r>
          </a:p>
          <a:p>
            <a:pPr marL="342900" indent="-342900">
              <a:buAutoNum type="arabicPeriod"/>
            </a:pPr>
            <a:endParaRPr lang="en-GB" dirty="0"/>
          </a:p>
          <a:p>
            <a:pPr marL="342900" indent="-342900">
              <a:buAutoNum type="arabicPeriod"/>
            </a:pPr>
            <a:endParaRPr lang="en-GB" dirty="0" smtClean="0"/>
          </a:p>
          <a:p>
            <a:r>
              <a:rPr lang="en-GB" dirty="0" smtClean="0"/>
              <a:t>Impact </a:t>
            </a:r>
          </a:p>
          <a:p>
            <a:endParaRPr lang="en-GB" dirty="0"/>
          </a:p>
          <a:p>
            <a:pPr marL="342900" indent="-342900">
              <a:buAutoNum type="arabicPeriod"/>
            </a:pPr>
            <a:r>
              <a:rPr lang="en-GB" dirty="0" smtClean="0"/>
              <a:t>Delay in overall delivery </a:t>
            </a:r>
          </a:p>
          <a:p>
            <a:pPr marL="342900" indent="-342900">
              <a:buAutoNum type="arabicPeriod"/>
            </a:pPr>
            <a:r>
              <a:rPr lang="en-GB" dirty="0" smtClean="0"/>
              <a:t>Unavailability of data on time </a:t>
            </a:r>
          </a:p>
          <a:p>
            <a:pPr marL="342900" indent="-342900">
              <a:buAutoNum type="arabicPeriod"/>
            </a:pPr>
            <a:endParaRPr lang="en-GB" dirty="0"/>
          </a:p>
          <a:p>
            <a:endParaRPr lang="en-GB" dirty="0"/>
          </a:p>
          <a:p>
            <a:r>
              <a:rPr lang="en-GB" dirty="0" smtClean="0"/>
              <a:t>Objective </a:t>
            </a:r>
          </a:p>
          <a:p>
            <a:endParaRPr lang="en-GB" dirty="0"/>
          </a:p>
          <a:p>
            <a:r>
              <a:rPr lang="en-GB" dirty="0" smtClean="0"/>
              <a:t>Reviewing the design and rewriting the solution to achieve :</a:t>
            </a:r>
          </a:p>
          <a:p>
            <a:pPr marL="342900" indent="-342900">
              <a:buAutoNum type="arabicPeriod"/>
            </a:pPr>
            <a:r>
              <a:rPr lang="en-GB" dirty="0" smtClean="0"/>
              <a:t>Quick availability data </a:t>
            </a:r>
          </a:p>
          <a:p>
            <a:pPr marL="342900" indent="-342900">
              <a:buAutoNum type="arabicPeriod"/>
            </a:pPr>
            <a:r>
              <a:rPr lang="en-GB" dirty="0" smtClean="0"/>
              <a:t>Less maintenance </a:t>
            </a:r>
          </a:p>
          <a:p>
            <a:pPr marL="342900" indent="-342900">
              <a:buAutoNum type="arabicPeriod"/>
            </a:pPr>
            <a:r>
              <a:rPr lang="en-GB" dirty="0" smtClean="0"/>
              <a:t>Easy BAU </a:t>
            </a:r>
            <a:endParaRPr lang="en-GB" dirty="0" smtClean="0"/>
          </a:p>
          <a:p>
            <a:pPr marL="342900" indent="-342900">
              <a:buAutoNum type="arabicPeriod"/>
            </a:pPr>
            <a:endParaRPr lang="en-GB" dirty="0" smtClean="0"/>
          </a:p>
          <a:p>
            <a:pPr marL="342900" indent="-342900">
              <a:buAutoNum type="arabicPeriod"/>
            </a:pPr>
            <a:endParaRPr lang="en-GB" dirty="0" smtClean="0"/>
          </a:p>
          <a:p>
            <a:pPr marL="342900" indent="-342900">
              <a:buAutoNum type="arabicPeriod"/>
            </a:pPr>
            <a:endParaRPr lang="en-GB" dirty="0" smtClean="0"/>
          </a:p>
          <a:p>
            <a:pPr marL="342900" indent="-342900">
              <a:buAutoNum type="arabicPeriod"/>
            </a:pPr>
            <a:endParaRPr lang="en-GB" dirty="0" smtClean="0"/>
          </a:p>
          <a:p>
            <a:pPr marL="342900" indent="-342900">
              <a:buAutoNum type="arabicPeriod"/>
            </a:pPr>
            <a:endParaRPr lang="en-GB" dirty="0" smtClean="0"/>
          </a:p>
          <a:p>
            <a:endParaRPr lang="en-GB" dirty="0"/>
          </a:p>
          <a:p>
            <a:pPr marL="342900" indent="-342900">
              <a:buAutoNum type="arabicPeriod"/>
            </a:pPr>
            <a:endParaRPr lang="en-GB" dirty="0" smtClean="0"/>
          </a:p>
          <a:p>
            <a:pPr marL="342900" indent="-342900">
              <a:buAutoNum type="arabicPeriod"/>
            </a:pPr>
            <a:endParaRPr lang="en-GB" dirty="0" smtClean="0"/>
          </a:p>
          <a:p>
            <a:pPr marL="342900" indent="-342900">
              <a:buAutoNum type="arabicPeriod"/>
            </a:pPr>
            <a:endParaRPr lang="en-GB" dirty="0" smtClean="0"/>
          </a:p>
          <a:p>
            <a:pPr marL="342900" indent="-342900">
              <a:buAutoNum type="arabicPeriod"/>
            </a:pPr>
            <a:endParaRPr lang="en-GB" dirty="0"/>
          </a:p>
          <a:p>
            <a:pPr marL="342900" indent="-342900">
              <a:buAutoNum type="arabicPeriod"/>
            </a:pPr>
            <a:endParaRPr lang="en-GB" dirty="0" smtClean="0"/>
          </a:p>
          <a:p>
            <a:pPr marL="342900" indent="-342900">
              <a:buAutoNum type="arabicPeriod"/>
            </a:pPr>
            <a:endParaRPr lang="en-GB" dirty="0"/>
          </a:p>
          <a:p>
            <a:pPr marL="342900" indent="-342900">
              <a:buAutoNum type="arabicPeriod"/>
            </a:pPr>
            <a:endParaRPr lang="en-GB" dirty="0" smtClean="0"/>
          </a:p>
          <a:p>
            <a:pPr marL="342900" indent="-342900">
              <a:buAutoNum type="arabicPeriod"/>
            </a:pPr>
            <a:r>
              <a:rPr lang="en-GB" dirty="0" smtClean="0"/>
              <a:t>DQ rules are isolated from schema for easy maintenance</a:t>
            </a:r>
          </a:p>
          <a:p>
            <a:pPr marL="342900" indent="-342900">
              <a:buAutoNum type="arabicPeriod"/>
            </a:pPr>
            <a:endParaRPr lang="en-GB" dirty="0" smtClean="0"/>
          </a:p>
          <a:p>
            <a:pPr marL="342900" indent="-342900">
              <a:buAutoNum type="arabicPeriod"/>
            </a:pPr>
            <a:r>
              <a:rPr lang="en-GB" dirty="0" smtClean="0"/>
              <a:t>Apply schema and write it to Hive Table</a:t>
            </a:r>
          </a:p>
          <a:p>
            <a:pPr marL="342900" indent="-342900">
              <a:buAutoNum type="arabicPeriod"/>
            </a:pPr>
            <a:endParaRPr lang="en-GB" dirty="0"/>
          </a:p>
          <a:p>
            <a:r>
              <a:rPr lang="en-GB" dirty="0" smtClean="0"/>
              <a:t>	</a:t>
            </a:r>
          </a:p>
          <a:p>
            <a:endParaRPr lang="en-GB" dirty="0" smtClean="0"/>
          </a:p>
          <a:p>
            <a:pPr marL="342900" indent="-342900">
              <a:buAutoNum type="arabicPeriod"/>
            </a:pPr>
            <a:endParaRPr lang="en-GB" dirty="0"/>
          </a:p>
        </p:txBody>
      </p:sp>
      <p:pic>
        <p:nvPicPr>
          <p:cNvPr id="13" name="Picture 2" descr="Image result for vanquis b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6199197"/>
            <a:ext cx="1613744" cy="68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692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404664"/>
            <a:ext cx="6696744" cy="369332"/>
          </a:xfrm>
          <a:prstGeom prst="rect">
            <a:avLst/>
          </a:prstGeom>
          <a:noFill/>
        </p:spPr>
        <p:txBody>
          <a:bodyPr wrap="square" rtlCol="0">
            <a:spAutoFit/>
          </a:bodyPr>
          <a:lstStyle/>
          <a:p>
            <a:r>
              <a:rPr lang="en-GB" dirty="0" smtClean="0"/>
              <a:t>Proposed Design </a:t>
            </a:r>
            <a:endParaRPr lang="en-GB" dirty="0"/>
          </a:p>
        </p:txBody>
      </p:sp>
      <p:sp>
        <p:nvSpPr>
          <p:cNvPr id="5" name="TextBox 4"/>
          <p:cNvSpPr txBox="1"/>
          <p:nvPr/>
        </p:nvSpPr>
        <p:spPr>
          <a:xfrm>
            <a:off x="755576" y="1268760"/>
            <a:ext cx="7776864" cy="923330"/>
          </a:xfrm>
          <a:prstGeom prst="rect">
            <a:avLst/>
          </a:prstGeom>
          <a:noFill/>
        </p:spPr>
        <p:txBody>
          <a:bodyPr wrap="square" rtlCol="0">
            <a:spAutoFit/>
          </a:bodyPr>
          <a:lstStyle/>
          <a:p>
            <a:pPr marL="742950" lvl="1"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smtClean="0"/>
          </a:p>
          <a:p>
            <a:pPr marL="742950" lvl="1" indent="-285750">
              <a:buFont typeface="Arial" panose="020B0604020202020204" pitchFamily="34" charset="0"/>
              <a:buChar char="•"/>
            </a:pPr>
            <a:endParaRPr lang="en-GB" dirty="0"/>
          </a:p>
        </p:txBody>
      </p:sp>
      <p:pic>
        <p:nvPicPr>
          <p:cNvPr id="7" name="Picture 2" descr="Image result for vanquis b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6143444"/>
            <a:ext cx="1613744" cy="68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393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404664"/>
            <a:ext cx="6696744" cy="369332"/>
          </a:xfrm>
          <a:prstGeom prst="rect">
            <a:avLst/>
          </a:prstGeom>
          <a:noFill/>
        </p:spPr>
        <p:txBody>
          <a:bodyPr wrap="square" rtlCol="0">
            <a:spAutoFit/>
          </a:bodyPr>
          <a:lstStyle/>
          <a:p>
            <a:r>
              <a:rPr lang="en-GB" dirty="0"/>
              <a:t>Semantics Handling </a:t>
            </a:r>
            <a:endParaRPr lang="en-GB" dirty="0"/>
          </a:p>
        </p:txBody>
      </p:sp>
      <p:sp>
        <p:nvSpPr>
          <p:cNvPr id="5" name="TextBox 4"/>
          <p:cNvSpPr txBox="1"/>
          <p:nvPr/>
        </p:nvSpPr>
        <p:spPr>
          <a:xfrm>
            <a:off x="755576" y="1268760"/>
            <a:ext cx="7776864" cy="923330"/>
          </a:xfrm>
          <a:prstGeom prst="rect">
            <a:avLst/>
          </a:prstGeom>
          <a:noFill/>
        </p:spPr>
        <p:txBody>
          <a:bodyPr wrap="square" rtlCol="0">
            <a:spAutoFit/>
          </a:bodyPr>
          <a:lstStyle/>
          <a:p>
            <a:pPr marL="742950" lvl="1"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smtClean="0"/>
          </a:p>
          <a:p>
            <a:pPr marL="742950" lvl="1" indent="-285750">
              <a:buFont typeface="Arial" panose="020B0604020202020204" pitchFamily="34" charset="0"/>
              <a:buChar char="•"/>
            </a:pPr>
            <a:endParaRPr lang="en-GB" dirty="0"/>
          </a:p>
        </p:txBody>
      </p:sp>
      <p:pic>
        <p:nvPicPr>
          <p:cNvPr id="7" name="Picture 2" descr="Image result for vanquis b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6143444"/>
            <a:ext cx="1613744" cy="68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5641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7217" y="404664"/>
            <a:ext cx="6696744" cy="369332"/>
          </a:xfrm>
          <a:prstGeom prst="rect">
            <a:avLst/>
          </a:prstGeom>
          <a:noFill/>
        </p:spPr>
        <p:txBody>
          <a:bodyPr wrap="square" rtlCol="0">
            <a:spAutoFit/>
          </a:bodyPr>
          <a:lstStyle/>
          <a:p>
            <a:r>
              <a:rPr lang="en-GB" dirty="0"/>
              <a:t>Dynamic Schema evaluation </a:t>
            </a:r>
          </a:p>
        </p:txBody>
      </p:sp>
      <p:sp>
        <p:nvSpPr>
          <p:cNvPr id="5" name="TextBox 4"/>
          <p:cNvSpPr txBox="1"/>
          <p:nvPr/>
        </p:nvSpPr>
        <p:spPr>
          <a:xfrm>
            <a:off x="755576" y="1268760"/>
            <a:ext cx="7776864" cy="923330"/>
          </a:xfrm>
          <a:prstGeom prst="rect">
            <a:avLst/>
          </a:prstGeom>
          <a:noFill/>
        </p:spPr>
        <p:txBody>
          <a:bodyPr wrap="square" rtlCol="0">
            <a:spAutoFit/>
          </a:bodyPr>
          <a:lstStyle/>
          <a:p>
            <a:pPr marL="742950" lvl="1"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smtClean="0"/>
          </a:p>
          <a:p>
            <a:pPr marL="742950" lvl="1" indent="-285750">
              <a:buFont typeface="Arial" panose="020B0604020202020204" pitchFamily="34" charset="0"/>
              <a:buChar char="•"/>
            </a:pPr>
            <a:endParaRPr lang="en-GB" dirty="0"/>
          </a:p>
        </p:txBody>
      </p:sp>
      <p:pic>
        <p:nvPicPr>
          <p:cNvPr id="7" name="Picture 2" descr="Image result for vanquis b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6143444"/>
            <a:ext cx="1613744" cy="68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56419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4357</TotalTime>
  <Words>237</Words>
  <Application>Microsoft Office PowerPoint</Application>
  <PresentationFormat>On-screen Show (4:3)</PresentationFormat>
  <Paragraphs>76</Paragraphs>
  <Slides>6</Slides>
  <Notes>1</Notes>
  <HiddenSlides>0</HiddenSlides>
  <MMClips>0</MMClips>
  <ScaleCrop>false</ScaleCrop>
  <HeadingPairs>
    <vt:vector size="4" baseType="variant">
      <vt:variant>
        <vt:lpstr>Theme</vt:lpstr>
      </vt:variant>
      <vt:variant>
        <vt:i4>2</vt:i4>
      </vt:variant>
      <vt:variant>
        <vt:lpstr>Slide Titles</vt:lpstr>
      </vt:variant>
      <vt:variant>
        <vt:i4>6</vt:i4>
      </vt:variant>
    </vt:vector>
  </HeadingPairs>
  <TitlesOfParts>
    <vt:vector size="8" baseType="lpstr">
      <vt:lpstr>Perspective</vt:lpstr>
      <vt:lpstr>Office Theme</vt:lpstr>
      <vt:lpstr>Nifi Replacement Solution</vt:lpstr>
      <vt:lpstr>Current Architecture</vt:lpstr>
      <vt:lpstr>PowerPoint Presentation</vt:lpstr>
      <vt:lpstr>PowerPoint Presentation</vt:lpstr>
      <vt:lpstr>PowerPoint Presentation</vt:lpstr>
      <vt:lpstr>PowerPoint Presentation</vt:lpstr>
    </vt:vector>
  </TitlesOfParts>
  <Company>Vanquis Bank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 Yaddanapudi</dc:creator>
  <cp:lastModifiedBy>Jasmine Dutta</cp:lastModifiedBy>
  <cp:revision>32</cp:revision>
  <dcterms:created xsi:type="dcterms:W3CDTF">2019-05-21T11:20:47Z</dcterms:created>
  <dcterms:modified xsi:type="dcterms:W3CDTF">2019-06-15T13:56:58Z</dcterms:modified>
</cp:coreProperties>
</file>