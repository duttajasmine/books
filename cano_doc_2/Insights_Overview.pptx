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Masters/slideMaster8.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theme/theme3.xml" ContentType="application/vnd.openxmlformats-officedocument.theme+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4.xml" ContentType="application/vnd.openxmlformats-officedocument.theme+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5.xml" ContentType="application/vnd.openxmlformats-officedocument.theme+xml"/>
  <Override PartName="/ppt/slideLayouts/slideLayout15.xml" ContentType="application/vnd.openxmlformats-officedocument.presentationml.slideLayout+xml"/>
  <Override PartName="/ppt/theme/theme6.xml" ContentType="application/vnd.openxmlformats-officedocument.theme+xml"/>
  <Override PartName="/ppt/slideLayouts/slideLayout16.xml" ContentType="application/vnd.openxmlformats-officedocument.presentationml.slideLayout+xml"/>
  <Override PartName="/ppt/theme/theme7.xml" ContentType="application/vnd.openxmlformats-officedocument.theme+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theme/theme8.xml" ContentType="application/vnd.openxmlformats-officedocument.theme+xml"/>
  <Override PartName="/ppt/theme/theme9.xml" ContentType="application/vnd.openxmlformats-officedocument.theme+xml"/>
  <Override PartName="/ppt/comments/modernComment_174_CF593832.xml" ContentType="application/vnd.ms-powerpoint.comments+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756" r:id="rId4"/>
    <p:sldMasterId id="2147483687" r:id="rId5"/>
    <p:sldMasterId id="2147483696" r:id="rId6"/>
    <p:sldMasterId id="2147483712" r:id="rId7"/>
    <p:sldMasterId id="2147483719" r:id="rId8"/>
    <p:sldMasterId id="2147483762" r:id="rId9"/>
    <p:sldMasterId id="2147483725" r:id="rId10"/>
    <p:sldMasterId id="2147483770" r:id="rId11"/>
  </p:sldMasterIdLst>
  <p:notesMasterIdLst>
    <p:notesMasterId r:id="rId52"/>
  </p:notesMasterIdLst>
  <p:sldIdLst>
    <p:sldId id="256" r:id="rId12"/>
    <p:sldId id="329" r:id="rId13"/>
    <p:sldId id="330" r:id="rId14"/>
    <p:sldId id="370" r:id="rId15"/>
    <p:sldId id="331" r:id="rId16"/>
    <p:sldId id="335" r:id="rId17"/>
    <p:sldId id="388" r:id="rId18"/>
    <p:sldId id="336" r:id="rId19"/>
    <p:sldId id="390" r:id="rId20"/>
    <p:sldId id="340" r:id="rId21"/>
    <p:sldId id="372" r:id="rId22"/>
    <p:sldId id="344" r:id="rId23"/>
    <p:sldId id="345" r:id="rId24"/>
    <p:sldId id="358" r:id="rId25"/>
    <p:sldId id="359" r:id="rId26"/>
    <p:sldId id="373" r:id="rId27"/>
    <p:sldId id="383" r:id="rId28"/>
    <p:sldId id="332" r:id="rId29"/>
    <p:sldId id="382" r:id="rId30"/>
    <p:sldId id="384" r:id="rId31"/>
    <p:sldId id="367" r:id="rId32"/>
    <p:sldId id="333" r:id="rId33"/>
    <p:sldId id="385" r:id="rId34"/>
    <p:sldId id="386" r:id="rId35"/>
    <p:sldId id="389" r:id="rId36"/>
    <p:sldId id="334" r:id="rId37"/>
    <p:sldId id="387" r:id="rId38"/>
    <p:sldId id="348" r:id="rId39"/>
    <p:sldId id="349" r:id="rId40"/>
    <p:sldId id="350" r:id="rId41"/>
    <p:sldId id="351" r:id="rId42"/>
    <p:sldId id="352" r:id="rId43"/>
    <p:sldId id="353" r:id="rId44"/>
    <p:sldId id="354" r:id="rId45"/>
    <p:sldId id="355" r:id="rId46"/>
    <p:sldId id="369" r:id="rId47"/>
    <p:sldId id="380" r:id="rId48"/>
    <p:sldId id="379" r:id="rId49"/>
    <p:sldId id="371" r:id="rId50"/>
    <p:sldId id="328" r:id="rId51"/>
  </p:sldIdLst>
  <p:sldSz cx="12192000" cy="6858000"/>
  <p:notesSz cx="6858000" cy="9144000"/>
  <p:defaultTextStyle>
    <a:defPPr>
      <a:defRPr lang="en-GB"/>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33FD033B-8EE7-60FF-69C6-056B152FE97F}" name="Srivastava, Chitransh" initials="SC" userId="S::chitransh.s.exl@canopius.com::66bedd18-9272-4eff-b78a-5c8791fbb2b0" providerId="AD"/>
  <p188:author id="{B685DC46-EBB1-F58D-7087-8C3CBAEC32C7}" name="Lo, Yuk Ying Amy" initials="" userId="S::YukYingAmy.Lo@canopius.com::39caf07b-10f3-46d2-9c82-d667913243af" providerId="AD"/>
  <p188:author id="{F447915D-086F-7AE7-8C44-94AD71A93C1A}" name="Sara Bogin" initials="SB" userId="Sara Bogin" providerId="None"/>
  <p188:author id="{EB9CB6EE-5F73-3079-C8D4-E6D4DBB5441B}" name="Retief, Monique" initials="RM" userId="S::Monique.Retief@canopius.com::1ac3837d-1108-4447-a282-009bcce10ce7" providerId="AD"/>
</p188:authorLst>
</file>

<file path=ppt/presProps.xml><?xml version="1.0" encoding="utf-8"?>
<p:presentationPr xmlns:a="http://schemas.openxmlformats.org/drawingml/2006/main" xmlns:r="http://schemas.openxmlformats.org/officeDocument/2006/relationships" xmlns:p="http://schemas.openxmlformats.org/presentationml/2006/main">
  <p:clrMru>
    <a:srgbClr val="CD2883"/>
    <a:srgbClr val="E4017E"/>
    <a:srgbClr val="621B5C"/>
    <a:srgbClr val="921168"/>
    <a:srgbClr val="FFC000"/>
    <a:srgbClr val="7F7F7F"/>
    <a:srgbClr val="2A274D"/>
    <a:srgbClr val="FFFFFF"/>
    <a:srgbClr val="5751A1"/>
    <a:srgbClr val="44546A"/>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E54584AF-08BE-243C-B0EF-D0928ED5F32A}" v="1" dt="2025-09-16T08:50:49.702"/>
    <p1510:client id="{EDCB083B-FAB9-C099-824B-3A152504854C}" v="79" dt="2025-09-15T10:55:21.875"/>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p:scale>
          <a:sx n="1" d="2"/>
          <a:sy n="1" d="2"/>
        </p:scale>
        <p:origin x="0" y="0"/>
      </p:cViewPr>
      <p:guideLst>
        <p:guide orient="horz" pos="2160"/>
        <p:guide pos="3840"/>
      </p:guideLst>
    </p:cSldViewPr>
  </p:slide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2.xml"/><Relationship Id="rId18" Type="http://schemas.openxmlformats.org/officeDocument/2006/relationships/slide" Target="slides/slide7.xml"/><Relationship Id="rId26" Type="http://schemas.openxmlformats.org/officeDocument/2006/relationships/slide" Target="slides/slide15.xml"/><Relationship Id="rId39" Type="http://schemas.openxmlformats.org/officeDocument/2006/relationships/slide" Target="slides/slide28.xml"/><Relationship Id="rId21" Type="http://schemas.openxmlformats.org/officeDocument/2006/relationships/slide" Target="slides/slide10.xml"/><Relationship Id="rId34" Type="http://schemas.openxmlformats.org/officeDocument/2006/relationships/slide" Target="slides/slide23.xml"/><Relationship Id="rId42" Type="http://schemas.openxmlformats.org/officeDocument/2006/relationships/slide" Target="slides/slide31.xml"/><Relationship Id="rId47" Type="http://schemas.openxmlformats.org/officeDocument/2006/relationships/slide" Target="slides/slide36.xml"/><Relationship Id="rId50" Type="http://schemas.openxmlformats.org/officeDocument/2006/relationships/slide" Target="slides/slide39.xml"/><Relationship Id="rId55" Type="http://schemas.openxmlformats.org/officeDocument/2006/relationships/theme" Target="theme/theme1.xml"/><Relationship Id="rId7" Type="http://schemas.openxmlformats.org/officeDocument/2006/relationships/slideMaster" Target="slideMasters/slideMaster4.xml"/><Relationship Id="rId2" Type="http://schemas.openxmlformats.org/officeDocument/2006/relationships/customXml" Target="../customXml/item2.xml"/><Relationship Id="rId16" Type="http://schemas.openxmlformats.org/officeDocument/2006/relationships/slide" Target="slides/slide5.xml"/><Relationship Id="rId29" Type="http://schemas.openxmlformats.org/officeDocument/2006/relationships/slide" Target="slides/slide18.xml"/><Relationship Id="rId11" Type="http://schemas.openxmlformats.org/officeDocument/2006/relationships/slideMaster" Target="slideMasters/slideMaster8.xml"/><Relationship Id="rId24" Type="http://schemas.openxmlformats.org/officeDocument/2006/relationships/slide" Target="slides/slide13.xml"/><Relationship Id="rId32" Type="http://schemas.openxmlformats.org/officeDocument/2006/relationships/slide" Target="slides/slide21.xml"/><Relationship Id="rId37" Type="http://schemas.openxmlformats.org/officeDocument/2006/relationships/slide" Target="slides/slide26.xml"/><Relationship Id="rId40" Type="http://schemas.openxmlformats.org/officeDocument/2006/relationships/slide" Target="slides/slide29.xml"/><Relationship Id="rId45" Type="http://schemas.openxmlformats.org/officeDocument/2006/relationships/slide" Target="slides/slide34.xml"/><Relationship Id="rId53" Type="http://schemas.openxmlformats.org/officeDocument/2006/relationships/presProps" Target="presProps.xml"/><Relationship Id="rId58" Type="http://schemas.microsoft.com/office/2015/10/relationships/revisionInfo" Target="revisionInfo.xml"/><Relationship Id="rId5" Type="http://schemas.openxmlformats.org/officeDocument/2006/relationships/slideMaster" Target="slideMasters/slideMaster2.xml"/><Relationship Id="rId19" Type="http://schemas.openxmlformats.org/officeDocument/2006/relationships/slide" Target="slides/slide8.xml"/><Relationship Id="rId4" Type="http://schemas.openxmlformats.org/officeDocument/2006/relationships/slideMaster" Target="slideMasters/slideMaster1.xml"/><Relationship Id="rId9" Type="http://schemas.openxmlformats.org/officeDocument/2006/relationships/slideMaster" Target="slideMasters/slideMaster6.xml"/><Relationship Id="rId14" Type="http://schemas.openxmlformats.org/officeDocument/2006/relationships/slide" Target="slides/slide3.xml"/><Relationship Id="rId22" Type="http://schemas.openxmlformats.org/officeDocument/2006/relationships/slide" Target="slides/slide11.xml"/><Relationship Id="rId27" Type="http://schemas.openxmlformats.org/officeDocument/2006/relationships/slide" Target="slides/slide16.xml"/><Relationship Id="rId30" Type="http://schemas.openxmlformats.org/officeDocument/2006/relationships/slide" Target="slides/slide19.xml"/><Relationship Id="rId35" Type="http://schemas.openxmlformats.org/officeDocument/2006/relationships/slide" Target="slides/slide24.xml"/><Relationship Id="rId43" Type="http://schemas.openxmlformats.org/officeDocument/2006/relationships/slide" Target="slides/slide32.xml"/><Relationship Id="rId48" Type="http://schemas.openxmlformats.org/officeDocument/2006/relationships/slide" Target="slides/slide37.xml"/><Relationship Id="rId56" Type="http://schemas.openxmlformats.org/officeDocument/2006/relationships/tableStyles" Target="tableStyles.xml"/><Relationship Id="rId8" Type="http://schemas.openxmlformats.org/officeDocument/2006/relationships/slideMaster" Target="slideMasters/slideMaster5.xml"/><Relationship Id="rId51" Type="http://schemas.openxmlformats.org/officeDocument/2006/relationships/slide" Target="slides/slide40.xml"/><Relationship Id="rId3" Type="http://schemas.openxmlformats.org/officeDocument/2006/relationships/customXml" Target="../customXml/item3.xml"/><Relationship Id="rId12" Type="http://schemas.openxmlformats.org/officeDocument/2006/relationships/slide" Target="slides/slide1.xml"/><Relationship Id="rId17" Type="http://schemas.openxmlformats.org/officeDocument/2006/relationships/slide" Target="slides/slide6.xml"/><Relationship Id="rId25" Type="http://schemas.openxmlformats.org/officeDocument/2006/relationships/slide" Target="slides/slide14.xml"/><Relationship Id="rId33" Type="http://schemas.openxmlformats.org/officeDocument/2006/relationships/slide" Target="slides/slide22.xml"/><Relationship Id="rId38" Type="http://schemas.openxmlformats.org/officeDocument/2006/relationships/slide" Target="slides/slide27.xml"/><Relationship Id="rId46" Type="http://schemas.openxmlformats.org/officeDocument/2006/relationships/slide" Target="slides/slide35.xml"/><Relationship Id="rId59" Type="http://schemas.microsoft.com/office/2018/10/relationships/authors" Target="authors.xml"/><Relationship Id="rId20" Type="http://schemas.openxmlformats.org/officeDocument/2006/relationships/slide" Target="slides/slide9.xml"/><Relationship Id="rId41" Type="http://schemas.openxmlformats.org/officeDocument/2006/relationships/slide" Target="slides/slide30.xml"/><Relationship Id="rId54"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Master" Target="slideMasters/slideMaster3.xml"/><Relationship Id="rId15" Type="http://schemas.openxmlformats.org/officeDocument/2006/relationships/slide" Target="slides/slide4.xml"/><Relationship Id="rId23" Type="http://schemas.openxmlformats.org/officeDocument/2006/relationships/slide" Target="slides/slide12.xml"/><Relationship Id="rId28" Type="http://schemas.openxmlformats.org/officeDocument/2006/relationships/slide" Target="slides/slide17.xml"/><Relationship Id="rId36" Type="http://schemas.openxmlformats.org/officeDocument/2006/relationships/slide" Target="slides/slide25.xml"/><Relationship Id="rId49" Type="http://schemas.openxmlformats.org/officeDocument/2006/relationships/slide" Target="slides/slide38.xml"/><Relationship Id="rId57" Type="http://schemas.microsoft.com/office/2016/11/relationships/changesInfo" Target="changesInfos/changesInfo1.xml"/><Relationship Id="rId10" Type="http://schemas.openxmlformats.org/officeDocument/2006/relationships/slideMaster" Target="slideMasters/slideMaster7.xml"/><Relationship Id="rId31" Type="http://schemas.openxmlformats.org/officeDocument/2006/relationships/slide" Target="slides/slide20.xml"/><Relationship Id="rId44" Type="http://schemas.openxmlformats.org/officeDocument/2006/relationships/slide" Target="slides/slide33.xml"/><Relationship Id="rId52" Type="http://schemas.openxmlformats.org/officeDocument/2006/relationships/notesMaster" Target="notesMasters/notesMaster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Gupta, Harsh" userId="S::harsh.gupta.exl@canopius.com::1e966efb-0888-4536-9112-53f2e5679c3b" providerId="AD" clId="Web-{1145F9B2-18BA-83F6-2115-D94EC2CEBA48}"/>
    <pc:docChg chg="modSld">
      <pc:chgData name="Gupta, Harsh" userId="S::harsh.gupta.exl@canopius.com::1e966efb-0888-4536-9112-53f2e5679c3b" providerId="AD" clId="Web-{1145F9B2-18BA-83F6-2115-D94EC2CEBA48}" dt="2025-04-25T11:21:14.319" v="34"/>
      <pc:docMkLst>
        <pc:docMk/>
      </pc:docMkLst>
      <pc:sldChg chg="addSp delSp modSp">
        <pc:chgData name="Gupta, Harsh" userId="S::harsh.gupta.exl@canopius.com::1e966efb-0888-4536-9112-53f2e5679c3b" providerId="AD" clId="Web-{1145F9B2-18BA-83F6-2115-D94EC2CEBA48}" dt="2025-04-23T12:05:13.591" v="7"/>
        <pc:sldMkLst>
          <pc:docMk/>
          <pc:sldMk cId="2766372172" sldId="331"/>
        </pc:sldMkLst>
      </pc:sldChg>
      <pc:sldChg chg="modSp">
        <pc:chgData name="Gupta, Harsh" userId="S::harsh.gupta.exl@canopius.com::1e966efb-0888-4536-9112-53f2e5679c3b" providerId="AD" clId="Web-{1145F9B2-18BA-83F6-2115-D94EC2CEBA48}" dt="2025-04-24T10:35:42.881" v="32" actId="1076"/>
        <pc:sldMkLst>
          <pc:docMk/>
          <pc:sldMk cId="48936937" sldId="340"/>
        </pc:sldMkLst>
      </pc:sldChg>
      <pc:sldChg chg="modSp">
        <pc:chgData name="Gupta, Harsh" userId="S::harsh.gupta.exl@canopius.com::1e966efb-0888-4536-9112-53f2e5679c3b" providerId="AD" clId="Web-{1145F9B2-18BA-83F6-2115-D94EC2CEBA48}" dt="2025-04-25T11:21:14.319" v="34"/>
        <pc:sldMkLst>
          <pc:docMk/>
          <pc:sldMk cId="1287970568" sldId="344"/>
        </pc:sldMkLst>
      </pc:sldChg>
      <pc:sldChg chg="modSp">
        <pc:chgData name="Gupta, Harsh" userId="S::harsh.gupta.exl@canopius.com::1e966efb-0888-4536-9112-53f2e5679c3b" providerId="AD" clId="Web-{1145F9B2-18BA-83F6-2115-D94EC2CEBA48}" dt="2025-04-23T12:09:00.519" v="29"/>
        <pc:sldMkLst>
          <pc:docMk/>
          <pc:sldMk cId="2457270860" sldId="370"/>
        </pc:sldMkLst>
      </pc:sldChg>
    </pc:docChg>
  </pc:docChgLst>
  <pc:docChgLst>
    <pc:chgData name="Srivastava, Chitransh" userId="S::chitransh.s.exl@canopius.com::66bedd18-9272-4eff-b78a-5c8791fbb2b0" providerId="AD" clId="Web-{1BD0BD6D-945B-1727-E5A5-BD6645214101}"/>
    <pc:docChg chg="modSld sldOrd">
      <pc:chgData name="Srivastava, Chitransh" userId="S::chitransh.s.exl@canopius.com::66bedd18-9272-4eff-b78a-5c8791fbb2b0" providerId="AD" clId="Web-{1BD0BD6D-945B-1727-E5A5-BD6645214101}" dt="2025-09-10T16:47:00.400" v="485" actId="20577"/>
      <pc:docMkLst>
        <pc:docMk/>
      </pc:docMkLst>
      <pc:sldChg chg="modSp">
        <pc:chgData name="Srivastava, Chitransh" userId="S::chitransh.s.exl@canopius.com::66bedd18-9272-4eff-b78a-5c8791fbb2b0" providerId="AD" clId="Web-{1BD0BD6D-945B-1727-E5A5-BD6645214101}" dt="2025-09-10T15:10:35.791" v="420" actId="20577"/>
        <pc:sldMkLst>
          <pc:docMk/>
          <pc:sldMk cId="1730797858" sldId="329"/>
        </pc:sldMkLst>
        <pc:spChg chg="mod">
          <ac:chgData name="Srivastava, Chitransh" userId="S::chitransh.s.exl@canopius.com::66bedd18-9272-4eff-b78a-5c8791fbb2b0" providerId="AD" clId="Web-{1BD0BD6D-945B-1727-E5A5-BD6645214101}" dt="2025-09-10T15:10:35.791" v="420" actId="20577"/>
          <ac:spMkLst>
            <pc:docMk/>
            <pc:sldMk cId="1730797858" sldId="329"/>
            <ac:spMk id="3" creationId="{7A442DD2-3BFE-5E40-BB93-999D3BC3B3D8}"/>
          </ac:spMkLst>
        </pc:spChg>
      </pc:sldChg>
      <pc:sldChg chg="addSp delSp modSp">
        <pc:chgData name="Srivastava, Chitransh" userId="S::chitransh.s.exl@canopius.com::66bedd18-9272-4eff-b78a-5c8791fbb2b0" providerId="AD" clId="Web-{1BD0BD6D-945B-1727-E5A5-BD6645214101}" dt="2025-09-10T14:43:02.222" v="163" actId="1076"/>
        <pc:sldMkLst>
          <pc:docMk/>
          <pc:sldMk cId="1758708118" sldId="333"/>
        </pc:sldMkLst>
        <pc:spChg chg="add mod">
          <ac:chgData name="Srivastava, Chitransh" userId="S::chitransh.s.exl@canopius.com::66bedd18-9272-4eff-b78a-5c8791fbb2b0" providerId="AD" clId="Web-{1BD0BD6D-945B-1727-E5A5-BD6645214101}" dt="2025-09-10T14:42:13.483" v="154" actId="1076"/>
          <ac:spMkLst>
            <pc:docMk/>
            <pc:sldMk cId="1758708118" sldId="333"/>
            <ac:spMk id="4" creationId="{7B9A7477-7F28-1070-821A-42D01C597E1D}"/>
          </ac:spMkLst>
        </pc:spChg>
        <pc:spChg chg="mod">
          <ac:chgData name="Srivastava, Chitransh" userId="S::chitransh.s.exl@canopius.com::66bedd18-9272-4eff-b78a-5c8791fbb2b0" providerId="AD" clId="Web-{1BD0BD6D-945B-1727-E5A5-BD6645214101}" dt="2025-09-10T14:35:10.173" v="139" actId="20577"/>
          <ac:spMkLst>
            <pc:docMk/>
            <pc:sldMk cId="1758708118" sldId="333"/>
            <ac:spMk id="6" creationId="{8FD65C33-8443-D685-548E-69B0988701E8}"/>
          </ac:spMkLst>
        </pc:spChg>
        <pc:spChg chg="add mod">
          <ac:chgData name="Srivastava, Chitransh" userId="S::chitransh.s.exl@canopius.com::66bedd18-9272-4eff-b78a-5c8791fbb2b0" providerId="AD" clId="Web-{1BD0BD6D-945B-1727-E5A5-BD6645214101}" dt="2025-09-10T14:42:13.686" v="156" actId="1076"/>
          <ac:spMkLst>
            <pc:docMk/>
            <pc:sldMk cId="1758708118" sldId="333"/>
            <ac:spMk id="8" creationId="{28A9FC70-2E39-23FA-AB4C-0B43BC6E9CE5}"/>
          </ac:spMkLst>
        </pc:spChg>
        <pc:spChg chg="mod topLvl">
          <ac:chgData name="Srivastava, Chitransh" userId="S::chitransh.s.exl@canopius.com::66bedd18-9272-4eff-b78a-5c8791fbb2b0" providerId="AD" clId="Web-{1BD0BD6D-945B-1727-E5A5-BD6645214101}" dt="2025-09-10T14:42:44.455" v="161" actId="1076"/>
          <ac:spMkLst>
            <pc:docMk/>
            <pc:sldMk cId="1758708118" sldId="333"/>
            <ac:spMk id="16" creationId="{A3BE41FC-C5CD-3DE8-F029-D425A5007C57}"/>
          </ac:spMkLst>
        </pc:spChg>
        <pc:spChg chg="mod">
          <ac:chgData name="Srivastava, Chitransh" userId="S::chitransh.s.exl@canopius.com::66bedd18-9272-4eff-b78a-5c8791fbb2b0" providerId="AD" clId="Web-{1BD0BD6D-945B-1727-E5A5-BD6645214101}" dt="2025-09-10T14:30:49.523" v="106" actId="14100"/>
          <ac:spMkLst>
            <pc:docMk/>
            <pc:sldMk cId="1758708118" sldId="333"/>
            <ac:spMk id="20" creationId="{00000000-0000-0000-0000-000000000000}"/>
          </ac:spMkLst>
        </pc:spChg>
        <pc:spChg chg="mod">
          <ac:chgData name="Srivastava, Chitransh" userId="S::chitransh.s.exl@canopius.com::66bedd18-9272-4eff-b78a-5c8791fbb2b0" providerId="AD" clId="Web-{1BD0BD6D-945B-1727-E5A5-BD6645214101}" dt="2025-09-10T14:30:49.523" v="105" actId="14100"/>
          <ac:spMkLst>
            <pc:docMk/>
            <pc:sldMk cId="1758708118" sldId="333"/>
            <ac:spMk id="21" creationId="{00000000-0000-0000-0000-000000000000}"/>
          </ac:spMkLst>
        </pc:spChg>
        <pc:spChg chg="mod topLvl">
          <ac:chgData name="Srivastava, Chitransh" userId="S::chitransh.s.exl@canopius.com::66bedd18-9272-4eff-b78a-5c8791fbb2b0" providerId="AD" clId="Web-{1BD0BD6D-945B-1727-E5A5-BD6645214101}" dt="2025-09-10T14:42:38.142" v="160" actId="14100"/>
          <ac:spMkLst>
            <pc:docMk/>
            <pc:sldMk cId="1758708118" sldId="333"/>
            <ac:spMk id="35" creationId="{154E8465-2496-0EBE-8DF2-85BDDA163DD4}"/>
          </ac:spMkLst>
        </pc:spChg>
        <pc:spChg chg="add del mod topLvl">
          <ac:chgData name="Srivastava, Chitransh" userId="S::chitransh.s.exl@canopius.com::66bedd18-9272-4eff-b78a-5c8791fbb2b0" providerId="AD" clId="Web-{1BD0BD6D-945B-1727-E5A5-BD6645214101}" dt="2025-09-10T14:33:10.104" v="135" actId="1076"/>
          <ac:spMkLst>
            <pc:docMk/>
            <pc:sldMk cId="1758708118" sldId="333"/>
            <ac:spMk id="38" creationId="{FD4EB918-D64B-C868-7BCC-FFAAAA4A473C}"/>
          </ac:spMkLst>
        </pc:spChg>
        <pc:spChg chg="mod topLvl">
          <ac:chgData name="Srivastava, Chitransh" userId="S::chitransh.s.exl@canopius.com::66bedd18-9272-4eff-b78a-5c8791fbb2b0" providerId="AD" clId="Web-{1BD0BD6D-945B-1727-E5A5-BD6645214101}" dt="2025-09-10T14:42:53.408" v="162" actId="14100"/>
          <ac:spMkLst>
            <pc:docMk/>
            <pc:sldMk cId="1758708118" sldId="333"/>
            <ac:spMk id="40" creationId="{6361E2CE-630B-D42B-369C-8B9F6133E2F7}"/>
          </ac:spMkLst>
        </pc:spChg>
        <pc:spChg chg="mod topLvl">
          <ac:chgData name="Srivastava, Chitransh" userId="S::chitransh.s.exl@canopius.com::66bedd18-9272-4eff-b78a-5c8791fbb2b0" providerId="AD" clId="Web-{1BD0BD6D-945B-1727-E5A5-BD6645214101}" dt="2025-09-10T14:42:20.265" v="158" actId="14100"/>
          <ac:spMkLst>
            <pc:docMk/>
            <pc:sldMk cId="1758708118" sldId="333"/>
            <ac:spMk id="45" creationId="{637C0D8E-37D6-EF14-28E1-1AC606BD696F}"/>
          </ac:spMkLst>
        </pc:spChg>
        <pc:spChg chg="mod topLvl">
          <ac:chgData name="Srivastava, Chitransh" userId="S::chitransh.s.exl@canopius.com::66bedd18-9272-4eff-b78a-5c8791fbb2b0" providerId="AD" clId="Web-{1BD0BD6D-945B-1727-E5A5-BD6645214101}" dt="2025-09-10T14:42:27.594" v="159" actId="1076"/>
          <ac:spMkLst>
            <pc:docMk/>
            <pc:sldMk cId="1758708118" sldId="333"/>
            <ac:spMk id="46" creationId="{318DA38D-E6E7-DB5F-EDC1-5856F6D95308}"/>
          </ac:spMkLst>
        </pc:spChg>
        <pc:spChg chg="mod topLvl">
          <ac:chgData name="Srivastava, Chitransh" userId="S::chitransh.s.exl@canopius.com::66bedd18-9272-4eff-b78a-5c8791fbb2b0" providerId="AD" clId="Web-{1BD0BD6D-945B-1727-E5A5-BD6645214101}" dt="2025-09-10T14:42:13.124" v="151" actId="1076"/>
          <ac:spMkLst>
            <pc:docMk/>
            <pc:sldMk cId="1758708118" sldId="333"/>
            <ac:spMk id="47" creationId="{31E5CD63-1DFB-B2EA-4DCB-1BE23E2FB3C5}"/>
          </ac:spMkLst>
        </pc:spChg>
        <pc:spChg chg="mod topLvl">
          <ac:chgData name="Srivastava, Chitransh" userId="S::chitransh.s.exl@canopius.com::66bedd18-9272-4eff-b78a-5c8791fbb2b0" providerId="AD" clId="Web-{1BD0BD6D-945B-1727-E5A5-BD6645214101}" dt="2025-09-10T14:42:13.249" v="152" actId="1076"/>
          <ac:spMkLst>
            <pc:docMk/>
            <pc:sldMk cId="1758708118" sldId="333"/>
            <ac:spMk id="52" creationId="{692AED3E-6DA4-10D1-9276-6AE6ECD4192F}"/>
          </ac:spMkLst>
        </pc:spChg>
        <pc:grpChg chg="add mod">
          <ac:chgData name="Srivastava, Chitransh" userId="S::chitransh.s.exl@canopius.com::66bedd18-9272-4eff-b78a-5c8791fbb2b0" providerId="AD" clId="Web-{1BD0BD6D-945B-1727-E5A5-BD6645214101}" dt="2025-09-10T14:43:02.222" v="163" actId="1076"/>
          <ac:grpSpMkLst>
            <pc:docMk/>
            <pc:sldMk cId="1758708118" sldId="333"/>
            <ac:grpSpMk id="10" creationId="{6D8BEB51-7817-CB85-F0E2-FCC84C745494}"/>
          </ac:grpSpMkLst>
        </pc:grpChg>
        <pc:cxnChg chg="add mod">
          <ac:chgData name="Srivastava, Chitransh" userId="S::chitransh.s.exl@canopius.com::66bedd18-9272-4eff-b78a-5c8791fbb2b0" providerId="AD" clId="Web-{1BD0BD6D-945B-1727-E5A5-BD6645214101}" dt="2025-09-10T14:42:13.577" v="155" actId="1076"/>
          <ac:cxnSpMkLst>
            <pc:docMk/>
            <pc:sldMk cId="1758708118" sldId="333"/>
            <ac:cxnSpMk id="7" creationId="{E42C3710-DA54-C569-47CF-5EF7EDCA22EE}"/>
          </ac:cxnSpMkLst>
        </pc:cxnChg>
        <pc:cxnChg chg="add mod">
          <ac:chgData name="Srivastava, Chitransh" userId="S::chitransh.s.exl@canopius.com::66bedd18-9272-4eff-b78a-5c8791fbb2b0" providerId="AD" clId="Web-{1BD0BD6D-945B-1727-E5A5-BD6645214101}" dt="2025-09-10T14:42:13.796" v="157" actId="1076"/>
          <ac:cxnSpMkLst>
            <pc:docMk/>
            <pc:sldMk cId="1758708118" sldId="333"/>
            <ac:cxnSpMk id="9" creationId="{9330F002-E23E-E467-CB23-C7D42D9F5D7A}"/>
          </ac:cxnSpMkLst>
        </pc:cxnChg>
        <pc:cxnChg chg="mod">
          <ac:chgData name="Srivastava, Chitransh" userId="S::chitransh.s.exl@canopius.com::66bedd18-9272-4eff-b78a-5c8791fbb2b0" providerId="AD" clId="Web-{1BD0BD6D-945B-1727-E5A5-BD6645214101}" dt="2025-09-10T14:42:13.374" v="153" actId="1076"/>
          <ac:cxnSpMkLst>
            <pc:docMk/>
            <pc:sldMk cId="1758708118" sldId="333"/>
            <ac:cxnSpMk id="65" creationId="{6D697F89-EC25-6E20-4DDC-9FAF3A57EBD6}"/>
          </ac:cxnSpMkLst>
        </pc:cxnChg>
      </pc:sldChg>
      <pc:sldChg chg="modSp">
        <pc:chgData name="Srivastava, Chitransh" userId="S::chitransh.s.exl@canopius.com::66bedd18-9272-4eff-b78a-5c8791fbb2b0" providerId="AD" clId="Web-{1BD0BD6D-945B-1727-E5A5-BD6645214101}" dt="2025-09-10T14:49:59.107" v="180" actId="20577"/>
        <pc:sldMkLst>
          <pc:docMk/>
          <pc:sldMk cId="856853399" sldId="334"/>
        </pc:sldMkLst>
        <pc:spChg chg="mod">
          <ac:chgData name="Srivastava, Chitransh" userId="S::chitransh.s.exl@canopius.com::66bedd18-9272-4eff-b78a-5c8791fbb2b0" providerId="AD" clId="Web-{1BD0BD6D-945B-1727-E5A5-BD6645214101}" dt="2025-09-10T14:49:59.107" v="180" actId="20577"/>
          <ac:spMkLst>
            <pc:docMk/>
            <pc:sldMk cId="856853399" sldId="334"/>
            <ac:spMk id="2" creationId="{00000000-0000-0000-0000-000000000000}"/>
          </ac:spMkLst>
        </pc:spChg>
      </pc:sldChg>
      <pc:sldChg chg="modSp">
        <pc:chgData name="Srivastava, Chitransh" userId="S::chitransh.s.exl@canopius.com::66bedd18-9272-4eff-b78a-5c8791fbb2b0" providerId="AD" clId="Web-{1BD0BD6D-945B-1727-E5A5-BD6645214101}" dt="2025-09-10T14:36:25.785" v="145" actId="1076"/>
        <pc:sldMkLst>
          <pc:docMk/>
          <pc:sldMk cId="48936937" sldId="340"/>
        </pc:sldMkLst>
        <pc:spChg chg="mod">
          <ac:chgData name="Srivastava, Chitransh" userId="S::chitransh.s.exl@canopius.com::66bedd18-9272-4eff-b78a-5c8791fbb2b0" providerId="AD" clId="Web-{1BD0BD6D-945B-1727-E5A5-BD6645214101}" dt="2025-09-10T14:36:25.785" v="145" actId="1076"/>
          <ac:spMkLst>
            <pc:docMk/>
            <pc:sldMk cId="48936937" sldId="340"/>
            <ac:spMk id="41" creationId="{00000000-0000-0000-0000-000000000000}"/>
          </ac:spMkLst>
        </pc:spChg>
      </pc:sldChg>
      <pc:sldChg chg="modSp">
        <pc:chgData name="Srivastava, Chitransh" userId="S::chitransh.s.exl@canopius.com::66bedd18-9272-4eff-b78a-5c8791fbb2b0" providerId="AD" clId="Web-{1BD0BD6D-945B-1727-E5A5-BD6645214101}" dt="2025-09-10T14:48:21.809" v="173"/>
        <pc:sldMkLst>
          <pc:docMk/>
          <pc:sldMk cId="2631388239" sldId="358"/>
        </pc:sldMkLst>
        <pc:graphicFrameChg chg="mod modGraphic">
          <ac:chgData name="Srivastava, Chitransh" userId="S::chitransh.s.exl@canopius.com::66bedd18-9272-4eff-b78a-5c8791fbb2b0" providerId="AD" clId="Web-{1BD0BD6D-945B-1727-E5A5-BD6645214101}" dt="2025-09-10T14:48:21.809" v="173"/>
          <ac:graphicFrameMkLst>
            <pc:docMk/>
            <pc:sldMk cId="2631388239" sldId="358"/>
            <ac:graphicFrameMk id="6" creationId="{00000000-0000-0000-0000-000000000000}"/>
          </ac:graphicFrameMkLst>
        </pc:graphicFrameChg>
      </pc:sldChg>
      <pc:sldChg chg="modSp">
        <pc:chgData name="Srivastava, Chitransh" userId="S::chitransh.s.exl@canopius.com::66bedd18-9272-4eff-b78a-5c8791fbb2b0" providerId="AD" clId="Web-{1BD0BD6D-945B-1727-E5A5-BD6645214101}" dt="2025-09-10T14:48:57.996" v="177" actId="1076"/>
        <pc:sldMkLst>
          <pc:docMk/>
          <pc:sldMk cId="3173496477" sldId="359"/>
        </pc:sldMkLst>
        <pc:spChg chg="mod">
          <ac:chgData name="Srivastava, Chitransh" userId="S::chitransh.s.exl@canopius.com::66bedd18-9272-4eff-b78a-5c8791fbb2b0" providerId="AD" clId="Web-{1BD0BD6D-945B-1727-E5A5-BD6645214101}" dt="2025-09-10T14:48:47.809" v="176" actId="1076"/>
          <ac:spMkLst>
            <pc:docMk/>
            <pc:sldMk cId="3173496477" sldId="359"/>
            <ac:spMk id="2" creationId="{00000000-0000-0000-0000-000000000000}"/>
          </ac:spMkLst>
        </pc:spChg>
        <pc:graphicFrameChg chg="mod modGraphic">
          <ac:chgData name="Srivastava, Chitransh" userId="S::chitransh.s.exl@canopius.com::66bedd18-9272-4eff-b78a-5c8791fbb2b0" providerId="AD" clId="Web-{1BD0BD6D-945B-1727-E5A5-BD6645214101}" dt="2025-09-10T14:48:57.996" v="177" actId="1076"/>
          <ac:graphicFrameMkLst>
            <pc:docMk/>
            <pc:sldMk cId="3173496477" sldId="359"/>
            <ac:graphicFrameMk id="6" creationId="{00000000-0000-0000-0000-000000000000}"/>
          </ac:graphicFrameMkLst>
        </pc:graphicFrameChg>
      </pc:sldChg>
      <pc:sldChg chg="modSp">
        <pc:chgData name="Srivastava, Chitransh" userId="S::chitransh.s.exl@canopius.com::66bedd18-9272-4eff-b78a-5c8791fbb2b0" providerId="AD" clId="Web-{1BD0BD6D-945B-1727-E5A5-BD6645214101}" dt="2025-09-10T14:39:09.052" v="146" actId="20577"/>
        <pc:sldMkLst>
          <pc:docMk/>
          <pc:sldMk cId="2281123921" sldId="367"/>
        </pc:sldMkLst>
        <pc:spChg chg="mod">
          <ac:chgData name="Srivastava, Chitransh" userId="S::chitransh.s.exl@canopius.com::66bedd18-9272-4eff-b78a-5c8791fbb2b0" providerId="AD" clId="Web-{1BD0BD6D-945B-1727-E5A5-BD6645214101}" dt="2025-09-10T14:39:09.052" v="146" actId="20577"/>
          <ac:spMkLst>
            <pc:docMk/>
            <pc:sldMk cId="2281123921" sldId="367"/>
            <ac:spMk id="6" creationId="{00000000-0000-0000-0000-000000000000}"/>
          </ac:spMkLst>
        </pc:spChg>
      </pc:sldChg>
      <pc:sldChg chg="modSp">
        <pc:chgData name="Srivastava, Chitransh" userId="S::chitransh.s.exl@canopius.com::66bedd18-9272-4eff-b78a-5c8791fbb2b0" providerId="AD" clId="Web-{1BD0BD6D-945B-1727-E5A5-BD6645214101}" dt="2025-09-10T16:47:00.400" v="485" actId="20577"/>
        <pc:sldMkLst>
          <pc:docMk/>
          <pc:sldMk cId="490675680" sldId="369"/>
        </pc:sldMkLst>
        <pc:spChg chg="mod">
          <ac:chgData name="Srivastava, Chitransh" userId="S::chitransh.s.exl@canopius.com::66bedd18-9272-4eff-b78a-5c8791fbb2b0" providerId="AD" clId="Web-{1BD0BD6D-945B-1727-E5A5-BD6645214101}" dt="2025-09-10T16:47:00.400" v="485" actId="20577"/>
          <ac:spMkLst>
            <pc:docMk/>
            <pc:sldMk cId="490675680" sldId="369"/>
            <ac:spMk id="12" creationId="{00000000-0000-0000-0000-000000000000}"/>
          </ac:spMkLst>
        </pc:spChg>
      </pc:sldChg>
      <pc:sldChg chg="delSp modSp ord">
        <pc:chgData name="Srivastava, Chitransh" userId="S::chitransh.s.exl@canopius.com::66bedd18-9272-4eff-b78a-5c8791fbb2b0" providerId="AD" clId="Web-{1BD0BD6D-945B-1727-E5A5-BD6645214101}" dt="2025-09-10T16:46:37.446" v="480" actId="20577"/>
        <pc:sldMkLst>
          <pc:docMk/>
          <pc:sldMk cId="876775574" sldId="371"/>
        </pc:sldMkLst>
        <pc:spChg chg="mod">
          <ac:chgData name="Srivastava, Chitransh" userId="S::chitransh.s.exl@canopius.com::66bedd18-9272-4eff-b78a-5c8791fbb2b0" providerId="AD" clId="Web-{1BD0BD6D-945B-1727-E5A5-BD6645214101}" dt="2025-09-10T14:52:56.440" v="204" actId="20577"/>
          <ac:spMkLst>
            <pc:docMk/>
            <pc:sldMk cId="876775574" sldId="371"/>
            <ac:spMk id="9" creationId="{58617031-1C91-D482-801E-8FDBF857568A}"/>
          </ac:spMkLst>
        </pc:spChg>
        <pc:spChg chg="mod">
          <ac:chgData name="Srivastava, Chitransh" userId="S::chitransh.s.exl@canopius.com::66bedd18-9272-4eff-b78a-5c8791fbb2b0" providerId="AD" clId="Web-{1BD0BD6D-945B-1727-E5A5-BD6645214101}" dt="2025-09-10T16:46:37.446" v="480" actId="20577"/>
          <ac:spMkLst>
            <pc:docMk/>
            <pc:sldMk cId="876775574" sldId="371"/>
            <ac:spMk id="11" creationId="{21C8801B-4675-B33E-E993-E670004E00EE}"/>
          </ac:spMkLst>
        </pc:spChg>
      </pc:sldChg>
      <pc:sldChg chg="addSp delSp modSp">
        <pc:chgData name="Srivastava, Chitransh" userId="S::chitransh.s.exl@canopius.com::66bedd18-9272-4eff-b78a-5c8791fbb2b0" providerId="AD" clId="Web-{1BD0BD6D-945B-1727-E5A5-BD6645214101}" dt="2025-09-10T15:03:04.357" v="310" actId="1076"/>
        <pc:sldMkLst>
          <pc:docMk/>
          <pc:sldMk cId="2798408368" sldId="380"/>
        </pc:sldMkLst>
        <pc:spChg chg="add del mod">
          <ac:chgData name="Srivastava, Chitransh" userId="S::chitransh.s.exl@canopius.com::66bedd18-9272-4eff-b78a-5c8791fbb2b0" providerId="AD" clId="Web-{1BD0BD6D-945B-1727-E5A5-BD6645214101}" dt="2025-09-10T15:03:04.357" v="310" actId="1076"/>
          <ac:spMkLst>
            <pc:docMk/>
            <pc:sldMk cId="2798408368" sldId="380"/>
            <ac:spMk id="10" creationId="{BA8F8FF2-C95B-9D4B-28D4-77D8D55AF6B6}"/>
          </ac:spMkLst>
        </pc:spChg>
        <pc:picChg chg="mod">
          <ac:chgData name="Srivastava, Chitransh" userId="S::chitransh.s.exl@canopius.com::66bedd18-9272-4eff-b78a-5c8791fbb2b0" providerId="AD" clId="Web-{1BD0BD6D-945B-1727-E5A5-BD6645214101}" dt="2025-09-10T15:02:53.779" v="309" actId="1076"/>
          <ac:picMkLst>
            <pc:docMk/>
            <pc:sldMk cId="2798408368" sldId="380"/>
            <ac:picMk id="8" creationId="{C8441EB9-49B6-EE10-58EE-A2472036A80B}"/>
          </ac:picMkLst>
        </pc:picChg>
      </pc:sldChg>
      <pc:sldChg chg="modSp">
        <pc:chgData name="Srivastava, Chitransh" userId="S::chitransh.s.exl@canopius.com::66bedd18-9272-4eff-b78a-5c8791fbb2b0" providerId="AD" clId="Web-{1BD0BD6D-945B-1727-E5A5-BD6645214101}" dt="2025-09-10T14:39:49.365" v="149" actId="1076"/>
        <pc:sldMkLst>
          <pc:docMk/>
          <pc:sldMk cId="119942576" sldId="386"/>
        </pc:sldMkLst>
        <pc:spChg chg="mod">
          <ac:chgData name="Srivastava, Chitransh" userId="S::chitransh.s.exl@canopius.com::66bedd18-9272-4eff-b78a-5c8791fbb2b0" providerId="AD" clId="Web-{1BD0BD6D-945B-1727-E5A5-BD6645214101}" dt="2025-09-10T14:39:45.912" v="148" actId="20577"/>
          <ac:spMkLst>
            <pc:docMk/>
            <pc:sldMk cId="119942576" sldId="386"/>
            <ac:spMk id="2" creationId="{F38E4699-4861-B284-8919-D32FE9693B1A}"/>
          </ac:spMkLst>
        </pc:spChg>
        <pc:graphicFrameChg chg="mod">
          <ac:chgData name="Srivastava, Chitransh" userId="S::chitransh.s.exl@canopius.com::66bedd18-9272-4eff-b78a-5c8791fbb2b0" providerId="AD" clId="Web-{1BD0BD6D-945B-1727-E5A5-BD6645214101}" dt="2025-09-10T14:39:49.365" v="149" actId="1076"/>
          <ac:graphicFrameMkLst>
            <pc:docMk/>
            <pc:sldMk cId="119942576" sldId="386"/>
            <ac:graphicFrameMk id="19" creationId="{1731B7FC-C562-D0CC-5D0D-2A6E7247BA65}"/>
          </ac:graphicFrameMkLst>
        </pc:graphicFrameChg>
      </pc:sldChg>
      <pc:sldChg chg="modSp">
        <pc:chgData name="Srivastava, Chitransh" userId="S::chitransh.s.exl@canopius.com::66bedd18-9272-4eff-b78a-5c8791fbb2b0" providerId="AD" clId="Web-{1BD0BD6D-945B-1727-E5A5-BD6645214101}" dt="2025-09-10T14:50:40.061" v="187" actId="20577"/>
        <pc:sldMkLst>
          <pc:docMk/>
          <pc:sldMk cId="1700238041" sldId="387"/>
        </pc:sldMkLst>
        <pc:spChg chg="mod">
          <ac:chgData name="Srivastava, Chitransh" userId="S::chitransh.s.exl@canopius.com::66bedd18-9272-4eff-b78a-5c8791fbb2b0" providerId="AD" clId="Web-{1BD0BD6D-945B-1727-E5A5-BD6645214101}" dt="2025-09-10T14:50:40.061" v="187" actId="20577"/>
          <ac:spMkLst>
            <pc:docMk/>
            <pc:sldMk cId="1700238041" sldId="387"/>
            <ac:spMk id="2" creationId="{A46B4056-1875-82D6-C55B-D3C872143840}"/>
          </ac:spMkLst>
        </pc:spChg>
        <pc:picChg chg="mod">
          <ac:chgData name="Srivastava, Chitransh" userId="S::chitransh.s.exl@canopius.com::66bedd18-9272-4eff-b78a-5c8791fbb2b0" providerId="AD" clId="Web-{1BD0BD6D-945B-1727-E5A5-BD6645214101}" dt="2025-09-10T14:45:22.290" v="164" actId="1076"/>
          <ac:picMkLst>
            <pc:docMk/>
            <pc:sldMk cId="1700238041" sldId="387"/>
            <ac:picMk id="6" creationId="{0E74BFA5-AB51-A08E-5F2B-A03FF6DED05E}"/>
          </ac:picMkLst>
        </pc:picChg>
      </pc:sldChg>
      <pc:sldChg chg="modSp">
        <pc:chgData name="Srivastava, Chitransh" userId="S::chitransh.s.exl@canopius.com::66bedd18-9272-4eff-b78a-5c8791fbb2b0" providerId="AD" clId="Web-{1BD0BD6D-945B-1727-E5A5-BD6645214101}" dt="2025-09-10T14:49:47.263" v="178" actId="20577"/>
        <pc:sldMkLst>
          <pc:docMk/>
          <pc:sldMk cId="3307642735" sldId="389"/>
        </pc:sldMkLst>
        <pc:spChg chg="mod">
          <ac:chgData name="Srivastava, Chitransh" userId="S::chitransh.s.exl@canopius.com::66bedd18-9272-4eff-b78a-5c8791fbb2b0" providerId="AD" clId="Web-{1BD0BD6D-945B-1727-E5A5-BD6645214101}" dt="2025-09-10T14:49:47.263" v="178" actId="20577"/>
          <ac:spMkLst>
            <pc:docMk/>
            <pc:sldMk cId="3307642735" sldId="389"/>
            <ac:spMk id="2" creationId="{FC19D07C-E7F1-31F3-67DA-D84A32419508}"/>
          </ac:spMkLst>
        </pc:spChg>
      </pc:sldChg>
      <pc:sldChg chg="modSp ord">
        <pc:chgData name="Srivastava, Chitransh" userId="S::chitransh.s.exl@canopius.com::66bedd18-9272-4eff-b78a-5c8791fbb2b0" providerId="AD" clId="Web-{1BD0BD6D-945B-1727-E5A5-BD6645214101}" dt="2025-09-10T14:05:16.953" v="4" actId="20577"/>
        <pc:sldMkLst>
          <pc:docMk/>
          <pc:sldMk cId="3870409208" sldId="390"/>
        </pc:sldMkLst>
        <pc:spChg chg="mod">
          <ac:chgData name="Srivastava, Chitransh" userId="S::chitransh.s.exl@canopius.com::66bedd18-9272-4eff-b78a-5c8791fbb2b0" providerId="AD" clId="Web-{1BD0BD6D-945B-1727-E5A5-BD6645214101}" dt="2025-09-10T14:05:16.953" v="4" actId="20577"/>
          <ac:spMkLst>
            <pc:docMk/>
            <pc:sldMk cId="3870409208" sldId="390"/>
            <ac:spMk id="3" creationId="{00000000-0000-0000-0000-000000000000}"/>
          </ac:spMkLst>
        </pc:spChg>
      </pc:sldChg>
    </pc:docChg>
  </pc:docChgLst>
  <pc:docChgLst>
    <pc:chgData name="Srivastava, Chitransh" userId="S::chitransh.s.exl@canopius.com::66bedd18-9272-4eff-b78a-5c8791fbb2b0" providerId="AD" clId="Web-{EDCB083B-FAB9-C099-824B-3A152504854C}"/>
    <pc:docChg chg="modSld">
      <pc:chgData name="Srivastava, Chitransh" userId="S::chitransh.s.exl@canopius.com::66bedd18-9272-4eff-b78a-5c8791fbb2b0" providerId="AD" clId="Web-{EDCB083B-FAB9-C099-824B-3A152504854C}" dt="2025-09-15T10:55:21.875" v="1" actId="1076"/>
      <pc:docMkLst>
        <pc:docMk/>
      </pc:docMkLst>
      <pc:sldChg chg="modSp">
        <pc:chgData name="Srivastava, Chitransh" userId="S::chitransh.s.exl@canopius.com::66bedd18-9272-4eff-b78a-5c8791fbb2b0" providerId="AD" clId="Web-{EDCB083B-FAB9-C099-824B-3A152504854C}" dt="2025-09-15T10:55:21.875" v="1" actId="1076"/>
        <pc:sldMkLst>
          <pc:docMk/>
          <pc:sldMk cId="3061271867" sldId="332"/>
        </pc:sldMkLst>
        <pc:graphicFrameChg chg="mod modGraphic">
          <ac:chgData name="Srivastava, Chitransh" userId="S::chitransh.s.exl@canopius.com::66bedd18-9272-4eff-b78a-5c8791fbb2b0" providerId="AD" clId="Web-{EDCB083B-FAB9-C099-824B-3A152504854C}" dt="2025-09-15T10:55:21.875" v="1" actId="1076"/>
          <ac:graphicFrameMkLst>
            <pc:docMk/>
            <pc:sldMk cId="3061271867" sldId="332"/>
            <ac:graphicFrameMk id="13" creationId="{00000000-0000-0000-0000-000000000000}"/>
          </ac:graphicFrameMkLst>
        </pc:graphicFrameChg>
      </pc:sldChg>
    </pc:docChg>
  </pc:docChgLst>
  <pc:docChgLst>
    <pc:chgData name="Srivastava, Chitransh" userId="S::chitransh.s.exl@canopius.com::66bedd18-9272-4eff-b78a-5c8791fbb2b0" providerId="AD" clId="Web-{E54584AF-08BE-243C-B0EF-D0928ED5F32A}"/>
    <pc:docChg chg="modSld">
      <pc:chgData name="Srivastava, Chitransh" userId="S::chitransh.s.exl@canopius.com::66bedd18-9272-4eff-b78a-5c8791fbb2b0" providerId="AD" clId="Web-{E54584AF-08BE-243C-B0EF-D0928ED5F32A}" dt="2025-09-16T08:50:49.702" v="0" actId="1076"/>
      <pc:docMkLst>
        <pc:docMk/>
      </pc:docMkLst>
      <pc:sldChg chg="modSp">
        <pc:chgData name="Srivastava, Chitransh" userId="S::chitransh.s.exl@canopius.com::66bedd18-9272-4eff-b78a-5c8791fbb2b0" providerId="AD" clId="Web-{E54584AF-08BE-243C-B0EF-D0928ED5F32A}" dt="2025-09-16T08:50:49.702" v="0" actId="1076"/>
        <pc:sldMkLst>
          <pc:docMk/>
          <pc:sldMk cId="3307642735" sldId="389"/>
        </pc:sldMkLst>
        <pc:picChg chg="mod">
          <ac:chgData name="Srivastava, Chitransh" userId="S::chitransh.s.exl@canopius.com::66bedd18-9272-4eff-b78a-5c8791fbb2b0" providerId="AD" clId="Web-{E54584AF-08BE-243C-B0EF-D0928ED5F32A}" dt="2025-09-16T08:50:49.702" v="0" actId="1076"/>
          <ac:picMkLst>
            <pc:docMk/>
            <pc:sldMk cId="3307642735" sldId="389"/>
            <ac:picMk id="3" creationId="{E09C2E35-F626-081C-3B9E-C8D5489CC703}"/>
          </ac:picMkLst>
        </pc:picChg>
      </pc:sldChg>
    </pc:docChg>
  </pc:docChgLst>
  <pc:docChgLst>
    <pc:chgData name="Srivastava, Chitransh" userId="S::chitransh.s.exl@canopius.com::66bedd18-9272-4eff-b78a-5c8791fbb2b0" providerId="AD" clId="Web-{C49A54A9-9ADD-2206-EE8E-29BBC0D3C518}"/>
    <pc:docChg chg="modSld">
      <pc:chgData name="Srivastava, Chitransh" userId="S::chitransh.s.exl@canopius.com::66bedd18-9272-4eff-b78a-5c8791fbb2b0" providerId="AD" clId="Web-{C49A54A9-9ADD-2206-EE8E-29BBC0D3C518}" dt="2025-04-29T09:35:46.151" v="94" actId="1076"/>
      <pc:docMkLst>
        <pc:docMk/>
      </pc:docMkLst>
      <pc:sldChg chg="modSp">
        <pc:chgData name="Srivastava, Chitransh" userId="S::chitransh.s.exl@canopius.com::66bedd18-9272-4eff-b78a-5c8791fbb2b0" providerId="AD" clId="Web-{C49A54A9-9ADD-2206-EE8E-29BBC0D3C518}" dt="2025-04-29T09:35:46.151" v="94" actId="1076"/>
        <pc:sldMkLst>
          <pc:docMk/>
          <pc:sldMk cId="2766372172" sldId="331"/>
        </pc:sldMkLst>
      </pc:sldChg>
      <pc:sldChg chg="modSp">
        <pc:chgData name="Srivastava, Chitransh" userId="S::chitransh.s.exl@canopius.com::66bedd18-9272-4eff-b78a-5c8791fbb2b0" providerId="AD" clId="Web-{C49A54A9-9ADD-2206-EE8E-29BBC0D3C518}" dt="2025-04-29T09:34:55.760" v="90" actId="1076"/>
        <pc:sldMkLst>
          <pc:docMk/>
          <pc:sldMk cId="2457270860" sldId="370"/>
        </pc:sldMkLst>
      </pc:sldChg>
    </pc:docChg>
  </pc:docChgLst>
  <pc:docChgLst>
    <pc:chgData name="Srivastava, Chitransh" userId="S::chitransh.s.exl@canopius.com::66bedd18-9272-4eff-b78a-5c8791fbb2b0" providerId="AD" clId="Web-{F35B582F-045C-4953-36C6-665D0492C7A3}"/>
    <pc:docChg chg="addSld delSld modSld sldOrd">
      <pc:chgData name="Srivastava, Chitransh" userId="S::chitransh.s.exl@canopius.com::66bedd18-9272-4eff-b78a-5c8791fbb2b0" providerId="AD" clId="Web-{F35B582F-045C-4953-36C6-665D0492C7A3}" dt="2025-09-10T12:59:20.511" v="1245" actId="20577"/>
      <pc:docMkLst>
        <pc:docMk/>
      </pc:docMkLst>
      <pc:sldChg chg="addSp delSp modSp">
        <pc:chgData name="Srivastava, Chitransh" userId="S::chitransh.s.exl@canopius.com::66bedd18-9272-4eff-b78a-5c8791fbb2b0" providerId="AD" clId="Web-{F35B582F-045C-4953-36C6-665D0492C7A3}" dt="2025-09-10T11:57:14.546" v="10" actId="1076"/>
        <pc:sldMkLst>
          <pc:docMk/>
          <pc:sldMk cId="1255055650" sldId="330"/>
        </pc:sldMkLst>
        <pc:spChg chg="ord">
          <ac:chgData name="Srivastava, Chitransh" userId="S::chitransh.s.exl@canopius.com::66bedd18-9272-4eff-b78a-5c8791fbb2b0" providerId="AD" clId="Web-{F35B582F-045C-4953-36C6-665D0492C7A3}" dt="2025-09-10T11:56:21.062" v="6"/>
          <ac:spMkLst>
            <pc:docMk/>
            <pc:sldMk cId="1255055650" sldId="330"/>
            <ac:spMk id="5" creationId="{226268C5-42F0-377A-C633-B3B4CB0A59E7}"/>
          </ac:spMkLst>
        </pc:spChg>
        <pc:picChg chg="add mod ord">
          <ac:chgData name="Srivastava, Chitransh" userId="S::chitransh.s.exl@canopius.com::66bedd18-9272-4eff-b78a-5c8791fbb2b0" providerId="AD" clId="Web-{F35B582F-045C-4953-36C6-665D0492C7A3}" dt="2025-09-10T11:57:14.546" v="10" actId="1076"/>
          <ac:picMkLst>
            <pc:docMk/>
            <pc:sldMk cId="1255055650" sldId="330"/>
            <ac:picMk id="2" creationId="{9DB287B7-74FE-DDE6-12C7-290775AA1377}"/>
          </ac:picMkLst>
        </pc:picChg>
      </pc:sldChg>
      <pc:sldChg chg="modSp">
        <pc:chgData name="Srivastava, Chitransh" userId="S::chitransh.s.exl@canopius.com::66bedd18-9272-4eff-b78a-5c8791fbb2b0" providerId="AD" clId="Web-{F35B582F-045C-4953-36C6-665D0492C7A3}" dt="2025-09-10T12:59:20.511" v="1245" actId="20577"/>
        <pc:sldMkLst>
          <pc:docMk/>
          <pc:sldMk cId="1758708118" sldId="333"/>
        </pc:sldMkLst>
        <pc:spChg chg="mod">
          <ac:chgData name="Srivastava, Chitransh" userId="S::chitransh.s.exl@canopius.com::66bedd18-9272-4eff-b78a-5c8791fbb2b0" providerId="AD" clId="Web-{F35B582F-045C-4953-36C6-665D0492C7A3}" dt="2025-09-10T12:59:20.511" v="1245" actId="20577"/>
          <ac:spMkLst>
            <pc:docMk/>
            <pc:sldMk cId="1758708118" sldId="333"/>
            <ac:spMk id="6" creationId="{8FD65C33-8443-D685-548E-69B0988701E8}"/>
          </ac:spMkLst>
        </pc:spChg>
      </pc:sldChg>
      <pc:sldChg chg="addSp delSp modSp">
        <pc:chgData name="Srivastava, Chitransh" userId="S::chitransh.s.exl@canopius.com::66bedd18-9272-4eff-b78a-5c8791fbb2b0" providerId="AD" clId="Web-{F35B582F-045C-4953-36C6-665D0492C7A3}" dt="2025-09-10T12:44:29.676" v="1158"/>
        <pc:sldMkLst>
          <pc:docMk/>
          <pc:sldMk cId="856853399" sldId="334"/>
        </pc:sldMkLst>
        <pc:spChg chg="mod">
          <ac:chgData name="Srivastava, Chitransh" userId="S::chitransh.s.exl@canopius.com::66bedd18-9272-4eff-b78a-5c8791fbb2b0" providerId="AD" clId="Web-{F35B582F-045C-4953-36C6-665D0492C7A3}" dt="2025-09-10T12:30:41.147" v="539" actId="1076"/>
          <ac:spMkLst>
            <pc:docMk/>
            <pc:sldMk cId="856853399" sldId="334"/>
            <ac:spMk id="11" creationId="{67FFAF21-D32B-821B-4A57-48FF6BAD5FA9}"/>
          </ac:spMkLst>
        </pc:spChg>
        <pc:graphicFrameChg chg="add mod modGraphic">
          <ac:chgData name="Srivastava, Chitransh" userId="S::chitransh.s.exl@canopius.com::66bedd18-9272-4eff-b78a-5c8791fbb2b0" providerId="AD" clId="Web-{F35B582F-045C-4953-36C6-665D0492C7A3}" dt="2025-09-10T12:44:29.676" v="1158"/>
          <ac:graphicFrameMkLst>
            <pc:docMk/>
            <pc:sldMk cId="856853399" sldId="334"/>
            <ac:graphicFrameMk id="5" creationId="{706E016B-F98F-7778-9F07-008E9E1AD894}"/>
          </ac:graphicFrameMkLst>
        </pc:graphicFrameChg>
        <pc:picChg chg="mod">
          <ac:chgData name="Srivastava, Chitransh" userId="S::chitransh.s.exl@canopius.com::66bedd18-9272-4eff-b78a-5c8791fbb2b0" providerId="AD" clId="Web-{F35B582F-045C-4953-36C6-665D0492C7A3}" dt="2025-09-10T12:30:41.132" v="537" actId="1076"/>
          <ac:picMkLst>
            <pc:docMk/>
            <pc:sldMk cId="856853399" sldId="334"/>
            <ac:picMk id="9" creationId="{3CA55931-4141-DE65-60A7-4776876A3B14}"/>
          </ac:picMkLst>
        </pc:picChg>
        <pc:picChg chg="mod">
          <ac:chgData name="Srivastava, Chitransh" userId="S::chitransh.s.exl@canopius.com::66bedd18-9272-4eff-b78a-5c8791fbb2b0" providerId="AD" clId="Web-{F35B582F-045C-4953-36C6-665D0492C7A3}" dt="2025-09-10T12:30:41.147" v="538" actId="1076"/>
          <ac:picMkLst>
            <pc:docMk/>
            <pc:sldMk cId="856853399" sldId="334"/>
            <ac:picMk id="10" creationId="{8BC7C782-55F5-FB9C-A6A6-9BC0DA877554}"/>
          </ac:picMkLst>
        </pc:picChg>
      </pc:sldChg>
      <pc:sldChg chg="addSp delSp modSp">
        <pc:chgData name="Srivastava, Chitransh" userId="S::chitransh.s.exl@canopius.com::66bedd18-9272-4eff-b78a-5c8791fbb2b0" providerId="AD" clId="Web-{F35B582F-045C-4953-36C6-665D0492C7A3}" dt="2025-09-10T12:06:42.131" v="30" actId="20577"/>
        <pc:sldMkLst>
          <pc:docMk/>
          <pc:sldMk cId="3179984336" sldId="335"/>
        </pc:sldMkLst>
        <pc:spChg chg="mod">
          <ac:chgData name="Srivastava, Chitransh" userId="S::chitransh.s.exl@canopius.com::66bedd18-9272-4eff-b78a-5c8791fbb2b0" providerId="AD" clId="Web-{F35B582F-045C-4953-36C6-665D0492C7A3}" dt="2025-09-10T12:06:42.131" v="30" actId="20577"/>
          <ac:spMkLst>
            <pc:docMk/>
            <pc:sldMk cId="3179984336" sldId="335"/>
            <ac:spMk id="39" creationId="{A2BF154F-B0AD-42EC-C547-82B185E53903}"/>
          </ac:spMkLst>
        </pc:spChg>
      </pc:sldChg>
      <pc:sldChg chg="del">
        <pc:chgData name="Srivastava, Chitransh" userId="S::chitransh.s.exl@canopius.com::66bedd18-9272-4eff-b78a-5c8791fbb2b0" providerId="AD" clId="Web-{F35B582F-045C-4953-36C6-665D0492C7A3}" dt="2025-09-10T12:51:43.450" v="1176"/>
        <pc:sldMkLst>
          <pc:docMk/>
          <pc:sldMk cId="3870409208" sldId="337"/>
        </pc:sldMkLst>
      </pc:sldChg>
      <pc:sldChg chg="del">
        <pc:chgData name="Srivastava, Chitransh" userId="S::chitransh.s.exl@canopius.com::66bedd18-9272-4eff-b78a-5c8791fbb2b0" providerId="AD" clId="Web-{F35B582F-045C-4953-36C6-665D0492C7A3}" dt="2025-09-10T12:51:43.434" v="1175"/>
        <pc:sldMkLst>
          <pc:docMk/>
          <pc:sldMk cId="865594726" sldId="347"/>
        </pc:sldMkLst>
      </pc:sldChg>
      <pc:sldChg chg="modSp">
        <pc:chgData name="Srivastava, Chitransh" userId="S::chitransh.s.exl@canopius.com::66bedd18-9272-4eff-b78a-5c8791fbb2b0" providerId="AD" clId="Web-{F35B582F-045C-4953-36C6-665D0492C7A3}" dt="2025-09-10T12:22:52.869" v="446"/>
        <pc:sldMkLst>
          <pc:docMk/>
          <pc:sldMk cId="3655858677" sldId="385"/>
        </pc:sldMkLst>
        <pc:graphicFrameChg chg="mod modGraphic">
          <ac:chgData name="Srivastava, Chitransh" userId="S::chitransh.s.exl@canopius.com::66bedd18-9272-4eff-b78a-5c8791fbb2b0" providerId="AD" clId="Web-{F35B582F-045C-4953-36C6-665D0492C7A3}" dt="2025-09-10T12:22:52.869" v="446"/>
          <ac:graphicFrameMkLst>
            <pc:docMk/>
            <pc:sldMk cId="3655858677" sldId="385"/>
            <ac:graphicFrameMk id="19" creationId="{C1E09B58-8C13-C9F6-736E-904A6C61E58A}"/>
          </ac:graphicFrameMkLst>
        </pc:graphicFrameChg>
        <pc:picChg chg="mod">
          <ac:chgData name="Srivastava, Chitransh" userId="S::chitransh.s.exl@canopius.com::66bedd18-9272-4eff-b78a-5c8791fbb2b0" providerId="AD" clId="Web-{F35B582F-045C-4953-36C6-665D0492C7A3}" dt="2025-09-10T12:20:09.607" v="400" actId="1076"/>
          <ac:picMkLst>
            <pc:docMk/>
            <pc:sldMk cId="3655858677" sldId="385"/>
            <ac:picMk id="12" creationId="{4EFA3500-DE35-DFF2-3318-6806EDE43CCA}"/>
          </ac:picMkLst>
        </pc:picChg>
      </pc:sldChg>
      <pc:sldChg chg="modSp">
        <pc:chgData name="Srivastava, Chitransh" userId="S::chitransh.s.exl@canopius.com::66bedd18-9272-4eff-b78a-5c8791fbb2b0" providerId="AD" clId="Web-{F35B582F-045C-4953-36C6-665D0492C7A3}" dt="2025-09-10T12:23:01.510" v="471"/>
        <pc:sldMkLst>
          <pc:docMk/>
          <pc:sldMk cId="119942576" sldId="386"/>
        </pc:sldMkLst>
        <pc:graphicFrameChg chg="mod modGraphic">
          <ac:chgData name="Srivastava, Chitransh" userId="S::chitransh.s.exl@canopius.com::66bedd18-9272-4eff-b78a-5c8791fbb2b0" providerId="AD" clId="Web-{F35B582F-045C-4953-36C6-665D0492C7A3}" dt="2025-09-10T12:23:01.510" v="471"/>
          <ac:graphicFrameMkLst>
            <pc:docMk/>
            <pc:sldMk cId="119942576" sldId="386"/>
            <ac:graphicFrameMk id="19" creationId="{1731B7FC-C562-D0CC-5D0D-2A6E7247BA65}"/>
          </ac:graphicFrameMkLst>
        </pc:graphicFrameChg>
      </pc:sldChg>
      <pc:sldChg chg="addSp delSp modSp ord">
        <pc:chgData name="Srivastava, Chitransh" userId="S::chitransh.s.exl@canopius.com::66bedd18-9272-4eff-b78a-5c8791fbb2b0" providerId="AD" clId="Web-{F35B582F-045C-4953-36C6-665D0492C7A3}" dt="2025-09-10T12:57:24.758" v="1237"/>
        <pc:sldMkLst>
          <pc:docMk/>
          <pc:sldMk cId="1700238041" sldId="387"/>
        </pc:sldMkLst>
        <pc:graphicFrameChg chg="add mod modGraphic">
          <ac:chgData name="Srivastava, Chitransh" userId="S::chitransh.s.exl@canopius.com::66bedd18-9272-4eff-b78a-5c8791fbb2b0" providerId="AD" clId="Web-{F35B582F-045C-4953-36C6-665D0492C7A3}" dt="2025-09-10T12:57:24.758" v="1237"/>
          <ac:graphicFrameMkLst>
            <pc:docMk/>
            <pc:sldMk cId="1700238041" sldId="387"/>
            <ac:graphicFrameMk id="12" creationId="{80AE6595-6B88-99A8-7DB8-6D75CF0BD845}"/>
          </ac:graphicFrameMkLst>
        </pc:graphicFrameChg>
        <pc:picChg chg="add mod">
          <ac:chgData name="Srivastava, Chitransh" userId="S::chitransh.s.exl@canopius.com::66bedd18-9272-4eff-b78a-5c8791fbb2b0" providerId="AD" clId="Web-{F35B582F-045C-4953-36C6-665D0492C7A3}" dt="2025-09-10T12:55:17.488" v="1195" actId="1076"/>
          <ac:picMkLst>
            <pc:docMk/>
            <pc:sldMk cId="1700238041" sldId="387"/>
            <ac:picMk id="6" creationId="{0E74BFA5-AB51-A08E-5F2B-A03FF6DED05E}"/>
          </ac:picMkLst>
        </pc:picChg>
        <pc:picChg chg="add mod">
          <ac:chgData name="Srivastava, Chitransh" userId="S::chitransh.s.exl@canopius.com::66bedd18-9272-4eff-b78a-5c8791fbb2b0" providerId="AD" clId="Web-{F35B582F-045C-4953-36C6-665D0492C7A3}" dt="2025-09-10T12:55:20.957" v="1196" actId="1076"/>
          <ac:picMkLst>
            <pc:docMk/>
            <pc:sldMk cId="1700238041" sldId="387"/>
            <ac:picMk id="10" creationId="{6351B18B-806B-1600-D0AE-176330A074D1}"/>
          </ac:picMkLst>
        </pc:picChg>
      </pc:sldChg>
      <pc:sldChg chg="addSp delSp modSp add replId">
        <pc:chgData name="Srivastava, Chitransh" userId="S::chitransh.s.exl@canopius.com::66bedd18-9272-4eff-b78a-5c8791fbb2b0" providerId="AD" clId="Web-{F35B582F-045C-4953-36C6-665D0492C7A3}" dt="2025-09-10T12:05:32.631" v="19" actId="1076"/>
        <pc:sldMkLst>
          <pc:docMk/>
          <pc:sldMk cId="1461739581" sldId="388"/>
        </pc:sldMkLst>
        <pc:picChg chg="add mod">
          <ac:chgData name="Srivastava, Chitransh" userId="S::chitransh.s.exl@canopius.com::66bedd18-9272-4eff-b78a-5c8791fbb2b0" providerId="AD" clId="Web-{F35B582F-045C-4953-36C6-665D0492C7A3}" dt="2025-09-10T12:05:32.631" v="19" actId="1076"/>
          <ac:picMkLst>
            <pc:docMk/>
            <pc:sldMk cId="1461739581" sldId="388"/>
            <ac:picMk id="3" creationId="{22E52F55-86CE-081F-0065-51056582FA07}"/>
          </ac:picMkLst>
        </pc:picChg>
      </pc:sldChg>
      <pc:sldChg chg="addSp delSp modSp add ord replId">
        <pc:chgData name="Srivastava, Chitransh" userId="S::chitransh.s.exl@canopius.com::66bedd18-9272-4eff-b78a-5c8791fbb2b0" providerId="AD" clId="Web-{F35B582F-045C-4953-36C6-665D0492C7A3}" dt="2025-09-10T12:41:22.362" v="779"/>
        <pc:sldMkLst>
          <pc:docMk/>
          <pc:sldMk cId="3307642735" sldId="389"/>
        </pc:sldMkLst>
        <pc:spChg chg="ord">
          <ac:chgData name="Srivastava, Chitransh" userId="S::chitransh.s.exl@canopius.com::66bedd18-9272-4eff-b78a-5c8791fbb2b0" providerId="AD" clId="Web-{F35B582F-045C-4953-36C6-665D0492C7A3}" dt="2025-09-10T12:21:38.474" v="409"/>
          <ac:spMkLst>
            <pc:docMk/>
            <pc:sldMk cId="3307642735" sldId="389"/>
            <ac:spMk id="2" creationId="{FC19D07C-E7F1-31F3-67DA-D84A32419508}"/>
          </ac:spMkLst>
        </pc:spChg>
        <pc:graphicFrameChg chg="mod modGraphic">
          <ac:chgData name="Srivastava, Chitransh" userId="S::chitransh.s.exl@canopius.com::66bedd18-9272-4eff-b78a-5c8791fbb2b0" providerId="AD" clId="Web-{F35B582F-045C-4953-36C6-665D0492C7A3}" dt="2025-09-10T12:41:22.362" v="779"/>
          <ac:graphicFrameMkLst>
            <pc:docMk/>
            <pc:sldMk cId="3307642735" sldId="389"/>
            <ac:graphicFrameMk id="19" creationId="{EDF24EDC-95FB-2A01-B7E7-4A6119A4692F}"/>
          </ac:graphicFrameMkLst>
        </pc:graphicFrameChg>
        <pc:picChg chg="add mod">
          <ac:chgData name="Srivastava, Chitransh" userId="S::chitransh.s.exl@canopius.com::66bedd18-9272-4eff-b78a-5c8791fbb2b0" providerId="AD" clId="Web-{F35B582F-045C-4953-36C6-665D0492C7A3}" dt="2025-09-10T12:22:07.882" v="412" actId="1076"/>
          <ac:picMkLst>
            <pc:docMk/>
            <pc:sldMk cId="3307642735" sldId="389"/>
            <ac:picMk id="3" creationId="{E09C2E35-F626-081C-3B9E-C8D5489CC703}"/>
          </ac:picMkLst>
        </pc:picChg>
        <pc:picChg chg="add mod">
          <ac:chgData name="Srivastava, Chitransh" userId="S::chitransh.s.exl@canopius.com::66bedd18-9272-4eff-b78a-5c8791fbb2b0" providerId="AD" clId="Web-{F35B582F-045C-4953-36C6-665D0492C7A3}" dt="2025-09-10T12:25:17.329" v="522" actId="1076"/>
          <ac:picMkLst>
            <pc:docMk/>
            <pc:sldMk cId="3307642735" sldId="389"/>
            <ac:picMk id="4" creationId="{43E01121-5074-586F-37CC-E09144435C47}"/>
          </ac:picMkLst>
        </pc:picChg>
      </pc:sldChg>
      <pc:sldChg chg="modSp add del">
        <pc:chgData name="Srivastava, Chitransh" userId="S::chitransh.s.exl@canopius.com::66bedd18-9272-4eff-b78a-5c8791fbb2b0" providerId="AD" clId="Web-{F35B582F-045C-4953-36C6-665D0492C7A3}" dt="2025-09-10T12:58:38.510" v="1241" actId="20577"/>
        <pc:sldMkLst>
          <pc:docMk/>
          <pc:sldMk cId="3870409208" sldId="390"/>
        </pc:sldMkLst>
        <pc:spChg chg="mod">
          <ac:chgData name="Srivastava, Chitransh" userId="S::chitransh.s.exl@canopius.com::66bedd18-9272-4eff-b78a-5c8791fbb2b0" providerId="AD" clId="Web-{F35B582F-045C-4953-36C6-665D0492C7A3}" dt="2025-09-10T12:58:38.510" v="1241" actId="20577"/>
          <ac:spMkLst>
            <pc:docMk/>
            <pc:sldMk cId="3870409208" sldId="390"/>
            <ac:spMk id="2" creationId="{00000000-0000-0000-0000-000000000000}"/>
          </ac:spMkLst>
        </pc:spChg>
      </pc:sldChg>
      <pc:sldChg chg="delSp modSp add del">
        <pc:chgData name="Srivastava, Chitransh" userId="S::chitransh.s.exl@canopius.com::66bedd18-9272-4eff-b78a-5c8791fbb2b0" providerId="AD" clId="Web-{F35B582F-045C-4953-36C6-665D0492C7A3}" dt="2025-09-10T12:57:10.070" v="1211"/>
        <pc:sldMkLst>
          <pc:docMk/>
          <pc:sldMk cId="865594726" sldId="391"/>
        </pc:sldMkLst>
      </pc:sldChg>
    </pc:docChg>
  </pc:docChgLst>
  <pc:docChgLst>
    <pc:chgData name="Srivastava, Chitransh" userId="66bedd18-9272-4eff-b78a-5c8791fbb2b0" providerId="ADAL" clId="{7F4CF7CC-EC9A-4474-B0F8-6FB6A571153C}"/>
    <pc:docChg chg="modSld">
      <pc:chgData name="Srivastava, Chitransh" userId="66bedd18-9272-4eff-b78a-5c8791fbb2b0" providerId="ADAL" clId="{7F4CF7CC-EC9A-4474-B0F8-6FB6A571153C}" dt="2025-09-10T09:31:24.026" v="2" actId="12789"/>
      <pc:docMkLst>
        <pc:docMk/>
      </pc:docMkLst>
      <pc:sldChg chg="modSp mod">
        <pc:chgData name="Srivastava, Chitransh" userId="66bedd18-9272-4eff-b78a-5c8791fbb2b0" providerId="ADAL" clId="{7F4CF7CC-EC9A-4474-B0F8-6FB6A571153C}" dt="2025-09-10T09:31:24.026" v="2" actId="12789"/>
        <pc:sldMkLst>
          <pc:docMk/>
          <pc:sldMk cId="3478730802" sldId="372"/>
        </pc:sldMkLst>
        <pc:graphicFrameChg chg="mod">
          <ac:chgData name="Srivastava, Chitransh" userId="66bedd18-9272-4eff-b78a-5c8791fbb2b0" providerId="ADAL" clId="{7F4CF7CC-EC9A-4474-B0F8-6FB6A571153C}" dt="2025-09-10T09:31:24.026" v="2" actId="12789"/>
          <ac:graphicFrameMkLst>
            <pc:docMk/>
            <pc:sldMk cId="3478730802" sldId="372"/>
            <ac:graphicFrameMk id="4" creationId="{00000000-0000-0000-0000-000000000000}"/>
          </ac:graphicFrameMkLst>
        </pc:graphicFrameChg>
      </pc:sldChg>
    </pc:docChg>
  </pc:docChgLst>
  <pc:docChgLst>
    <pc:chgData name="Srivastava, Chitransh" userId="S::chitransh.s.exl@canopius.com::66bedd18-9272-4eff-b78a-5c8791fbb2b0" providerId="AD" clId="Web-{A499AC60-C575-C319-9119-CB15DC72DBF5}"/>
    <pc:docChg chg="addSld delSld modSld sldOrd">
      <pc:chgData name="Srivastava, Chitransh" userId="S::chitransh.s.exl@canopius.com::66bedd18-9272-4eff-b78a-5c8791fbb2b0" providerId="AD" clId="Web-{A499AC60-C575-C319-9119-CB15DC72DBF5}" dt="2025-02-04T15:42:17.378" v="950"/>
      <pc:docMkLst>
        <pc:docMk/>
      </pc:docMkLst>
      <pc:sldChg chg="modSp">
        <pc:chgData name="Srivastava, Chitransh" userId="S::chitransh.s.exl@canopius.com::66bedd18-9272-4eff-b78a-5c8791fbb2b0" providerId="AD" clId="Web-{A499AC60-C575-C319-9119-CB15DC72DBF5}" dt="2025-02-04T15:41:11.063" v="931" actId="20577"/>
        <pc:sldMkLst>
          <pc:docMk/>
          <pc:sldMk cId="1730797858" sldId="329"/>
        </pc:sldMkLst>
      </pc:sldChg>
      <pc:sldChg chg="addSp delSp modSp">
        <pc:chgData name="Srivastava, Chitransh" userId="S::chitransh.s.exl@canopius.com::66bedd18-9272-4eff-b78a-5c8791fbb2b0" providerId="AD" clId="Web-{A499AC60-C575-C319-9119-CB15DC72DBF5}" dt="2025-02-04T15:03:10.466" v="607" actId="20577"/>
        <pc:sldMkLst>
          <pc:docMk/>
          <pc:sldMk cId="876775574" sldId="371"/>
        </pc:sldMkLst>
      </pc:sldChg>
      <pc:sldChg chg="delSp modSp add del replId">
        <pc:chgData name="Srivastava, Chitransh" userId="S::chitransh.s.exl@canopius.com::66bedd18-9272-4eff-b78a-5c8791fbb2b0" providerId="AD" clId="Web-{A499AC60-C575-C319-9119-CB15DC72DBF5}" dt="2025-02-04T14:29:37.097" v="124"/>
        <pc:sldMkLst>
          <pc:docMk/>
          <pc:sldMk cId="2016182679" sldId="376"/>
        </pc:sldMkLst>
      </pc:sldChg>
      <pc:sldChg chg="modSp add del ord replId">
        <pc:chgData name="Srivastava, Chitransh" userId="S::chitransh.s.exl@canopius.com::66bedd18-9272-4eff-b78a-5c8791fbb2b0" providerId="AD" clId="Web-{A499AC60-C575-C319-9119-CB15DC72DBF5}" dt="2025-02-04T15:01:49.619" v="561"/>
        <pc:sldMkLst>
          <pc:docMk/>
          <pc:sldMk cId="3990194718" sldId="376"/>
        </pc:sldMkLst>
      </pc:sldChg>
      <pc:sldChg chg="modSp add replId">
        <pc:chgData name="Srivastava, Chitransh" userId="S::chitransh.s.exl@canopius.com::66bedd18-9272-4eff-b78a-5c8791fbb2b0" providerId="AD" clId="Web-{A499AC60-C575-C319-9119-CB15DC72DBF5}" dt="2025-02-04T15:26:55.392" v="855" actId="20577"/>
        <pc:sldMkLst>
          <pc:docMk/>
          <pc:sldMk cId="2501132305" sldId="377"/>
        </pc:sldMkLst>
      </pc:sldChg>
      <pc:sldChg chg="modSp add replId">
        <pc:chgData name="Srivastava, Chitransh" userId="S::chitransh.s.exl@canopius.com::66bedd18-9272-4eff-b78a-5c8791fbb2b0" providerId="AD" clId="Web-{A499AC60-C575-C319-9119-CB15DC72DBF5}" dt="2025-02-04T15:27:11.017" v="858" actId="20577"/>
        <pc:sldMkLst>
          <pc:docMk/>
          <pc:sldMk cId="738781934" sldId="378"/>
        </pc:sldMkLst>
      </pc:sldChg>
      <pc:sldChg chg="addSp delSp modSp add replId">
        <pc:chgData name="Srivastava, Chitransh" userId="S::chitransh.s.exl@canopius.com::66bedd18-9272-4eff-b78a-5c8791fbb2b0" providerId="AD" clId="Web-{A499AC60-C575-C319-9119-CB15DC72DBF5}" dt="2025-02-04T15:40:30.905" v="923"/>
        <pc:sldMkLst>
          <pc:docMk/>
          <pc:sldMk cId="4263953327" sldId="379"/>
        </pc:sldMkLst>
      </pc:sldChg>
      <pc:sldChg chg="addSp delSp modSp add replId">
        <pc:chgData name="Srivastava, Chitransh" userId="S::chitransh.s.exl@canopius.com::66bedd18-9272-4eff-b78a-5c8791fbb2b0" providerId="AD" clId="Web-{A499AC60-C575-C319-9119-CB15DC72DBF5}" dt="2025-02-04T15:40:50.891" v="927" actId="1076"/>
        <pc:sldMkLst>
          <pc:docMk/>
          <pc:sldMk cId="2798408368" sldId="380"/>
        </pc:sldMkLst>
      </pc:sldChg>
      <pc:sldChg chg="addSp delSp modSp add del ord replId">
        <pc:chgData name="Srivastava, Chitransh" userId="S::chitransh.s.exl@canopius.com::66bedd18-9272-4eff-b78a-5c8791fbb2b0" providerId="AD" clId="Web-{A499AC60-C575-C319-9119-CB15DC72DBF5}" dt="2025-02-04T15:42:17.378" v="950"/>
        <pc:sldMkLst>
          <pc:docMk/>
          <pc:sldMk cId="2462554684" sldId="381"/>
        </pc:sldMkLst>
      </pc:sldChg>
      <pc:sldChg chg="new del">
        <pc:chgData name="Srivastava, Chitransh" userId="S::chitransh.s.exl@canopius.com::66bedd18-9272-4eff-b78a-5c8791fbb2b0" providerId="AD" clId="Web-{A499AC60-C575-C319-9119-CB15DC72DBF5}" dt="2025-02-04T15:37:25.696" v="904"/>
        <pc:sldMkLst>
          <pc:docMk/>
          <pc:sldMk cId="3325664622" sldId="381"/>
        </pc:sldMkLst>
      </pc:sldChg>
      <pc:sldChg chg="add del replId">
        <pc:chgData name="Srivastava, Chitransh" userId="S::chitransh.s.exl@canopius.com::66bedd18-9272-4eff-b78a-5c8791fbb2b0" providerId="AD" clId="Web-{A499AC60-C575-C319-9119-CB15DC72DBF5}" dt="2025-02-04T15:42:04.534" v="938"/>
        <pc:sldMkLst>
          <pc:docMk/>
          <pc:sldMk cId="55610523" sldId="382"/>
        </pc:sldMkLst>
      </pc:sldChg>
      <pc:sldChg chg="add del replId">
        <pc:chgData name="Srivastava, Chitransh" userId="S::chitransh.s.exl@canopius.com::66bedd18-9272-4eff-b78a-5c8791fbb2b0" providerId="AD" clId="Web-{A499AC60-C575-C319-9119-CB15DC72DBF5}" dt="2025-02-04T15:41:46.424" v="935"/>
        <pc:sldMkLst>
          <pc:docMk/>
          <pc:sldMk cId="490345411" sldId="382"/>
        </pc:sldMkLst>
      </pc:sldChg>
    </pc:docChg>
  </pc:docChgLst>
  <pc:docChgLst>
    <pc:chgData name="Srivastava, Chitransh" userId="66bedd18-9272-4eff-b78a-5c8791fbb2b0" providerId="ADAL" clId="{70665748-2ED5-4425-A006-16CECBDBAB16}"/>
    <pc:docChg chg="modSld">
      <pc:chgData name="Srivastava, Chitransh" userId="66bedd18-9272-4eff-b78a-5c8791fbb2b0" providerId="ADAL" clId="{70665748-2ED5-4425-A006-16CECBDBAB16}" dt="2025-02-04T13:53:18.208" v="151" actId="20577"/>
      <pc:docMkLst>
        <pc:docMk/>
      </pc:docMkLst>
      <pc:sldChg chg="addSp modSp mod">
        <pc:chgData name="Srivastava, Chitransh" userId="66bedd18-9272-4eff-b78a-5c8791fbb2b0" providerId="ADAL" clId="{70665748-2ED5-4425-A006-16CECBDBAB16}" dt="2025-02-04T13:53:18.208" v="151" actId="20577"/>
        <pc:sldMkLst>
          <pc:docMk/>
          <pc:sldMk cId="2766372172" sldId="331"/>
        </pc:sldMkLst>
      </pc:sldChg>
    </pc:docChg>
  </pc:docChgLst>
  <pc:docChgLst>
    <pc:chgData name="Srivastava, Chitransh" userId="S::chitransh.s.exl@canopius.com::66bedd18-9272-4eff-b78a-5c8791fbb2b0" providerId="AD" clId="Web-{2D16D96A-5DF5-83CE-7EEE-B94276BEA138}"/>
    <pc:docChg chg="addSld modSld sldOrd">
      <pc:chgData name="Srivastava, Chitransh" userId="S::chitransh.s.exl@canopius.com::66bedd18-9272-4eff-b78a-5c8791fbb2b0" providerId="AD" clId="Web-{2D16D96A-5DF5-83CE-7EEE-B94276BEA138}" dt="2025-02-04T16:15:25.620" v="19" actId="20577"/>
      <pc:docMkLst>
        <pc:docMk/>
      </pc:docMkLst>
      <pc:sldChg chg="modSp">
        <pc:chgData name="Srivastava, Chitransh" userId="S::chitransh.s.exl@canopius.com::66bedd18-9272-4eff-b78a-5c8791fbb2b0" providerId="AD" clId="Web-{2D16D96A-5DF5-83CE-7EEE-B94276BEA138}" dt="2025-02-04T16:15:25.620" v="19" actId="20577"/>
        <pc:sldMkLst>
          <pc:docMk/>
          <pc:sldMk cId="876775574" sldId="371"/>
        </pc:sldMkLst>
      </pc:sldChg>
      <pc:sldChg chg="ord">
        <pc:chgData name="Srivastava, Chitransh" userId="S::chitransh.s.exl@canopius.com::66bedd18-9272-4eff-b78a-5c8791fbb2b0" providerId="AD" clId="Web-{2D16D96A-5DF5-83CE-7EEE-B94276BEA138}" dt="2025-02-04T15:46:15.494" v="1"/>
        <pc:sldMkLst>
          <pc:docMk/>
          <pc:sldMk cId="1443575430" sldId="373"/>
        </pc:sldMkLst>
      </pc:sldChg>
      <pc:sldChg chg="addSp delSp modSp add ord replId">
        <pc:chgData name="Srivastava, Chitransh" userId="S::chitransh.s.exl@canopius.com::66bedd18-9272-4eff-b78a-5c8791fbb2b0" providerId="AD" clId="Web-{2D16D96A-5DF5-83CE-7EEE-B94276BEA138}" dt="2025-02-04T15:54:31.090" v="17" actId="14100"/>
        <pc:sldMkLst>
          <pc:docMk/>
          <pc:sldMk cId="3708847557" sldId="381"/>
        </pc:sldMkLst>
      </pc:sldChg>
    </pc:docChg>
  </pc:docChgLst>
  <pc:docChgLst>
    <pc:chgData name="Srivastava, Chitransh" userId="S::chitransh.s.exl@canopius.com::66bedd18-9272-4eff-b78a-5c8791fbb2b0" providerId="AD" clId="Web-{D37A1BE4-6C1D-381E-4012-DDBC34ED5526}"/>
    <pc:docChg chg="mod addSld delSld modSld sldOrd">
      <pc:chgData name="Srivastava, Chitransh" userId="S::chitransh.s.exl@canopius.com::66bedd18-9272-4eff-b78a-5c8791fbb2b0" providerId="AD" clId="Web-{D37A1BE4-6C1D-381E-4012-DDBC34ED5526}" dt="2025-09-10T09:29:38.633" v="3194" actId="1076"/>
      <pc:docMkLst>
        <pc:docMk/>
      </pc:docMkLst>
      <pc:sldChg chg="modSp">
        <pc:chgData name="Srivastava, Chitransh" userId="S::chitransh.s.exl@canopius.com::66bedd18-9272-4eff-b78a-5c8791fbb2b0" providerId="AD" clId="Web-{D37A1BE4-6C1D-381E-4012-DDBC34ED5526}" dt="2025-09-09T20:31:59.292" v="2896" actId="20577"/>
        <pc:sldMkLst>
          <pc:docMk/>
          <pc:sldMk cId="1730797858" sldId="329"/>
        </pc:sldMkLst>
        <pc:spChg chg="mod">
          <ac:chgData name="Srivastava, Chitransh" userId="S::chitransh.s.exl@canopius.com::66bedd18-9272-4eff-b78a-5c8791fbb2b0" providerId="AD" clId="Web-{D37A1BE4-6C1D-381E-4012-DDBC34ED5526}" dt="2025-09-09T20:31:59.292" v="2896" actId="20577"/>
          <ac:spMkLst>
            <pc:docMk/>
            <pc:sldMk cId="1730797858" sldId="329"/>
            <ac:spMk id="3" creationId="{7A442DD2-3BFE-5E40-BB93-999D3BC3B3D8}"/>
          </ac:spMkLst>
        </pc:spChg>
      </pc:sldChg>
      <pc:sldChg chg="addSp delSp modSp">
        <pc:chgData name="Srivastava, Chitransh" userId="S::chitransh.s.exl@canopius.com::66bedd18-9272-4eff-b78a-5c8791fbb2b0" providerId="AD" clId="Web-{D37A1BE4-6C1D-381E-4012-DDBC34ED5526}" dt="2025-09-09T20:24:58.977" v="2735" actId="1076"/>
        <pc:sldMkLst>
          <pc:docMk/>
          <pc:sldMk cId="2766372172" sldId="331"/>
        </pc:sldMkLst>
        <pc:spChg chg="mod">
          <ac:chgData name="Srivastava, Chitransh" userId="S::chitransh.s.exl@canopius.com::66bedd18-9272-4eff-b78a-5c8791fbb2b0" providerId="AD" clId="Web-{D37A1BE4-6C1D-381E-4012-DDBC34ED5526}" dt="2025-09-09T20:24:58.117" v="2732" actId="1076"/>
          <ac:spMkLst>
            <pc:docMk/>
            <pc:sldMk cId="2766372172" sldId="331"/>
            <ac:spMk id="2" creationId="{085C5F1C-1A32-8A3F-FC7F-EEF2DC4F7A93}"/>
          </ac:spMkLst>
        </pc:spChg>
        <pc:spChg chg="mod">
          <ac:chgData name="Srivastava, Chitransh" userId="S::chitransh.s.exl@canopius.com::66bedd18-9272-4eff-b78a-5c8791fbb2b0" providerId="AD" clId="Web-{D37A1BE4-6C1D-381E-4012-DDBC34ED5526}" dt="2025-09-09T20:24:58.414" v="2733" actId="1076"/>
          <ac:spMkLst>
            <pc:docMk/>
            <pc:sldMk cId="2766372172" sldId="331"/>
            <ac:spMk id="3" creationId="{0EF787A2-FA97-E1C1-3ADB-3CC88DA3CCA9}"/>
          </ac:spMkLst>
        </pc:spChg>
        <pc:spChg chg="mod">
          <ac:chgData name="Srivastava, Chitransh" userId="S::chitransh.s.exl@canopius.com::66bedd18-9272-4eff-b78a-5c8791fbb2b0" providerId="AD" clId="Web-{D37A1BE4-6C1D-381E-4012-DDBC34ED5526}" dt="2025-09-09T20:13:06.646" v="2377" actId="1076"/>
          <ac:spMkLst>
            <pc:docMk/>
            <pc:sldMk cId="2766372172" sldId="331"/>
            <ac:spMk id="16" creationId="{00000000-0000-0000-0000-000000000000}"/>
          </ac:spMkLst>
        </pc:spChg>
        <pc:spChg chg="mod">
          <ac:chgData name="Srivastava, Chitransh" userId="S::chitransh.s.exl@canopius.com::66bedd18-9272-4eff-b78a-5c8791fbb2b0" providerId="AD" clId="Web-{D37A1BE4-6C1D-381E-4012-DDBC34ED5526}" dt="2025-09-09T20:13:06.489" v="2375" actId="1076"/>
          <ac:spMkLst>
            <pc:docMk/>
            <pc:sldMk cId="2766372172" sldId="331"/>
            <ac:spMk id="17" creationId="{00000000-0000-0000-0000-000000000000}"/>
          </ac:spMkLst>
        </pc:spChg>
        <pc:spChg chg="mod">
          <ac:chgData name="Srivastava, Chitransh" userId="S::chitransh.s.exl@canopius.com::66bedd18-9272-4eff-b78a-5c8791fbb2b0" providerId="AD" clId="Web-{D37A1BE4-6C1D-381E-4012-DDBC34ED5526}" dt="2025-09-09T20:16:01.991" v="2425" actId="20577"/>
          <ac:spMkLst>
            <pc:docMk/>
            <pc:sldMk cId="2766372172" sldId="331"/>
            <ac:spMk id="18" creationId="{00000000-0000-0000-0000-000000000000}"/>
          </ac:spMkLst>
        </pc:spChg>
        <pc:spChg chg="mod">
          <ac:chgData name="Srivastava, Chitransh" userId="S::chitransh.s.exl@canopius.com::66bedd18-9272-4eff-b78a-5c8791fbb2b0" providerId="AD" clId="Web-{D37A1BE4-6C1D-381E-4012-DDBC34ED5526}" dt="2025-09-09T20:20:29.343" v="2464" actId="14100"/>
          <ac:spMkLst>
            <pc:docMk/>
            <pc:sldMk cId="2766372172" sldId="331"/>
            <ac:spMk id="27" creationId="{00000000-0000-0000-0000-000000000000}"/>
          </ac:spMkLst>
        </pc:spChg>
        <pc:spChg chg="mod">
          <ac:chgData name="Srivastava, Chitransh" userId="S::chitransh.s.exl@canopius.com::66bedd18-9272-4eff-b78a-5c8791fbb2b0" providerId="AD" clId="Web-{D37A1BE4-6C1D-381E-4012-DDBC34ED5526}" dt="2025-09-09T20:24:57.305" v="2729" actId="1076"/>
          <ac:spMkLst>
            <pc:docMk/>
            <pc:sldMk cId="2766372172" sldId="331"/>
            <ac:spMk id="28" creationId="{00000000-0000-0000-0000-000000000000}"/>
          </ac:spMkLst>
        </pc:spChg>
        <pc:spChg chg="mod">
          <ac:chgData name="Srivastava, Chitransh" userId="S::chitransh.s.exl@canopius.com::66bedd18-9272-4eff-b78a-5c8791fbb2b0" providerId="AD" clId="Web-{D37A1BE4-6C1D-381E-4012-DDBC34ED5526}" dt="2025-09-09T20:24:57.586" v="2730" actId="1076"/>
          <ac:spMkLst>
            <pc:docMk/>
            <pc:sldMk cId="2766372172" sldId="331"/>
            <ac:spMk id="29" creationId="{00000000-0000-0000-0000-000000000000}"/>
          </ac:spMkLst>
        </pc:spChg>
        <pc:spChg chg="mod">
          <ac:chgData name="Srivastava, Chitransh" userId="S::chitransh.s.exl@canopius.com::66bedd18-9272-4eff-b78a-5c8791fbb2b0" providerId="AD" clId="Web-{D37A1BE4-6C1D-381E-4012-DDBC34ED5526}" dt="2025-09-09T20:12:35.255" v="2365" actId="1076"/>
          <ac:spMkLst>
            <pc:docMk/>
            <pc:sldMk cId="2766372172" sldId="331"/>
            <ac:spMk id="55" creationId="{00000000-0000-0000-0000-000000000000}"/>
          </ac:spMkLst>
        </pc:spChg>
        <pc:spChg chg="mod">
          <ac:chgData name="Srivastava, Chitransh" userId="S::chitransh.s.exl@canopius.com::66bedd18-9272-4eff-b78a-5c8791fbb2b0" providerId="AD" clId="Web-{D37A1BE4-6C1D-381E-4012-DDBC34ED5526}" dt="2025-09-09T20:14:55.116" v="2396" actId="1076"/>
          <ac:spMkLst>
            <pc:docMk/>
            <pc:sldMk cId="2766372172" sldId="331"/>
            <ac:spMk id="59" creationId="{00000000-0000-0000-0000-000000000000}"/>
          </ac:spMkLst>
        </pc:spChg>
        <pc:spChg chg="mod">
          <ac:chgData name="Srivastava, Chitransh" userId="S::chitransh.s.exl@canopius.com::66bedd18-9272-4eff-b78a-5c8791fbb2b0" providerId="AD" clId="Web-{D37A1BE4-6C1D-381E-4012-DDBC34ED5526}" dt="2025-09-09T20:14:07.053" v="2383" actId="1076"/>
          <ac:spMkLst>
            <pc:docMk/>
            <pc:sldMk cId="2766372172" sldId="331"/>
            <ac:spMk id="60" creationId="{00000000-0000-0000-0000-000000000000}"/>
          </ac:spMkLst>
        </pc:spChg>
        <pc:spChg chg="mod">
          <ac:chgData name="Srivastava, Chitransh" userId="S::chitransh.s.exl@canopius.com::66bedd18-9272-4eff-b78a-5c8791fbb2b0" providerId="AD" clId="Web-{D37A1BE4-6C1D-381E-4012-DDBC34ED5526}" dt="2025-09-09T20:24:57.852" v="2731" actId="1076"/>
          <ac:spMkLst>
            <pc:docMk/>
            <pc:sldMk cId="2766372172" sldId="331"/>
            <ac:spMk id="64" creationId="{14613E14-2E42-42F9-BABB-BFD8EDBB5BD5}"/>
          </ac:spMkLst>
        </pc:spChg>
        <pc:spChg chg="mod">
          <ac:chgData name="Srivastava, Chitransh" userId="S::chitransh.s.exl@canopius.com::66bedd18-9272-4eff-b78a-5c8791fbb2b0" providerId="AD" clId="Web-{D37A1BE4-6C1D-381E-4012-DDBC34ED5526}" dt="2025-09-09T20:24:58.711" v="2734" actId="1076"/>
          <ac:spMkLst>
            <pc:docMk/>
            <pc:sldMk cId="2766372172" sldId="331"/>
            <ac:spMk id="67" creationId="{68119D5D-6233-FF8C-5594-5260F0130B9A}"/>
          </ac:spMkLst>
        </pc:spChg>
        <pc:spChg chg="mod">
          <ac:chgData name="Srivastava, Chitransh" userId="S::chitransh.s.exl@canopius.com::66bedd18-9272-4eff-b78a-5c8791fbb2b0" providerId="AD" clId="Web-{D37A1BE4-6C1D-381E-4012-DDBC34ED5526}" dt="2025-09-09T20:24:58.977" v="2735" actId="1076"/>
          <ac:spMkLst>
            <pc:docMk/>
            <pc:sldMk cId="2766372172" sldId="331"/>
            <ac:spMk id="69" creationId="{F8F96E2E-54E5-9DC9-D6DA-B4EABAEF2BAA}"/>
          </ac:spMkLst>
        </pc:spChg>
        <pc:grpChg chg="mod">
          <ac:chgData name="Srivastava, Chitransh" userId="S::chitransh.s.exl@canopius.com::66bedd18-9272-4eff-b78a-5c8791fbb2b0" providerId="AD" clId="Web-{D37A1BE4-6C1D-381E-4012-DDBC34ED5526}" dt="2025-09-09T20:14:55.100" v="2395" actId="1076"/>
          <ac:grpSpMkLst>
            <pc:docMk/>
            <pc:sldMk cId="2766372172" sldId="331"/>
            <ac:grpSpMk id="54" creationId="{00000000-0000-0000-0000-000000000000}"/>
          </ac:grpSpMkLst>
        </pc:grpChg>
        <pc:grpChg chg="add mod">
          <ac:chgData name="Srivastava, Chitransh" userId="S::chitransh.s.exl@canopius.com::66bedd18-9272-4eff-b78a-5c8791fbb2b0" providerId="AD" clId="Web-{D37A1BE4-6C1D-381E-4012-DDBC34ED5526}" dt="2025-09-09T20:16:29.507" v="2428" actId="1076"/>
          <ac:grpSpMkLst>
            <pc:docMk/>
            <pc:sldMk cId="2766372172" sldId="331"/>
            <ac:grpSpMk id="61" creationId="{F0AC37F5-7670-3C4D-E1CE-8CF4EBEB7E91}"/>
          </ac:grpSpMkLst>
        </pc:grpChg>
      </pc:sldChg>
      <pc:sldChg chg="modSp">
        <pc:chgData name="Srivastava, Chitransh" userId="S::chitransh.s.exl@canopius.com::66bedd18-9272-4eff-b78a-5c8791fbb2b0" providerId="AD" clId="Web-{D37A1BE4-6C1D-381E-4012-DDBC34ED5526}" dt="2025-09-09T19:09:59.925" v="857"/>
        <pc:sldMkLst>
          <pc:docMk/>
          <pc:sldMk cId="3061271867" sldId="332"/>
        </pc:sldMkLst>
        <pc:graphicFrameChg chg="mod modGraphic">
          <ac:chgData name="Srivastava, Chitransh" userId="S::chitransh.s.exl@canopius.com::66bedd18-9272-4eff-b78a-5c8791fbb2b0" providerId="AD" clId="Web-{D37A1BE4-6C1D-381E-4012-DDBC34ED5526}" dt="2025-09-09T19:09:59.925" v="857"/>
          <ac:graphicFrameMkLst>
            <pc:docMk/>
            <pc:sldMk cId="3061271867" sldId="332"/>
            <ac:graphicFrameMk id="13" creationId="{00000000-0000-0000-0000-000000000000}"/>
          </ac:graphicFrameMkLst>
        </pc:graphicFrameChg>
      </pc:sldChg>
      <pc:sldChg chg="addSp delSp modSp">
        <pc:chgData name="Srivastava, Chitransh" userId="S::chitransh.s.exl@canopius.com::66bedd18-9272-4eff-b78a-5c8791fbb2b0" providerId="AD" clId="Web-{D37A1BE4-6C1D-381E-4012-DDBC34ED5526}" dt="2025-09-09T19:34:03.858" v="1922" actId="1076"/>
        <pc:sldMkLst>
          <pc:docMk/>
          <pc:sldMk cId="1758708118" sldId="333"/>
        </pc:sldMkLst>
        <pc:spChg chg="mod topLvl">
          <ac:chgData name="Srivastava, Chitransh" userId="S::chitransh.s.exl@canopius.com::66bedd18-9272-4eff-b78a-5c8791fbb2b0" providerId="AD" clId="Web-{D37A1BE4-6C1D-381E-4012-DDBC34ED5526}" dt="2025-09-09T19:32:52.201" v="1913"/>
          <ac:spMkLst>
            <pc:docMk/>
            <pc:sldMk cId="1758708118" sldId="333"/>
            <ac:spMk id="16" creationId="{A3BE41FC-C5CD-3DE8-F029-D425A5007C57}"/>
          </ac:spMkLst>
        </pc:spChg>
        <pc:spChg chg="mod topLvl">
          <ac:chgData name="Srivastava, Chitransh" userId="S::chitransh.s.exl@canopius.com::66bedd18-9272-4eff-b78a-5c8791fbb2b0" providerId="AD" clId="Web-{D37A1BE4-6C1D-381E-4012-DDBC34ED5526}" dt="2025-09-09T19:32:52.201" v="1913"/>
          <ac:spMkLst>
            <pc:docMk/>
            <pc:sldMk cId="1758708118" sldId="333"/>
            <ac:spMk id="35" creationId="{154E8465-2496-0EBE-8DF2-85BDDA163DD4}"/>
          </ac:spMkLst>
        </pc:spChg>
        <pc:spChg chg="mod topLvl">
          <ac:chgData name="Srivastava, Chitransh" userId="S::chitransh.s.exl@canopius.com::66bedd18-9272-4eff-b78a-5c8791fbb2b0" providerId="AD" clId="Web-{D37A1BE4-6C1D-381E-4012-DDBC34ED5526}" dt="2025-09-09T19:33:23.405" v="1916" actId="14100"/>
          <ac:spMkLst>
            <pc:docMk/>
            <pc:sldMk cId="1758708118" sldId="333"/>
            <ac:spMk id="38" creationId="{FD4EB918-D64B-C868-7BCC-FFAAAA4A473C}"/>
          </ac:spMkLst>
        </pc:spChg>
        <pc:spChg chg="mod topLvl">
          <ac:chgData name="Srivastava, Chitransh" userId="S::chitransh.s.exl@canopius.com::66bedd18-9272-4eff-b78a-5c8791fbb2b0" providerId="AD" clId="Web-{D37A1BE4-6C1D-381E-4012-DDBC34ED5526}" dt="2025-09-09T19:32:52.201" v="1913"/>
          <ac:spMkLst>
            <pc:docMk/>
            <pc:sldMk cId="1758708118" sldId="333"/>
            <ac:spMk id="40" creationId="{6361E2CE-630B-D42B-369C-8B9F6133E2F7}"/>
          </ac:spMkLst>
        </pc:spChg>
        <pc:spChg chg="mod topLvl">
          <ac:chgData name="Srivastava, Chitransh" userId="S::chitransh.s.exl@canopius.com::66bedd18-9272-4eff-b78a-5c8791fbb2b0" providerId="AD" clId="Web-{D37A1BE4-6C1D-381E-4012-DDBC34ED5526}" dt="2025-09-09T19:32:52.201" v="1913"/>
          <ac:spMkLst>
            <pc:docMk/>
            <pc:sldMk cId="1758708118" sldId="333"/>
            <ac:spMk id="45" creationId="{637C0D8E-37D6-EF14-28E1-1AC606BD696F}"/>
          </ac:spMkLst>
        </pc:spChg>
        <pc:spChg chg="mod topLvl">
          <ac:chgData name="Srivastava, Chitransh" userId="S::chitransh.s.exl@canopius.com::66bedd18-9272-4eff-b78a-5c8791fbb2b0" providerId="AD" clId="Web-{D37A1BE4-6C1D-381E-4012-DDBC34ED5526}" dt="2025-09-09T19:32:52.201" v="1913"/>
          <ac:spMkLst>
            <pc:docMk/>
            <pc:sldMk cId="1758708118" sldId="333"/>
            <ac:spMk id="46" creationId="{318DA38D-E6E7-DB5F-EDC1-5856F6D95308}"/>
          </ac:spMkLst>
        </pc:spChg>
        <pc:spChg chg="mod topLvl">
          <ac:chgData name="Srivastava, Chitransh" userId="S::chitransh.s.exl@canopius.com::66bedd18-9272-4eff-b78a-5c8791fbb2b0" providerId="AD" clId="Web-{D37A1BE4-6C1D-381E-4012-DDBC34ED5526}" dt="2025-09-09T19:32:52.201" v="1913"/>
          <ac:spMkLst>
            <pc:docMk/>
            <pc:sldMk cId="1758708118" sldId="333"/>
            <ac:spMk id="47" creationId="{31E5CD63-1DFB-B2EA-4DCB-1BE23E2FB3C5}"/>
          </ac:spMkLst>
        </pc:spChg>
        <pc:spChg chg="mod topLvl">
          <ac:chgData name="Srivastava, Chitransh" userId="S::chitransh.s.exl@canopius.com::66bedd18-9272-4eff-b78a-5c8791fbb2b0" providerId="AD" clId="Web-{D37A1BE4-6C1D-381E-4012-DDBC34ED5526}" dt="2025-09-09T19:32:52.201" v="1913"/>
          <ac:spMkLst>
            <pc:docMk/>
            <pc:sldMk cId="1758708118" sldId="333"/>
            <ac:spMk id="52" creationId="{692AED3E-6DA4-10D1-9276-6AE6ECD4192F}"/>
          </ac:spMkLst>
        </pc:spChg>
        <pc:cxnChg chg="mod">
          <ac:chgData name="Srivastava, Chitransh" userId="S::chitransh.s.exl@canopius.com::66bedd18-9272-4eff-b78a-5c8791fbb2b0" providerId="AD" clId="Web-{D37A1BE4-6C1D-381E-4012-DDBC34ED5526}" dt="2025-09-09T19:32:48.341" v="1906" actId="14100"/>
          <ac:cxnSpMkLst>
            <pc:docMk/>
            <pc:sldMk cId="1758708118" sldId="333"/>
            <ac:cxnSpMk id="65" creationId="{6D697F89-EC25-6E20-4DDC-9FAF3A57EBD6}"/>
          </ac:cxnSpMkLst>
        </pc:cxnChg>
      </pc:sldChg>
      <pc:sldChg chg="addSp delSp modSp">
        <pc:chgData name="Srivastava, Chitransh" userId="S::chitransh.s.exl@canopius.com::66bedd18-9272-4eff-b78a-5c8791fbb2b0" providerId="AD" clId="Web-{D37A1BE4-6C1D-381E-4012-DDBC34ED5526}" dt="2025-09-09T20:45:05.895" v="3106" actId="1076"/>
        <pc:sldMkLst>
          <pc:docMk/>
          <pc:sldMk cId="856853399" sldId="334"/>
        </pc:sldMkLst>
        <pc:spChg chg="mod">
          <ac:chgData name="Srivastava, Chitransh" userId="S::chitransh.s.exl@canopius.com::66bedd18-9272-4eff-b78a-5c8791fbb2b0" providerId="AD" clId="Web-{D37A1BE4-6C1D-381E-4012-DDBC34ED5526}" dt="2025-09-09T20:44:18.582" v="3089" actId="1076"/>
          <ac:spMkLst>
            <pc:docMk/>
            <pc:sldMk cId="856853399" sldId="334"/>
            <ac:spMk id="2" creationId="{00000000-0000-0000-0000-000000000000}"/>
          </ac:spMkLst>
        </pc:spChg>
        <pc:spChg chg="mod">
          <ac:chgData name="Srivastava, Chitransh" userId="S::chitransh.s.exl@canopius.com::66bedd18-9272-4eff-b78a-5c8791fbb2b0" providerId="AD" clId="Web-{D37A1BE4-6C1D-381E-4012-DDBC34ED5526}" dt="2025-09-09T20:44:18.582" v="3085" actId="1076"/>
          <ac:spMkLst>
            <pc:docMk/>
            <pc:sldMk cId="856853399" sldId="334"/>
            <ac:spMk id="7" creationId="{00000000-0000-0000-0000-000000000000}"/>
          </ac:spMkLst>
        </pc:spChg>
        <pc:spChg chg="mod">
          <ac:chgData name="Srivastava, Chitransh" userId="S::chitransh.s.exl@canopius.com::66bedd18-9272-4eff-b78a-5c8791fbb2b0" providerId="AD" clId="Web-{D37A1BE4-6C1D-381E-4012-DDBC34ED5526}" dt="2025-09-09T20:44:18.582" v="3084" actId="1076"/>
          <ac:spMkLst>
            <pc:docMk/>
            <pc:sldMk cId="856853399" sldId="334"/>
            <ac:spMk id="8" creationId="{00000000-0000-0000-0000-000000000000}"/>
          </ac:spMkLst>
        </pc:spChg>
        <pc:spChg chg="mod">
          <ac:chgData name="Srivastava, Chitransh" userId="S::chitransh.s.exl@canopius.com::66bedd18-9272-4eff-b78a-5c8791fbb2b0" providerId="AD" clId="Web-{D37A1BE4-6C1D-381E-4012-DDBC34ED5526}" dt="2025-09-09T20:45:05.895" v="3106" actId="1076"/>
          <ac:spMkLst>
            <pc:docMk/>
            <pc:sldMk cId="856853399" sldId="334"/>
            <ac:spMk id="11" creationId="{67FFAF21-D32B-821B-4A57-48FF6BAD5FA9}"/>
          </ac:spMkLst>
        </pc:spChg>
        <pc:picChg chg="mod">
          <ac:chgData name="Srivastava, Chitransh" userId="S::chitransh.s.exl@canopius.com::66bedd18-9272-4eff-b78a-5c8791fbb2b0" providerId="AD" clId="Web-{D37A1BE4-6C1D-381E-4012-DDBC34ED5526}" dt="2025-09-09T20:45:05.879" v="3104" actId="1076"/>
          <ac:picMkLst>
            <pc:docMk/>
            <pc:sldMk cId="856853399" sldId="334"/>
            <ac:picMk id="9" creationId="{3CA55931-4141-DE65-60A7-4776876A3B14}"/>
          </ac:picMkLst>
        </pc:picChg>
        <pc:picChg chg="mod">
          <ac:chgData name="Srivastava, Chitransh" userId="S::chitransh.s.exl@canopius.com::66bedd18-9272-4eff-b78a-5c8791fbb2b0" providerId="AD" clId="Web-{D37A1BE4-6C1D-381E-4012-DDBC34ED5526}" dt="2025-09-09T20:45:05.895" v="3105" actId="1076"/>
          <ac:picMkLst>
            <pc:docMk/>
            <pc:sldMk cId="856853399" sldId="334"/>
            <ac:picMk id="10" creationId="{8BC7C782-55F5-FB9C-A6A6-9BC0DA877554}"/>
          </ac:picMkLst>
        </pc:picChg>
      </pc:sldChg>
      <pc:sldChg chg="addSp modSp">
        <pc:chgData name="Srivastava, Chitransh" userId="S::chitransh.s.exl@canopius.com::66bedd18-9272-4eff-b78a-5c8791fbb2b0" providerId="AD" clId="Web-{D37A1BE4-6C1D-381E-4012-DDBC34ED5526}" dt="2025-09-09T19:44:03.411" v="2000" actId="1076"/>
        <pc:sldMkLst>
          <pc:docMk/>
          <pc:sldMk cId="3179984336" sldId="335"/>
        </pc:sldMkLst>
        <pc:spChg chg="add mod">
          <ac:chgData name="Srivastava, Chitransh" userId="S::chitransh.s.exl@canopius.com::66bedd18-9272-4eff-b78a-5c8791fbb2b0" providerId="AD" clId="Web-{D37A1BE4-6C1D-381E-4012-DDBC34ED5526}" dt="2025-09-09T19:44:03.411" v="2000" actId="1076"/>
          <ac:spMkLst>
            <pc:docMk/>
            <pc:sldMk cId="3179984336" sldId="335"/>
            <ac:spMk id="2" creationId="{1506B9BB-DEF9-1698-F90D-08C639D702D5}"/>
          </ac:spMkLst>
        </pc:spChg>
      </pc:sldChg>
      <pc:sldChg chg="del">
        <pc:chgData name="Srivastava, Chitransh" userId="S::chitransh.s.exl@canopius.com::66bedd18-9272-4eff-b78a-5c8791fbb2b0" providerId="AD" clId="Web-{D37A1BE4-6C1D-381E-4012-DDBC34ED5526}" dt="2025-09-09T20:42:23.707" v="3034"/>
        <pc:sldMkLst>
          <pc:docMk/>
          <pc:sldMk cId="1962346956" sldId="341"/>
        </pc:sldMkLst>
      </pc:sldChg>
      <pc:sldChg chg="addSp delSp modSp">
        <pc:chgData name="Srivastava, Chitransh" userId="S::chitransh.s.exl@canopius.com::66bedd18-9272-4eff-b78a-5c8791fbb2b0" providerId="AD" clId="Web-{D37A1BE4-6C1D-381E-4012-DDBC34ED5526}" dt="2025-09-09T20:42:30.379" v="3039" actId="20577"/>
        <pc:sldMkLst>
          <pc:docMk/>
          <pc:sldMk cId="865594726" sldId="347"/>
        </pc:sldMkLst>
      </pc:sldChg>
      <pc:sldChg chg="del">
        <pc:chgData name="Srivastava, Chitransh" userId="S::chitransh.s.exl@canopius.com::66bedd18-9272-4eff-b78a-5c8791fbb2b0" providerId="AD" clId="Web-{D37A1BE4-6C1D-381E-4012-DDBC34ED5526}" dt="2025-09-09T19:25:32.550" v="1853"/>
        <pc:sldMkLst>
          <pc:docMk/>
          <pc:sldMk cId="1020147906" sldId="360"/>
        </pc:sldMkLst>
      </pc:sldChg>
      <pc:sldChg chg="del">
        <pc:chgData name="Srivastava, Chitransh" userId="S::chitransh.s.exl@canopius.com::66bedd18-9272-4eff-b78a-5c8791fbb2b0" providerId="AD" clId="Web-{D37A1BE4-6C1D-381E-4012-DDBC34ED5526}" dt="2025-09-09T19:34:43.687" v="1923"/>
        <pc:sldMkLst>
          <pc:docMk/>
          <pc:sldMk cId="83456489" sldId="361"/>
        </pc:sldMkLst>
      </pc:sldChg>
      <pc:sldChg chg="del">
        <pc:chgData name="Srivastava, Chitransh" userId="S::chitransh.s.exl@canopius.com::66bedd18-9272-4eff-b78a-5c8791fbb2b0" providerId="AD" clId="Web-{D37A1BE4-6C1D-381E-4012-DDBC34ED5526}" dt="2025-09-09T19:26:31.629" v="1856"/>
        <pc:sldMkLst>
          <pc:docMk/>
          <pc:sldMk cId="588197598" sldId="364"/>
        </pc:sldMkLst>
      </pc:sldChg>
      <pc:sldChg chg="del">
        <pc:chgData name="Srivastava, Chitransh" userId="S::chitransh.s.exl@canopius.com::66bedd18-9272-4eff-b78a-5c8791fbb2b0" providerId="AD" clId="Web-{D37A1BE4-6C1D-381E-4012-DDBC34ED5526}" dt="2025-09-09T19:39:45.845" v="1938"/>
        <pc:sldMkLst>
          <pc:docMk/>
          <pc:sldMk cId="1745006944" sldId="365"/>
        </pc:sldMkLst>
      </pc:sldChg>
      <pc:sldChg chg="addSp delSp modSp">
        <pc:chgData name="Srivastava, Chitransh" userId="S::chitransh.s.exl@canopius.com::66bedd18-9272-4eff-b78a-5c8791fbb2b0" providerId="AD" clId="Web-{D37A1BE4-6C1D-381E-4012-DDBC34ED5526}" dt="2025-09-09T19:30:35.509" v="1874" actId="1076"/>
        <pc:sldMkLst>
          <pc:docMk/>
          <pc:sldMk cId="2281123921" sldId="367"/>
        </pc:sldMkLst>
        <pc:picChg chg="add mod">
          <ac:chgData name="Srivastava, Chitransh" userId="S::chitransh.s.exl@canopius.com::66bedd18-9272-4eff-b78a-5c8791fbb2b0" providerId="AD" clId="Web-{D37A1BE4-6C1D-381E-4012-DDBC34ED5526}" dt="2025-09-09T19:30:35.509" v="1874" actId="1076"/>
          <ac:picMkLst>
            <pc:docMk/>
            <pc:sldMk cId="2281123921" sldId="367"/>
            <ac:picMk id="9" creationId="{5E5C4DD3-E436-D490-3310-D2FF6ABF1520}"/>
          </ac:picMkLst>
        </pc:picChg>
      </pc:sldChg>
      <pc:sldChg chg="addSp delSp modSp">
        <pc:chgData name="Srivastava, Chitransh" userId="S::chitransh.s.exl@canopius.com::66bedd18-9272-4eff-b78a-5c8791fbb2b0" providerId="AD" clId="Web-{D37A1BE4-6C1D-381E-4012-DDBC34ED5526}" dt="2025-09-09T20:48:06.476" v="3151" actId="14100"/>
        <pc:sldMkLst>
          <pc:docMk/>
          <pc:sldMk cId="876775574" sldId="371"/>
        </pc:sldMkLst>
        <pc:spChg chg="mod">
          <ac:chgData name="Srivastava, Chitransh" userId="S::chitransh.s.exl@canopius.com::66bedd18-9272-4eff-b78a-5c8791fbb2b0" providerId="AD" clId="Web-{D37A1BE4-6C1D-381E-4012-DDBC34ED5526}" dt="2025-09-09T20:47:58.241" v="3150" actId="14100"/>
          <ac:spMkLst>
            <pc:docMk/>
            <pc:sldMk cId="876775574" sldId="371"/>
            <ac:spMk id="6" creationId="{53339B1A-3AF8-4F1C-EF3F-872E5BBBBB2F}"/>
          </ac:spMkLst>
        </pc:spChg>
        <pc:spChg chg="mod">
          <ac:chgData name="Srivastava, Chitransh" userId="S::chitransh.s.exl@canopius.com::66bedd18-9272-4eff-b78a-5c8791fbb2b0" providerId="AD" clId="Web-{D37A1BE4-6C1D-381E-4012-DDBC34ED5526}" dt="2025-09-09T20:47:58.241" v="3149" actId="14100"/>
          <ac:spMkLst>
            <pc:docMk/>
            <pc:sldMk cId="876775574" sldId="371"/>
            <ac:spMk id="7" creationId="{DEC166FB-5C0D-1F43-E818-D661A9053251}"/>
          </ac:spMkLst>
        </pc:spChg>
        <pc:spChg chg="mod">
          <ac:chgData name="Srivastava, Chitransh" userId="S::chitransh.s.exl@canopius.com::66bedd18-9272-4eff-b78a-5c8791fbb2b0" providerId="AD" clId="Web-{D37A1BE4-6C1D-381E-4012-DDBC34ED5526}" dt="2025-09-09T20:47:58.241" v="3148" actId="14100"/>
          <ac:spMkLst>
            <pc:docMk/>
            <pc:sldMk cId="876775574" sldId="371"/>
            <ac:spMk id="9" creationId="{58617031-1C91-D482-801E-8FDBF857568A}"/>
          </ac:spMkLst>
        </pc:spChg>
        <pc:spChg chg="add mod">
          <ac:chgData name="Srivastava, Chitransh" userId="S::chitransh.s.exl@canopius.com::66bedd18-9272-4eff-b78a-5c8791fbb2b0" providerId="AD" clId="Web-{D37A1BE4-6C1D-381E-4012-DDBC34ED5526}" dt="2025-09-09T20:47:58.226" v="3145" actId="14100"/>
          <ac:spMkLst>
            <pc:docMk/>
            <pc:sldMk cId="876775574" sldId="371"/>
            <ac:spMk id="11" creationId="{21C8801B-4675-B33E-E993-E670004E00EE}"/>
          </ac:spMkLst>
        </pc:spChg>
      </pc:sldChg>
      <pc:sldChg chg="addSp delSp modSp">
        <pc:chgData name="Srivastava, Chitransh" userId="S::chitransh.s.exl@canopius.com::66bedd18-9272-4eff-b78a-5c8791fbb2b0" providerId="AD" clId="Web-{D37A1BE4-6C1D-381E-4012-DDBC34ED5526}" dt="2025-09-10T09:29:38.633" v="3194" actId="1076"/>
        <pc:sldMkLst>
          <pc:docMk/>
          <pc:sldMk cId="3478730802" sldId="372"/>
        </pc:sldMkLst>
        <pc:spChg chg="add mod">
          <ac:chgData name="Srivastava, Chitransh" userId="S::chitransh.s.exl@canopius.com::66bedd18-9272-4eff-b78a-5c8791fbb2b0" providerId="AD" clId="Web-{D37A1BE4-6C1D-381E-4012-DDBC34ED5526}" dt="2025-09-09T20:08:21.729" v="2321" actId="1076"/>
          <ac:spMkLst>
            <pc:docMk/>
            <pc:sldMk cId="3478730802" sldId="372"/>
            <ac:spMk id="3" creationId="{6708D01F-0ADE-C3A4-3571-9CBCEAC6C7EE}"/>
          </ac:spMkLst>
        </pc:spChg>
        <pc:graphicFrameChg chg="add del mod modGraphic">
          <ac:chgData name="Srivastava, Chitransh" userId="S::chitransh.s.exl@canopius.com::66bedd18-9272-4eff-b78a-5c8791fbb2b0" providerId="AD" clId="Web-{D37A1BE4-6C1D-381E-4012-DDBC34ED5526}" dt="2025-09-10T09:29:38.633" v="3194" actId="1076"/>
          <ac:graphicFrameMkLst>
            <pc:docMk/>
            <pc:sldMk cId="3478730802" sldId="372"/>
            <ac:graphicFrameMk id="4" creationId="{00000000-0000-0000-0000-000000000000}"/>
          </ac:graphicFrameMkLst>
        </pc:graphicFrameChg>
      </pc:sldChg>
      <pc:sldChg chg="addSp delSp modSp del">
        <pc:chgData name="Srivastava, Chitransh" userId="S::chitransh.s.exl@canopius.com::66bedd18-9272-4eff-b78a-5c8791fbb2b0" providerId="AD" clId="Web-{D37A1BE4-6C1D-381E-4012-DDBC34ED5526}" dt="2025-09-09T20:39:41.284" v="2977"/>
        <pc:sldMkLst>
          <pc:docMk/>
          <pc:sldMk cId="3015215468" sldId="375"/>
        </pc:sldMkLst>
      </pc:sldChg>
      <pc:sldChg chg="del">
        <pc:chgData name="Srivastava, Chitransh" userId="S::chitransh.s.exl@canopius.com::66bedd18-9272-4eff-b78a-5c8791fbb2b0" providerId="AD" clId="Web-{D37A1BE4-6C1D-381E-4012-DDBC34ED5526}" dt="2025-09-09T20:46:15.897" v="3107"/>
        <pc:sldMkLst>
          <pc:docMk/>
          <pc:sldMk cId="2501132305" sldId="377"/>
        </pc:sldMkLst>
      </pc:sldChg>
      <pc:sldChg chg="del">
        <pc:chgData name="Srivastava, Chitransh" userId="S::chitransh.s.exl@canopius.com::66bedd18-9272-4eff-b78a-5c8791fbb2b0" providerId="AD" clId="Web-{D37A1BE4-6C1D-381E-4012-DDBC34ED5526}" dt="2025-09-09T20:46:17.553" v="3108"/>
        <pc:sldMkLst>
          <pc:docMk/>
          <pc:sldMk cId="738781934" sldId="378"/>
        </pc:sldMkLst>
      </pc:sldChg>
      <pc:sldChg chg="addSp delSp del">
        <pc:chgData name="Srivastava, Chitransh" userId="S::chitransh.s.exl@canopius.com::66bedd18-9272-4eff-b78a-5c8791fbb2b0" providerId="AD" clId="Web-{D37A1BE4-6C1D-381E-4012-DDBC34ED5526}" dt="2025-09-09T20:48:15.726" v="3152"/>
        <pc:sldMkLst>
          <pc:docMk/>
          <pc:sldMk cId="3708847557" sldId="381"/>
        </pc:sldMkLst>
      </pc:sldChg>
      <pc:sldChg chg="addSp delSp modSp add replId">
        <pc:chgData name="Srivastava, Chitransh" userId="S::chitransh.s.exl@canopius.com::66bedd18-9272-4eff-b78a-5c8791fbb2b0" providerId="AD" clId="Web-{D37A1BE4-6C1D-381E-4012-DDBC34ED5526}" dt="2025-09-09T20:10:02.471" v="2346" actId="20577"/>
        <pc:sldMkLst>
          <pc:docMk/>
          <pc:sldMk cId="220075771" sldId="382"/>
        </pc:sldMkLst>
        <pc:spChg chg="add del">
          <ac:chgData name="Srivastava, Chitransh" userId="S::chitransh.s.exl@canopius.com::66bedd18-9272-4eff-b78a-5c8791fbb2b0" providerId="AD" clId="Web-{D37A1BE4-6C1D-381E-4012-DDBC34ED5526}" dt="2025-09-09T19:02:19.854" v="519"/>
          <ac:spMkLst>
            <pc:docMk/>
            <pc:sldMk cId="220075771" sldId="382"/>
            <ac:spMk id="4" creationId="{DBD6034E-5A47-A845-5D21-3FFEDA36F6EF}"/>
          </ac:spMkLst>
        </pc:spChg>
        <pc:spChg chg="add del">
          <ac:chgData name="Srivastava, Chitransh" userId="S::chitransh.s.exl@canopius.com::66bedd18-9272-4eff-b78a-5c8791fbb2b0" providerId="AD" clId="Web-{D37A1BE4-6C1D-381E-4012-DDBC34ED5526}" dt="2025-09-09T19:02:19.854" v="520"/>
          <ac:spMkLst>
            <pc:docMk/>
            <pc:sldMk cId="220075771" sldId="382"/>
            <ac:spMk id="5" creationId="{2223F414-DE11-9D5C-4984-3194216DB96E}"/>
          </ac:spMkLst>
        </pc:spChg>
        <pc:spChg chg="mod">
          <ac:chgData name="Srivastava, Chitransh" userId="S::chitransh.s.exl@canopius.com::66bedd18-9272-4eff-b78a-5c8791fbb2b0" providerId="AD" clId="Web-{D37A1BE4-6C1D-381E-4012-DDBC34ED5526}" dt="2025-09-09T20:10:02.471" v="2346" actId="20577"/>
          <ac:spMkLst>
            <pc:docMk/>
            <pc:sldMk cId="220075771" sldId="382"/>
            <ac:spMk id="16" creationId="{1BC83EA6-1526-5F5E-E972-1516CAE7DE3C}"/>
          </ac:spMkLst>
        </pc:spChg>
        <pc:graphicFrameChg chg="add mod modGraphic">
          <ac:chgData name="Srivastava, Chitransh" userId="S::chitransh.s.exl@canopius.com::66bedd18-9272-4eff-b78a-5c8791fbb2b0" providerId="AD" clId="Web-{D37A1BE4-6C1D-381E-4012-DDBC34ED5526}" dt="2025-09-09T19:23:42.846" v="1852"/>
          <ac:graphicFrameMkLst>
            <pc:docMk/>
            <pc:sldMk cId="220075771" sldId="382"/>
            <ac:graphicFrameMk id="7" creationId="{F542A6B7-AEEE-22FD-9886-F4B9FB95B3DE}"/>
          </ac:graphicFrameMkLst>
        </pc:graphicFrameChg>
      </pc:sldChg>
      <pc:sldChg chg="modSp add ord replId">
        <pc:chgData name="Srivastava, Chitransh" userId="S::chitransh.s.exl@canopius.com::66bedd18-9272-4eff-b78a-5c8791fbb2b0" providerId="AD" clId="Web-{D37A1BE4-6C1D-381E-4012-DDBC34ED5526}" dt="2025-09-09T20:09:18.624" v="2340" actId="20577"/>
        <pc:sldMkLst>
          <pc:docMk/>
          <pc:sldMk cId="2788610618" sldId="383"/>
        </pc:sldMkLst>
        <pc:spChg chg="mod">
          <ac:chgData name="Srivastava, Chitransh" userId="S::chitransh.s.exl@canopius.com::66bedd18-9272-4eff-b78a-5c8791fbb2b0" providerId="AD" clId="Web-{D37A1BE4-6C1D-381E-4012-DDBC34ED5526}" dt="2025-09-09T19:27:03.067" v="1862" actId="20577"/>
          <ac:spMkLst>
            <pc:docMk/>
            <pc:sldMk cId="2788610618" sldId="383"/>
            <ac:spMk id="2" creationId="{580D0088-9919-24A2-0B9D-A049B402CFA0}"/>
          </ac:spMkLst>
        </pc:spChg>
        <pc:spChg chg="mod">
          <ac:chgData name="Srivastava, Chitransh" userId="S::chitransh.s.exl@canopius.com::66bedd18-9272-4eff-b78a-5c8791fbb2b0" providerId="AD" clId="Web-{D37A1BE4-6C1D-381E-4012-DDBC34ED5526}" dt="2025-09-09T20:09:18.624" v="2340" actId="20577"/>
          <ac:spMkLst>
            <pc:docMk/>
            <pc:sldMk cId="2788610618" sldId="383"/>
            <ac:spMk id="40" creationId="{2A704C33-7608-8870-A12B-96C1B9A7538E}"/>
          </ac:spMkLst>
        </pc:spChg>
        <pc:spChg chg="mod">
          <ac:chgData name="Srivastava, Chitransh" userId="S::chitransh.s.exl@canopius.com::66bedd18-9272-4eff-b78a-5c8791fbb2b0" providerId="AD" clId="Web-{D37A1BE4-6C1D-381E-4012-DDBC34ED5526}" dt="2025-09-09T19:27:17.629" v="1864" actId="20577"/>
          <ac:spMkLst>
            <pc:docMk/>
            <pc:sldMk cId="2788610618" sldId="383"/>
            <ac:spMk id="72" creationId="{E3A71DBF-4967-92DF-E919-9CF3D4D01BFA}"/>
          </ac:spMkLst>
        </pc:spChg>
      </pc:sldChg>
      <pc:sldChg chg="modSp add replId">
        <pc:chgData name="Srivastava, Chitransh" userId="S::chitransh.s.exl@canopius.com::66bedd18-9272-4eff-b78a-5c8791fbb2b0" providerId="AD" clId="Web-{D37A1BE4-6C1D-381E-4012-DDBC34ED5526}" dt="2025-09-09T20:27:20.853" v="2858"/>
        <pc:sldMkLst>
          <pc:docMk/>
          <pc:sldMk cId="920895103" sldId="384"/>
        </pc:sldMkLst>
        <pc:spChg chg="mod">
          <ac:chgData name="Srivastava, Chitransh" userId="S::chitransh.s.exl@canopius.com::66bedd18-9272-4eff-b78a-5c8791fbb2b0" providerId="AD" clId="Web-{D37A1BE4-6C1D-381E-4012-DDBC34ED5526}" dt="2025-09-09T20:25:48.118" v="2739" actId="20577"/>
          <ac:spMkLst>
            <pc:docMk/>
            <pc:sldMk cId="920895103" sldId="384"/>
            <ac:spMk id="16" creationId="{326EA047-19AE-DB70-9457-6ECDD66C4390}"/>
          </ac:spMkLst>
        </pc:spChg>
        <pc:graphicFrameChg chg="mod modGraphic">
          <ac:chgData name="Srivastava, Chitransh" userId="S::chitransh.s.exl@canopius.com::66bedd18-9272-4eff-b78a-5c8791fbb2b0" providerId="AD" clId="Web-{D37A1BE4-6C1D-381E-4012-DDBC34ED5526}" dt="2025-09-09T20:27:20.853" v="2858"/>
          <ac:graphicFrameMkLst>
            <pc:docMk/>
            <pc:sldMk cId="920895103" sldId="384"/>
            <ac:graphicFrameMk id="7" creationId="{504ACE96-81C5-D188-5FE3-15C29A7E60E1}"/>
          </ac:graphicFrameMkLst>
        </pc:graphicFrameChg>
      </pc:sldChg>
      <pc:sldChg chg="new del">
        <pc:chgData name="Srivastava, Chitransh" userId="S::chitransh.s.exl@canopius.com::66bedd18-9272-4eff-b78a-5c8791fbb2b0" providerId="AD" clId="Web-{D37A1BE4-6C1D-381E-4012-DDBC34ED5526}" dt="2025-09-09T19:57:51.539" v="2229"/>
        <pc:sldMkLst>
          <pc:docMk/>
          <pc:sldMk cId="1224609105" sldId="384"/>
        </pc:sldMkLst>
      </pc:sldChg>
      <pc:sldChg chg="addSp delSp modSp add replId">
        <pc:chgData name="Srivastava, Chitransh" userId="S::chitransh.s.exl@canopius.com::66bedd18-9272-4eff-b78a-5c8791fbb2b0" providerId="AD" clId="Web-{D37A1BE4-6C1D-381E-4012-DDBC34ED5526}" dt="2025-09-09T20:41:03.191" v="3018" actId="1076"/>
        <pc:sldMkLst>
          <pc:docMk/>
          <pc:sldMk cId="3655858677" sldId="385"/>
        </pc:sldMkLst>
        <pc:graphicFrameChg chg="mod modGraphic">
          <ac:chgData name="Srivastava, Chitransh" userId="S::chitransh.s.exl@canopius.com::66bedd18-9272-4eff-b78a-5c8791fbb2b0" providerId="AD" clId="Web-{D37A1BE4-6C1D-381E-4012-DDBC34ED5526}" dt="2025-09-09T20:41:03.191" v="3018" actId="1076"/>
          <ac:graphicFrameMkLst>
            <pc:docMk/>
            <pc:sldMk cId="3655858677" sldId="385"/>
            <ac:graphicFrameMk id="19" creationId="{C1E09B58-8C13-C9F6-736E-904A6C61E58A}"/>
          </ac:graphicFrameMkLst>
        </pc:graphicFrameChg>
        <pc:picChg chg="add del">
          <ac:chgData name="Srivastava, Chitransh" userId="S::chitransh.s.exl@canopius.com::66bedd18-9272-4eff-b78a-5c8791fbb2b0" providerId="AD" clId="Web-{D37A1BE4-6C1D-381E-4012-DDBC34ED5526}" dt="2025-09-09T20:39:39.393" v="2976"/>
          <ac:picMkLst>
            <pc:docMk/>
            <pc:sldMk cId="3655858677" sldId="385"/>
            <ac:picMk id="12" creationId="{4EFA3500-DE35-DFF2-3318-6806EDE43CCA}"/>
          </ac:picMkLst>
        </pc:picChg>
      </pc:sldChg>
      <pc:sldChg chg="delSp modSp add replId">
        <pc:chgData name="Srivastava, Chitransh" userId="S::chitransh.s.exl@canopius.com::66bedd18-9272-4eff-b78a-5c8791fbb2b0" providerId="AD" clId="Web-{D37A1BE4-6C1D-381E-4012-DDBC34ED5526}" dt="2025-09-09T20:41:34.691" v="3030"/>
        <pc:sldMkLst>
          <pc:docMk/>
          <pc:sldMk cId="119942576" sldId="386"/>
        </pc:sldMkLst>
        <pc:graphicFrameChg chg="mod modGraphic">
          <ac:chgData name="Srivastava, Chitransh" userId="S::chitransh.s.exl@canopius.com::66bedd18-9272-4eff-b78a-5c8791fbb2b0" providerId="AD" clId="Web-{D37A1BE4-6C1D-381E-4012-DDBC34ED5526}" dt="2025-09-09T20:41:34.691" v="3030"/>
          <ac:graphicFrameMkLst>
            <pc:docMk/>
            <pc:sldMk cId="119942576" sldId="386"/>
            <ac:graphicFrameMk id="19" creationId="{1731B7FC-C562-D0CC-5D0D-2A6E7247BA65}"/>
          </ac:graphicFrameMkLst>
        </pc:graphicFrameChg>
      </pc:sldChg>
      <pc:sldChg chg="addSp delSp modSp add replId">
        <pc:chgData name="Srivastava, Chitransh" userId="S::chitransh.s.exl@canopius.com::66bedd18-9272-4eff-b78a-5c8791fbb2b0" providerId="AD" clId="Web-{D37A1BE4-6C1D-381E-4012-DDBC34ED5526}" dt="2025-09-09T20:44:55.567" v="3103" actId="1076"/>
        <pc:sldMkLst>
          <pc:docMk/>
          <pc:sldMk cId="1700238041" sldId="387"/>
        </pc:sldMkLst>
      </pc:sldChg>
    </pc:docChg>
  </pc:docChgLst>
</pc:chgInfo>
</file>

<file path=ppt/comments/modernComment_174_CF593832.xml><?xml version="1.0" encoding="utf-8"?>
<p188:cmLst xmlns:a="http://schemas.openxmlformats.org/drawingml/2006/main" xmlns:r="http://schemas.openxmlformats.org/officeDocument/2006/relationships" xmlns:p188="http://schemas.microsoft.com/office/powerpoint/2018/8/main">
  <p188:cm id="{5759A19D-DC5D-4D34-ABEB-BABD5CF9083C}" authorId="{33FD033B-8EE7-60FF-69C6-056B152FE97F}" created="2025-09-09T19:47:34.569">
    <ac:txMkLst xmlns:ac="http://schemas.microsoft.com/office/drawing/2013/main/command">
      <pc:docMk xmlns:pc="http://schemas.microsoft.com/office/powerpoint/2013/main/command"/>
      <pc:sldMk xmlns:pc="http://schemas.microsoft.com/office/powerpoint/2013/main/command" cId="3478730802" sldId="372"/>
      <ac:graphicFrameMk id="4" creationId="{00000000-0000-0000-0000-000000000000}"/>
      <ac:tblMk/>
      <ac:tcMk rowId="2691730153" colId="2936768974"/>
      <ac:txMk cp="0" len="23">
        <ac:context len="24" hash="1387301822"/>
      </ac:txMk>
    </ac:txMkLst>
    <p188:pos x="5845628" y="827314"/>
    <p188:txBody>
      <a:bodyPr/>
      <a:lstStyle/>
      <a:p>
        <a:r>
          <a:rPr lang="en-US"/>
          <a:t>DEFAULT VALUE in initial run R1</a:t>
        </a:r>
      </a:p>
    </p188:txBody>
  </p188:cm>
  <p188:cm id="{DC0A8DBC-AA8B-4C93-9EE6-18A1272F74B1}" authorId="{33FD033B-8EE7-60FF-69C6-056B152FE97F}" created="2025-09-09T19:49:00.462">
    <ac:txMkLst xmlns:ac="http://schemas.microsoft.com/office/drawing/2013/main/command">
      <pc:docMk xmlns:pc="http://schemas.microsoft.com/office/powerpoint/2013/main/command"/>
      <pc:sldMk xmlns:pc="http://schemas.microsoft.com/office/powerpoint/2013/main/command" cId="3478730802" sldId="372"/>
      <ac:graphicFrameMk id="4" creationId="{00000000-0000-0000-0000-000000000000}"/>
      <ac:tblMk/>
      <ac:tcMk rowId="2896206832" colId="2936768974"/>
      <ac:txMk cp="0" len="23">
        <ac:context len="24" hash="1387301822"/>
      </ac:txMk>
    </ac:txMkLst>
    <p188:pos x="5845628" y="1284514"/>
    <p188:txBody>
      <a:bodyPr/>
      <a:lstStyle/>
      <a:p>
        <a:r>
          <a:rPr lang="en-US"/>
          <a:t>R1 raw's "output from"</a:t>
        </a:r>
      </a:p>
    </p188:txBody>
  </p188:cm>
  <p188:cm id="{95F33EF6-3228-4FFF-8F64-6F92AB19EC8B}" authorId="{33FD033B-8EE7-60FF-69C6-056B152FE97F}" created="2025-09-09T19:49:23.118">
    <ac:txMkLst xmlns:ac="http://schemas.microsoft.com/office/drawing/2013/main/command">
      <pc:docMk xmlns:pc="http://schemas.microsoft.com/office/powerpoint/2013/main/command"/>
      <pc:sldMk xmlns:pc="http://schemas.microsoft.com/office/powerpoint/2013/main/command" cId="3478730802" sldId="372"/>
      <ac:graphicFrameMk id="4" creationId="{00000000-0000-0000-0000-000000000000}"/>
      <ac:tblMk/>
      <ac:tcMk rowId="2691730153" colId="4079544743"/>
      <ac:txMk cp="0" len="23">
        <ac:context len="24" hash="2515166636"/>
      </ac:txMk>
    </ac:txMkLst>
    <p188:pos x="7369628" y="827314"/>
    <p188:txBody>
      <a:bodyPr/>
      <a:lstStyle/>
      <a:p>
        <a:r>
          <a:rPr lang="en-US"/>
          <a:t>Timestamp from ADLS Location</a:t>
        </a:r>
      </a:p>
    </p188:txBody>
  </p188:cm>
  <p188:cm id="{E2F0FBA4-6595-4CAA-8387-87E4A75C04DD}" authorId="{33FD033B-8EE7-60FF-69C6-056B152FE97F}" created="2025-09-09T19:51:57.925">
    <ac:txMkLst xmlns:ac="http://schemas.microsoft.com/office/drawing/2013/main/command">
      <pc:docMk xmlns:pc="http://schemas.microsoft.com/office/powerpoint/2013/main/command"/>
      <pc:sldMk xmlns:pc="http://schemas.microsoft.com/office/powerpoint/2013/main/command" cId="3478730802" sldId="372"/>
      <ac:graphicFrameMk id="4" creationId="{00000000-0000-0000-0000-000000000000}"/>
      <ac:tblMk/>
      <ac:tcMk rowId="2691730153" colId="2409837430"/>
      <ac:txMk cp="0" len="23">
        <ac:context len="24" hash="1387301822"/>
      </ac:txMk>
    </ac:txMkLst>
    <p188:pos x="8893628" y="827314"/>
    <p188:txBody>
      <a:bodyPr/>
      <a:lstStyle/>
      <a:p>
        <a:r>
          <a:rPr lang="en-US"/>
          <a:t>DEFAULT VALUE in initial run R1</a:t>
        </a:r>
      </a:p>
    </p188:txBody>
  </p188:cm>
  <p188:cm id="{3496ECC2-F05C-4896-889A-C86B44B19297}" authorId="{33FD033B-8EE7-60FF-69C6-056B152FE97F}" created="2025-09-09T19:52:15.958">
    <ac:txMkLst xmlns:ac="http://schemas.microsoft.com/office/drawing/2013/main/command">
      <pc:docMk xmlns:pc="http://schemas.microsoft.com/office/powerpoint/2013/main/command"/>
      <pc:sldMk xmlns:pc="http://schemas.microsoft.com/office/powerpoint/2013/main/command" cId="3478730802" sldId="372"/>
      <ac:graphicFrameMk id="4" creationId="{00000000-0000-0000-0000-000000000000}"/>
      <ac:tblMk/>
      <ac:tcMk rowId="2691730153" colId="1610262218"/>
      <ac:txMk cp="0" len="23">
        <ac:context len="24" hash="2515166636"/>
      </ac:txMk>
    </ac:txMkLst>
    <p188:pos x="10417628" y="827314"/>
    <p188:txBody>
      <a:bodyPr/>
      <a:lstStyle/>
      <a:p>
        <a:r>
          <a:rPr lang="en-US"/>
          <a:t>Timestamp from ADLS Location</a:t>
        </a:r>
      </a:p>
    </p188:txBody>
  </p188:cm>
  <p188:cm id="{D6730D82-E021-4CD5-ACA7-11E5FBC1A25C}" authorId="{33FD033B-8EE7-60FF-69C6-056B152FE97F}" created="2025-09-09T19:53:04.366">
    <ac:txMkLst xmlns:ac="http://schemas.microsoft.com/office/drawing/2013/main/command">
      <pc:docMk xmlns:pc="http://schemas.microsoft.com/office/powerpoint/2013/main/command"/>
      <pc:sldMk xmlns:pc="http://schemas.microsoft.com/office/powerpoint/2013/main/command" cId="3478730802" sldId="372"/>
      <ac:graphicFrameMk id="4" creationId="{00000000-0000-0000-0000-000000000000}"/>
      <ac:tblMk/>
      <ac:tcMk rowId="2896206832" colId="4079544743"/>
      <ac:txMk cp="0" len="23">
        <ac:context len="24" hash="2515166636"/>
      </ac:txMk>
    </ac:txMkLst>
    <p188:pos x="7369628" y="1284514"/>
    <p188:txBody>
      <a:bodyPr/>
      <a:lstStyle/>
      <a:p>
        <a:r>
          <a:rPr lang="en-US"/>
          <a:t>R1 raw's "output to"</a:t>
        </a:r>
      </a:p>
    </p188:txBody>
  </p188:cm>
  <p188:cm id="{9844699A-5985-4696-B25A-013BDA0A731F}" authorId="{33FD033B-8EE7-60FF-69C6-056B152FE97F}" created="2025-09-09T19:54:01.289">
    <ac:txMkLst xmlns:ac="http://schemas.microsoft.com/office/drawing/2013/main/command">
      <pc:docMk xmlns:pc="http://schemas.microsoft.com/office/powerpoint/2013/main/command"/>
      <pc:sldMk xmlns:pc="http://schemas.microsoft.com/office/powerpoint/2013/main/command" cId="3478730802" sldId="372"/>
      <ac:graphicFrameMk id="4" creationId="{00000000-0000-0000-0000-000000000000}"/>
      <ac:tblMk/>
      <ac:tcMk rowId="2896206832" colId="2409837430"/>
      <ac:txMk cp="0" len="23">
        <ac:context len="24" hash="1387301822"/>
      </ac:txMk>
    </ac:txMkLst>
    <p188:pos x="8893628" y="1284514"/>
    <p188:txBody>
      <a:bodyPr/>
      <a:lstStyle/>
      <a:p>
        <a:r>
          <a:rPr lang="en-US"/>
          <a:t>DEFAULT VALUE in initial run R1</a:t>
        </a:r>
      </a:p>
    </p188:txBody>
  </p188:cm>
  <p188:cm id="{5B098EE4-06D0-4FD7-909A-E146B99F3C22}" authorId="{33FD033B-8EE7-60FF-69C6-056B152FE97F}" created="2025-09-09T19:54:34.258">
    <ac:txMkLst xmlns:ac="http://schemas.microsoft.com/office/drawing/2013/main/command">
      <pc:docMk xmlns:pc="http://schemas.microsoft.com/office/powerpoint/2013/main/command"/>
      <pc:sldMk xmlns:pc="http://schemas.microsoft.com/office/powerpoint/2013/main/command" cId="3478730802" sldId="372"/>
      <ac:graphicFrameMk id="4" creationId="{00000000-0000-0000-0000-000000000000}"/>
      <ac:tblMk/>
      <ac:tcMk rowId="2896206832" colId="1610262218"/>
      <ac:txMk cp="0" len="23">
        <ac:context len="24" hash="623089705"/>
      </ac:txMk>
    </ac:txMkLst>
    <p188:pos x="10417628" y="1284514"/>
    <p188:txBody>
      <a:bodyPr/>
      <a:lstStyle/>
      <a:p>
        <a:r>
          <a:rPr lang="en-US"/>
          <a:t>CURRENT_TIMESTAMP</a:t>
        </a:r>
      </a:p>
    </p188:txBody>
  </p188:cm>
  <p188:cm id="{56AFF91A-8284-4649-B580-A91C2E35EEB8}" authorId="{33FD033B-8EE7-60FF-69C6-056B152FE97F}" created="2025-09-09T20:00:45.477">
    <ac:txMkLst xmlns:ac="http://schemas.microsoft.com/office/drawing/2013/main/command">
      <pc:docMk xmlns:pc="http://schemas.microsoft.com/office/powerpoint/2013/main/command"/>
      <pc:sldMk xmlns:pc="http://schemas.microsoft.com/office/powerpoint/2013/main/command" cId="3478730802" sldId="372"/>
      <ac:graphicFrameMk id="4" creationId="{00000000-0000-0000-0000-000000000000}"/>
      <ac:tblMk/>
      <ac:tcMk rowId="711370297" colId="2936768974"/>
      <ac:txMk cp="0" len="23">
        <ac:context len="24" hash="2515166636"/>
      </ac:txMk>
    </ac:txMkLst>
    <p188:pos x="5540828" y="1447800"/>
    <p188:txBody>
      <a:bodyPr/>
      <a:lstStyle/>
      <a:p>
        <a:r>
          <a:rPr lang="en-US"/>
          <a:t>R1 raw's "output to"</a:t>
        </a:r>
      </a:p>
    </p188:txBody>
  </p188:cm>
  <p188:cm id="{B9C6C3FE-2CC5-433E-8928-631C63483383}" authorId="{33FD033B-8EE7-60FF-69C6-056B152FE97F}" created="2025-09-09T20:00:55.602">
    <ac:txMkLst xmlns:ac="http://schemas.microsoft.com/office/drawing/2013/main/command">
      <pc:docMk xmlns:pc="http://schemas.microsoft.com/office/powerpoint/2013/main/command"/>
      <pc:sldMk xmlns:pc="http://schemas.microsoft.com/office/powerpoint/2013/main/command" cId="3478730802" sldId="372"/>
      <ac:graphicFrameMk id="4" creationId="{00000000-0000-0000-0000-000000000000}"/>
      <ac:tblMk/>
      <ac:tcMk rowId="711370297" colId="4079544743"/>
      <ac:txMk cp="0" len="23">
        <ac:context len="24" hash="1251496040"/>
      </ac:txMk>
    </ac:txMkLst>
    <p188:pos x="7402285" y="1447800"/>
    <p188:txBody>
      <a:bodyPr/>
      <a:lstStyle/>
      <a:p>
        <a:r>
          <a:rPr lang="en-US"/>
          <a:t>CURRENT_TIMESTAMP</a:t>
        </a:r>
      </a:p>
    </p188:txBody>
  </p188:cm>
  <p188:cm id="{6146D647-961B-4227-B4CE-AB7986947A39}" authorId="{33FD033B-8EE7-60FF-69C6-056B152FE97F}" created="2025-09-09T20:01:08.352">
    <ac:txMkLst xmlns:ac="http://schemas.microsoft.com/office/drawing/2013/main/command">
      <pc:docMk xmlns:pc="http://schemas.microsoft.com/office/powerpoint/2013/main/command"/>
      <pc:sldMk xmlns:pc="http://schemas.microsoft.com/office/powerpoint/2013/main/command" cId="3478730802" sldId="372"/>
      <ac:graphicFrameMk id="4" creationId="{00000000-0000-0000-0000-000000000000}"/>
      <ac:tblMk/>
      <ac:tcMk rowId="711370297" colId="2409837430"/>
      <ac:txMk cp="0" len="23">
        <ac:context len="24" hash="2515166636"/>
      </ac:txMk>
    </ac:txMkLst>
    <p188:pos x="9263742" y="1447800"/>
    <p188:txBody>
      <a:bodyPr/>
      <a:lstStyle/>
      <a:p>
        <a:r>
          <a:rPr lang="en-US"/>
          <a:t>R1 raw's "output to"</a:t>
        </a:r>
      </a:p>
    </p188:txBody>
  </p188:cm>
  <p188:cm id="{2C2BA324-DF3F-4462-AB3C-4D08F68271B1}" authorId="{33FD033B-8EE7-60FF-69C6-056B152FE97F}" created="2025-09-09T20:01:40.618">
    <ac:txMkLst xmlns:ac="http://schemas.microsoft.com/office/drawing/2013/main/command">
      <pc:docMk xmlns:pc="http://schemas.microsoft.com/office/powerpoint/2013/main/command"/>
      <pc:sldMk xmlns:pc="http://schemas.microsoft.com/office/powerpoint/2013/main/command" cId="3478730802" sldId="372"/>
      <ac:graphicFrameMk id="4" creationId="{00000000-0000-0000-0000-000000000000}"/>
      <ac:tblMk/>
      <ac:tcMk rowId="711370297" colId="1610262218"/>
      <ac:txMk cp="0" len="23">
        <ac:context len="24" hash="1251496040"/>
      </ac:txMk>
    </ac:txMkLst>
    <p188:pos x="11125200" y="1447800"/>
    <p188:txBody>
      <a:bodyPr/>
      <a:lstStyle/>
      <a:p>
        <a:r>
          <a:rPr lang="en-US"/>
          <a:t>Timestamp from ADLS Location</a:t>
        </a:r>
      </a:p>
    </p188:txBody>
  </p188:cm>
  <p188:cm id="{1F9B15BA-117F-456A-9806-F41F66C2710D}" authorId="{33FD033B-8EE7-60FF-69C6-056B152FE97F}" created="2025-09-09T20:03:18.602">
    <ac:txMkLst xmlns:ac="http://schemas.microsoft.com/office/drawing/2013/main/command">
      <pc:docMk xmlns:pc="http://schemas.microsoft.com/office/powerpoint/2013/main/command"/>
      <pc:sldMk xmlns:pc="http://schemas.microsoft.com/office/powerpoint/2013/main/command" cId="3478730802" sldId="372"/>
      <ac:graphicFrameMk id="4" creationId="{00000000-0000-0000-0000-000000000000}"/>
      <ac:tblMk/>
      <ac:tcMk rowId="3257397051" colId="2936768974"/>
      <ac:txMk cp="0" len="23">
        <ac:context len="24" hash="2515166636"/>
      </ac:txMk>
    </ac:txMkLst>
    <p188:pos x="5540828" y="1817914"/>
    <p188:txBody>
      <a:bodyPr/>
      <a:lstStyle/>
      <a:p>
        <a:r>
          <a:rPr lang="en-US"/>
          <a:t>R2 raw's "output from"</a:t>
        </a:r>
      </a:p>
    </p188:txBody>
  </p188:cm>
  <p188:cm id="{B52C311D-14DD-4ADF-9CEA-E40B0902F9EC}" authorId="{33FD033B-8EE7-60FF-69C6-056B152FE97F}" created="2025-09-09T20:03:28.993">
    <ac:txMkLst xmlns:ac="http://schemas.microsoft.com/office/drawing/2013/main/command">
      <pc:docMk xmlns:pc="http://schemas.microsoft.com/office/powerpoint/2013/main/command"/>
      <pc:sldMk xmlns:pc="http://schemas.microsoft.com/office/powerpoint/2013/main/command" cId="3478730802" sldId="372"/>
      <ac:graphicFrameMk id="4" creationId="{00000000-0000-0000-0000-000000000000}"/>
      <ac:tblMk/>
      <ac:tcMk rowId="3257397051" colId="4079544743"/>
      <ac:txMk cp="0" len="23">
        <ac:context len="24" hash="1251496040"/>
      </ac:txMk>
    </ac:txMkLst>
    <p188:pos x="7402285" y="1817914"/>
    <p188:txBody>
      <a:bodyPr/>
      <a:lstStyle/>
      <a:p>
        <a:r>
          <a:rPr lang="en-US"/>
          <a:t>R2 raw's "output to"</a:t>
        </a:r>
      </a:p>
    </p188:txBody>
  </p188:cm>
  <p188:cm id="{2B31EDA1-E919-4BF8-86D0-A59AE1EFB837}" authorId="{33FD033B-8EE7-60FF-69C6-056B152FE97F}" created="2025-09-09T20:03:48.290">
    <ac:txMkLst xmlns:ac="http://schemas.microsoft.com/office/drawing/2013/main/command">
      <pc:docMk xmlns:pc="http://schemas.microsoft.com/office/powerpoint/2013/main/command"/>
      <pc:sldMk xmlns:pc="http://schemas.microsoft.com/office/powerpoint/2013/main/command" cId="3478730802" sldId="372"/>
      <ac:graphicFrameMk id="4" creationId="{00000000-0000-0000-0000-000000000000}"/>
      <ac:tblMk/>
      <ac:tcMk rowId="3257397051" colId="2409837430"/>
      <ac:txMk cp="0" len="23">
        <ac:context len="24" hash="3653147840"/>
      </ac:txMk>
    </ac:txMkLst>
    <p188:pos x="9263742" y="1817914"/>
    <p188:txBody>
      <a:bodyPr/>
      <a:lstStyle/>
      <a:p>
        <a:r>
          <a:rPr lang="en-US"/>
          <a:t>CURRENT_TIMESTAMP</a:t>
        </a:r>
      </a:p>
    </p188:txBody>
  </p188:cm>
  <p188:cm id="{9BC96A23-76F4-4B84-8405-58D1AD797E2B}" authorId="{33FD033B-8EE7-60FF-69C6-056B152FE97F}" created="2025-09-09T20:03:56.399">
    <ac:txMkLst xmlns:ac="http://schemas.microsoft.com/office/drawing/2013/main/command">
      <pc:docMk xmlns:pc="http://schemas.microsoft.com/office/powerpoint/2013/main/command"/>
      <pc:sldMk xmlns:pc="http://schemas.microsoft.com/office/powerpoint/2013/main/command" cId="3478730802" sldId="372"/>
      <ac:graphicFrameMk id="4" creationId="{00000000-0000-0000-0000-000000000000}"/>
      <ac:tblMk/>
      <ac:tcMk rowId="3257397051" colId="1610262218"/>
      <ac:txMk cp="0" len="23">
        <ac:context len="24" hash="3653147840"/>
      </ac:txMk>
    </ac:txMkLst>
    <p188:pos x="11125200" y="1817914"/>
    <p188:txBody>
      <a:bodyPr/>
      <a:lstStyle/>
      <a:p>
        <a:r>
          <a:rPr lang="en-US"/>
          <a:t>CURRENT_TIMESTAMP</a:t>
        </a:r>
      </a:p>
    </p188:txBody>
  </p188:cm>
</p188:cmLst>
</file>

<file path=ppt/notesMasters/_rels/notesMaster1.xml.rels><?xml version="1.0" encoding="UTF-8" standalone="yes"?>
<Relationships xmlns="http://schemas.openxmlformats.org/package/2006/relationships"><Relationship Id="rId1" Type="http://schemas.openxmlformats.org/officeDocument/2006/relationships/theme" Target="../theme/theme9.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670B1E1-7EDD-4C76-945B-7D4AC1765429}" type="datetimeFigureOut">
              <a:t>9/16/2025</a:t>
            </a:fld>
            <a:endParaRPr lang="en-GB"/>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CD1FE68-A3E3-4BD5-94B8-C7C1A7250A9F}" type="slidenum">
              <a:t>‹#›</a:t>
            </a:fld>
            <a:endParaRPr lang="en-GB"/>
          </a:p>
        </p:txBody>
      </p:sp>
    </p:spTree>
    <p:extLst>
      <p:ext uri="{BB962C8B-B14F-4D97-AF65-F5344CB8AC3E}">
        <p14:creationId xmlns:p14="http://schemas.microsoft.com/office/powerpoint/2010/main" val="17317060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jpeg"/><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8.jpeg"/><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9.jpeg"/><Relationship Id="rId1" Type="http://schemas.openxmlformats.org/officeDocument/2006/relationships/slideMaster" Target="../slideMasters/slideMaster3.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0.jpeg"/><Relationship Id="rId1" Type="http://schemas.openxmlformats.org/officeDocument/2006/relationships/slideMaster" Target="../slideMasters/slideMaster3.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1.jpeg"/><Relationship Id="rId1" Type="http://schemas.openxmlformats.org/officeDocument/2006/relationships/slideMaster" Target="../slideMasters/slideMaster3.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2.jpeg"/><Relationship Id="rId1" Type="http://schemas.openxmlformats.org/officeDocument/2006/relationships/slideMaster" Target="../slideMasters/slideMaster4.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3.jpeg"/><Relationship Id="rId1" Type="http://schemas.openxmlformats.org/officeDocument/2006/relationships/slideMaster" Target="../slideMasters/slideMaster4.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4.png"/><Relationship Id="rId1" Type="http://schemas.openxmlformats.org/officeDocument/2006/relationships/slideMaster" Target="../slideMasters/slideMaster4.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5.jpeg"/><Relationship Id="rId1" Type="http://schemas.openxmlformats.org/officeDocument/2006/relationships/slideMaster" Target="../slideMasters/slideMaster4.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Master" Target="../slideMasters/slideMaster5.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Master" Target="../slideMasters/slideMaster5.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4.png"/><Relationship Id="rId1" Type="http://schemas.openxmlformats.org/officeDocument/2006/relationships/slideMaster" Target="../slideMasters/slideMaster6.xml"/><Relationship Id="rId4" Type="http://schemas.openxmlformats.org/officeDocument/2006/relationships/image" Target="../media/image7.png"/></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7.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21.emf"/><Relationship Id="rId1" Type="http://schemas.openxmlformats.org/officeDocument/2006/relationships/slideMaster" Target="../slideMasters/slideMaster8.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22.emf"/><Relationship Id="rId1" Type="http://schemas.openxmlformats.org/officeDocument/2006/relationships/slideMaster" Target="../slideMasters/slideMaster8.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Master" Target="../slideMasters/slideMaster8.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Master" Target="../slideMasters/slideMaster8.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22.emf"/><Relationship Id="rId1" Type="http://schemas.openxmlformats.org/officeDocument/2006/relationships/slideMaster" Target="../slideMasters/slideMaster8.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Master" Target="../slideMasters/slideMaster8.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Master" Target="../slideMasters/slideMaster8.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Master" Target="../slideMasters/slideMaster8.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Master" Target="../slideMasters/slideMaster8.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Master" Target="../slideMasters/slideMaster8.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Master" Target="../slideMasters/slideMaster8.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Master" Target="../slideMasters/slideMaster8.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Master" Target="../slideMasters/slideMaster8.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Master" Target="../slideMasters/slideMaster8.xml"/></Relationships>
</file>

<file path=ppt/slideLayouts/_rels/slideLayout31.xml.rels><?xml version="1.0" encoding="UTF-8" standalone="yes"?>
<Relationships xmlns="http://schemas.openxmlformats.org/package/2006/relationships"><Relationship Id="rId3" Type="http://schemas.openxmlformats.org/officeDocument/2006/relationships/image" Target="../media/image22.emf"/><Relationship Id="rId2" Type="http://schemas.openxmlformats.org/officeDocument/2006/relationships/image" Target="../media/image23.png"/><Relationship Id="rId1" Type="http://schemas.openxmlformats.org/officeDocument/2006/relationships/slideMaster" Target="../slideMasters/slideMaster8.xml"/></Relationships>
</file>

<file path=ppt/slideLayouts/_rels/slideLayout32.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Master" Target="../slideMasters/slideMaster8.xml"/></Relationships>
</file>

<file path=ppt/slideLayouts/_rels/slideLayout33.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Master" Target="../slideMasters/slideMaster8.xml"/></Relationships>
</file>

<file path=ppt/slideLayouts/_rels/slideLayout34.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Master" Target="../slideMasters/slideMaster8.xml"/></Relationships>
</file>

<file path=ppt/slideLayouts/_rels/slideLayout35.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Master" Target="../slideMasters/slideMaster8.xml"/></Relationships>
</file>

<file path=ppt/slideLayouts/_rels/slideLayout36.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Master" Target="../slideMasters/slideMaster8.xml"/></Relationships>
</file>

<file path=ppt/slideLayouts/_rels/slideLayout37.xml.rels><?xml version="1.0" encoding="UTF-8" standalone="yes"?>
<Relationships xmlns="http://schemas.openxmlformats.org/package/2006/relationships"><Relationship Id="rId2" Type="http://schemas.openxmlformats.org/officeDocument/2006/relationships/image" Target="../media/image22.emf"/><Relationship Id="rId1" Type="http://schemas.openxmlformats.org/officeDocument/2006/relationships/slideMaster" Target="../slideMasters/slideMaster8.xml"/></Relationships>
</file>

<file path=ppt/slideLayouts/_rels/slideLayout38.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Master" Target="../slideMasters/slideMaster8.xml"/></Relationships>
</file>

<file path=ppt/slideLayouts/_rels/slideLayout39.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Master" Target="../slideMasters/slideMaster8.xml"/></Relationships>
</file>

<file path=ppt/slideLayouts/_rels/slideLayout40.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Master" Target="../slideMasters/slideMaster8.xml"/></Relationships>
</file>

<file path=ppt/slideLayouts/_rels/slideLayout41.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Master" Target="../slideMasters/slideMaster8.xml"/></Relationships>
</file>

<file path=ppt/slideLayouts/_rels/slideLayout42.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Master" Target="../slideMasters/slideMaster8.xml"/></Relationships>
</file>

<file path=ppt/slideLayouts/_rels/slideLayout43.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Master" Target="../slideMasters/slideMaster8.xml"/></Relationships>
</file>

<file path=ppt/slideLayouts/_rels/slideLayout44.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Master" Target="../slideMasters/slideMaster8.xml"/></Relationships>
</file>

<file path=ppt/slideLayouts/_rels/slideLayout45.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Master" Target="../slideMasters/slideMaster8.xml"/></Relationships>
</file>

<file path=ppt/slideLayouts/_rels/slideLayout46.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Master" Target="../slideMasters/slideMaster8.xml"/></Relationships>
</file>

<file path=ppt/slideLayouts/_rels/slideLayout47.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Master" Target="../slideMasters/slideMaster8.xml"/></Relationships>
</file>

<file path=ppt/slideLayouts/_rels/slideLayout48.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Master" Target="../slideMasters/slideMaster8.xml"/></Relationships>
</file>

<file path=ppt/slideLayouts/_rels/slideLayout49.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Master" Target="../slideMasters/slideMaster8.xml"/></Relationships>
</file>

<file path=ppt/slideLayouts/_rels/slideLayout50.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Master" Target="../slideMasters/slideMaster8.xml"/></Relationships>
</file>

<file path=ppt/slideLayouts/_rels/slideLayout51.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Master" Target="../slideMasters/slideMaster8.xml"/></Relationships>
</file>

<file path=ppt/slideLayouts/_rels/slideLayout52.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Master" Target="../slideMasters/slideMaster8.xml"/></Relationships>
</file>

<file path=ppt/slideLayouts/_rels/slideLayout53.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Master" Target="../slideMasters/slideMaster8.xml"/></Relationships>
</file>

<file path=ppt/slideLayouts/_rels/slideLayout54.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Master" Target="../slideMasters/slideMaster8.xml"/></Relationships>
</file>

<file path=ppt/slideLayouts/_rels/slideLayout55.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Master" Target="../slideMasters/slideMaster8.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Cover Slide_Pink">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7" name="Title 1">
            <a:extLst>
              <a:ext uri="{FF2B5EF4-FFF2-40B4-BE49-F238E27FC236}">
                <a16:creationId xmlns:a16="http://schemas.microsoft.com/office/drawing/2014/main" id="{E21D9DAF-895D-49D2-88E4-51615C06A7FF}"/>
              </a:ext>
            </a:extLst>
          </p:cNvPr>
          <p:cNvSpPr>
            <a:spLocks noGrp="1"/>
          </p:cNvSpPr>
          <p:nvPr>
            <p:ph type="ctrTitle" hasCustomPrompt="1"/>
          </p:nvPr>
        </p:nvSpPr>
        <p:spPr>
          <a:xfrm>
            <a:off x="762935" y="2119495"/>
            <a:ext cx="7659757" cy="1797972"/>
          </a:xfrm>
          <a:prstGeom prst="rect">
            <a:avLst/>
          </a:prstGeom>
        </p:spPr>
        <p:txBody>
          <a:bodyPr anchor="b"/>
          <a:lstStyle>
            <a:lvl1pPr algn="l">
              <a:defRPr lang="en-GB" sz="4000" b="0" kern="1200" cap="none" baseline="0" dirty="0">
                <a:solidFill>
                  <a:schemeClr val="bg1"/>
                </a:solidFill>
                <a:latin typeface="Poppins SemiBold" panose="00000700000000000000" pitchFamily="2" charset="0"/>
                <a:ea typeface="+mj-ea"/>
                <a:cs typeface="Poppins SemiBold" panose="00000700000000000000" pitchFamily="2" charset="0"/>
              </a:defRPr>
            </a:lvl1pPr>
          </a:lstStyle>
          <a:p>
            <a:r>
              <a:rPr lang="en-GB"/>
              <a:t>Click To Edit Master Title</a:t>
            </a:r>
          </a:p>
        </p:txBody>
      </p:sp>
      <p:pic>
        <p:nvPicPr>
          <p:cNvPr id="19" name="Picture 18" descr="A black and white logo&#10;&#10;Description automatically generated">
            <a:extLst>
              <a:ext uri="{FF2B5EF4-FFF2-40B4-BE49-F238E27FC236}">
                <a16:creationId xmlns:a16="http://schemas.microsoft.com/office/drawing/2014/main" id="{2C038055-4CF1-4124-B883-82BB32251243}"/>
              </a:ext>
            </a:extLst>
          </p:cNvPr>
          <p:cNvPicPr>
            <a:picLocks noChangeAspect="1"/>
          </p:cNvPicPr>
          <p:nvPr userDrawn="1"/>
        </p:nvPicPr>
        <p:blipFill>
          <a:blip r:embed="rId3"/>
          <a:stretch>
            <a:fillRect/>
          </a:stretch>
        </p:blipFill>
        <p:spPr>
          <a:xfrm>
            <a:off x="176893" y="787413"/>
            <a:ext cx="3823608" cy="2153121"/>
          </a:xfrm>
          <a:prstGeom prst="rect">
            <a:avLst/>
          </a:prstGeom>
        </p:spPr>
      </p:pic>
      <p:cxnSp>
        <p:nvCxnSpPr>
          <p:cNvPr id="20" name="Straight Arrow Connector 19">
            <a:extLst>
              <a:ext uri="{FF2B5EF4-FFF2-40B4-BE49-F238E27FC236}">
                <a16:creationId xmlns:a16="http://schemas.microsoft.com/office/drawing/2014/main" id="{CAECABF6-910A-4ED5-B80A-3D32BC949466}"/>
              </a:ext>
            </a:extLst>
          </p:cNvPr>
          <p:cNvCxnSpPr/>
          <p:nvPr userDrawn="1"/>
        </p:nvCxnSpPr>
        <p:spPr>
          <a:xfrm>
            <a:off x="762935" y="3907245"/>
            <a:ext cx="5145136" cy="7479"/>
          </a:xfrm>
          <a:prstGeom prst="straightConnector1">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21" name="Content Placeholder 10">
            <a:extLst>
              <a:ext uri="{FF2B5EF4-FFF2-40B4-BE49-F238E27FC236}">
                <a16:creationId xmlns:a16="http://schemas.microsoft.com/office/drawing/2014/main" id="{554C04DC-FFB6-4B3E-8B3E-1056A8E342D6}"/>
              </a:ext>
            </a:extLst>
          </p:cNvPr>
          <p:cNvSpPr>
            <a:spLocks noGrp="1"/>
          </p:cNvSpPr>
          <p:nvPr>
            <p:ph sz="quarter" idx="13" hasCustomPrompt="1"/>
          </p:nvPr>
        </p:nvSpPr>
        <p:spPr>
          <a:xfrm>
            <a:off x="762935" y="4994026"/>
            <a:ext cx="2073030" cy="251949"/>
          </a:xfrm>
          <a:prstGeom prst="rect">
            <a:avLst/>
          </a:prstGeom>
        </p:spPr>
        <p:txBody>
          <a:bodyPr/>
          <a:lstStyle>
            <a:lvl1pPr algn="l">
              <a:buNone/>
              <a:defRPr lang="en-US" sz="1600" b="0" kern="1200" cap="none" baseline="0" dirty="0" smtClean="0">
                <a:solidFill>
                  <a:schemeClr val="bg1"/>
                </a:solidFill>
                <a:latin typeface="Poppins SemiBold" panose="00000700000000000000" pitchFamily="2" charset="0"/>
                <a:ea typeface="+mj-ea"/>
                <a:cs typeface="Poppins SemiBold" panose="00000700000000000000" pitchFamily="2" charset="0"/>
              </a:defRPr>
            </a:lvl1pPr>
          </a:lstStyle>
          <a:p>
            <a:pPr lvl="0"/>
            <a:r>
              <a:rPr lang="en-US"/>
              <a:t>Insert Date</a:t>
            </a:r>
          </a:p>
        </p:txBody>
      </p:sp>
      <p:sp>
        <p:nvSpPr>
          <p:cNvPr id="22" name="Text Placeholder 14">
            <a:extLst>
              <a:ext uri="{FF2B5EF4-FFF2-40B4-BE49-F238E27FC236}">
                <a16:creationId xmlns:a16="http://schemas.microsoft.com/office/drawing/2014/main" id="{57FEFD18-1D1D-40A4-9BA3-6F597808795C}"/>
              </a:ext>
            </a:extLst>
          </p:cNvPr>
          <p:cNvSpPr>
            <a:spLocks noGrp="1"/>
          </p:cNvSpPr>
          <p:nvPr>
            <p:ph type="body" sz="quarter" idx="10" hasCustomPrompt="1"/>
          </p:nvPr>
        </p:nvSpPr>
        <p:spPr>
          <a:xfrm>
            <a:off x="763588" y="3929796"/>
            <a:ext cx="7466012" cy="944563"/>
          </a:xfrm>
          <a:prstGeom prst="rect">
            <a:avLst/>
          </a:prstGeom>
        </p:spPr>
        <p:txBody>
          <a:bodyPr tIns="91440"/>
          <a:lstStyle>
            <a:lvl1pPr>
              <a:buNone/>
              <a:defRPr>
                <a:solidFill>
                  <a:schemeClr val="bg1"/>
                </a:solidFill>
                <a:latin typeface="Poppins Light" panose="00000400000000000000" pitchFamily="2" charset="0"/>
                <a:cs typeface="Poppins Light" panose="00000400000000000000" pitchFamily="2" charset="0"/>
              </a:defRPr>
            </a:lvl1pPr>
          </a:lstStyle>
          <a:p>
            <a:pPr lvl="0"/>
            <a:r>
              <a:rPr lang="en-US"/>
              <a:t>Click To Edit Subtitle</a:t>
            </a:r>
          </a:p>
        </p:txBody>
      </p:sp>
    </p:spTree>
    <p:extLst>
      <p:ext uri="{BB962C8B-B14F-4D97-AF65-F5344CB8AC3E}">
        <p14:creationId xmlns:p14="http://schemas.microsoft.com/office/powerpoint/2010/main" val="1940060996"/>
      </p:ext>
    </p:extLst>
  </p:cSld>
  <p:clrMapOvr>
    <a:masterClrMapping/>
  </p:clrMapOvr>
  <p:hf sldNum="0" hdr="0" ftr="0"/>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Cover Slide_Navy">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13" name="Picture 12" descr="A black and white logo&#10;&#10;Description automatically generated">
            <a:extLst>
              <a:ext uri="{FF2B5EF4-FFF2-40B4-BE49-F238E27FC236}">
                <a16:creationId xmlns:a16="http://schemas.microsoft.com/office/drawing/2014/main" id="{FDEFBA8D-D74E-42DA-BAE8-AD03FFBA5587}"/>
              </a:ext>
            </a:extLst>
          </p:cNvPr>
          <p:cNvPicPr>
            <a:picLocks noChangeAspect="1"/>
          </p:cNvPicPr>
          <p:nvPr userDrawn="1"/>
        </p:nvPicPr>
        <p:blipFill>
          <a:blip r:embed="rId3"/>
          <a:stretch>
            <a:fillRect/>
          </a:stretch>
        </p:blipFill>
        <p:spPr>
          <a:xfrm>
            <a:off x="176893" y="787413"/>
            <a:ext cx="3823608" cy="2153121"/>
          </a:xfrm>
          <a:prstGeom prst="rect">
            <a:avLst/>
          </a:prstGeom>
        </p:spPr>
      </p:pic>
      <p:cxnSp>
        <p:nvCxnSpPr>
          <p:cNvPr id="14" name="Straight Arrow Connector 13">
            <a:extLst>
              <a:ext uri="{FF2B5EF4-FFF2-40B4-BE49-F238E27FC236}">
                <a16:creationId xmlns:a16="http://schemas.microsoft.com/office/drawing/2014/main" id="{6195071E-F479-4302-AEB8-18727E81902F}"/>
              </a:ext>
            </a:extLst>
          </p:cNvPr>
          <p:cNvCxnSpPr/>
          <p:nvPr userDrawn="1"/>
        </p:nvCxnSpPr>
        <p:spPr>
          <a:xfrm>
            <a:off x="762935" y="3907245"/>
            <a:ext cx="5145136" cy="7479"/>
          </a:xfrm>
          <a:prstGeom prst="straightConnector1">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15" name="Content Placeholder 10">
            <a:extLst>
              <a:ext uri="{FF2B5EF4-FFF2-40B4-BE49-F238E27FC236}">
                <a16:creationId xmlns:a16="http://schemas.microsoft.com/office/drawing/2014/main" id="{89B19300-0411-4EC1-80EF-C84EFCC4A973}"/>
              </a:ext>
            </a:extLst>
          </p:cNvPr>
          <p:cNvSpPr>
            <a:spLocks noGrp="1"/>
          </p:cNvSpPr>
          <p:nvPr>
            <p:ph sz="quarter" idx="13" hasCustomPrompt="1"/>
          </p:nvPr>
        </p:nvSpPr>
        <p:spPr>
          <a:xfrm>
            <a:off x="762935" y="4994026"/>
            <a:ext cx="2073030" cy="251949"/>
          </a:xfrm>
          <a:prstGeom prst="rect">
            <a:avLst/>
          </a:prstGeom>
        </p:spPr>
        <p:txBody>
          <a:bodyPr/>
          <a:lstStyle>
            <a:lvl1pPr algn="l">
              <a:buNone/>
              <a:defRPr lang="en-US" sz="1600" b="0" kern="1200" cap="none" baseline="0" dirty="0" smtClean="0">
                <a:solidFill>
                  <a:schemeClr val="bg1"/>
                </a:solidFill>
                <a:latin typeface="Poppins SemiBold" panose="00000700000000000000" pitchFamily="2" charset="0"/>
                <a:ea typeface="+mj-ea"/>
                <a:cs typeface="Poppins SemiBold" panose="00000700000000000000" pitchFamily="2" charset="0"/>
              </a:defRPr>
            </a:lvl1pPr>
          </a:lstStyle>
          <a:p>
            <a:pPr lvl="0"/>
            <a:r>
              <a:rPr lang="en-US"/>
              <a:t>Insert Date</a:t>
            </a:r>
          </a:p>
        </p:txBody>
      </p:sp>
      <p:sp>
        <p:nvSpPr>
          <p:cNvPr id="7" name="Title 1">
            <a:extLst>
              <a:ext uri="{FF2B5EF4-FFF2-40B4-BE49-F238E27FC236}">
                <a16:creationId xmlns:a16="http://schemas.microsoft.com/office/drawing/2014/main" id="{DEF29643-0C5A-49DE-8578-6281B57F8C00}"/>
              </a:ext>
            </a:extLst>
          </p:cNvPr>
          <p:cNvSpPr>
            <a:spLocks noGrp="1"/>
          </p:cNvSpPr>
          <p:nvPr>
            <p:ph type="ctrTitle" hasCustomPrompt="1"/>
          </p:nvPr>
        </p:nvSpPr>
        <p:spPr>
          <a:xfrm>
            <a:off x="762935" y="2119495"/>
            <a:ext cx="7659757" cy="1797972"/>
          </a:xfrm>
          <a:prstGeom prst="rect">
            <a:avLst/>
          </a:prstGeom>
        </p:spPr>
        <p:txBody>
          <a:bodyPr anchor="b"/>
          <a:lstStyle>
            <a:lvl1pPr algn="l">
              <a:defRPr lang="en-GB" sz="4000" b="0" kern="1200" cap="none" baseline="0" dirty="0">
                <a:solidFill>
                  <a:schemeClr val="bg1"/>
                </a:solidFill>
                <a:latin typeface="Poppins SemiBold" panose="00000700000000000000" pitchFamily="2" charset="0"/>
                <a:ea typeface="+mj-ea"/>
                <a:cs typeface="Poppins SemiBold" panose="00000700000000000000" pitchFamily="2" charset="0"/>
              </a:defRPr>
            </a:lvl1pPr>
          </a:lstStyle>
          <a:p>
            <a:r>
              <a:rPr lang="en-GB"/>
              <a:t>Click To Edit Master Title</a:t>
            </a:r>
          </a:p>
        </p:txBody>
      </p:sp>
      <p:sp>
        <p:nvSpPr>
          <p:cNvPr id="8" name="Text Placeholder 14">
            <a:extLst>
              <a:ext uri="{FF2B5EF4-FFF2-40B4-BE49-F238E27FC236}">
                <a16:creationId xmlns:a16="http://schemas.microsoft.com/office/drawing/2014/main" id="{FEC0DE1C-EBC3-4FEE-9D31-734357B332A6}"/>
              </a:ext>
            </a:extLst>
          </p:cNvPr>
          <p:cNvSpPr>
            <a:spLocks noGrp="1"/>
          </p:cNvSpPr>
          <p:nvPr>
            <p:ph type="body" sz="quarter" idx="10" hasCustomPrompt="1"/>
          </p:nvPr>
        </p:nvSpPr>
        <p:spPr>
          <a:xfrm>
            <a:off x="763588" y="3929796"/>
            <a:ext cx="7466012" cy="944563"/>
          </a:xfrm>
          <a:prstGeom prst="rect">
            <a:avLst/>
          </a:prstGeom>
        </p:spPr>
        <p:txBody>
          <a:bodyPr tIns="91440"/>
          <a:lstStyle>
            <a:lvl1pPr>
              <a:buNone/>
              <a:defRPr>
                <a:solidFill>
                  <a:schemeClr val="bg1"/>
                </a:solidFill>
                <a:latin typeface="Poppins Light" panose="00000400000000000000" pitchFamily="2" charset="0"/>
                <a:cs typeface="Poppins Light" panose="00000400000000000000" pitchFamily="2" charset="0"/>
              </a:defRPr>
            </a:lvl1pPr>
          </a:lstStyle>
          <a:p>
            <a:pPr lvl="0"/>
            <a:r>
              <a:rPr lang="en-US"/>
              <a:t>Click To Edit Subtitle</a:t>
            </a:r>
          </a:p>
        </p:txBody>
      </p:sp>
    </p:spTree>
    <p:extLst>
      <p:ext uri="{BB962C8B-B14F-4D97-AF65-F5344CB8AC3E}">
        <p14:creationId xmlns:p14="http://schemas.microsoft.com/office/powerpoint/2010/main" val="131705347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Cover Slide_Whit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19" name="Picture 18">
            <a:extLst>
              <a:ext uri="{FF2B5EF4-FFF2-40B4-BE49-F238E27FC236}">
                <a16:creationId xmlns:a16="http://schemas.microsoft.com/office/drawing/2014/main" id="{B21A0539-D30D-44C8-9F39-C2C054F6E40A}"/>
              </a:ext>
            </a:extLst>
          </p:cNvPr>
          <p:cNvPicPr>
            <a:picLocks noChangeAspect="1"/>
          </p:cNvPicPr>
          <p:nvPr userDrawn="1"/>
        </p:nvPicPr>
        <p:blipFill>
          <a:blip r:embed="rId3" cstate="print">
            <a:extLst>
              <a:ext uri="{28A0092B-C50C-407E-A947-70E740481C1C}">
                <a14:useLocalDpi xmlns:a14="http://schemas.microsoft.com/office/drawing/2010/main" val="0"/>
              </a:ext>
            </a:extLst>
          </a:blip>
          <a:srcRect/>
          <a:stretch/>
        </p:blipFill>
        <p:spPr>
          <a:xfrm>
            <a:off x="184142" y="787413"/>
            <a:ext cx="3809109" cy="2153121"/>
          </a:xfrm>
          <a:prstGeom prst="rect">
            <a:avLst/>
          </a:prstGeom>
        </p:spPr>
      </p:pic>
      <p:cxnSp>
        <p:nvCxnSpPr>
          <p:cNvPr id="20" name="Straight Arrow Connector 19">
            <a:extLst>
              <a:ext uri="{FF2B5EF4-FFF2-40B4-BE49-F238E27FC236}">
                <a16:creationId xmlns:a16="http://schemas.microsoft.com/office/drawing/2014/main" id="{E7BF8122-22EB-4F00-80FF-97E5B4528E2D}"/>
              </a:ext>
            </a:extLst>
          </p:cNvPr>
          <p:cNvCxnSpPr/>
          <p:nvPr userDrawn="1"/>
        </p:nvCxnSpPr>
        <p:spPr>
          <a:xfrm>
            <a:off x="762935" y="3929796"/>
            <a:ext cx="5145136" cy="7479"/>
          </a:xfrm>
          <a:prstGeom prst="straightConnector1">
            <a:avLst/>
          </a:prstGeom>
          <a:ln>
            <a:solidFill>
              <a:srgbClr val="C22072"/>
            </a:solidFill>
          </a:ln>
        </p:spPr>
        <p:style>
          <a:lnRef idx="1">
            <a:schemeClr val="accent1"/>
          </a:lnRef>
          <a:fillRef idx="0">
            <a:schemeClr val="accent1"/>
          </a:fillRef>
          <a:effectRef idx="0">
            <a:schemeClr val="accent1"/>
          </a:effectRef>
          <a:fontRef idx="minor">
            <a:schemeClr val="tx1"/>
          </a:fontRef>
        </p:style>
      </p:cxnSp>
      <p:sp>
        <p:nvSpPr>
          <p:cNvPr id="21" name="Content Placeholder 10">
            <a:extLst>
              <a:ext uri="{FF2B5EF4-FFF2-40B4-BE49-F238E27FC236}">
                <a16:creationId xmlns:a16="http://schemas.microsoft.com/office/drawing/2014/main" id="{B2CEB4E0-C55F-4F64-BD6C-FFD07BDB1656}"/>
              </a:ext>
            </a:extLst>
          </p:cNvPr>
          <p:cNvSpPr>
            <a:spLocks noGrp="1"/>
          </p:cNvSpPr>
          <p:nvPr>
            <p:ph sz="quarter" idx="13" hasCustomPrompt="1"/>
          </p:nvPr>
        </p:nvSpPr>
        <p:spPr>
          <a:xfrm>
            <a:off x="762935" y="4994026"/>
            <a:ext cx="2073030" cy="251949"/>
          </a:xfrm>
          <a:prstGeom prst="rect">
            <a:avLst/>
          </a:prstGeom>
        </p:spPr>
        <p:txBody>
          <a:bodyPr/>
          <a:lstStyle>
            <a:lvl1pPr algn="l">
              <a:buNone/>
              <a:defRPr lang="en-US" sz="1600" b="0" kern="1200" cap="none" baseline="0" dirty="0" smtClean="0">
                <a:solidFill>
                  <a:srgbClr val="000030"/>
                </a:solidFill>
                <a:latin typeface="Poppins SemiBold" panose="00000700000000000000" pitchFamily="2" charset="0"/>
                <a:ea typeface="+mj-ea"/>
                <a:cs typeface="Poppins SemiBold" panose="00000700000000000000" pitchFamily="2" charset="0"/>
              </a:defRPr>
            </a:lvl1pPr>
          </a:lstStyle>
          <a:p>
            <a:pPr lvl="0"/>
            <a:r>
              <a:rPr lang="en-US"/>
              <a:t>Insert Date</a:t>
            </a:r>
          </a:p>
        </p:txBody>
      </p:sp>
      <p:sp>
        <p:nvSpPr>
          <p:cNvPr id="7" name="Title 1">
            <a:extLst>
              <a:ext uri="{FF2B5EF4-FFF2-40B4-BE49-F238E27FC236}">
                <a16:creationId xmlns:a16="http://schemas.microsoft.com/office/drawing/2014/main" id="{FE1F578E-C497-48CB-A9A2-1AA77ECC9EDF}"/>
              </a:ext>
            </a:extLst>
          </p:cNvPr>
          <p:cNvSpPr>
            <a:spLocks noGrp="1"/>
          </p:cNvSpPr>
          <p:nvPr>
            <p:ph type="ctrTitle" hasCustomPrompt="1"/>
          </p:nvPr>
        </p:nvSpPr>
        <p:spPr>
          <a:xfrm>
            <a:off x="762935" y="2119495"/>
            <a:ext cx="7659757" cy="1797972"/>
          </a:xfrm>
          <a:prstGeom prst="rect">
            <a:avLst/>
          </a:prstGeom>
        </p:spPr>
        <p:txBody>
          <a:bodyPr anchor="b"/>
          <a:lstStyle>
            <a:lvl1pPr algn="l">
              <a:defRPr lang="en-GB" sz="4000" b="0" kern="1200" cap="none" baseline="0" dirty="0">
                <a:solidFill>
                  <a:srgbClr val="CD2883"/>
                </a:solidFill>
                <a:latin typeface="Poppins SemiBold" panose="00000700000000000000" pitchFamily="2" charset="0"/>
                <a:ea typeface="+mj-ea"/>
                <a:cs typeface="Poppins SemiBold" panose="00000700000000000000" pitchFamily="2" charset="0"/>
              </a:defRPr>
            </a:lvl1pPr>
          </a:lstStyle>
          <a:p>
            <a:r>
              <a:rPr lang="en-GB"/>
              <a:t>Click To Edit Master Title</a:t>
            </a:r>
          </a:p>
        </p:txBody>
      </p:sp>
      <p:sp>
        <p:nvSpPr>
          <p:cNvPr id="8" name="Text Placeholder 14">
            <a:extLst>
              <a:ext uri="{FF2B5EF4-FFF2-40B4-BE49-F238E27FC236}">
                <a16:creationId xmlns:a16="http://schemas.microsoft.com/office/drawing/2014/main" id="{5FCC8309-B511-4EA6-8FE3-3A2B9CDF90EE}"/>
              </a:ext>
            </a:extLst>
          </p:cNvPr>
          <p:cNvSpPr>
            <a:spLocks noGrp="1"/>
          </p:cNvSpPr>
          <p:nvPr>
            <p:ph type="body" sz="quarter" idx="10" hasCustomPrompt="1"/>
          </p:nvPr>
        </p:nvSpPr>
        <p:spPr>
          <a:xfrm>
            <a:off x="763588" y="3929796"/>
            <a:ext cx="7466012" cy="944563"/>
          </a:xfrm>
          <a:prstGeom prst="rect">
            <a:avLst/>
          </a:prstGeom>
        </p:spPr>
        <p:txBody>
          <a:bodyPr tIns="91440"/>
          <a:lstStyle>
            <a:lvl1pPr>
              <a:buNone/>
              <a:defRPr>
                <a:solidFill>
                  <a:srgbClr val="000030"/>
                </a:solidFill>
                <a:latin typeface="Poppins Light" panose="00000400000000000000" pitchFamily="2" charset="0"/>
                <a:cs typeface="Poppins Light" panose="00000400000000000000" pitchFamily="2" charset="0"/>
              </a:defRPr>
            </a:lvl1pPr>
          </a:lstStyle>
          <a:p>
            <a:pPr lvl="0"/>
            <a:r>
              <a:rPr lang="en-US"/>
              <a:t>Click To Edit Subtitle</a:t>
            </a:r>
          </a:p>
        </p:txBody>
      </p:sp>
    </p:spTree>
    <p:extLst>
      <p:ext uri="{BB962C8B-B14F-4D97-AF65-F5344CB8AC3E}">
        <p14:creationId xmlns:p14="http://schemas.microsoft.com/office/powerpoint/2010/main" val="148454579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able of Contents 1">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26C2FA07-5C80-4026-AC02-6D428F422135}"/>
              </a:ext>
            </a:extLst>
          </p:cNvPr>
          <p:cNvPicPr>
            <a:picLocks noChangeAspect="1"/>
          </p:cNvPicPr>
          <p:nvPr userDrawn="1"/>
        </p:nvPicPr>
        <p:blipFill>
          <a:blip r:embed="rId3" cstate="print">
            <a:extLst>
              <a:ext uri="{28A0092B-C50C-407E-A947-70E740481C1C}">
                <a14:useLocalDpi xmlns:a14="http://schemas.microsoft.com/office/drawing/2010/main" val="0"/>
              </a:ext>
            </a:extLst>
          </a:blip>
          <a:srcRect/>
          <a:stretch/>
        </p:blipFill>
        <p:spPr>
          <a:xfrm>
            <a:off x="-1482" y="5531928"/>
            <a:ext cx="3050822" cy="1724495"/>
          </a:xfrm>
          <a:prstGeom prst="rect">
            <a:avLst/>
          </a:prstGeom>
        </p:spPr>
      </p:pic>
      <p:sp>
        <p:nvSpPr>
          <p:cNvPr id="12" name="TextBox 11">
            <a:extLst>
              <a:ext uri="{FF2B5EF4-FFF2-40B4-BE49-F238E27FC236}">
                <a16:creationId xmlns:a16="http://schemas.microsoft.com/office/drawing/2014/main" id="{9927F57D-1315-4267-AD1E-32CAA1CDA06D}"/>
              </a:ext>
            </a:extLst>
          </p:cNvPr>
          <p:cNvSpPr txBox="1"/>
          <p:nvPr userDrawn="1"/>
        </p:nvSpPr>
        <p:spPr>
          <a:xfrm>
            <a:off x="8571123" y="6248388"/>
            <a:ext cx="3341987" cy="276999"/>
          </a:xfrm>
          <a:prstGeom prst="rect">
            <a:avLst/>
          </a:prstGeom>
          <a:noFill/>
        </p:spPr>
        <p:txBody>
          <a:bodyPr rot="0" spcFirstLastPara="0" vertOverflow="overflow" horzOverflow="overflow" vert="horz" wrap="square" lIns="91440" tIns="45720" rIns="91440" bIns="45720" numCol="1" spcCol="0" rtlCol="0" fromWordArt="0" anchor="ctr" anchorCtr="0" forceAA="0" compatLnSpc="1">
            <a:prstTxWarp prst="textNoShape">
              <a:avLst/>
            </a:prstTxWarp>
            <a:spAutoFit/>
          </a:bodyPr>
          <a:lstStyle/>
          <a:p>
            <a:pPr algn="r"/>
            <a:r>
              <a:rPr lang="en-GB" sz="1200" b="1" kern="1200">
                <a:solidFill>
                  <a:srgbClr val="000030"/>
                </a:solidFill>
                <a:latin typeface="Poppins SemiBold" panose="00000700000000000000" pitchFamily="2" charset="0"/>
                <a:ea typeface="+mn-ea"/>
                <a:cs typeface="Poppins SemiBold" panose="00000700000000000000" pitchFamily="2" charset="0"/>
              </a:rPr>
              <a:t>Canopius</a:t>
            </a:r>
            <a:r>
              <a:rPr lang="en-GB" sz="1200" b="1">
                <a:solidFill>
                  <a:srgbClr val="000030"/>
                </a:solidFill>
                <a:latin typeface="Poppins SemiBold" panose="00000700000000000000" pitchFamily="2" charset="0"/>
                <a:cs typeface="Poppins SemiBold" panose="00000700000000000000" pitchFamily="2" charset="0"/>
              </a:rPr>
              <a:t> </a:t>
            </a:r>
            <a:r>
              <a:rPr lang="en-GB" sz="1200" b="1" kern="1200">
                <a:solidFill>
                  <a:srgbClr val="000030"/>
                </a:solidFill>
                <a:latin typeface="Poppins SemiBold" panose="00000700000000000000" pitchFamily="2" charset="0"/>
                <a:ea typeface="+mn-ea"/>
                <a:cs typeface="Poppins SemiBold" panose="00000700000000000000" pitchFamily="2" charset="0"/>
              </a:rPr>
              <a:t>Insurance </a:t>
            </a:r>
            <a:r>
              <a:rPr lang="en-GB" sz="1200" b="1">
                <a:solidFill>
                  <a:srgbClr val="000030"/>
                </a:solidFill>
                <a:latin typeface="Poppins SemiBold" panose="00000700000000000000" pitchFamily="2" charset="0"/>
                <a:cs typeface="Poppins SemiBold" panose="00000700000000000000" pitchFamily="2" charset="0"/>
              </a:rPr>
              <a:t>| </a:t>
            </a:r>
            <a:fld id="{CD45203A-8597-40CE-B75D-10F51A417BFB}" type="slidenum">
              <a:rPr lang="en-US" sz="1200" smtClean="0">
                <a:solidFill>
                  <a:srgbClr val="000030"/>
                </a:solidFill>
                <a:latin typeface="Poppins SemiBold" panose="00000700000000000000" pitchFamily="2" charset="0"/>
                <a:cs typeface="Poppins SemiBold" panose="00000700000000000000" pitchFamily="2" charset="0"/>
              </a:rPr>
              <a:pPr algn="r"/>
              <a:t>‹#›</a:t>
            </a:fld>
            <a:r>
              <a:rPr lang="en-GB" sz="1200" b="1">
                <a:solidFill>
                  <a:srgbClr val="000030"/>
                </a:solidFill>
                <a:latin typeface="Poppins SemiBold" panose="00000700000000000000" pitchFamily="2" charset="0"/>
                <a:cs typeface="Poppins SemiBold" panose="00000700000000000000" pitchFamily="2" charset="0"/>
              </a:rPr>
              <a:t> </a:t>
            </a:r>
            <a:endParaRPr lang="en-US" sz="1200">
              <a:solidFill>
                <a:srgbClr val="000030"/>
              </a:solidFill>
              <a:latin typeface="Poppins SemiBold" panose="00000700000000000000" pitchFamily="2" charset="0"/>
              <a:cs typeface="Poppins SemiBold" panose="00000700000000000000" pitchFamily="2" charset="0"/>
            </a:endParaRPr>
          </a:p>
        </p:txBody>
      </p:sp>
      <p:sp>
        <p:nvSpPr>
          <p:cNvPr id="10" name="Title 9">
            <a:extLst>
              <a:ext uri="{FF2B5EF4-FFF2-40B4-BE49-F238E27FC236}">
                <a16:creationId xmlns:a16="http://schemas.microsoft.com/office/drawing/2014/main" id="{36A990A5-8289-52E1-C2A3-DB3CF9AF5BD8}"/>
              </a:ext>
            </a:extLst>
          </p:cNvPr>
          <p:cNvSpPr>
            <a:spLocks noGrp="1"/>
          </p:cNvSpPr>
          <p:nvPr>
            <p:ph type="title" hasCustomPrompt="1"/>
          </p:nvPr>
        </p:nvSpPr>
        <p:spPr>
          <a:xfrm>
            <a:off x="417095" y="406690"/>
            <a:ext cx="10515600" cy="624090"/>
          </a:xfrm>
        </p:spPr>
        <p:txBody>
          <a:bodyPr anchor="t">
            <a:normAutofit/>
          </a:bodyPr>
          <a:lstStyle>
            <a:lvl1pPr>
              <a:defRPr sz="4000">
                <a:solidFill>
                  <a:schemeClr val="bg1"/>
                </a:solidFill>
                <a:latin typeface="Poppins SemiBold" panose="00000700000000000000" pitchFamily="2" charset="0"/>
                <a:cs typeface="Poppins SemiBold" panose="00000700000000000000" pitchFamily="2" charset="0"/>
              </a:defRPr>
            </a:lvl1pPr>
          </a:lstStyle>
          <a:p>
            <a:r>
              <a:rPr lang="en-GB"/>
              <a:t>Insert Agenda or Table of Contents</a:t>
            </a:r>
          </a:p>
        </p:txBody>
      </p:sp>
      <p:sp>
        <p:nvSpPr>
          <p:cNvPr id="6" name="Text Placeholder 2">
            <a:extLst>
              <a:ext uri="{FF2B5EF4-FFF2-40B4-BE49-F238E27FC236}">
                <a16:creationId xmlns:a16="http://schemas.microsoft.com/office/drawing/2014/main" id="{8CEB62C3-9B7C-4794-846E-0168C6FC6C17}"/>
              </a:ext>
            </a:extLst>
          </p:cNvPr>
          <p:cNvSpPr>
            <a:spLocks noGrp="1"/>
          </p:cNvSpPr>
          <p:nvPr>
            <p:ph type="body" idx="1" hasCustomPrompt="1"/>
          </p:nvPr>
        </p:nvSpPr>
        <p:spPr>
          <a:xfrm>
            <a:off x="417095" y="1358805"/>
            <a:ext cx="5821927" cy="2904724"/>
          </a:xfrm>
        </p:spPr>
        <p:txBody>
          <a:bodyPr lIns="457200">
            <a:noAutofit/>
          </a:bodyPr>
          <a:lstStyle>
            <a:lvl1pPr marL="0" indent="0" algn="l">
              <a:lnSpc>
                <a:spcPct val="150000"/>
              </a:lnSpc>
              <a:buClr>
                <a:schemeClr val="bg1"/>
              </a:buClr>
              <a:buSzPct val="100000"/>
              <a:buFont typeface="+mj-lt"/>
              <a:buAutoNum type="arabicPeriod"/>
              <a:defRPr lang="en-US" sz="2000" kern="1200" dirty="0" smtClean="0">
                <a:solidFill>
                  <a:srgbClr val="FFFFFF"/>
                </a:solidFill>
                <a:latin typeface="+mn-lt"/>
                <a:ea typeface="+mn-ea"/>
                <a:cs typeface="Poppins SemiBold" panose="00000700000000000000" pitchFamily="2"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Section Title</a:t>
            </a:r>
            <a:endParaRPr lang="en-GB" sz="1600">
              <a:solidFill>
                <a:srgbClr val="FFFFFF"/>
              </a:solidFill>
              <a:latin typeface="Poppins SemiBold" panose="00000700000000000000" pitchFamily="2" charset="0"/>
              <a:cs typeface="Poppins SemiBold" panose="00000700000000000000" pitchFamily="2" charset="0"/>
            </a:endParaRPr>
          </a:p>
          <a:p>
            <a:pPr lvl="0"/>
            <a:r>
              <a:rPr lang="en-US"/>
              <a:t>Click to Edit Section Title</a:t>
            </a:r>
          </a:p>
          <a:p>
            <a:pPr lvl="0"/>
            <a:endParaRPr lang="en-US"/>
          </a:p>
          <a:p>
            <a:pPr lvl="0"/>
            <a:endParaRPr lang="en-GB" sz="1200">
              <a:solidFill>
                <a:srgbClr val="FFFFFF"/>
              </a:solidFill>
              <a:latin typeface="Poppins SemiBold" panose="00000700000000000000" pitchFamily="2" charset="0"/>
              <a:cs typeface="Poppins SemiBold" panose="00000700000000000000" pitchFamily="2" charset="0"/>
            </a:endParaRPr>
          </a:p>
        </p:txBody>
      </p:sp>
    </p:spTree>
    <p:extLst>
      <p:ext uri="{BB962C8B-B14F-4D97-AF65-F5344CB8AC3E}">
        <p14:creationId xmlns:p14="http://schemas.microsoft.com/office/powerpoint/2010/main" val="70539264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able of Contents 2">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844BB1F6-E05D-4CA3-A836-2A8EC1AD9AB9}"/>
              </a:ext>
            </a:extLst>
          </p:cNvPr>
          <p:cNvSpPr>
            <a:spLocks noGrp="1"/>
          </p:cNvSpPr>
          <p:nvPr>
            <p:ph type="body" idx="1" hasCustomPrompt="1"/>
          </p:nvPr>
        </p:nvSpPr>
        <p:spPr>
          <a:xfrm>
            <a:off x="417095" y="1358805"/>
            <a:ext cx="5821927" cy="2904724"/>
          </a:xfrm>
        </p:spPr>
        <p:txBody>
          <a:bodyPr lIns="457200">
            <a:noAutofit/>
          </a:bodyPr>
          <a:lstStyle>
            <a:lvl1pPr marL="0" indent="0" algn="l">
              <a:lnSpc>
                <a:spcPct val="150000"/>
              </a:lnSpc>
              <a:buClr>
                <a:schemeClr val="bg1"/>
              </a:buClr>
              <a:buSzPct val="100000"/>
              <a:buFont typeface="+mj-lt"/>
              <a:buAutoNum type="arabicPeriod"/>
              <a:defRPr lang="en-US" sz="2000" kern="1200" dirty="0" smtClean="0">
                <a:solidFill>
                  <a:srgbClr val="FFFFFF"/>
                </a:solidFill>
                <a:latin typeface="+mn-lt"/>
                <a:ea typeface="+mn-ea"/>
                <a:cs typeface="Poppins SemiBold" panose="00000700000000000000" pitchFamily="2"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Section Title</a:t>
            </a:r>
            <a:endParaRPr lang="en-GB" sz="1600">
              <a:solidFill>
                <a:srgbClr val="FFFFFF"/>
              </a:solidFill>
              <a:latin typeface="Poppins SemiBold" panose="00000700000000000000" pitchFamily="2" charset="0"/>
              <a:cs typeface="Poppins SemiBold" panose="00000700000000000000" pitchFamily="2" charset="0"/>
            </a:endParaRPr>
          </a:p>
          <a:p>
            <a:pPr lvl="0"/>
            <a:r>
              <a:rPr lang="en-US"/>
              <a:t>Click to Edit Section Title</a:t>
            </a:r>
          </a:p>
          <a:p>
            <a:pPr lvl="0"/>
            <a:endParaRPr lang="en-US"/>
          </a:p>
          <a:p>
            <a:pPr lvl="0"/>
            <a:endParaRPr lang="en-GB" sz="1200">
              <a:solidFill>
                <a:srgbClr val="FFFFFF"/>
              </a:solidFill>
              <a:latin typeface="Poppins SemiBold" panose="00000700000000000000" pitchFamily="2" charset="0"/>
              <a:cs typeface="Poppins SemiBold" panose="00000700000000000000" pitchFamily="2" charset="0"/>
            </a:endParaRPr>
          </a:p>
        </p:txBody>
      </p:sp>
      <p:pic>
        <p:nvPicPr>
          <p:cNvPr id="9" name="Picture 8" descr="A black and white logo&#10;&#10;Description automatically generated">
            <a:extLst>
              <a:ext uri="{FF2B5EF4-FFF2-40B4-BE49-F238E27FC236}">
                <a16:creationId xmlns:a16="http://schemas.microsoft.com/office/drawing/2014/main" id="{F093E0EB-F519-4255-9996-04D9CBABEC7B}"/>
              </a:ext>
            </a:extLst>
          </p:cNvPr>
          <p:cNvPicPr>
            <a:picLocks noChangeAspect="1"/>
          </p:cNvPicPr>
          <p:nvPr userDrawn="1"/>
        </p:nvPicPr>
        <p:blipFill>
          <a:blip r:embed="rId3"/>
          <a:stretch>
            <a:fillRect/>
          </a:stretch>
        </p:blipFill>
        <p:spPr>
          <a:xfrm>
            <a:off x="-1483" y="5531928"/>
            <a:ext cx="3050824" cy="1724495"/>
          </a:xfrm>
          <a:prstGeom prst="rect">
            <a:avLst/>
          </a:prstGeom>
        </p:spPr>
      </p:pic>
      <p:sp>
        <p:nvSpPr>
          <p:cNvPr id="12" name="TextBox 11">
            <a:extLst>
              <a:ext uri="{FF2B5EF4-FFF2-40B4-BE49-F238E27FC236}">
                <a16:creationId xmlns:a16="http://schemas.microsoft.com/office/drawing/2014/main" id="{8C1E4454-1579-4C3F-802E-E4BE00C6901D}"/>
              </a:ext>
            </a:extLst>
          </p:cNvPr>
          <p:cNvSpPr txBox="1"/>
          <p:nvPr userDrawn="1"/>
        </p:nvSpPr>
        <p:spPr>
          <a:xfrm>
            <a:off x="8571123" y="6248388"/>
            <a:ext cx="3341987" cy="276999"/>
          </a:xfrm>
          <a:prstGeom prst="rect">
            <a:avLst/>
          </a:prstGeom>
          <a:noFill/>
        </p:spPr>
        <p:txBody>
          <a:bodyPr rot="0" spcFirstLastPara="0" vertOverflow="overflow" horzOverflow="overflow" vert="horz" wrap="square" lIns="91440" tIns="45720" rIns="91440" bIns="45720" numCol="1" spcCol="0" rtlCol="0" fromWordArt="0" anchor="ctr" anchorCtr="0" forceAA="0" compatLnSpc="1">
            <a:prstTxWarp prst="textNoShape">
              <a:avLst/>
            </a:prstTxWarp>
            <a:spAutoFit/>
          </a:bodyPr>
          <a:lstStyle/>
          <a:p>
            <a:pPr algn="r"/>
            <a:r>
              <a:rPr lang="en-GB" sz="1200" b="1" kern="1200">
                <a:solidFill>
                  <a:schemeClr val="bg1"/>
                </a:solidFill>
                <a:latin typeface="Poppins SemiBold" panose="00000700000000000000" pitchFamily="2" charset="0"/>
                <a:ea typeface="+mn-ea"/>
                <a:cs typeface="Poppins SemiBold" panose="00000700000000000000" pitchFamily="2" charset="0"/>
              </a:rPr>
              <a:t>Canopius</a:t>
            </a:r>
            <a:r>
              <a:rPr lang="en-GB" sz="1200" b="1">
                <a:solidFill>
                  <a:schemeClr val="bg1"/>
                </a:solidFill>
                <a:latin typeface="Poppins SemiBold" panose="00000700000000000000" pitchFamily="2" charset="0"/>
                <a:cs typeface="Poppins SemiBold" panose="00000700000000000000" pitchFamily="2" charset="0"/>
              </a:rPr>
              <a:t> </a:t>
            </a:r>
            <a:r>
              <a:rPr lang="en-GB" sz="1200" b="1" kern="1200">
                <a:solidFill>
                  <a:schemeClr val="bg1"/>
                </a:solidFill>
                <a:latin typeface="Poppins SemiBold" panose="00000700000000000000" pitchFamily="2" charset="0"/>
                <a:ea typeface="+mn-ea"/>
                <a:cs typeface="Poppins SemiBold" panose="00000700000000000000" pitchFamily="2" charset="0"/>
              </a:rPr>
              <a:t>I</a:t>
            </a:r>
            <a:r>
              <a:rPr lang="en-GB" sz="1200" kern="1200">
                <a:solidFill>
                  <a:schemeClr val="bg1"/>
                </a:solidFill>
                <a:latin typeface="Poppins SemiBold" panose="00000700000000000000" pitchFamily="2" charset="0"/>
                <a:ea typeface="+mn-ea"/>
                <a:cs typeface="Poppins SemiBold" panose="00000700000000000000" pitchFamily="2" charset="0"/>
              </a:rPr>
              <a:t>nsurance</a:t>
            </a:r>
            <a:r>
              <a:rPr lang="en-GB" sz="1200" b="1">
                <a:solidFill>
                  <a:schemeClr val="bg1"/>
                </a:solidFill>
                <a:latin typeface="Poppins SemiBold" panose="00000700000000000000" pitchFamily="2" charset="0"/>
                <a:cs typeface="Poppins SemiBold" panose="00000700000000000000" pitchFamily="2" charset="0"/>
              </a:rPr>
              <a:t> | </a:t>
            </a:r>
            <a:fld id="{CD45203A-8597-40CE-B75D-10F51A417BFB}" type="slidenum">
              <a:rPr lang="en-US" sz="1200" smtClean="0">
                <a:solidFill>
                  <a:schemeClr val="bg1"/>
                </a:solidFill>
                <a:latin typeface="Poppins SemiBold" panose="00000700000000000000" pitchFamily="2" charset="0"/>
                <a:cs typeface="Poppins SemiBold" panose="00000700000000000000" pitchFamily="2" charset="0"/>
              </a:rPr>
              <a:pPr algn="r"/>
              <a:t>‹#›</a:t>
            </a:fld>
            <a:r>
              <a:rPr lang="en-GB" sz="1200" b="1">
                <a:solidFill>
                  <a:schemeClr val="bg1"/>
                </a:solidFill>
                <a:latin typeface="Poppins SemiBold" panose="00000700000000000000" pitchFamily="2" charset="0"/>
                <a:cs typeface="Poppins SemiBold" panose="00000700000000000000" pitchFamily="2" charset="0"/>
              </a:rPr>
              <a:t> </a:t>
            </a:r>
            <a:endParaRPr lang="en-US" sz="1200">
              <a:solidFill>
                <a:schemeClr val="bg1"/>
              </a:solidFill>
              <a:latin typeface="Poppins SemiBold" panose="00000700000000000000" pitchFamily="2" charset="0"/>
              <a:cs typeface="Poppins SemiBold" panose="00000700000000000000" pitchFamily="2" charset="0"/>
            </a:endParaRPr>
          </a:p>
        </p:txBody>
      </p:sp>
      <p:sp>
        <p:nvSpPr>
          <p:cNvPr id="2" name="Title 9">
            <a:extLst>
              <a:ext uri="{FF2B5EF4-FFF2-40B4-BE49-F238E27FC236}">
                <a16:creationId xmlns:a16="http://schemas.microsoft.com/office/drawing/2014/main" id="{D226E3C8-B275-3FC9-E232-16A32EE53BA8}"/>
              </a:ext>
            </a:extLst>
          </p:cNvPr>
          <p:cNvSpPr>
            <a:spLocks noGrp="1"/>
          </p:cNvSpPr>
          <p:nvPr>
            <p:ph type="title" hasCustomPrompt="1"/>
          </p:nvPr>
        </p:nvSpPr>
        <p:spPr>
          <a:xfrm>
            <a:off x="417095" y="406690"/>
            <a:ext cx="10515600" cy="624090"/>
          </a:xfrm>
        </p:spPr>
        <p:txBody>
          <a:bodyPr anchor="t">
            <a:normAutofit/>
          </a:bodyPr>
          <a:lstStyle>
            <a:lvl1pPr>
              <a:defRPr sz="4000">
                <a:solidFill>
                  <a:schemeClr val="bg1"/>
                </a:solidFill>
                <a:latin typeface="Poppins SemiBold" panose="00000700000000000000" pitchFamily="2" charset="0"/>
                <a:cs typeface="Poppins SemiBold" panose="00000700000000000000" pitchFamily="2" charset="0"/>
              </a:defRPr>
            </a:lvl1pPr>
          </a:lstStyle>
          <a:p>
            <a:r>
              <a:rPr lang="en-GB"/>
              <a:t>Insert Agenda or Table of Contents</a:t>
            </a:r>
          </a:p>
        </p:txBody>
      </p:sp>
    </p:spTree>
    <p:extLst>
      <p:ext uri="{BB962C8B-B14F-4D97-AF65-F5344CB8AC3E}">
        <p14:creationId xmlns:p14="http://schemas.microsoft.com/office/powerpoint/2010/main" val="2620069798"/>
      </p:ext>
    </p:extLst>
  </p:cSld>
  <p:clrMapOvr>
    <a:masterClrMapping/>
  </p:clrMapOvr>
  <p:hf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Section Header_ Navy 2">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12" name="Picture 11" descr="A black and white logo&#10;&#10;Description automatically generated">
            <a:extLst>
              <a:ext uri="{FF2B5EF4-FFF2-40B4-BE49-F238E27FC236}">
                <a16:creationId xmlns:a16="http://schemas.microsoft.com/office/drawing/2014/main" id="{16C42606-BF4F-4ABD-84AF-9B6B50639B2C}"/>
              </a:ext>
            </a:extLst>
          </p:cNvPr>
          <p:cNvPicPr>
            <a:picLocks noChangeAspect="1"/>
          </p:cNvPicPr>
          <p:nvPr userDrawn="1"/>
        </p:nvPicPr>
        <p:blipFill>
          <a:blip r:embed="rId3"/>
          <a:stretch>
            <a:fillRect/>
          </a:stretch>
        </p:blipFill>
        <p:spPr>
          <a:xfrm>
            <a:off x="-1483" y="5531928"/>
            <a:ext cx="3050824" cy="1724495"/>
          </a:xfrm>
          <a:prstGeom prst="rect">
            <a:avLst/>
          </a:prstGeom>
        </p:spPr>
      </p:pic>
      <p:cxnSp>
        <p:nvCxnSpPr>
          <p:cNvPr id="15" name="Straight Arrow Connector 14">
            <a:extLst>
              <a:ext uri="{FF2B5EF4-FFF2-40B4-BE49-F238E27FC236}">
                <a16:creationId xmlns:a16="http://schemas.microsoft.com/office/drawing/2014/main" id="{A35BBA3B-36ED-4766-AAF8-B8CE25D2E31A}"/>
              </a:ext>
            </a:extLst>
          </p:cNvPr>
          <p:cNvCxnSpPr/>
          <p:nvPr userDrawn="1"/>
        </p:nvCxnSpPr>
        <p:spPr>
          <a:xfrm>
            <a:off x="421412" y="3598028"/>
            <a:ext cx="5145136" cy="7479"/>
          </a:xfrm>
          <a:prstGeom prst="straightConnector1">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7" name="Title Placeholder 1">
            <a:extLst>
              <a:ext uri="{FF2B5EF4-FFF2-40B4-BE49-F238E27FC236}">
                <a16:creationId xmlns:a16="http://schemas.microsoft.com/office/drawing/2014/main" id="{3DE75C67-2107-4C9B-8A84-E13B0AE51D33}"/>
              </a:ext>
            </a:extLst>
          </p:cNvPr>
          <p:cNvSpPr>
            <a:spLocks noGrp="1"/>
          </p:cNvSpPr>
          <p:nvPr>
            <p:ph type="title" hasCustomPrompt="1"/>
          </p:nvPr>
        </p:nvSpPr>
        <p:spPr>
          <a:xfrm>
            <a:off x="421413" y="2279944"/>
            <a:ext cx="5145136" cy="1325563"/>
          </a:xfrm>
          <a:prstGeom prst="rect">
            <a:avLst/>
          </a:prstGeom>
        </p:spPr>
        <p:txBody>
          <a:bodyPr vert="horz" lIns="91440" tIns="45720" rIns="91440" bIns="45720" rtlCol="0" anchor="b">
            <a:normAutofit/>
          </a:bodyPr>
          <a:lstStyle>
            <a:lvl1pPr>
              <a:defRPr lang="en-US" sz="4000" b="0" kern="1200" cap="none" baseline="0" dirty="0" smtClean="0">
                <a:solidFill>
                  <a:schemeClr val="bg1"/>
                </a:solidFill>
                <a:latin typeface="Poppins SemiBold" panose="00000700000000000000" pitchFamily="2" charset="0"/>
                <a:ea typeface="+mj-ea"/>
                <a:cs typeface="Poppins SemiBold" panose="00000700000000000000" pitchFamily="2" charset="0"/>
              </a:defRPr>
            </a:lvl1pPr>
          </a:lstStyle>
          <a:p>
            <a:r>
              <a:rPr lang="en-US"/>
              <a:t>Click To Edit Master Title</a:t>
            </a:r>
          </a:p>
        </p:txBody>
      </p:sp>
      <p:sp>
        <p:nvSpPr>
          <p:cNvPr id="8" name="Text Placeholder 2">
            <a:extLst>
              <a:ext uri="{FF2B5EF4-FFF2-40B4-BE49-F238E27FC236}">
                <a16:creationId xmlns:a16="http://schemas.microsoft.com/office/drawing/2014/main" id="{C918E0CC-4670-4A60-967B-0E5E4F8486CC}"/>
              </a:ext>
            </a:extLst>
          </p:cNvPr>
          <p:cNvSpPr>
            <a:spLocks noGrp="1"/>
          </p:cNvSpPr>
          <p:nvPr>
            <p:ph type="body" idx="10" hasCustomPrompt="1"/>
          </p:nvPr>
        </p:nvSpPr>
        <p:spPr>
          <a:xfrm>
            <a:off x="421412" y="3605507"/>
            <a:ext cx="5157787" cy="823912"/>
          </a:xfrm>
          <a:prstGeom prst="rect">
            <a:avLst/>
          </a:prstGeom>
        </p:spPr>
        <p:txBody>
          <a:bodyPr tIns="91440" anchor="t"/>
          <a:lstStyle>
            <a:lvl1pPr marL="0" indent="0">
              <a:buNone/>
              <a:defRPr lang="en-US" sz="2000" kern="1200" dirty="0" smtClean="0">
                <a:solidFill>
                  <a:schemeClr val="bg1"/>
                </a:solidFill>
                <a:latin typeface="Poppins Light" panose="00000400000000000000" pitchFamily="2" charset="0"/>
                <a:ea typeface="+mn-ea"/>
                <a:cs typeface="Poppins Light" panose="00000400000000000000" pitchFamily="2"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9" name="TextBox 8">
            <a:extLst>
              <a:ext uri="{FF2B5EF4-FFF2-40B4-BE49-F238E27FC236}">
                <a16:creationId xmlns:a16="http://schemas.microsoft.com/office/drawing/2014/main" id="{24F2512C-9076-4717-A2B2-C486DF52ECD5}"/>
              </a:ext>
            </a:extLst>
          </p:cNvPr>
          <p:cNvSpPr txBox="1"/>
          <p:nvPr userDrawn="1"/>
        </p:nvSpPr>
        <p:spPr>
          <a:xfrm>
            <a:off x="8571123" y="6248388"/>
            <a:ext cx="3341987" cy="276999"/>
          </a:xfrm>
          <a:prstGeom prst="rect">
            <a:avLst/>
          </a:prstGeom>
          <a:noFill/>
        </p:spPr>
        <p:txBody>
          <a:bodyPr rot="0" spcFirstLastPara="0" vertOverflow="overflow" horzOverflow="overflow" vert="horz" wrap="square" lIns="91440" tIns="45720" rIns="91440" bIns="45720" numCol="1" spcCol="0" rtlCol="0" fromWordArt="0" anchor="ctr" anchorCtr="0" forceAA="0" compatLnSpc="1">
            <a:prstTxWarp prst="textNoShape">
              <a:avLst/>
            </a:prstTxWarp>
            <a:spAutoFit/>
          </a:bodyPr>
          <a:lstStyle/>
          <a:p>
            <a:pPr algn="r"/>
            <a:r>
              <a:rPr lang="en-GB" sz="1200" b="1" kern="1200">
                <a:solidFill>
                  <a:schemeClr val="bg1"/>
                </a:solidFill>
                <a:latin typeface="Poppins SemiBold" panose="00000700000000000000" pitchFamily="2" charset="0"/>
                <a:ea typeface="+mn-ea"/>
                <a:cs typeface="Poppins SemiBold" panose="00000700000000000000" pitchFamily="2" charset="0"/>
              </a:rPr>
              <a:t>Canopius</a:t>
            </a:r>
            <a:r>
              <a:rPr lang="en-GB" sz="1200" b="1">
                <a:solidFill>
                  <a:schemeClr val="bg1"/>
                </a:solidFill>
                <a:latin typeface="Poppins SemiBold" panose="00000700000000000000" pitchFamily="2" charset="0"/>
                <a:cs typeface="Poppins SemiBold" panose="00000700000000000000" pitchFamily="2" charset="0"/>
              </a:rPr>
              <a:t> </a:t>
            </a:r>
            <a:r>
              <a:rPr lang="en-GB" sz="1200" b="1" kern="1200">
                <a:solidFill>
                  <a:schemeClr val="bg1"/>
                </a:solidFill>
                <a:latin typeface="Poppins SemiBold" panose="00000700000000000000" pitchFamily="2" charset="0"/>
                <a:ea typeface="+mn-ea"/>
                <a:cs typeface="Poppins SemiBold" panose="00000700000000000000" pitchFamily="2" charset="0"/>
              </a:rPr>
              <a:t>I</a:t>
            </a:r>
            <a:r>
              <a:rPr lang="en-GB" sz="1200" kern="1200">
                <a:solidFill>
                  <a:schemeClr val="bg1"/>
                </a:solidFill>
                <a:latin typeface="Poppins SemiBold" panose="00000700000000000000" pitchFamily="2" charset="0"/>
                <a:ea typeface="+mn-ea"/>
                <a:cs typeface="Poppins SemiBold" panose="00000700000000000000" pitchFamily="2" charset="0"/>
              </a:rPr>
              <a:t>nsurance</a:t>
            </a:r>
            <a:r>
              <a:rPr lang="en-GB" sz="1200" b="1">
                <a:solidFill>
                  <a:schemeClr val="bg1"/>
                </a:solidFill>
                <a:latin typeface="Poppins SemiBold" panose="00000700000000000000" pitchFamily="2" charset="0"/>
                <a:cs typeface="Poppins SemiBold" panose="00000700000000000000" pitchFamily="2" charset="0"/>
              </a:rPr>
              <a:t> | </a:t>
            </a:r>
            <a:fld id="{CD45203A-8597-40CE-B75D-10F51A417BFB}" type="slidenum">
              <a:rPr lang="en-US" sz="1200" smtClean="0">
                <a:solidFill>
                  <a:schemeClr val="bg1"/>
                </a:solidFill>
                <a:latin typeface="Poppins SemiBold" panose="00000700000000000000" pitchFamily="2" charset="0"/>
                <a:cs typeface="Poppins SemiBold" panose="00000700000000000000" pitchFamily="2" charset="0"/>
              </a:rPr>
              <a:pPr algn="r"/>
              <a:t>‹#›</a:t>
            </a:fld>
            <a:r>
              <a:rPr lang="en-GB" sz="1200" b="1">
                <a:solidFill>
                  <a:schemeClr val="bg1"/>
                </a:solidFill>
                <a:latin typeface="Poppins SemiBold" panose="00000700000000000000" pitchFamily="2" charset="0"/>
                <a:cs typeface="Poppins SemiBold" panose="00000700000000000000" pitchFamily="2" charset="0"/>
              </a:rPr>
              <a:t> </a:t>
            </a:r>
            <a:endParaRPr lang="en-US" sz="1200">
              <a:solidFill>
                <a:schemeClr val="bg1"/>
              </a:solidFill>
              <a:latin typeface="Poppins SemiBold" panose="00000700000000000000" pitchFamily="2" charset="0"/>
              <a:cs typeface="Poppins SemiBold" panose="00000700000000000000" pitchFamily="2" charset="0"/>
            </a:endParaRPr>
          </a:p>
        </p:txBody>
      </p:sp>
      <p:sp>
        <p:nvSpPr>
          <p:cNvPr id="10" name="Picture Placeholder 2">
            <a:extLst>
              <a:ext uri="{FF2B5EF4-FFF2-40B4-BE49-F238E27FC236}">
                <a16:creationId xmlns:a16="http://schemas.microsoft.com/office/drawing/2014/main" id="{AABAED07-03F1-4BEF-A208-F9C8DC668276}"/>
              </a:ext>
            </a:extLst>
          </p:cNvPr>
          <p:cNvSpPr>
            <a:spLocks noGrp="1"/>
          </p:cNvSpPr>
          <p:nvPr>
            <p:ph type="pic" idx="1"/>
          </p:nvPr>
        </p:nvSpPr>
        <p:spPr>
          <a:xfrm>
            <a:off x="6262003" y="1286219"/>
            <a:ext cx="4285673" cy="4285561"/>
          </a:xfrm>
          <a:prstGeom prst="ellipse">
            <a:avLst/>
          </a:prstGeom>
        </p:spPr>
        <p:txBody>
          <a:bodyPr/>
          <a:lstStyle>
            <a:lvl1pPr marL="0" indent="0">
              <a:buNone/>
              <a:defRPr sz="3200">
                <a:latin typeface="Poppins Light" panose="00000400000000000000" pitchFamily="2" charset="0"/>
                <a:cs typeface="Poppins Light" panose="00000400000000000000" pitchFamily="2"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Tree>
    <p:extLst>
      <p:ext uri="{BB962C8B-B14F-4D97-AF65-F5344CB8AC3E}">
        <p14:creationId xmlns:p14="http://schemas.microsoft.com/office/powerpoint/2010/main" val="40738238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1_Section Header_ Navy 2">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12" name="Picture 11" descr="A black and white logo&#10;&#10;Description automatically generated">
            <a:extLst>
              <a:ext uri="{FF2B5EF4-FFF2-40B4-BE49-F238E27FC236}">
                <a16:creationId xmlns:a16="http://schemas.microsoft.com/office/drawing/2014/main" id="{16C42606-BF4F-4ABD-84AF-9B6B50639B2C}"/>
              </a:ext>
            </a:extLst>
          </p:cNvPr>
          <p:cNvPicPr>
            <a:picLocks noChangeAspect="1"/>
          </p:cNvPicPr>
          <p:nvPr userDrawn="1"/>
        </p:nvPicPr>
        <p:blipFill>
          <a:blip r:embed="rId3"/>
          <a:stretch>
            <a:fillRect/>
          </a:stretch>
        </p:blipFill>
        <p:spPr>
          <a:xfrm>
            <a:off x="-1483" y="5531928"/>
            <a:ext cx="3050824" cy="1724495"/>
          </a:xfrm>
          <a:prstGeom prst="rect">
            <a:avLst/>
          </a:prstGeom>
        </p:spPr>
      </p:pic>
      <p:sp>
        <p:nvSpPr>
          <p:cNvPr id="9" name="TextBox 8">
            <a:extLst>
              <a:ext uri="{FF2B5EF4-FFF2-40B4-BE49-F238E27FC236}">
                <a16:creationId xmlns:a16="http://schemas.microsoft.com/office/drawing/2014/main" id="{24F2512C-9076-4717-A2B2-C486DF52ECD5}"/>
              </a:ext>
            </a:extLst>
          </p:cNvPr>
          <p:cNvSpPr txBox="1"/>
          <p:nvPr userDrawn="1"/>
        </p:nvSpPr>
        <p:spPr>
          <a:xfrm>
            <a:off x="8571123" y="6248388"/>
            <a:ext cx="3341987" cy="276999"/>
          </a:xfrm>
          <a:prstGeom prst="rect">
            <a:avLst/>
          </a:prstGeom>
          <a:noFill/>
        </p:spPr>
        <p:txBody>
          <a:bodyPr rot="0" spcFirstLastPara="0" vertOverflow="overflow" horzOverflow="overflow" vert="horz" wrap="square" lIns="91440" tIns="45720" rIns="91440" bIns="45720" numCol="1" spcCol="0" rtlCol="0" fromWordArt="0" anchor="ctr" anchorCtr="0" forceAA="0" compatLnSpc="1">
            <a:prstTxWarp prst="textNoShape">
              <a:avLst/>
            </a:prstTxWarp>
            <a:spAutoFit/>
          </a:bodyPr>
          <a:lstStyle/>
          <a:p>
            <a:pPr algn="r"/>
            <a:r>
              <a:rPr lang="en-GB" sz="1200" b="1" kern="1200">
                <a:solidFill>
                  <a:schemeClr val="bg1"/>
                </a:solidFill>
                <a:latin typeface="Poppins SemiBold" panose="00000700000000000000" pitchFamily="2" charset="0"/>
                <a:ea typeface="+mn-ea"/>
                <a:cs typeface="Poppins SemiBold" panose="00000700000000000000" pitchFamily="2" charset="0"/>
              </a:rPr>
              <a:t>Canopius</a:t>
            </a:r>
            <a:r>
              <a:rPr lang="en-GB" sz="1200" b="1">
                <a:solidFill>
                  <a:schemeClr val="bg1"/>
                </a:solidFill>
                <a:latin typeface="Poppins SemiBold" panose="00000700000000000000" pitchFamily="2" charset="0"/>
                <a:cs typeface="Poppins SemiBold" panose="00000700000000000000" pitchFamily="2" charset="0"/>
              </a:rPr>
              <a:t> </a:t>
            </a:r>
            <a:r>
              <a:rPr lang="en-GB" sz="1200" b="1" kern="1200">
                <a:solidFill>
                  <a:schemeClr val="bg1"/>
                </a:solidFill>
                <a:latin typeface="Poppins SemiBold" panose="00000700000000000000" pitchFamily="2" charset="0"/>
                <a:ea typeface="+mn-ea"/>
                <a:cs typeface="Poppins SemiBold" panose="00000700000000000000" pitchFamily="2" charset="0"/>
              </a:rPr>
              <a:t>I</a:t>
            </a:r>
            <a:r>
              <a:rPr lang="en-GB" sz="1200" kern="1200">
                <a:solidFill>
                  <a:schemeClr val="bg1"/>
                </a:solidFill>
                <a:latin typeface="Poppins SemiBold" panose="00000700000000000000" pitchFamily="2" charset="0"/>
                <a:ea typeface="+mn-ea"/>
                <a:cs typeface="Poppins SemiBold" panose="00000700000000000000" pitchFamily="2" charset="0"/>
              </a:rPr>
              <a:t>nsurance</a:t>
            </a:r>
            <a:r>
              <a:rPr lang="en-GB" sz="1200" b="1">
                <a:solidFill>
                  <a:schemeClr val="bg1"/>
                </a:solidFill>
                <a:latin typeface="Poppins SemiBold" panose="00000700000000000000" pitchFamily="2" charset="0"/>
                <a:cs typeface="Poppins SemiBold" panose="00000700000000000000" pitchFamily="2" charset="0"/>
              </a:rPr>
              <a:t> | </a:t>
            </a:r>
            <a:fld id="{CD45203A-8597-40CE-B75D-10F51A417BFB}" type="slidenum">
              <a:rPr lang="en-US" sz="1200" smtClean="0">
                <a:solidFill>
                  <a:schemeClr val="bg1"/>
                </a:solidFill>
                <a:latin typeface="Poppins SemiBold" panose="00000700000000000000" pitchFamily="2" charset="0"/>
                <a:cs typeface="Poppins SemiBold" panose="00000700000000000000" pitchFamily="2" charset="0"/>
              </a:rPr>
              <a:pPr algn="r"/>
              <a:t>‹#›</a:t>
            </a:fld>
            <a:r>
              <a:rPr lang="en-GB" sz="1200" b="1">
                <a:solidFill>
                  <a:schemeClr val="bg1"/>
                </a:solidFill>
                <a:latin typeface="Poppins SemiBold" panose="00000700000000000000" pitchFamily="2" charset="0"/>
                <a:cs typeface="Poppins SemiBold" panose="00000700000000000000" pitchFamily="2" charset="0"/>
              </a:rPr>
              <a:t> </a:t>
            </a:r>
            <a:endParaRPr lang="en-US" sz="1200">
              <a:solidFill>
                <a:schemeClr val="bg1"/>
              </a:solidFill>
              <a:latin typeface="Poppins SemiBold" panose="00000700000000000000" pitchFamily="2" charset="0"/>
              <a:cs typeface="Poppins SemiBold" panose="00000700000000000000" pitchFamily="2" charset="0"/>
            </a:endParaRPr>
          </a:p>
        </p:txBody>
      </p:sp>
      <p:sp>
        <p:nvSpPr>
          <p:cNvPr id="10" name="Picture Placeholder 2">
            <a:extLst>
              <a:ext uri="{FF2B5EF4-FFF2-40B4-BE49-F238E27FC236}">
                <a16:creationId xmlns:a16="http://schemas.microsoft.com/office/drawing/2014/main" id="{AABAED07-03F1-4BEF-A208-F9C8DC668276}"/>
              </a:ext>
            </a:extLst>
          </p:cNvPr>
          <p:cNvSpPr>
            <a:spLocks noGrp="1"/>
          </p:cNvSpPr>
          <p:nvPr>
            <p:ph type="pic" idx="1"/>
          </p:nvPr>
        </p:nvSpPr>
        <p:spPr>
          <a:xfrm>
            <a:off x="6262003" y="1286219"/>
            <a:ext cx="4285673" cy="4285561"/>
          </a:xfrm>
          <a:prstGeom prst="ellipse">
            <a:avLst/>
          </a:prstGeom>
        </p:spPr>
        <p:txBody>
          <a:bodyPr/>
          <a:lstStyle>
            <a:lvl1pPr marL="0" indent="0">
              <a:buNone/>
              <a:defRPr sz="3200">
                <a:latin typeface="Poppins Light" panose="00000400000000000000" pitchFamily="2" charset="0"/>
                <a:cs typeface="Poppins Light" panose="00000400000000000000" pitchFamily="2"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cxnSp>
        <p:nvCxnSpPr>
          <p:cNvPr id="11" name="Straight Arrow Connector 10">
            <a:extLst>
              <a:ext uri="{FF2B5EF4-FFF2-40B4-BE49-F238E27FC236}">
                <a16:creationId xmlns:a16="http://schemas.microsoft.com/office/drawing/2014/main" id="{EF3CC7A7-DC32-4DE3-AAA5-0E535508C64E}"/>
              </a:ext>
            </a:extLst>
          </p:cNvPr>
          <p:cNvCxnSpPr/>
          <p:nvPr userDrawn="1"/>
        </p:nvCxnSpPr>
        <p:spPr>
          <a:xfrm>
            <a:off x="421412" y="3598028"/>
            <a:ext cx="5145136" cy="7479"/>
          </a:xfrm>
          <a:prstGeom prst="straightConnector1">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13" name="Title Placeholder 1">
            <a:extLst>
              <a:ext uri="{FF2B5EF4-FFF2-40B4-BE49-F238E27FC236}">
                <a16:creationId xmlns:a16="http://schemas.microsoft.com/office/drawing/2014/main" id="{0218C30C-BFAA-44C4-BF6F-B0A550293309}"/>
              </a:ext>
            </a:extLst>
          </p:cNvPr>
          <p:cNvSpPr>
            <a:spLocks noGrp="1"/>
          </p:cNvSpPr>
          <p:nvPr>
            <p:ph type="title" hasCustomPrompt="1"/>
          </p:nvPr>
        </p:nvSpPr>
        <p:spPr>
          <a:xfrm>
            <a:off x="421413" y="2279944"/>
            <a:ext cx="5145136" cy="1325563"/>
          </a:xfrm>
          <a:prstGeom prst="rect">
            <a:avLst/>
          </a:prstGeom>
        </p:spPr>
        <p:txBody>
          <a:bodyPr vert="horz" lIns="91440" tIns="45720" rIns="91440" bIns="45720" rtlCol="0" anchor="b">
            <a:normAutofit/>
          </a:bodyPr>
          <a:lstStyle>
            <a:lvl1pPr>
              <a:defRPr lang="en-US" sz="4000" b="0" kern="1200" cap="none" baseline="0" dirty="0" smtClean="0">
                <a:solidFill>
                  <a:schemeClr val="bg1"/>
                </a:solidFill>
                <a:latin typeface="Poppins SemiBold" panose="00000700000000000000" pitchFamily="2" charset="0"/>
                <a:ea typeface="+mj-ea"/>
                <a:cs typeface="Poppins SemiBold" panose="00000700000000000000" pitchFamily="2" charset="0"/>
              </a:defRPr>
            </a:lvl1pPr>
          </a:lstStyle>
          <a:p>
            <a:r>
              <a:rPr lang="en-US"/>
              <a:t>Click To Edit Master Title</a:t>
            </a:r>
          </a:p>
        </p:txBody>
      </p:sp>
      <p:sp>
        <p:nvSpPr>
          <p:cNvPr id="14" name="Text Placeholder 2">
            <a:extLst>
              <a:ext uri="{FF2B5EF4-FFF2-40B4-BE49-F238E27FC236}">
                <a16:creationId xmlns:a16="http://schemas.microsoft.com/office/drawing/2014/main" id="{20BC4252-C563-44CD-A23B-B487725F4777}"/>
              </a:ext>
            </a:extLst>
          </p:cNvPr>
          <p:cNvSpPr>
            <a:spLocks noGrp="1"/>
          </p:cNvSpPr>
          <p:nvPr>
            <p:ph type="body" idx="10" hasCustomPrompt="1"/>
          </p:nvPr>
        </p:nvSpPr>
        <p:spPr>
          <a:xfrm>
            <a:off x="421412" y="3605507"/>
            <a:ext cx="5157787" cy="823912"/>
          </a:xfrm>
          <a:prstGeom prst="rect">
            <a:avLst/>
          </a:prstGeom>
        </p:spPr>
        <p:txBody>
          <a:bodyPr tIns="91440" anchor="t"/>
          <a:lstStyle>
            <a:lvl1pPr marL="0" indent="0">
              <a:buNone/>
              <a:defRPr lang="en-US" sz="2000" kern="1200" dirty="0" smtClean="0">
                <a:solidFill>
                  <a:schemeClr val="bg1"/>
                </a:solidFill>
                <a:latin typeface="Poppins Light" panose="00000400000000000000" pitchFamily="2" charset="0"/>
                <a:ea typeface="+mn-ea"/>
                <a:cs typeface="Poppins Light" panose="00000400000000000000" pitchFamily="2"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Tree>
    <p:extLst>
      <p:ext uri="{BB962C8B-B14F-4D97-AF65-F5344CB8AC3E}">
        <p14:creationId xmlns:p14="http://schemas.microsoft.com/office/powerpoint/2010/main" val="248234802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2_Section Header_ Navy 2">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12" name="Picture 11" descr="A black and white logo&#10;&#10;Description automatically generated">
            <a:extLst>
              <a:ext uri="{FF2B5EF4-FFF2-40B4-BE49-F238E27FC236}">
                <a16:creationId xmlns:a16="http://schemas.microsoft.com/office/drawing/2014/main" id="{16C42606-BF4F-4ABD-84AF-9B6B50639B2C}"/>
              </a:ext>
            </a:extLst>
          </p:cNvPr>
          <p:cNvPicPr>
            <a:picLocks noChangeAspect="1"/>
          </p:cNvPicPr>
          <p:nvPr userDrawn="1"/>
        </p:nvPicPr>
        <p:blipFill>
          <a:blip r:embed="rId3"/>
          <a:stretch>
            <a:fillRect/>
          </a:stretch>
        </p:blipFill>
        <p:spPr>
          <a:xfrm>
            <a:off x="-1483" y="5531928"/>
            <a:ext cx="3050824" cy="1724495"/>
          </a:xfrm>
          <a:prstGeom prst="rect">
            <a:avLst/>
          </a:prstGeom>
        </p:spPr>
      </p:pic>
      <p:sp>
        <p:nvSpPr>
          <p:cNvPr id="9" name="TextBox 8">
            <a:extLst>
              <a:ext uri="{FF2B5EF4-FFF2-40B4-BE49-F238E27FC236}">
                <a16:creationId xmlns:a16="http://schemas.microsoft.com/office/drawing/2014/main" id="{24F2512C-9076-4717-A2B2-C486DF52ECD5}"/>
              </a:ext>
            </a:extLst>
          </p:cNvPr>
          <p:cNvSpPr txBox="1"/>
          <p:nvPr userDrawn="1"/>
        </p:nvSpPr>
        <p:spPr>
          <a:xfrm>
            <a:off x="8571123" y="6248388"/>
            <a:ext cx="3341987" cy="276999"/>
          </a:xfrm>
          <a:prstGeom prst="rect">
            <a:avLst/>
          </a:prstGeom>
          <a:noFill/>
        </p:spPr>
        <p:txBody>
          <a:bodyPr rot="0" spcFirstLastPara="0" vertOverflow="overflow" horzOverflow="overflow" vert="horz" wrap="square" lIns="91440" tIns="45720" rIns="91440" bIns="45720" numCol="1" spcCol="0" rtlCol="0" fromWordArt="0" anchor="ctr" anchorCtr="0" forceAA="0" compatLnSpc="1">
            <a:prstTxWarp prst="textNoShape">
              <a:avLst/>
            </a:prstTxWarp>
            <a:spAutoFit/>
          </a:bodyPr>
          <a:lstStyle/>
          <a:p>
            <a:pPr algn="r"/>
            <a:r>
              <a:rPr lang="en-GB" sz="1200" b="1" kern="1200">
                <a:solidFill>
                  <a:schemeClr val="bg1"/>
                </a:solidFill>
                <a:latin typeface="Poppins SemiBold" panose="00000700000000000000" pitchFamily="2" charset="0"/>
                <a:ea typeface="+mn-ea"/>
                <a:cs typeface="Poppins SemiBold" panose="00000700000000000000" pitchFamily="2" charset="0"/>
              </a:rPr>
              <a:t>Canopius</a:t>
            </a:r>
            <a:r>
              <a:rPr lang="en-GB" sz="1200" b="1">
                <a:solidFill>
                  <a:schemeClr val="bg1"/>
                </a:solidFill>
                <a:latin typeface="Poppins SemiBold" panose="00000700000000000000" pitchFamily="2" charset="0"/>
                <a:cs typeface="Poppins SemiBold" panose="00000700000000000000" pitchFamily="2" charset="0"/>
              </a:rPr>
              <a:t> </a:t>
            </a:r>
            <a:r>
              <a:rPr lang="en-GB" sz="1200" b="1" kern="1200">
                <a:solidFill>
                  <a:schemeClr val="bg1"/>
                </a:solidFill>
                <a:latin typeface="Poppins SemiBold" panose="00000700000000000000" pitchFamily="2" charset="0"/>
                <a:ea typeface="+mn-ea"/>
                <a:cs typeface="Poppins SemiBold" panose="00000700000000000000" pitchFamily="2" charset="0"/>
              </a:rPr>
              <a:t>I</a:t>
            </a:r>
            <a:r>
              <a:rPr lang="en-GB" sz="1200" kern="1200">
                <a:solidFill>
                  <a:schemeClr val="bg1"/>
                </a:solidFill>
                <a:latin typeface="Poppins SemiBold" panose="00000700000000000000" pitchFamily="2" charset="0"/>
                <a:ea typeface="+mn-ea"/>
                <a:cs typeface="Poppins SemiBold" panose="00000700000000000000" pitchFamily="2" charset="0"/>
              </a:rPr>
              <a:t>nsurance</a:t>
            </a:r>
            <a:r>
              <a:rPr lang="en-GB" sz="1200" b="1">
                <a:solidFill>
                  <a:schemeClr val="bg1"/>
                </a:solidFill>
                <a:latin typeface="Poppins SemiBold" panose="00000700000000000000" pitchFamily="2" charset="0"/>
                <a:cs typeface="Poppins SemiBold" panose="00000700000000000000" pitchFamily="2" charset="0"/>
              </a:rPr>
              <a:t> | </a:t>
            </a:r>
            <a:fld id="{CD45203A-8597-40CE-B75D-10F51A417BFB}" type="slidenum">
              <a:rPr lang="en-US" sz="1200" smtClean="0">
                <a:solidFill>
                  <a:schemeClr val="bg1"/>
                </a:solidFill>
                <a:latin typeface="Poppins SemiBold" panose="00000700000000000000" pitchFamily="2" charset="0"/>
                <a:cs typeface="Poppins SemiBold" panose="00000700000000000000" pitchFamily="2" charset="0"/>
              </a:rPr>
              <a:pPr algn="r"/>
              <a:t>‹#›</a:t>
            </a:fld>
            <a:r>
              <a:rPr lang="en-GB" sz="1200" b="1">
                <a:solidFill>
                  <a:schemeClr val="bg1"/>
                </a:solidFill>
                <a:latin typeface="Poppins SemiBold" panose="00000700000000000000" pitchFamily="2" charset="0"/>
                <a:cs typeface="Poppins SemiBold" panose="00000700000000000000" pitchFamily="2" charset="0"/>
              </a:rPr>
              <a:t> </a:t>
            </a:r>
            <a:endParaRPr lang="en-US" sz="1200">
              <a:solidFill>
                <a:schemeClr val="bg1"/>
              </a:solidFill>
              <a:latin typeface="Poppins SemiBold" panose="00000700000000000000" pitchFamily="2" charset="0"/>
              <a:cs typeface="Poppins SemiBold" panose="00000700000000000000" pitchFamily="2" charset="0"/>
            </a:endParaRPr>
          </a:p>
        </p:txBody>
      </p:sp>
      <p:sp>
        <p:nvSpPr>
          <p:cNvPr id="10" name="Picture Placeholder 2">
            <a:extLst>
              <a:ext uri="{FF2B5EF4-FFF2-40B4-BE49-F238E27FC236}">
                <a16:creationId xmlns:a16="http://schemas.microsoft.com/office/drawing/2014/main" id="{AABAED07-03F1-4BEF-A208-F9C8DC668276}"/>
              </a:ext>
            </a:extLst>
          </p:cNvPr>
          <p:cNvSpPr>
            <a:spLocks noGrp="1"/>
          </p:cNvSpPr>
          <p:nvPr>
            <p:ph type="pic" idx="1"/>
          </p:nvPr>
        </p:nvSpPr>
        <p:spPr>
          <a:xfrm>
            <a:off x="6262003" y="1286219"/>
            <a:ext cx="4285673" cy="4285561"/>
          </a:xfrm>
          <a:prstGeom prst="ellipse">
            <a:avLst/>
          </a:prstGeom>
        </p:spPr>
        <p:txBody>
          <a:bodyPr/>
          <a:lstStyle>
            <a:lvl1pPr marL="0" indent="0">
              <a:buNone/>
              <a:defRPr sz="3200">
                <a:latin typeface="Poppins Light" panose="00000400000000000000" pitchFamily="2" charset="0"/>
                <a:cs typeface="Poppins Light" panose="00000400000000000000" pitchFamily="2"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cxnSp>
        <p:nvCxnSpPr>
          <p:cNvPr id="11" name="Straight Arrow Connector 10">
            <a:extLst>
              <a:ext uri="{FF2B5EF4-FFF2-40B4-BE49-F238E27FC236}">
                <a16:creationId xmlns:a16="http://schemas.microsoft.com/office/drawing/2014/main" id="{109BBC4F-0A49-4E24-A81A-93E3287A3FDE}"/>
              </a:ext>
            </a:extLst>
          </p:cNvPr>
          <p:cNvCxnSpPr/>
          <p:nvPr userDrawn="1"/>
        </p:nvCxnSpPr>
        <p:spPr>
          <a:xfrm>
            <a:off x="421412" y="3598028"/>
            <a:ext cx="5145136" cy="7479"/>
          </a:xfrm>
          <a:prstGeom prst="straightConnector1">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13" name="Title Placeholder 1">
            <a:extLst>
              <a:ext uri="{FF2B5EF4-FFF2-40B4-BE49-F238E27FC236}">
                <a16:creationId xmlns:a16="http://schemas.microsoft.com/office/drawing/2014/main" id="{B8151F0C-7467-4E62-9B06-3F8C099C66CF}"/>
              </a:ext>
            </a:extLst>
          </p:cNvPr>
          <p:cNvSpPr>
            <a:spLocks noGrp="1"/>
          </p:cNvSpPr>
          <p:nvPr>
            <p:ph type="title" hasCustomPrompt="1"/>
          </p:nvPr>
        </p:nvSpPr>
        <p:spPr>
          <a:xfrm>
            <a:off x="421413" y="2279944"/>
            <a:ext cx="5145136" cy="1325563"/>
          </a:xfrm>
          <a:prstGeom prst="rect">
            <a:avLst/>
          </a:prstGeom>
        </p:spPr>
        <p:txBody>
          <a:bodyPr vert="horz" lIns="91440" tIns="45720" rIns="91440" bIns="45720" rtlCol="0" anchor="b">
            <a:normAutofit/>
          </a:bodyPr>
          <a:lstStyle>
            <a:lvl1pPr>
              <a:defRPr lang="en-US" sz="4000" b="0" kern="1200" cap="none" baseline="0" dirty="0" smtClean="0">
                <a:solidFill>
                  <a:schemeClr val="bg1"/>
                </a:solidFill>
                <a:latin typeface="Poppins SemiBold" panose="00000700000000000000" pitchFamily="2" charset="0"/>
                <a:ea typeface="+mj-ea"/>
                <a:cs typeface="Poppins SemiBold" panose="00000700000000000000" pitchFamily="2" charset="0"/>
              </a:defRPr>
            </a:lvl1pPr>
          </a:lstStyle>
          <a:p>
            <a:r>
              <a:rPr lang="en-US"/>
              <a:t>Click To Edit Master Title</a:t>
            </a:r>
          </a:p>
        </p:txBody>
      </p:sp>
      <p:sp>
        <p:nvSpPr>
          <p:cNvPr id="14" name="Text Placeholder 2">
            <a:extLst>
              <a:ext uri="{FF2B5EF4-FFF2-40B4-BE49-F238E27FC236}">
                <a16:creationId xmlns:a16="http://schemas.microsoft.com/office/drawing/2014/main" id="{A96268C3-944B-4BB4-8109-FA7704164207}"/>
              </a:ext>
            </a:extLst>
          </p:cNvPr>
          <p:cNvSpPr>
            <a:spLocks noGrp="1"/>
          </p:cNvSpPr>
          <p:nvPr>
            <p:ph type="body" idx="10" hasCustomPrompt="1"/>
          </p:nvPr>
        </p:nvSpPr>
        <p:spPr>
          <a:xfrm>
            <a:off x="421412" y="3605507"/>
            <a:ext cx="5157787" cy="823912"/>
          </a:xfrm>
          <a:prstGeom prst="rect">
            <a:avLst/>
          </a:prstGeom>
        </p:spPr>
        <p:txBody>
          <a:bodyPr tIns="91440" anchor="t"/>
          <a:lstStyle>
            <a:lvl1pPr marL="0" indent="0">
              <a:buNone/>
              <a:defRPr lang="en-US" sz="2000" kern="1200" dirty="0" smtClean="0">
                <a:solidFill>
                  <a:schemeClr val="bg1"/>
                </a:solidFill>
                <a:latin typeface="Poppins Light" panose="00000400000000000000" pitchFamily="2" charset="0"/>
                <a:ea typeface="+mn-ea"/>
                <a:cs typeface="Poppins Light" panose="00000400000000000000" pitchFamily="2"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Tree>
    <p:extLst>
      <p:ext uri="{BB962C8B-B14F-4D97-AF65-F5344CB8AC3E}">
        <p14:creationId xmlns:p14="http://schemas.microsoft.com/office/powerpoint/2010/main" val="152170993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1_Conten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7" name="Content Placeholder 2">
            <a:extLst>
              <a:ext uri="{FF2B5EF4-FFF2-40B4-BE49-F238E27FC236}">
                <a16:creationId xmlns:a16="http://schemas.microsoft.com/office/drawing/2014/main" id="{D041C5B6-F3F9-459D-9D26-20B238247999}"/>
              </a:ext>
            </a:extLst>
          </p:cNvPr>
          <p:cNvSpPr>
            <a:spLocks noGrp="1"/>
          </p:cNvSpPr>
          <p:nvPr>
            <p:ph idx="1"/>
          </p:nvPr>
        </p:nvSpPr>
        <p:spPr>
          <a:xfrm>
            <a:off x="434918" y="1266940"/>
            <a:ext cx="11322164" cy="4594110"/>
          </a:xfrm>
          <a:prstGeom prst="rect">
            <a:avLst/>
          </a:prstGeom>
        </p:spPr>
        <p:txBody>
          <a:bodyPr/>
          <a:lstStyle>
            <a:lvl1pPr>
              <a:buClr>
                <a:schemeClr val="bg1"/>
              </a:buClr>
              <a:buFont typeface="Arial" panose="020B0604020202020204" pitchFamily="34" charset="0"/>
              <a:buChar char="•"/>
              <a:defRPr sz="2800">
                <a:solidFill>
                  <a:schemeClr val="bg1"/>
                </a:solidFill>
                <a:latin typeface="Poppins "/>
                <a:cs typeface="Poppins SemiBold" panose="00000700000000000000" pitchFamily="2" charset="0"/>
              </a:defRPr>
            </a:lvl1pPr>
            <a:lvl2pPr>
              <a:buClr>
                <a:schemeClr val="bg1"/>
              </a:buClr>
              <a:buFont typeface="Arial" panose="020B0604020202020204" pitchFamily="34" charset="0"/>
              <a:buChar char="•"/>
              <a:defRPr sz="2400">
                <a:solidFill>
                  <a:schemeClr val="bg1"/>
                </a:solidFill>
                <a:latin typeface="Poppins "/>
                <a:cs typeface="Poppins SemiBold" panose="00000700000000000000" pitchFamily="2" charset="0"/>
              </a:defRPr>
            </a:lvl2pPr>
            <a:lvl3pPr>
              <a:buClr>
                <a:schemeClr val="bg1"/>
              </a:buClr>
              <a:buFont typeface="Arial" panose="020B0604020202020204" pitchFamily="34" charset="0"/>
              <a:buChar char="•"/>
              <a:defRPr sz="2000">
                <a:solidFill>
                  <a:schemeClr val="bg1"/>
                </a:solidFill>
                <a:latin typeface="Poppins "/>
                <a:cs typeface="Poppins SemiBold" panose="00000700000000000000" pitchFamily="2" charset="0"/>
              </a:defRPr>
            </a:lvl3pPr>
            <a:lvl4pPr>
              <a:buClr>
                <a:schemeClr val="bg1"/>
              </a:buClr>
              <a:buFont typeface="Arial" panose="020B0604020202020204" pitchFamily="34" charset="0"/>
              <a:buChar char="•"/>
              <a:defRPr sz="1600">
                <a:solidFill>
                  <a:schemeClr val="bg1"/>
                </a:solidFill>
                <a:latin typeface="Poppins "/>
                <a:cs typeface="Poppins SemiBold" panose="00000700000000000000" pitchFamily="2" charset="0"/>
              </a:defRPr>
            </a:lvl4pPr>
            <a:lvl5pPr>
              <a:buClr>
                <a:schemeClr val="bg1"/>
              </a:buClr>
              <a:buFont typeface="Arial" panose="020B0604020202020204" pitchFamily="34" charset="0"/>
              <a:buChar char="•"/>
              <a:defRPr sz="1200">
                <a:solidFill>
                  <a:schemeClr val="bg1"/>
                </a:solidFill>
                <a:latin typeface="Poppins "/>
                <a:cs typeface="Poppins SemiBold" panose="00000700000000000000" pitchFamily="2" charset="0"/>
              </a:defRPr>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Title 1">
            <a:extLst>
              <a:ext uri="{FF2B5EF4-FFF2-40B4-BE49-F238E27FC236}">
                <a16:creationId xmlns:a16="http://schemas.microsoft.com/office/drawing/2014/main" id="{F03F72A5-05E2-4CFD-AC8E-1C3C4FA9B63A}"/>
              </a:ext>
            </a:extLst>
          </p:cNvPr>
          <p:cNvSpPr>
            <a:spLocks noGrp="1"/>
          </p:cNvSpPr>
          <p:nvPr>
            <p:ph type="ctrTitle" hasCustomPrompt="1"/>
          </p:nvPr>
        </p:nvSpPr>
        <p:spPr>
          <a:xfrm>
            <a:off x="434918" y="338776"/>
            <a:ext cx="8213323" cy="658174"/>
          </a:xfrm>
          <a:prstGeom prst="rect">
            <a:avLst/>
          </a:prstGeom>
        </p:spPr>
        <p:txBody>
          <a:bodyPr anchor="t"/>
          <a:lstStyle>
            <a:lvl1pPr algn="l">
              <a:defRPr lang="en-GB" sz="4000" b="0" kern="1200" cap="none" baseline="0" dirty="0">
                <a:solidFill>
                  <a:schemeClr val="bg1"/>
                </a:solidFill>
                <a:latin typeface="Poppins SemiBold" panose="00000700000000000000" pitchFamily="2" charset="0"/>
                <a:ea typeface="+mj-ea"/>
                <a:cs typeface="Poppins SemiBold" panose="00000700000000000000" pitchFamily="2" charset="0"/>
              </a:defRPr>
            </a:lvl1pPr>
          </a:lstStyle>
          <a:p>
            <a:r>
              <a:rPr lang="en-GB"/>
              <a:t>Click To Edit Title</a:t>
            </a:r>
          </a:p>
        </p:txBody>
      </p:sp>
      <p:pic>
        <p:nvPicPr>
          <p:cNvPr id="4" name="Picture 3" descr="A black and white logo&#10;&#10;Description automatically generated">
            <a:extLst>
              <a:ext uri="{FF2B5EF4-FFF2-40B4-BE49-F238E27FC236}">
                <a16:creationId xmlns:a16="http://schemas.microsoft.com/office/drawing/2014/main" id="{4BAF4AD7-52C4-4CDF-AA58-5870387B4A5F}"/>
              </a:ext>
            </a:extLst>
          </p:cNvPr>
          <p:cNvPicPr>
            <a:picLocks noChangeAspect="1"/>
          </p:cNvPicPr>
          <p:nvPr userDrawn="1"/>
        </p:nvPicPr>
        <p:blipFill>
          <a:blip r:embed="rId3"/>
          <a:stretch>
            <a:fillRect/>
          </a:stretch>
        </p:blipFill>
        <p:spPr>
          <a:xfrm>
            <a:off x="-1483" y="5531928"/>
            <a:ext cx="3050824" cy="1724495"/>
          </a:xfrm>
          <a:prstGeom prst="rect">
            <a:avLst/>
          </a:prstGeom>
        </p:spPr>
      </p:pic>
      <p:sp>
        <p:nvSpPr>
          <p:cNvPr id="5" name="TextBox 4">
            <a:extLst>
              <a:ext uri="{FF2B5EF4-FFF2-40B4-BE49-F238E27FC236}">
                <a16:creationId xmlns:a16="http://schemas.microsoft.com/office/drawing/2014/main" id="{B4661857-4784-42A4-9D12-F6EFFE997FF4}"/>
              </a:ext>
            </a:extLst>
          </p:cNvPr>
          <p:cNvSpPr txBox="1"/>
          <p:nvPr userDrawn="1"/>
        </p:nvSpPr>
        <p:spPr>
          <a:xfrm>
            <a:off x="8571123" y="6248388"/>
            <a:ext cx="3341987" cy="276999"/>
          </a:xfrm>
          <a:prstGeom prst="rect">
            <a:avLst/>
          </a:prstGeom>
          <a:noFill/>
        </p:spPr>
        <p:txBody>
          <a:bodyPr rot="0" spcFirstLastPara="0" vertOverflow="overflow" horzOverflow="overflow" vert="horz" wrap="square" lIns="91440" tIns="45720" rIns="91440" bIns="45720" numCol="1" spcCol="0" rtlCol="0" fromWordArt="0" anchor="ctr" anchorCtr="0" forceAA="0" compatLnSpc="1">
            <a:prstTxWarp prst="textNoShape">
              <a:avLst/>
            </a:prstTxWarp>
            <a:spAutoFit/>
          </a:bodyPr>
          <a:lstStyle/>
          <a:p>
            <a:pPr algn="r"/>
            <a:r>
              <a:rPr lang="en-GB" sz="1200" b="1" kern="1200">
                <a:solidFill>
                  <a:schemeClr val="bg1"/>
                </a:solidFill>
                <a:latin typeface="Poppins SemiBold" panose="00000700000000000000" pitchFamily="2" charset="0"/>
                <a:ea typeface="+mn-ea"/>
                <a:cs typeface="Poppins SemiBold" panose="00000700000000000000" pitchFamily="2" charset="0"/>
              </a:rPr>
              <a:t>Canopius</a:t>
            </a:r>
            <a:r>
              <a:rPr lang="en-GB" sz="1200" b="1">
                <a:solidFill>
                  <a:schemeClr val="bg1"/>
                </a:solidFill>
                <a:latin typeface="Poppins SemiBold" panose="00000700000000000000" pitchFamily="2" charset="0"/>
                <a:cs typeface="Poppins SemiBold" panose="00000700000000000000" pitchFamily="2" charset="0"/>
              </a:rPr>
              <a:t> </a:t>
            </a:r>
            <a:r>
              <a:rPr lang="en-GB" sz="1200" b="1" kern="1200">
                <a:solidFill>
                  <a:schemeClr val="bg1"/>
                </a:solidFill>
                <a:latin typeface="Poppins SemiBold" panose="00000700000000000000" pitchFamily="2" charset="0"/>
                <a:ea typeface="+mn-ea"/>
                <a:cs typeface="Poppins SemiBold" panose="00000700000000000000" pitchFamily="2" charset="0"/>
              </a:rPr>
              <a:t>I</a:t>
            </a:r>
            <a:r>
              <a:rPr lang="en-GB" sz="1200" kern="1200">
                <a:solidFill>
                  <a:schemeClr val="bg1"/>
                </a:solidFill>
                <a:latin typeface="Poppins SemiBold" panose="00000700000000000000" pitchFamily="2" charset="0"/>
                <a:ea typeface="+mn-ea"/>
                <a:cs typeface="Poppins SemiBold" panose="00000700000000000000" pitchFamily="2" charset="0"/>
              </a:rPr>
              <a:t>nsurance</a:t>
            </a:r>
            <a:r>
              <a:rPr lang="en-GB" sz="1200" b="1">
                <a:solidFill>
                  <a:schemeClr val="bg1"/>
                </a:solidFill>
                <a:latin typeface="Poppins SemiBold" panose="00000700000000000000" pitchFamily="2" charset="0"/>
                <a:cs typeface="Poppins SemiBold" panose="00000700000000000000" pitchFamily="2" charset="0"/>
              </a:rPr>
              <a:t> | </a:t>
            </a:r>
            <a:fld id="{CD45203A-8597-40CE-B75D-10F51A417BFB}" type="slidenum">
              <a:rPr lang="en-US" sz="1200" smtClean="0">
                <a:solidFill>
                  <a:schemeClr val="bg1"/>
                </a:solidFill>
                <a:latin typeface="Poppins SemiBold" panose="00000700000000000000" pitchFamily="2" charset="0"/>
                <a:cs typeface="Poppins SemiBold" panose="00000700000000000000" pitchFamily="2" charset="0"/>
              </a:rPr>
              <a:pPr algn="r"/>
              <a:t>‹#›</a:t>
            </a:fld>
            <a:r>
              <a:rPr lang="en-GB" sz="1200" b="1">
                <a:solidFill>
                  <a:schemeClr val="bg1"/>
                </a:solidFill>
                <a:latin typeface="Poppins SemiBold" panose="00000700000000000000" pitchFamily="2" charset="0"/>
                <a:cs typeface="Poppins SemiBold" panose="00000700000000000000" pitchFamily="2" charset="0"/>
              </a:rPr>
              <a:t> </a:t>
            </a:r>
            <a:endParaRPr lang="en-US" sz="1200">
              <a:solidFill>
                <a:schemeClr val="bg1"/>
              </a:solidFill>
              <a:latin typeface="Poppins SemiBold" panose="00000700000000000000" pitchFamily="2" charset="0"/>
              <a:cs typeface="Poppins SemiBold" panose="00000700000000000000" pitchFamily="2" charset="0"/>
            </a:endParaRPr>
          </a:p>
        </p:txBody>
      </p:sp>
    </p:spTree>
    <p:extLst>
      <p:ext uri="{BB962C8B-B14F-4D97-AF65-F5344CB8AC3E}">
        <p14:creationId xmlns:p14="http://schemas.microsoft.com/office/powerpoint/2010/main" val="117196504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2_Conten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7" name="Content Placeholder 2">
            <a:extLst>
              <a:ext uri="{FF2B5EF4-FFF2-40B4-BE49-F238E27FC236}">
                <a16:creationId xmlns:a16="http://schemas.microsoft.com/office/drawing/2014/main" id="{D041C5B6-F3F9-459D-9D26-20B238247999}"/>
              </a:ext>
            </a:extLst>
          </p:cNvPr>
          <p:cNvSpPr>
            <a:spLocks noGrp="1"/>
          </p:cNvSpPr>
          <p:nvPr>
            <p:ph idx="1"/>
          </p:nvPr>
        </p:nvSpPr>
        <p:spPr>
          <a:xfrm>
            <a:off x="434918" y="1266940"/>
            <a:ext cx="11322164" cy="4594110"/>
          </a:xfrm>
          <a:prstGeom prst="rect">
            <a:avLst/>
          </a:prstGeom>
        </p:spPr>
        <p:txBody>
          <a:bodyPr/>
          <a:lstStyle>
            <a:lvl1pPr>
              <a:buClr>
                <a:schemeClr val="bg1"/>
              </a:buClr>
              <a:buFont typeface="Arial" panose="020B0604020202020204" pitchFamily="34" charset="0"/>
              <a:buChar char="•"/>
              <a:defRPr sz="2800">
                <a:solidFill>
                  <a:schemeClr val="bg1"/>
                </a:solidFill>
                <a:latin typeface="Poppins "/>
                <a:cs typeface="Poppins SemiBold" panose="00000700000000000000" pitchFamily="2" charset="0"/>
              </a:defRPr>
            </a:lvl1pPr>
            <a:lvl2pPr>
              <a:buClr>
                <a:schemeClr val="bg1"/>
              </a:buClr>
              <a:buFont typeface="Arial" panose="020B0604020202020204" pitchFamily="34" charset="0"/>
              <a:buChar char="•"/>
              <a:defRPr sz="2400">
                <a:solidFill>
                  <a:schemeClr val="bg1"/>
                </a:solidFill>
                <a:latin typeface="Poppins "/>
                <a:cs typeface="Poppins SemiBold" panose="00000700000000000000" pitchFamily="2" charset="0"/>
              </a:defRPr>
            </a:lvl2pPr>
            <a:lvl3pPr>
              <a:buClr>
                <a:schemeClr val="bg1"/>
              </a:buClr>
              <a:buFont typeface="Arial" panose="020B0604020202020204" pitchFamily="34" charset="0"/>
              <a:buChar char="•"/>
              <a:defRPr sz="2000">
                <a:solidFill>
                  <a:schemeClr val="bg1"/>
                </a:solidFill>
                <a:latin typeface="Poppins "/>
                <a:cs typeface="Poppins SemiBold" panose="00000700000000000000" pitchFamily="2" charset="0"/>
              </a:defRPr>
            </a:lvl3pPr>
            <a:lvl4pPr>
              <a:buClr>
                <a:schemeClr val="bg1"/>
              </a:buClr>
              <a:buFont typeface="Arial" panose="020B0604020202020204" pitchFamily="34" charset="0"/>
              <a:buChar char="•"/>
              <a:defRPr sz="1600">
                <a:solidFill>
                  <a:schemeClr val="bg1"/>
                </a:solidFill>
                <a:latin typeface="Poppins "/>
                <a:cs typeface="Poppins SemiBold" panose="00000700000000000000" pitchFamily="2" charset="0"/>
              </a:defRPr>
            </a:lvl4pPr>
            <a:lvl5pPr>
              <a:buClr>
                <a:schemeClr val="bg1"/>
              </a:buClr>
              <a:buFont typeface="Arial" panose="020B0604020202020204" pitchFamily="34" charset="0"/>
              <a:buChar char="•"/>
              <a:defRPr sz="1200">
                <a:solidFill>
                  <a:schemeClr val="bg1"/>
                </a:solidFill>
                <a:latin typeface="Poppins "/>
                <a:cs typeface="Poppins SemiBold" panose="00000700000000000000" pitchFamily="2" charset="0"/>
              </a:defRPr>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Title 1">
            <a:extLst>
              <a:ext uri="{FF2B5EF4-FFF2-40B4-BE49-F238E27FC236}">
                <a16:creationId xmlns:a16="http://schemas.microsoft.com/office/drawing/2014/main" id="{F03F72A5-05E2-4CFD-AC8E-1C3C4FA9B63A}"/>
              </a:ext>
            </a:extLst>
          </p:cNvPr>
          <p:cNvSpPr>
            <a:spLocks noGrp="1"/>
          </p:cNvSpPr>
          <p:nvPr>
            <p:ph type="ctrTitle" hasCustomPrompt="1"/>
          </p:nvPr>
        </p:nvSpPr>
        <p:spPr>
          <a:xfrm>
            <a:off x="434918" y="338776"/>
            <a:ext cx="8213323" cy="658174"/>
          </a:xfrm>
          <a:prstGeom prst="rect">
            <a:avLst/>
          </a:prstGeom>
        </p:spPr>
        <p:txBody>
          <a:bodyPr anchor="t"/>
          <a:lstStyle>
            <a:lvl1pPr algn="l">
              <a:defRPr lang="en-GB" sz="4000" b="0" kern="1200" cap="none" baseline="0" dirty="0">
                <a:solidFill>
                  <a:schemeClr val="bg1"/>
                </a:solidFill>
                <a:latin typeface="Poppins SemiBold" panose="00000700000000000000" pitchFamily="2" charset="0"/>
                <a:ea typeface="+mj-ea"/>
                <a:cs typeface="Poppins SemiBold" panose="00000700000000000000" pitchFamily="2" charset="0"/>
              </a:defRPr>
            </a:lvl1pPr>
          </a:lstStyle>
          <a:p>
            <a:r>
              <a:rPr lang="en-GB"/>
              <a:t>Click To Edit Title</a:t>
            </a:r>
          </a:p>
        </p:txBody>
      </p:sp>
      <p:pic>
        <p:nvPicPr>
          <p:cNvPr id="4" name="Picture 3" descr="A black and white logo&#10;&#10;Description automatically generated">
            <a:extLst>
              <a:ext uri="{FF2B5EF4-FFF2-40B4-BE49-F238E27FC236}">
                <a16:creationId xmlns:a16="http://schemas.microsoft.com/office/drawing/2014/main" id="{E730F982-1A09-4953-ADC4-565196A3F0CD}"/>
              </a:ext>
            </a:extLst>
          </p:cNvPr>
          <p:cNvPicPr>
            <a:picLocks noChangeAspect="1"/>
          </p:cNvPicPr>
          <p:nvPr userDrawn="1"/>
        </p:nvPicPr>
        <p:blipFill>
          <a:blip r:embed="rId3"/>
          <a:stretch>
            <a:fillRect/>
          </a:stretch>
        </p:blipFill>
        <p:spPr>
          <a:xfrm>
            <a:off x="-1483" y="5531928"/>
            <a:ext cx="3050824" cy="1724495"/>
          </a:xfrm>
          <a:prstGeom prst="rect">
            <a:avLst/>
          </a:prstGeom>
        </p:spPr>
      </p:pic>
      <p:sp>
        <p:nvSpPr>
          <p:cNvPr id="5" name="TextBox 4">
            <a:extLst>
              <a:ext uri="{FF2B5EF4-FFF2-40B4-BE49-F238E27FC236}">
                <a16:creationId xmlns:a16="http://schemas.microsoft.com/office/drawing/2014/main" id="{51B02C0D-3EB0-4A9A-BD6D-BC029CD9F092}"/>
              </a:ext>
            </a:extLst>
          </p:cNvPr>
          <p:cNvSpPr txBox="1"/>
          <p:nvPr userDrawn="1"/>
        </p:nvSpPr>
        <p:spPr>
          <a:xfrm>
            <a:off x="8571123" y="6248388"/>
            <a:ext cx="3341987" cy="276999"/>
          </a:xfrm>
          <a:prstGeom prst="rect">
            <a:avLst/>
          </a:prstGeom>
          <a:noFill/>
        </p:spPr>
        <p:txBody>
          <a:bodyPr rot="0" spcFirstLastPara="0" vertOverflow="overflow" horzOverflow="overflow" vert="horz" wrap="square" lIns="91440" tIns="45720" rIns="91440" bIns="45720" numCol="1" spcCol="0" rtlCol="0" fromWordArt="0" anchor="ctr" anchorCtr="0" forceAA="0" compatLnSpc="1">
            <a:prstTxWarp prst="textNoShape">
              <a:avLst/>
            </a:prstTxWarp>
            <a:spAutoFit/>
          </a:bodyPr>
          <a:lstStyle/>
          <a:p>
            <a:pPr algn="r"/>
            <a:r>
              <a:rPr lang="en-GB" sz="1200" b="1" kern="1200">
                <a:solidFill>
                  <a:schemeClr val="bg1"/>
                </a:solidFill>
                <a:latin typeface="Poppins SemiBold" panose="00000700000000000000" pitchFamily="2" charset="0"/>
                <a:ea typeface="+mn-ea"/>
                <a:cs typeface="Poppins SemiBold" panose="00000700000000000000" pitchFamily="2" charset="0"/>
              </a:rPr>
              <a:t>Canopius</a:t>
            </a:r>
            <a:r>
              <a:rPr lang="en-GB" sz="1200" b="1">
                <a:solidFill>
                  <a:schemeClr val="bg1"/>
                </a:solidFill>
                <a:latin typeface="Poppins SemiBold" panose="00000700000000000000" pitchFamily="2" charset="0"/>
                <a:cs typeface="Poppins SemiBold" panose="00000700000000000000" pitchFamily="2" charset="0"/>
              </a:rPr>
              <a:t> </a:t>
            </a:r>
            <a:r>
              <a:rPr lang="en-GB" sz="1200" b="1" kern="1200">
                <a:solidFill>
                  <a:schemeClr val="bg1"/>
                </a:solidFill>
                <a:latin typeface="Poppins SemiBold" panose="00000700000000000000" pitchFamily="2" charset="0"/>
                <a:ea typeface="+mn-ea"/>
                <a:cs typeface="Poppins SemiBold" panose="00000700000000000000" pitchFamily="2" charset="0"/>
              </a:rPr>
              <a:t>I</a:t>
            </a:r>
            <a:r>
              <a:rPr lang="en-GB" sz="1200" kern="1200">
                <a:solidFill>
                  <a:schemeClr val="bg1"/>
                </a:solidFill>
                <a:latin typeface="Poppins SemiBold" panose="00000700000000000000" pitchFamily="2" charset="0"/>
                <a:ea typeface="+mn-ea"/>
                <a:cs typeface="Poppins SemiBold" panose="00000700000000000000" pitchFamily="2" charset="0"/>
              </a:rPr>
              <a:t>nsurance</a:t>
            </a:r>
            <a:r>
              <a:rPr lang="en-GB" sz="1200" b="1">
                <a:solidFill>
                  <a:schemeClr val="bg1"/>
                </a:solidFill>
                <a:latin typeface="Poppins SemiBold" panose="00000700000000000000" pitchFamily="2" charset="0"/>
                <a:cs typeface="Poppins SemiBold" panose="00000700000000000000" pitchFamily="2" charset="0"/>
              </a:rPr>
              <a:t> | </a:t>
            </a:r>
            <a:fld id="{CD45203A-8597-40CE-B75D-10F51A417BFB}" type="slidenum">
              <a:rPr lang="en-US" sz="1200" smtClean="0">
                <a:solidFill>
                  <a:schemeClr val="bg1"/>
                </a:solidFill>
                <a:latin typeface="Poppins SemiBold" panose="00000700000000000000" pitchFamily="2" charset="0"/>
                <a:cs typeface="Poppins SemiBold" panose="00000700000000000000" pitchFamily="2" charset="0"/>
              </a:rPr>
              <a:pPr algn="r"/>
              <a:t>‹#›</a:t>
            </a:fld>
            <a:r>
              <a:rPr lang="en-GB" sz="1200" b="1">
                <a:solidFill>
                  <a:schemeClr val="bg1"/>
                </a:solidFill>
                <a:latin typeface="Poppins SemiBold" panose="00000700000000000000" pitchFamily="2" charset="0"/>
                <a:cs typeface="Poppins SemiBold" panose="00000700000000000000" pitchFamily="2" charset="0"/>
              </a:rPr>
              <a:t> </a:t>
            </a:r>
            <a:endParaRPr lang="en-US" sz="1200">
              <a:solidFill>
                <a:schemeClr val="bg1"/>
              </a:solidFill>
              <a:latin typeface="Poppins SemiBold" panose="00000700000000000000" pitchFamily="2" charset="0"/>
              <a:cs typeface="Poppins SemiBold" panose="00000700000000000000" pitchFamily="2" charset="0"/>
            </a:endParaRPr>
          </a:p>
        </p:txBody>
      </p:sp>
    </p:spTree>
    <p:extLst>
      <p:ext uri="{BB962C8B-B14F-4D97-AF65-F5344CB8AC3E}">
        <p14:creationId xmlns:p14="http://schemas.microsoft.com/office/powerpoint/2010/main" val="80443548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Conten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7" name="Content Placeholder 2">
            <a:extLst>
              <a:ext uri="{FF2B5EF4-FFF2-40B4-BE49-F238E27FC236}">
                <a16:creationId xmlns:a16="http://schemas.microsoft.com/office/drawing/2014/main" id="{D041C5B6-F3F9-459D-9D26-20B238247999}"/>
              </a:ext>
            </a:extLst>
          </p:cNvPr>
          <p:cNvSpPr>
            <a:spLocks noGrp="1"/>
          </p:cNvSpPr>
          <p:nvPr>
            <p:ph idx="1"/>
          </p:nvPr>
        </p:nvSpPr>
        <p:spPr>
          <a:xfrm>
            <a:off x="434918" y="1266940"/>
            <a:ext cx="11322164" cy="4594110"/>
          </a:xfrm>
          <a:prstGeom prst="rect">
            <a:avLst/>
          </a:prstGeom>
        </p:spPr>
        <p:txBody>
          <a:bodyPr/>
          <a:lstStyle>
            <a:lvl1pPr>
              <a:buClr>
                <a:srgbClr val="C22072"/>
              </a:buClr>
              <a:defRPr sz="2800">
                <a:latin typeface="Poppins "/>
                <a:cs typeface="Poppins SemiBold" panose="00000700000000000000" pitchFamily="2" charset="0"/>
              </a:defRPr>
            </a:lvl1pPr>
            <a:lvl2pPr>
              <a:buClr>
                <a:srgbClr val="C22072"/>
              </a:buClr>
              <a:defRPr sz="2400">
                <a:latin typeface="Poppins "/>
                <a:cs typeface="Poppins SemiBold" panose="00000700000000000000" pitchFamily="2" charset="0"/>
              </a:defRPr>
            </a:lvl2pPr>
            <a:lvl3pPr>
              <a:buClr>
                <a:srgbClr val="C22072"/>
              </a:buClr>
              <a:defRPr sz="2000">
                <a:latin typeface="Poppins "/>
                <a:cs typeface="Poppins SemiBold" panose="00000700000000000000" pitchFamily="2" charset="0"/>
              </a:defRPr>
            </a:lvl3pPr>
            <a:lvl4pPr>
              <a:buClr>
                <a:srgbClr val="C22072"/>
              </a:buClr>
              <a:defRPr sz="1600">
                <a:latin typeface="Poppins "/>
                <a:cs typeface="Poppins SemiBold" panose="00000700000000000000" pitchFamily="2" charset="0"/>
              </a:defRPr>
            </a:lvl4pPr>
            <a:lvl5pPr>
              <a:buClr>
                <a:srgbClr val="C22072"/>
              </a:buClr>
              <a:defRPr sz="1200">
                <a:latin typeface="Poppins "/>
                <a:cs typeface="Poppins SemiBold" panose="00000700000000000000" pitchFamily="2" charset="0"/>
              </a:defRPr>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Title 1">
            <a:extLst>
              <a:ext uri="{FF2B5EF4-FFF2-40B4-BE49-F238E27FC236}">
                <a16:creationId xmlns:a16="http://schemas.microsoft.com/office/drawing/2014/main" id="{F03F72A5-05E2-4CFD-AC8E-1C3C4FA9B63A}"/>
              </a:ext>
            </a:extLst>
          </p:cNvPr>
          <p:cNvSpPr>
            <a:spLocks noGrp="1"/>
          </p:cNvSpPr>
          <p:nvPr>
            <p:ph type="ctrTitle" hasCustomPrompt="1"/>
          </p:nvPr>
        </p:nvSpPr>
        <p:spPr>
          <a:xfrm>
            <a:off x="434918" y="338776"/>
            <a:ext cx="8213323" cy="658174"/>
          </a:xfrm>
          <a:prstGeom prst="rect">
            <a:avLst/>
          </a:prstGeom>
        </p:spPr>
        <p:txBody>
          <a:bodyPr anchor="t"/>
          <a:lstStyle>
            <a:lvl1pPr algn="l">
              <a:defRPr lang="en-GB" sz="4000" b="0" kern="1200" cap="none" baseline="0" dirty="0">
                <a:solidFill>
                  <a:srgbClr val="CD2883"/>
                </a:solidFill>
                <a:latin typeface="Poppins SemiBold" panose="00000700000000000000" pitchFamily="2" charset="0"/>
                <a:ea typeface="+mj-ea"/>
                <a:cs typeface="Poppins SemiBold" panose="00000700000000000000" pitchFamily="2" charset="0"/>
              </a:defRPr>
            </a:lvl1pPr>
          </a:lstStyle>
          <a:p>
            <a:r>
              <a:rPr lang="en-GB"/>
              <a:t>Click To Edit Title</a:t>
            </a:r>
          </a:p>
        </p:txBody>
      </p:sp>
      <p:pic>
        <p:nvPicPr>
          <p:cNvPr id="5" name="Picture 4">
            <a:extLst>
              <a:ext uri="{FF2B5EF4-FFF2-40B4-BE49-F238E27FC236}">
                <a16:creationId xmlns:a16="http://schemas.microsoft.com/office/drawing/2014/main" id="{3F0B7BFE-DDFD-4FAE-A71E-62AF4D93E7CC}"/>
              </a:ext>
            </a:extLst>
          </p:cNvPr>
          <p:cNvPicPr>
            <a:picLocks noChangeAspect="1"/>
          </p:cNvPicPr>
          <p:nvPr userDrawn="1"/>
        </p:nvPicPr>
        <p:blipFill>
          <a:blip r:embed="rId3" cstate="print">
            <a:extLst>
              <a:ext uri="{28A0092B-C50C-407E-A947-70E740481C1C}">
                <a14:useLocalDpi xmlns:a14="http://schemas.microsoft.com/office/drawing/2010/main" val="0"/>
              </a:ext>
            </a:extLst>
          </a:blip>
          <a:srcRect/>
          <a:stretch/>
        </p:blipFill>
        <p:spPr>
          <a:xfrm>
            <a:off x="-1482" y="5531928"/>
            <a:ext cx="3050822" cy="1724495"/>
          </a:xfrm>
          <a:prstGeom prst="rect">
            <a:avLst/>
          </a:prstGeom>
        </p:spPr>
      </p:pic>
      <p:sp>
        <p:nvSpPr>
          <p:cNvPr id="6" name="TextBox 5">
            <a:extLst>
              <a:ext uri="{FF2B5EF4-FFF2-40B4-BE49-F238E27FC236}">
                <a16:creationId xmlns:a16="http://schemas.microsoft.com/office/drawing/2014/main" id="{6B92150D-6796-4EB9-938F-D679D744E189}"/>
              </a:ext>
            </a:extLst>
          </p:cNvPr>
          <p:cNvSpPr txBox="1"/>
          <p:nvPr userDrawn="1"/>
        </p:nvSpPr>
        <p:spPr>
          <a:xfrm>
            <a:off x="8571123" y="6248388"/>
            <a:ext cx="3341987" cy="276999"/>
          </a:xfrm>
          <a:prstGeom prst="rect">
            <a:avLst/>
          </a:prstGeom>
          <a:noFill/>
        </p:spPr>
        <p:txBody>
          <a:bodyPr rot="0" spcFirstLastPara="0" vertOverflow="overflow" horzOverflow="overflow" vert="horz" wrap="square" lIns="91440" tIns="45720" rIns="91440" bIns="45720" numCol="1" spcCol="0" rtlCol="0" fromWordArt="0" anchor="ctr" anchorCtr="0" forceAA="0" compatLnSpc="1">
            <a:prstTxWarp prst="textNoShape">
              <a:avLst/>
            </a:prstTxWarp>
            <a:spAutoFit/>
          </a:bodyPr>
          <a:lstStyle/>
          <a:p>
            <a:pPr algn="r"/>
            <a:r>
              <a:rPr lang="en-GB" sz="1200" b="1" kern="1200">
                <a:solidFill>
                  <a:srgbClr val="000030"/>
                </a:solidFill>
                <a:latin typeface="Poppins SemiBold" panose="00000700000000000000" pitchFamily="2" charset="0"/>
                <a:ea typeface="+mn-ea"/>
                <a:cs typeface="Poppins SemiBold" panose="00000700000000000000" pitchFamily="2" charset="0"/>
              </a:rPr>
              <a:t>Canopius</a:t>
            </a:r>
            <a:r>
              <a:rPr lang="en-GB" sz="1200" b="1">
                <a:solidFill>
                  <a:srgbClr val="000030"/>
                </a:solidFill>
                <a:latin typeface="Poppins SemiBold" panose="00000700000000000000" pitchFamily="2" charset="0"/>
                <a:cs typeface="Poppins SemiBold" panose="00000700000000000000" pitchFamily="2" charset="0"/>
              </a:rPr>
              <a:t> </a:t>
            </a:r>
            <a:r>
              <a:rPr lang="en-GB" sz="1200" b="1" kern="1200">
                <a:solidFill>
                  <a:srgbClr val="000030"/>
                </a:solidFill>
                <a:latin typeface="Poppins SemiBold" panose="00000700000000000000" pitchFamily="2" charset="0"/>
                <a:ea typeface="+mn-ea"/>
                <a:cs typeface="Poppins SemiBold" panose="00000700000000000000" pitchFamily="2" charset="0"/>
              </a:rPr>
              <a:t>Insurance </a:t>
            </a:r>
            <a:r>
              <a:rPr lang="en-GB" sz="1200" b="1">
                <a:solidFill>
                  <a:srgbClr val="000030"/>
                </a:solidFill>
                <a:latin typeface="Poppins SemiBold" panose="00000700000000000000" pitchFamily="2" charset="0"/>
                <a:cs typeface="Poppins SemiBold" panose="00000700000000000000" pitchFamily="2" charset="0"/>
              </a:rPr>
              <a:t>| </a:t>
            </a:r>
            <a:fld id="{CD45203A-8597-40CE-B75D-10F51A417BFB}" type="slidenum">
              <a:rPr lang="en-US" sz="1200" smtClean="0">
                <a:solidFill>
                  <a:srgbClr val="000030"/>
                </a:solidFill>
                <a:latin typeface="Poppins SemiBold" panose="00000700000000000000" pitchFamily="2" charset="0"/>
                <a:cs typeface="Poppins SemiBold" panose="00000700000000000000" pitchFamily="2" charset="0"/>
              </a:rPr>
              <a:pPr algn="r"/>
              <a:t>‹#›</a:t>
            </a:fld>
            <a:r>
              <a:rPr lang="en-GB" sz="1200" b="1">
                <a:solidFill>
                  <a:srgbClr val="000030"/>
                </a:solidFill>
                <a:latin typeface="Poppins SemiBold" panose="00000700000000000000" pitchFamily="2" charset="0"/>
                <a:cs typeface="Poppins SemiBold" panose="00000700000000000000" pitchFamily="2" charset="0"/>
              </a:rPr>
              <a:t> </a:t>
            </a:r>
            <a:endParaRPr lang="en-US" sz="1200">
              <a:solidFill>
                <a:srgbClr val="000030"/>
              </a:solidFill>
              <a:latin typeface="Poppins SemiBold" panose="00000700000000000000" pitchFamily="2" charset="0"/>
              <a:cs typeface="Poppins SemiBold" panose="00000700000000000000" pitchFamily="2" charset="0"/>
            </a:endParaRPr>
          </a:p>
        </p:txBody>
      </p:sp>
    </p:spTree>
    <p:extLst>
      <p:ext uri="{BB962C8B-B14F-4D97-AF65-F5344CB8AC3E}">
        <p14:creationId xmlns:p14="http://schemas.microsoft.com/office/powerpoint/2010/main" val="397956589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Content with Pictur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7" name="Picture Placeholder 2">
            <a:extLst>
              <a:ext uri="{FF2B5EF4-FFF2-40B4-BE49-F238E27FC236}">
                <a16:creationId xmlns:a16="http://schemas.microsoft.com/office/drawing/2014/main" id="{AA1CCF60-36F9-462E-A413-7F470D33D308}"/>
              </a:ext>
            </a:extLst>
          </p:cNvPr>
          <p:cNvSpPr>
            <a:spLocks noGrp="1"/>
          </p:cNvSpPr>
          <p:nvPr>
            <p:ph type="pic" idx="1"/>
          </p:nvPr>
        </p:nvSpPr>
        <p:spPr>
          <a:xfrm>
            <a:off x="6742450" y="1286219"/>
            <a:ext cx="4285673" cy="4285561"/>
          </a:xfrm>
          <a:prstGeom prst="ellipse">
            <a:avLst/>
          </a:prstGeom>
        </p:spPr>
        <p:txBody>
          <a:bodyPr/>
          <a:lstStyle>
            <a:lvl1pPr marL="0" indent="0">
              <a:buNone/>
              <a:defRPr sz="3200">
                <a:latin typeface="Poppins Light" panose="00000400000000000000" pitchFamily="2" charset="0"/>
                <a:cs typeface="Poppins Light" panose="00000400000000000000" pitchFamily="2"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5" name="Content Placeholder 2">
            <a:extLst>
              <a:ext uri="{FF2B5EF4-FFF2-40B4-BE49-F238E27FC236}">
                <a16:creationId xmlns:a16="http://schemas.microsoft.com/office/drawing/2014/main" id="{B5EC5286-EA8E-4B3A-BF92-BDA63A212739}"/>
              </a:ext>
            </a:extLst>
          </p:cNvPr>
          <p:cNvSpPr>
            <a:spLocks noGrp="1"/>
          </p:cNvSpPr>
          <p:nvPr>
            <p:ph idx="10"/>
          </p:nvPr>
        </p:nvSpPr>
        <p:spPr>
          <a:xfrm>
            <a:off x="434918" y="1266940"/>
            <a:ext cx="5950384" cy="4594110"/>
          </a:xfrm>
          <a:prstGeom prst="rect">
            <a:avLst/>
          </a:prstGeom>
        </p:spPr>
        <p:txBody>
          <a:bodyPr/>
          <a:lstStyle>
            <a:lvl1pPr>
              <a:buClr>
                <a:srgbClr val="C22072"/>
              </a:buClr>
              <a:defRPr sz="2800">
                <a:latin typeface="Poppins "/>
                <a:cs typeface="Poppins SemiBold" panose="00000700000000000000" pitchFamily="2" charset="0"/>
              </a:defRPr>
            </a:lvl1pPr>
            <a:lvl2pPr>
              <a:buClr>
                <a:srgbClr val="C22072"/>
              </a:buClr>
              <a:defRPr sz="2400">
                <a:latin typeface="Poppins "/>
                <a:cs typeface="Poppins SemiBold" panose="00000700000000000000" pitchFamily="2" charset="0"/>
              </a:defRPr>
            </a:lvl2pPr>
            <a:lvl3pPr>
              <a:buClr>
                <a:srgbClr val="C22072"/>
              </a:buClr>
              <a:defRPr sz="2000">
                <a:latin typeface="Poppins "/>
                <a:cs typeface="Poppins SemiBold" panose="00000700000000000000" pitchFamily="2" charset="0"/>
              </a:defRPr>
            </a:lvl3pPr>
            <a:lvl4pPr>
              <a:buClr>
                <a:srgbClr val="C22072"/>
              </a:buClr>
              <a:defRPr sz="1600">
                <a:latin typeface="Poppins "/>
                <a:cs typeface="Poppins SemiBold" panose="00000700000000000000" pitchFamily="2" charset="0"/>
              </a:defRPr>
            </a:lvl4pPr>
            <a:lvl5pPr>
              <a:buClr>
                <a:srgbClr val="C22072"/>
              </a:buClr>
              <a:defRPr sz="1200">
                <a:latin typeface="Poppins "/>
                <a:cs typeface="Poppins SemiBold" panose="00000700000000000000" pitchFamily="2" charset="0"/>
              </a:defRPr>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Title 1">
            <a:extLst>
              <a:ext uri="{FF2B5EF4-FFF2-40B4-BE49-F238E27FC236}">
                <a16:creationId xmlns:a16="http://schemas.microsoft.com/office/drawing/2014/main" id="{2C4850F7-53AD-4366-9A11-A827E65C8F3F}"/>
              </a:ext>
            </a:extLst>
          </p:cNvPr>
          <p:cNvSpPr>
            <a:spLocks noGrp="1"/>
          </p:cNvSpPr>
          <p:nvPr>
            <p:ph type="ctrTitle" hasCustomPrompt="1"/>
          </p:nvPr>
        </p:nvSpPr>
        <p:spPr>
          <a:xfrm>
            <a:off x="434918" y="338776"/>
            <a:ext cx="8213323" cy="658174"/>
          </a:xfrm>
          <a:prstGeom prst="rect">
            <a:avLst/>
          </a:prstGeom>
        </p:spPr>
        <p:txBody>
          <a:bodyPr anchor="t"/>
          <a:lstStyle>
            <a:lvl1pPr algn="l">
              <a:defRPr lang="en-GB" sz="4000" b="0" kern="1200" cap="none" baseline="0" dirty="0">
                <a:solidFill>
                  <a:srgbClr val="CD2883"/>
                </a:solidFill>
                <a:latin typeface="Poppins SemiBold" panose="00000700000000000000" pitchFamily="2" charset="0"/>
                <a:ea typeface="+mj-ea"/>
                <a:cs typeface="Poppins SemiBold" panose="00000700000000000000" pitchFamily="2" charset="0"/>
              </a:defRPr>
            </a:lvl1pPr>
          </a:lstStyle>
          <a:p>
            <a:r>
              <a:rPr lang="en-GB"/>
              <a:t>Click To Edit Title</a:t>
            </a:r>
          </a:p>
        </p:txBody>
      </p:sp>
      <p:pic>
        <p:nvPicPr>
          <p:cNvPr id="8" name="Picture 7">
            <a:extLst>
              <a:ext uri="{FF2B5EF4-FFF2-40B4-BE49-F238E27FC236}">
                <a16:creationId xmlns:a16="http://schemas.microsoft.com/office/drawing/2014/main" id="{B9ECAF1E-59C2-4C6F-9AF6-8F1B3D361431}"/>
              </a:ext>
            </a:extLst>
          </p:cNvPr>
          <p:cNvPicPr>
            <a:picLocks noChangeAspect="1"/>
          </p:cNvPicPr>
          <p:nvPr userDrawn="1"/>
        </p:nvPicPr>
        <p:blipFill>
          <a:blip r:embed="rId3" cstate="print">
            <a:extLst>
              <a:ext uri="{28A0092B-C50C-407E-A947-70E740481C1C}">
                <a14:useLocalDpi xmlns:a14="http://schemas.microsoft.com/office/drawing/2010/main" val="0"/>
              </a:ext>
            </a:extLst>
          </a:blip>
          <a:srcRect/>
          <a:stretch/>
        </p:blipFill>
        <p:spPr>
          <a:xfrm>
            <a:off x="-1482" y="5531928"/>
            <a:ext cx="3050822" cy="1724495"/>
          </a:xfrm>
          <a:prstGeom prst="rect">
            <a:avLst/>
          </a:prstGeom>
        </p:spPr>
      </p:pic>
      <p:sp>
        <p:nvSpPr>
          <p:cNvPr id="9" name="TextBox 8">
            <a:extLst>
              <a:ext uri="{FF2B5EF4-FFF2-40B4-BE49-F238E27FC236}">
                <a16:creationId xmlns:a16="http://schemas.microsoft.com/office/drawing/2014/main" id="{68DF6BF8-D098-4006-9BD8-17F0431A9BE7}"/>
              </a:ext>
            </a:extLst>
          </p:cNvPr>
          <p:cNvSpPr txBox="1"/>
          <p:nvPr userDrawn="1"/>
        </p:nvSpPr>
        <p:spPr>
          <a:xfrm>
            <a:off x="8571123" y="6248388"/>
            <a:ext cx="3341987" cy="276999"/>
          </a:xfrm>
          <a:prstGeom prst="rect">
            <a:avLst/>
          </a:prstGeom>
          <a:noFill/>
        </p:spPr>
        <p:txBody>
          <a:bodyPr rot="0" spcFirstLastPara="0" vertOverflow="overflow" horzOverflow="overflow" vert="horz" wrap="square" lIns="91440" tIns="45720" rIns="91440" bIns="45720" numCol="1" spcCol="0" rtlCol="0" fromWordArt="0" anchor="ctr" anchorCtr="0" forceAA="0" compatLnSpc="1">
            <a:prstTxWarp prst="textNoShape">
              <a:avLst/>
            </a:prstTxWarp>
            <a:spAutoFit/>
          </a:bodyPr>
          <a:lstStyle/>
          <a:p>
            <a:pPr algn="r"/>
            <a:r>
              <a:rPr lang="en-GB" sz="1200" b="1" kern="1200">
                <a:solidFill>
                  <a:srgbClr val="000030"/>
                </a:solidFill>
                <a:latin typeface="Poppins SemiBold" panose="00000700000000000000" pitchFamily="2" charset="0"/>
                <a:ea typeface="+mn-ea"/>
                <a:cs typeface="Poppins SemiBold" panose="00000700000000000000" pitchFamily="2" charset="0"/>
              </a:rPr>
              <a:t>Canopius</a:t>
            </a:r>
            <a:r>
              <a:rPr lang="en-GB" sz="1200" b="1">
                <a:solidFill>
                  <a:srgbClr val="000030"/>
                </a:solidFill>
                <a:latin typeface="Poppins SemiBold" panose="00000700000000000000" pitchFamily="2" charset="0"/>
                <a:cs typeface="Poppins SemiBold" panose="00000700000000000000" pitchFamily="2" charset="0"/>
              </a:rPr>
              <a:t> </a:t>
            </a:r>
            <a:r>
              <a:rPr lang="en-GB" sz="1200" b="1" kern="1200">
                <a:solidFill>
                  <a:srgbClr val="000030"/>
                </a:solidFill>
                <a:latin typeface="Poppins SemiBold" panose="00000700000000000000" pitchFamily="2" charset="0"/>
                <a:ea typeface="+mn-ea"/>
                <a:cs typeface="Poppins SemiBold" panose="00000700000000000000" pitchFamily="2" charset="0"/>
              </a:rPr>
              <a:t>Insurance </a:t>
            </a:r>
            <a:r>
              <a:rPr lang="en-GB" sz="1200" b="1">
                <a:solidFill>
                  <a:srgbClr val="000030"/>
                </a:solidFill>
                <a:latin typeface="Poppins SemiBold" panose="00000700000000000000" pitchFamily="2" charset="0"/>
                <a:cs typeface="Poppins SemiBold" panose="00000700000000000000" pitchFamily="2" charset="0"/>
              </a:rPr>
              <a:t>| </a:t>
            </a:r>
            <a:fld id="{CD45203A-8597-40CE-B75D-10F51A417BFB}" type="slidenum">
              <a:rPr lang="en-US" sz="1200" smtClean="0">
                <a:solidFill>
                  <a:srgbClr val="000030"/>
                </a:solidFill>
                <a:latin typeface="Poppins SemiBold" panose="00000700000000000000" pitchFamily="2" charset="0"/>
                <a:cs typeface="Poppins SemiBold" panose="00000700000000000000" pitchFamily="2" charset="0"/>
              </a:rPr>
              <a:pPr algn="r"/>
              <a:t>‹#›</a:t>
            </a:fld>
            <a:r>
              <a:rPr lang="en-GB" sz="1200" b="1">
                <a:solidFill>
                  <a:srgbClr val="000030"/>
                </a:solidFill>
                <a:latin typeface="Poppins SemiBold" panose="00000700000000000000" pitchFamily="2" charset="0"/>
                <a:cs typeface="Poppins SemiBold" panose="00000700000000000000" pitchFamily="2" charset="0"/>
              </a:rPr>
              <a:t> </a:t>
            </a:r>
            <a:endParaRPr lang="en-US" sz="1200">
              <a:solidFill>
                <a:srgbClr val="000030"/>
              </a:solidFill>
              <a:latin typeface="Poppins SemiBold" panose="00000700000000000000" pitchFamily="2" charset="0"/>
              <a:cs typeface="Poppins SemiBold" panose="00000700000000000000" pitchFamily="2" charset="0"/>
            </a:endParaRPr>
          </a:p>
        </p:txBody>
      </p:sp>
    </p:spTree>
    <p:extLst>
      <p:ext uri="{BB962C8B-B14F-4D97-AF65-F5344CB8AC3E}">
        <p14:creationId xmlns:p14="http://schemas.microsoft.com/office/powerpoint/2010/main" val="268170218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6 Text Boxes">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AA30B02A-E45B-44C5-92B4-5F03CA3AA653}"/>
              </a:ext>
            </a:extLst>
          </p:cNvPr>
          <p:cNvSpPr/>
          <p:nvPr userDrawn="1"/>
        </p:nvSpPr>
        <p:spPr>
          <a:xfrm>
            <a:off x="525284" y="1446586"/>
            <a:ext cx="3478544" cy="2004021"/>
          </a:xfrm>
          <a:prstGeom prst="rect">
            <a:avLst/>
          </a:prstGeom>
          <a:solidFill>
            <a:srgbClr val="D6E097"/>
          </a:solidFill>
          <a:ln>
            <a:noFill/>
          </a:ln>
        </p:spPr>
        <p:style>
          <a:lnRef idx="2">
            <a:schemeClr val="accent1">
              <a:shade val="50000"/>
            </a:schemeClr>
          </a:lnRef>
          <a:fillRef idx="1">
            <a:schemeClr val="accent1"/>
          </a:fillRef>
          <a:effectRef idx="0">
            <a:schemeClr val="accent1"/>
          </a:effectRef>
          <a:fontRef idx="minor">
            <a:schemeClr val="lt1"/>
          </a:fontRef>
        </p:style>
        <p:txBody>
          <a:bodyPr lIns="182880" tIns="1008000" rIns="182880" bIns="182880" rtlCol="0" anchor="t"/>
          <a:lstStyle/>
          <a:p>
            <a:pPr algn="ctr"/>
            <a:endParaRPr lang="en-US" sz="1400">
              <a:solidFill>
                <a:schemeClr val="tx1">
                  <a:lumMod val="75000"/>
                  <a:lumOff val="25000"/>
                </a:schemeClr>
              </a:solidFill>
              <a:latin typeface="Calibri Light"/>
              <a:cs typeface="Segoe UI"/>
            </a:endParaRPr>
          </a:p>
        </p:txBody>
      </p:sp>
      <p:sp>
        <p:nvSpPr>
          <p:cNvPr id="9" name="Oval 8">
            <a:extLst>
              <a:ext uri="{FF2B5EF4-FFF2-40B4-BE49-F238E27FC236}">
                <a16:creationId xmlns:a16="http://schemas.microsoft.com/office/drawing/2014/main" id="{38805284-8783-4C54-B4DD-6F157AECD501}"/>
              </a:ext>
            </a:extLst>
          </p:cNvPr>
          <p:cNvSpPr/>
          <p:nvPr userDrawn="1"/>
        </p:nvSpPr>
        <p:spPr>
          <a:xfrm>
            <a:off x="2001716" y="1160392"/>
            <a:ext cx="525681" cy="520925"/>
          </a:xfrm>
          <a:prstGeom prst="ellipse">
            <a:avLst/>
          </a:prstGeom>
          <a:solidFill>
            <a:srgbClr val="9DA860"/>
          </a:solidFill>
          <a:ln w="571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defPPr>
              <a:defRPr lang="en-GB"/>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solidFill>
                <a:srgbClr val="D40175"/>
              </a:solidFill>
              <a:cs typeface="Calibri"/>
            </a:endParaRPr>
          </a:p>
        </p:txBody>
      </p:sp>
      <p:sp>
        <p:nvSpPr>
          <p:cNvPr id="10" name="TextBox 9">
            <a:extLst>
              <a:ext uri="{FF2B5EF4-FFF2-40B4-BE49-F238E27FC236}">
                <a16:creationId xmlns:a16="http://schemas.microsoft.com/office/drawing/2014/main" id="{F8C9B1E4-8832-4869-925E-AEA4846DD755}"/>
              </a:ext>
            </a:extLst>
          </p:cNvPr>
          <p:cNvSpPr txBox="1"/>
          <p:nvPr userDrawn="1"/>
        </p:nvSpPr>
        <p:spPr>
          <a:xfrm>
            <a:off x="2048982" y="1169114"/>
            <a:ext cx="431149" cy="52322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GB" sz="2800">
                <a:solidFill>
                  <a:srgbClr val="FFFFFF"/>
                </a:solidFill>
                <a:latin typeface="Poppins SemiBold" panose="00000700000000000000" pitchFamily="2" charset="0"/>
                <a:cs typeface="Poppins SemiBold" panose="00000700000000000000" pitchFamily="2" charset="0"/>
              </a:rPr>
              <a:t>1</a:t>
            </a:r>
            <a:endParaRPr lang="en-US" sz="2800">
              <a:latin typeface="Poppins SemiBold" panose="00000700000000000000" pitchFamily="2" charset="0"/>
              <a:ea typeface="Calibri"/>
              <a:cs typeface="Poppins SemiBold" panose="00000700000000000000" pitchFamily="2" charset="0"/>
            </a:endParaRPr>
          </a:p>
        </p:txBody>
      </p:sp>
      <p:sp>
        <p:nvSpPr>
          <p:cNvPr id="15" name="TextBox 14">
            <a:extLst>
              <a:ext uri="{FF2B5EF4-FFF2-40B4-BE49-F238E27FC236}">
                <a16:creationId xmlns:a16="http://schemas.microsoft.com/office/drawing/2014/main" id="{25A7FFA6-F55D-4A12-BD2E-670632D10559}"/>
              </a:ext>
            </a:extLst>
          </p:cNvPr>
          <p:cNvSpPr txBox="1"/>
          <p:nvPr userDrawn="1"/>
        </p:nvSpPr>
        <p:spPr>
          <a:xfrm>
            <a:off x="6060647" y="1116297"/>
            <a:ext cx="431149" cy="52322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sz="2800">
                <a:solidFill>
                  <a:srgbClr val="FFFFFF"/>
                </a:solidFill>
                <a:latin typeface="Poppins SemiBold" panose="00000700000000000000" pitchFamily="2" charset="0"/>
                <a:cs typeface="Poppins SemiBold" panose="00000700000000000000" pitchFamily="2" charset="0"/>
              </a:rPr>
              <a:t>2</a:t>
            </a:r>
            <a:endParaRPr lang="en-US" sz="2800">
              <a:latin typeface="Poppins SemiBold" panose="00000700000000000000" pitchFamily="2" charset="0"/>
              <a:ea typeface="Calibri"/>
              <a:cs typeface="Poppins SemiBold" panose="00000700000000000000" pitchFamily="2" charset="0"/>
            </a:endParaRPr>
          </a:p>
        </p:txBody>
      </p:sp>
      <p:sp>
        <p:nvSpPr>
          <p:cNvPr id="38" name="Rectangle 37">
            <a:extLst>
              <a:ext uri="{FF2B5EF4-FFF2-40B4-BE49-F238E27FC236}">
                <a16:creationId xmlns:a16="http://schemas.microsoft.com/office/drawing/2014/main" id="{F4AB8D91-4B2C-4586-98E8-F54ECEC0D281}"/>
              </a:ext>
            </a:extLst>
          </p:cNvPr>
          <p:cNvSpPr/>
          <p:nvPr userDrawn="1"/>
        </p:nvSpPr>
        <p:spPr>
          <a:xfrm>
            <a:off x="525284" y="3900243"/>
            <a:ext cx="3478544" cy="2004021"/>
          </a:xfrm>
          <a:prstGeom prst="rect">
            <a:avLst/>
          </a:prstGeom>
          <a:solidFill>
            <a:srgbClr val="F0CADC"/>
          </a:solidFill>
          <a:ln>
            <a:noFill/>
          </a:ln>
        </p:spPr>
        <p:style>
          <a:lnRef idx="2">
            <a:schemeClr val="accent1">
              <a:shade val="50000"/>
            </a:schemeClr>
          </a:lnRef>
          <a:fillRef idx="1">
            <a:schemeClr val="accent1"/>
          </a:fillRef>
          <a:effectRef idx="0">
            <a:schemeClr val="accent1"/>
          </a:effectRef>
          <a:fontRef idx="minor">
            <a:schemeClr val="lt1"/>
          </a:fontRef>
        </p:style>
        <p:txBody>
          <a:bodyPr lIns="182880" tIns="1008000" rIns="182880" bIns="182880" rtlCol="0" anchor="t"/>
          <a:lstStyle/>
          <a:p>
            <a:pPr algn="ctr"/>
            <a:endParaRPr lang="en-US" sz="1400">
              <a:solidFill>
                <a:schemeClr val="tx1">
                  <a:lumMod val="75000"/>
                  <a:lumOff val="25000"/>
                </a:schemeClr>
              </a:solidFill>
              <a:latin typeface="Calibri Light"/>
              <a:cs typeface="Segoe UI"/>
            </a:endParaRPr>
          </a:p>
        </p:txBody>
      </p:sp>
      <p:sp>
        <p:nvSpPr>
          <p:cNvPr id="39" name="Oval 38">
            <a:extLst>
              <a:ext uri="{FF2B5EF4-FFF2-40B4-BE49-F238E27FC236}">
                <a16:creationId xmlns:a16="http://schemas.microsoft.com/office/drawing/2014/main" id="{FD4A11BF-0B5C-411A-BD38-19319BF07BDB}"/>
              </a:ext>
            </a:extLst>
          </p:cNvPr>
          <p:cNvSpPr/>
          <p:nvPr userDrawn="1"/>
        </p:nvSpPr>
        <p:spPr>
          <a:xfrm>
            <a:off x="2001716" y="3614049"/>
            <a:ext cx="525681" cy="520925"/>
          </a:xfrm>
          <a:prstGeom prst="ellipse">
            <a:avLst/>
          </a:prstGeom>
          <a:solidFill>
            <a:srgbClr val="DA87AC"/>
          </a:solidFill>
          <a:ln w="571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defPPr>
              <a:defRPr lang="en-GB"/>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solidFill>
                <a:srgbClr val="D40175"/>
              </a:solidFill>
              <a:cs typeface="Calibri"/>
            </a:endParaRPr>
          </a:p>
        </p:txBody>
      </p:sp>
      <p:sp>
        <p:nvSpPr>
          <p:cNvPr id="40" name="TextBox 39">
            <a:extLst>
              <a:ext uri="{FF2B5EF4-FFF2-40B4-BE49-F238E27FC236}">
                <a16:creationId xmlns:a16="http://schemas.microsoft.com/office/drawing/2014/main" id="{2AA58ACE-3717-4F4D-B262-8FDD57BE8EF5}"/>
              </a:ext>
            </a:extLst>
          </p:cNvPr>
          <p:cNvSpPr txBox="1"/>
          <p:nvPr userDrawn="1"/>
        </p:nvSpPr>
        <p:spPr>
          <a:xfrm>
            <a:off x="2048982" y="3622771"/>
            <a:ext cx="431149" cy="52322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GB" sz="2800">
                <a:solidFill>
                  <a:srgbClr val="FFFFFF"/>
                </a:solidFill>
                <a:latin typeface="Poppins SemiBold" panose="00000700000000000000" pitchFamily="2" charset="0"/>
                <a:cs typeface="Poppins SemiBold" panose="00000700000000000000" pitchFamily="2" charset="0"/>
              </a:rPr>
              <a:t>4</a:t>
            </a:r>
            <a:endParaRPr lang="en-US" sz="2800">
              <a:latin typeface="Poppins SemiBold" panose="00000700000000000000" pitchFamily="2" charset="0"/>
              <a:ea typeface="Calibri"/>
              <a:cs typeface="Poppins SemiBold" panose="00000700000000000000" pitchFamily="2" charset="0"/>
            </a:endParaRPr>
          </a:p>
        </p:txBody>
      </p:sp>
      <p:sp>
        <p:nvSpPr>
          <p:cNvPr id="76" name="Rectangle 75">
            <a:extLst>
              <a:ext uri="{FF2B5EF4-FFF2-40B4-BE49-F238E27FC236}">
                <a16:creationId xmlns:a16="http://schemas.microsoft.com/office/drawing/2014/main" id="{726A162C-9726-44AB-94C7-260F4C09149E}"/>
              </a:ext>
            </a:extLst>
          </p:cNvPr>
          <p:cNvSpPr/>
          <p:nvPr userDrawn="1"/>
        </p:nvSpPr>
        <p:spPr>
          <a:xfrm>
            <a:off x="4414547" y="1444489"/>
            <a:ext cx="3478544" cy="2004021"/>
          </a:xfrm>
          <a:prstGeom prst="rect">
            <a:avLst/>
          </a:prstGeom>
          <a:solidFill>
            <a:srgbClr val="B0D3C2"/>
          </a:solidFill>
          <a:ln>
            <a:noFill/>
          </a:ln>
        </p:spPr>
        <p:style>
          <a:lnRef idx="2">
            <a:schemeClr val="accent1">
              <a:shade val="50000"/>
            </a:schemeClr>
          </a:lnRef>
          <a:fillRef idx="1">
            <a:schemeClr val="accent1"/>
          </a:fillRef>
          <a:effectRef idx="0">
            <a:schemeClr val="accent1"/>
          </a:effectRef>
          <a:fontRef idx="minor">
            <a:schemeClr val="lt1"/>
          </a:fontRef>
        </p:style>
        <p:txBody>
          <a:bodyPr lIns="182880" tIns="1008000" rIns="182880" bIns="182880" rtlCol="0" anchor="t"/>
          <a:lstStyle/>
          <a:p>
            <a:pPr algn="ctr"/>
            <a:endParaRPr lang="en-US" sz="1400">
              <a:solidFill>
                <a:schemeClr val="tx1">
                  <a:lumMod val="75000"/>
                  <a:lumOff val="25000"/>
                </a:schemeClr>
              </a:solidFill>
              <a:latin typeface="Calibri Light"/>
              <a:cs typeface="Segoe UI"/>
            </a:endParaRPr>
          </a:p>
        </p:txBody>
      </p:sp>
      <p:sp>
        <p:nvSpPr>
          <p:cNvPr id="77" name="Oval 76">
            <a:extLst>
              <a:ext uri="{FF2B5EF4-FFF2-40B4-BE49-F238E27FC236}">
                <a16:creationId xmlns:a16="http://schemas.microsoft.com/office/drawing/2014/main" id="{8E3D5EF6-8093-4847-81CA-5C6F43451682}"/>
              </a:ext>
            </a:extLst>
          </p:cNvPr>
          <p:cNvSpPr/>
          <p:nvPr userDrawn="1"/>
        </p:nvSpPr>
        <p:spPr>
          <a:xfrm>
            <a:off x="5890979" y="1158295"/>
            <a:ext cx="525681" cy="520925"/>
          </a:xfrm>
          <a:prstGeom prst="ellipse">
            <a:avLst/>
          </a:prstGeom>
          <a:solidFill>
            <a:srgbClr val="769C8B"/>
          </a:solidFill>
          <a:ln w="571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defPPr>
              <a:defRPr lang="en-GB"/>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solidFill>
                <a:srgbClr val="D40175"/>
              </a:solidFill>
              <a:cs typeface="Calibri"/>
            </a:endParaRPr>
          </a:p>
        </p:txBody>
      </p:sp>
      <p:sp>
        <p:nvSpPr>
          <p:cNvPr id="79" name="Rectangle 78">
            <a:extLst>
              <a:ext uri="{FF2B5EF4-FFF2-40B4-BE49-F238E27FC236}">
                <a16:creationId xmlns:a16="http://schemas.microsoft.com/office/drawing/2014/main" id="{BE50BA28-7B32-4012-AF71-917F864ABBF8}"/>
              </a:ext>
            </a:extLst>
          </p:cNvPr>
          <p:cNvSpPr/>
          <p:nvPr userDrawn="1"/>
        </p:nvSpPr>
        <p:spPr>
          <a:xfrm>
            <a:off x="4414547" y="3898146"/>
            <a:ext cx="3478544" cy="2004021"/>
          </a:xfrm>
          <a:prstGeom prst="rect">
            <a:avLst/>
          </a:prstGeom>
          <a:solidFill>
            <a:srgbClr val="A2B7D7"/>
          </a:solidFill>
          <a:ln>
            <a:noFill/>
          </a:ln>
        </p:spPr>
        <p:style>
          <a:lnRef idx="2">
            <a:schemeClr val="accent1">
              <a:shade val="50000"/>
            </a:schemeClr>
          </a:lnRef>
          <a:fillRef idx="1">
            <a:schemeClr val="accent1"/>
          </a:fillRef>
          <a:effectRef idx="0">
            <a:schemeClr val="accent1"/>
          </a:effectRef>
          <a:fontRef idx="minor">
            <a:schemeClr val="lt1"/>
          </a:fontRef>
        </p:style>
        <p:txBody>
          <a:bodyPr lIns="182880" tIns="1008000" rIns="182880" bIns="182880" rtlCol="0" anchor="t"/>
          <a:lstStyle/>
          <a:p>
            <a:pPr algn="ctr"/>
            <a:endParaRPr lang="en-US" sz="1400">
              <a:solidFill>
                <a:schemeClr val="tx1">
                  <a:lumMod val="75000"/>
                  <a:lumOff val="25000"/>
                </a:schemeClr>
              </a:solidFill>
              <a:latin typeface="Calibri Light"/>
              <a:cs typeface="Segoe UI"/>
            </a:endParaRPr>
          </a:p>
        </p:txBody>
      </p:sp>
      <p:sp>
        <p:nvSpPr>
          <p:cNvPr id="80" name="Oval 79">
            <a:extLst>
              <a:ext uri="{FF2B5EF4-FFF2-40B4-BE49-F238E27FC236}">
                <a16:creationId xmlns:a16="http://schemas.microsoft.com/office/drawing/2014/main" id="{57CF8CE1-65C2-4102-8044-25764CD1B821}"/>
              </a:ext>
            </a:extLst>
          </p:cNvPr>
          <p:cNvSpPr/>
          <p:nvPr userDrawn="1"/>
        </p:nvSpPr>
        <p:spPr>
          <a:xfrm>
            <a:off x="5890979" y="3611952"/>
            <a:ext cx="525681" cy="520925"/>
          </a:xfrm>
          <a:prstGeom prst="ellipse">
            <a:avLst/>
          </a:prstGeom>
          <a:solidFill>
            <a:srgbClr val="3474A1"/>
          </a:solidFill>
          <a:ln w="571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defPPr>
              <a:defRPr lang="en-GB"/>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solidFill>
                <a:srgbClr val="D40175"/>
              </a:solidFill>
              <a:cs typeface="Calibri"/>
            </a:endParaRPr>
          </a:p>
        </p:txBody>
      </p:sp>
      <p:sp>
        <p:nvSpPr>
          <p:cNvPr id="81" name="TextBox 80">
            <a:extLst>
              <a:ext uri="{FF2B5EF4-FFF2-40B4-BE49-F238E27FC236}">
                <a16:creationId xmlns:a16="http://schemas.microsoft.com/office/drawing/2014/main" id="{B68F02B3-BD0F-4C02-838E-3316C8CFEDAA}"/>
              </a:ext>
            </a:extLst>
          </p:cNvPr>
          <p:cNvSpPr txBox="1"/>
          <p:nvPr userDrawn="1"/>
        </p:nvSpPr>
        <p:spPr>
          <a:xfrm>
            <a:off x="5938245" y="3620674"/>
            <a:ext cx="431149" cy="52322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GB" sz="2800">
                <a:solidFill>
                  <a:srgbClr val="FFFFFF"/>
                </a:solidFill>
                <a:latin typeface="Poppins SemiBold" panose="00000700000000000000" pitchFamily="2" charset="0"/>
                <a:cs typeface="Poppins SemiBold" panose="00000700000000000000" pitchFamily="2" charset="0"/>
              </a:rPr>
              <a:t>5</a:t>
            </a:r>
            <a:endParaRPr lang="en-US" sz="2800">
              <a:latin typeface="Poppins SemiBold" panose="00000700000000000000" pitchFamily="2" charset="0"/>
              <a:ea typeface="Calibri"/>
              <a:cs typeface="Poppins SemiBold" panose="00000700000000000000" pitchFamily="2" charset="0"/>
            </a:endParaRPr>
          </a:p>
        </p:txBody>
      </p:sp>
      <p:sp>
        <p:nvSpPr>
          <p:cNvPr id="82" name="TextBox 81">
            <a:extLst>
              <a:ext uri="{FF2B5EF4-FFF2-40B4-BE49-F238E27FC236}">
                <a16:creationId xmlns:a16="http://schemas.microsoft.com/office/drawing/2014/main" id="{CBDC7C9D-5CB8-4C2F-B07C-A025B264CA88}"/>
              </a:ext>
            </a:extLst>
          </p:cNvPr>
          <p:cNvSpPr txBox="1"/>
          <p:nvPr userDrawn="1"/>
        </p:nvSpPr>
        <p:spPr>
          <a:xfrm>
            <a:off x="5938245" y="1167017"/>
            <a:ext cx="431149" cy="52322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GB" sz="2800">
                <a:solidFill>
                  <a:srgbClr val="FFFFFF"/>
                </a:solidFill>
                <a:latin typeface="Poppins SemiBold" panose="00000700000000000000" pitchFamily="2" charset="0"/>
                <a:cs typeface="Poppins SemiBold" panose="00000700000000000000" pitchFamily="2" charset="0"/>
              </a:rPr>
              <a:t>2</a:t>
            </a:r>
            <a:endParaRPr lang="en-US" sz="2800">
              <a:latin typeface="Poppins SemiBold" panose="00000700000000000000" pitchFamily="2" charset="0"/>
              <a:ea typeface="Calibri"/>
              <a:cs typeface="Poppins SemiBold" panose="00000700000000000000" pitchFamily="2" charset="0"/>
            </a:endParaRPr>
          </a:p>
        </p:txBody>
      </p:sp>
      <p:sp>
        <p:nvSpPr>
          <p:cNvPr id="83" name="TextBox 82">
            <a:extLst>
              <a:ext uri="{FF2B5EF4-FFF2-40B4-BE49-F238E27FC236}">
                <a16:creationId xmlns:a16="http://schemas.microsoft.com/office/drawing/2014/main" id="{A45FD534-79C1-45E8-A48F-70B807518BB8}"/>
              </a:ext>
            </a:extLst>
          </p:cNvPr>
          <p:cNvSpPr txBox="1"/>
          <p:nvPr userDrawn="1"/>
        </p:nvSpPr>
        <p:spPr>
          <a:xfrm>
            <a:off x="9868985" y="1093424"/>
            <a:ext cx="431149" cy="52322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sz="2800">
                <a:solidFill>
                  <a:srgbClr val="FFFFFF"/>
                </a:solidFill>
                <a:latin typeface="Poppins SemiBold" panose="00000700000000000000" pitchFamily="2" charset="0"/>
                <a:cs typeface="Poppins SemiBold" panose="00000700000000000000" pitchFamily="2" charset="0"/>
              </a:rPr>
              <a:t>2</a:t>
            </a:r>
            <a:endParaRPr lang="en-US" sz="2800">
              <a:latin typeface="Poppins SemiBold" panose="00000700000000000000" pitchFamily="2" charset="0"/>
              <a:ea typeface="Calibri"/>
              <a:cs typeface="Poppins SemiBold" panose="00000700000000000000" pitchFamily="2" charset="0"/>
            </a:endParaRPr>
          </a:p>
        </p:txBody>
      </p:sp>
      <p:sp>
        <p:nvSpPr>
          <p:cNvPr id="84" name="Rectangle 83">
            <a:extLst>
              <a:ext uri="{FF2B5EF4-FFF2-40B4-BE49-F238E27FC236}">
                <a16:creationId xmlns:a16="http://schemas.microsoft.com/office/drawing/2014/main" id="{567F71F7-E900-4161-A00D-2272DF37D98A}"/>
              </a:ext>
            </a:extLst>
          </p:cNvPr>
          <p:cNvSpPr/>
          <p:nvPr userDrawn="1"/>
        </p:nvSpPr>
        <p:spPr>
          <a:xfrm>
            <a:off x="8345287" y="1421616"/>
            <a:ext cx="3478544" cy="2004021"/>
          </a:xfrm>
          <a:prstGeom prst="rect">
            <a:avLst/>
          </a:prstGeom>
          <a:solidFill>
            <a:srgbClr val="B2DBED"/>
          </a:solidFill>
          <a:ln>
            <a:noFill/>
          </a:ln>
        </p:spPr>
        <p:style>
          <a:lnRef idx="2">
            <a:schemeClr val="accent1">
              <a:shade val="50000"/>
            </a:schemeClr>
          </a:lnRef>
          <a:fillRef idx="1">
            <a:schemeClr val="accent1"/>
          </a:fillRef>
          <a:effectRef idx="0">
            <a:schemeClr val="accent1"/>
          </a:effectRef>
          <a:fontRef idx="minor">
            <a:schemeClr val="lt1"/>
          </a:fontRef>
        </p:style>
        <p:txBody>
          <a:bodyPr lIns="182880" tIns="1008000" rIns="182880" bIns="182880" rtlCol="0" anchor="t"/>
          <a:lstStyle/>
          <a:p>
            <a:pPr algn="ctr"/>
            <a:endParaRPr lang="en-US" sz="1400">
              <a:solidFill>
                <a:srgbClr val="B2DBED"/>
              </a:solidFill>
              <a:latin typeface="Calibri Light"/>
              <a:cs typeface="Segoe UI"/>
            </a:endParaRPr>
          </a:p>
        </p:txBody>
      </p:sp>
      <p:sp>
        <p:nvSpPr>
          <p:cNvPr id="85" name="Oval 84">
            <a:extLst>
              <a:ext uri="{FF2B5EF4-FFF2-40B4-BE49-F238E27FC236}">
                <a16:creationId xmlns:a16="http://schemas.microsoft.com/office/drawing/2014/main" id="{B563C792-EB44-4FA6-840F-1AFDC58C0766}"/>
              </a:ext>
            </a:extLst>
          </p:cNvPr>
          <p:cNvSpPr/>
          <p:nvPr userDrawn="1"/>
        </p:nvSpPr>
        <p:spPr>
          <a:xfrm>
            <a:off x="9821719" y="1135422"/>
            <a:ext cx="525681" cy="520925"/>
          </a:xfrm>
          <a:prstGeom prst="ellipse">
            <a:avLst/>
          </a:prstGeom>
          <a:solidFill>
            <a:srgbClr val="6D96A8"/>
          </a:solidFill>
          <a:ln w="571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defPPr>
              <a:defRPr lang="en-GB"/>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solidFill>
                <a:srgbClr val="D40175"/>
              </a:solidFill>
              <a:cs typeface="Calibri"/>
            </a:endParaRPr>
          </a:p>
        </p:txBody>
      </p:sp>
      <p:sp>
        <p:nvSpPr>
          <p:cNvPr id="86" name="Rectangle 85">
            <a:extLst>
              <a:ext uri="{FF2B5EF4-FFF2-40B4-BE49-F238E27FC236}">
                <a16:creationId xmlns:a16="http://schemas.microsoft.com/office/drawing/2014/main" id="{C9169ECB-C499-4DE6-8100-4F68B45B07F4}"/>
              </a:ext>
            </a:extLst>
          </p:cNvPr>
          <p:cNvSpPr/>
          <p:nvPr userDrawn="1"/>
        </p:nvSpPr>
        <p:spPr>
          <a:xfrm>
            <a:off x="8345287" y="3875273"/>
            <a:ext cx="3478544" cy="2004021"/>
          </a:xfrm>
          <a:prstGeom prst="rect">
            <a:avLst/>
          </a:prstGeom>
          <a:solidFill>
            <a:srgbClr val="EDAF40"/>
          </a:solidFill>
          <a:ln>
            <a:noFill/>
          </a:ln>
        </p:spPr>
        <p:style>
          <a:lnRef idx="2">
            <a:schemeClr val="accent1">
              <a:shade val="50000"/>
            </a:schemeClr>
          </a:lnRef>
          <a:fillRef idx="1">
            <a:schemeClr val="accent1"/>
          </a:fillRef>
          <a:effectRef idx="0">
            <a:schemeClr val="accent1"/>
          </a:effectRef>
          <a:fontRef idx="minor">
            <a:schemeClr val="lt1"/>
          </a:fontRef>
        </p:style>
        <p:txBody>
          <a:bodyPr lIns="182880" tIns="1008000" rIns="182880" bIns="182880" rtlCol="0" anchor="t"/>
          <a:lstStyle/>
          <a:p>
            <a:pPr algn="ctr"/>
            <a:endParaRPr lang="en-US" sz="1400">
              <a:solidFill>
                <a:schemeClr val="tx1">
                  <a:lumMod val="75000"/>
                  <a:lumOff val="25000"/>
                </a:schemeClr>
              </a:solidFill>
              <a:latin typeface="Calibri Light"/>
              <a:cs typeface="Segoe UI"/>
            </a:endParaRPr>
          </a:p>
        </p:txBody>
      </p:sp>
      <p:sp>
        <p:nvSpPr>
          <p:cNvPr id="87" name="Oval 86">
            <a:extLst>
              <a:ext uri="{FF2B5EF4-FFF2-40B4-BE49-F238E27FC236}">
                <a16:creationId xmlns:a16="http://schemas.microsoft.com/office/drawing/2014/main" id="{58170BF9-3898-4EA9-B5FD-25B95B106E28}"/>
              </a:ext>
            </a:extLst>
          </p:cNvPr>
          <p:cNvSpPr/>
          <p:nvPr userDrawn="1"/>
        </p:nvSpPr>
        <p:spPr>
          <a:xfrm>
            <a:off x="9819076" y="3589079"/>
            <a:ext cx="525681" cy="520925"/>
          </a:xfrm>
          <a:prstGeom prst="ellipse">
            <a:avLst/>
          </a:prstGeom>
          <a:solidFill>
            <a:srgbClr val="E0812D"/>
          </a:solidFill>
          <a:ln w="571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defPPr>
              <a:defRPr lang="en-GB"/>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solidFill>
                <a:srgbClr val="D40175"/>
              </a:solidFill>
              <a:cs typeface="Calibri"/>
            </a:endParaRPr>
          </a:p>
        </p:txBody>
      </p:sp>
      <p:sp>
        <p:nvSpPr>
          <p:cNvPr id="88" name="TextBox 87">
            <a:extLst>
              <a:ext uri="{FF2B5EF4-FFF2-40B4-BE49-F238E27FC236}">
                <a16:creationId xmlns:a16="http://schemas.microsoft.com/office/drawing/2014/main" id="{6E52AC9F-E509-41A7-98A3-B0880081B823}"/>
              </a:ext>
            </a:extLst>
          </p:cNvPr>
          <p:cNvSpPr txBox="1"/>
          <p:nvPr userDrawn="1"/>
        </p:nvSpPr>
        <p:spPr>
          <a:xfrm>
            <a:off x="9868458" y="3597801"/>
            <a:ext cx="431149" cy="52322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GB" sz="2800">
                <a:solidFill>
                  <a:srgbClr val="FFFFFF"/>
                </a:solidFill>
                <a:latin typeface="Poppins SemiBold" panose="00000700000000000000" pitchFamily="2" charset="0"/>
                <a:ea typeface="Calibri"/>
                <a:cs typeface="Poppins SemiBold" panose="00000700000000000000" pitchFamily="2" charset="0"/>
              </a:rPr>
              <a:t>6</a:t>
            </a:r>
            <a:endParaRPr lang="en-US" sz="2800">
              <a:latin typeface="Poppins SemiBold" panose="00000700000000000000" pitchFamily="2" charset="0"/>
              <a:ea typeface="Calibri"/>
              <a:cs typeface="Poppins SemiBold" panose="00000700000000000000" pitchFamily="2" charset="0"/>
            </a:endParaRPr>
          </a:p>
        </p:txBody>
      </p:sp>
      <p:sp>
        <p:nvSpPr>
          <p:cNvPr id="89" name="TextBox 88">
            <a:extLst>
              <a:ext uri="{FF2B5EF4-FFF2-40B4-BE49-F238E27FC236}">
                <a16:creationId xmlns:a16="http://schemas.microsoft.com/office/drawing/2014/main" id="{DE701493-E721-4663-912A-DC5D37E0C7A7}"/>
              </a:ext>
            </a:extLst>
          </p:cNvPr>
          <p:cNvSpPr txBox="1"/>
          <p:nvPr userDrawn="1"/>
        </p:nvSpPr>
        <p:spPr>
          <a:xfrm>
            <a:off x="9868985" y="1144144"/>
            <a:ext cx="431149" cy="52322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GB" sz="2800">
                <a:solidFill>
                  <a:srgbClr val="FFFFFF"/>
                </a:solidFill>
                <a:latin typeface="Poppins SemiBold" panose="00000700000000000000" pitchFamily="2" charset="0"/>
                <a:cs typeface="Poppins SemiBold" panose="00000700000000000000" pitchFamily="2" charset="0"/>
              </a:rPr>
              <a:t>3</a:t>
            </a:r>
            <a:endParaRPr lang="en-US" sz="2800">
              <a:latin typeface="Poppins SemiBold" panose="00000700000000000000" pitchFamily="2" charset="0"/>
              <a:ea typeface="Calibri"/>
              <a:cs typeface="Poppins SemiBold" panose="00000700000000000000" pitchFamily="2" charset="0"/>
            </a:endParaRPr>
          </a:p>
        </p:txBody>
      </p:sp>
      <p:sp>
        <p:nvSpPr>
          <p:cNvPr id="113" name="Text Placeholder 112">
            <a:extLst>
              <a:ext uri="{FF2B5EF4-FFF2-40B4-BE49-F238E27FC236}">
                <a16:creationId xmlns:a16="http://schemas.microsoft.com/office/drawing/2014/main" id="{4A214FB5-5345-493F-B964-9E16CFF58A7E}"/>
              </a:ext>
            </a:extLst>
          </p:cNvPr>
          <p:cNvSpPr>
            <a:spLocks noGrp="1"/>
          </p:cNvSpPr>
          <p:nvPr>
            <p:ph type="body" sz="quarter" idx="10" hasCustomPrompt="1"/>
          </p:nvPr>
        </p:nvSpPr>
        <p:spPr>
          <a:xfrm>
            <a:off x="630225" y="1816614"/>
            <a:ext cx="3268662" cy="1509712"/>
          </a:xfrm>
          <a:prstGeom prst="rect">
            <a:avLst/>
          </a:prstGeom>
        </p:spPr>
        <p:txBody>
          <a:bodyPr/>
          <a:lstStyle>
            <a:lvl1pPr algn="ctr">
              <a:buNone/>
              <a:defRPr sz="1800" u="sng">
                <a:latin typeface="Poppins SemiBold" panose="00000700000000000000" pitchFamily="2" charset="0"/>
                <a:cs typeface="Poppins SemiBold" panose="00000700000000000000" pitchFamily="2" charset="0"/>
              </a:defRPr>
            </a:lvl1pPr>
            <a:lvl2pPr algn="l">
              <a:defRPr sz="1600">
                <a:latin typeface="Poppins" panose="00000500000000000000" pitchFamily="2" charset="0"/>
                <a:cs typeface="Poppins" panose="00000500000000000000" pitchFamily="2" charset="0"/>
              </a:defRPr>
            </a:lvl2pPr>
          </a:lstStyle>
          <a:p>
            <a:pPr lvl="0"/>
            <a:r>
              <a:rPr lang="en-US"/>
              <a:t>Click to edit Title</a:t>
            </a:r>
          </a:p>
          <a:p>
            <a:pPr lvl="1"/>
            <a:r>
              <a:rPr lang="en-US"/>
              <a:t>Edit Content</a:t>
            </a:r>
          </a:p>
        </p:txBody>
      </p:sp>
      <p:sp>
        <p:nvSpPr>
          <p:cNvPr id="115" name="Text Placeholder 112">
            <a:extLst>
              <a:ext uri="{FF2B5EF4-FFF2-40B4-BE49-F238E27FC236}">
                <a16:creationId xmlns:a16="http://schemas.microsoft.com/office/drawing/2014/main" id="{BA02C56A-CC4B-4918-A153-913B827C0AEC}"/>
              </a:ext>
            </a:extLst>
          </p:cNvPr>
          <p:cNvSpPr>
            <a:spLocks noGrp="1"/>
          </p:cNvSpPr>
          <p:nvPr>
            <p:ph type="body" sz="quarter" idx="11" hasCustomPrompt="1"/>
          </p:nvPr>
        </p:nvSpPr>
        <p:spPr>
          <a:xfrm>
            <a:off x="4519488" y="1816614"/>
            <a:ext cx="3268662" cy="1509712"/>
          </a:xfrm>
          <a:prstGeom prst="rect">
            <a:avLst/>
          </a:prstGeom>
        </p:spPr>
        <p:txBody>
          <a:bodyPr/>
          <a:lstStyle>
            <a:lvl1pPr algn="ctr">
              <a:buNone/>
              <a:defRPr sz="1800" u="sng">
                <a:latin typeface="Poppins SemiBold" panose="00000700000000000000" pitchFamily="2" charset="0"/>
                <a:cs typeface="Poppins SemiBold" panose="00000700000000000000" pitchFamily="2" charset="0"/>
              </a:defRPr>
            </a:lvl1pPr>
            <a:lvl2pPr algn="l">
              <a:defRPr sz="1600">
                <a:latin typeface="Poppins" panose="00000500000000000000" pitchFamily="2" charset="0"/>
                <a:cs typeface="Poppins" panose="00000500000000000000" pitchFamily="2" charset="0"/>
              </a:defRPr>
            </a:lvl2pPr>
          </a:lstStyle>
          <a:p>
            <a:pPr lvl="0"/>
            <a:r>
              <a:rPr lang="en-US"/>
              <a:t>Click to edit Title</a:t>
            </a:r>
          </a:p>
          <a:p>
            <a:pPr lvl="1"/>
            <a:r>
              <a:rPr lang="en-US"/>
              <a:t>Edit Content</a:t>
            </a:r>
          </a:p>
        </p:txBody>
      </p:sp>
      <p:sp>
        <p:nvSpPr>
          <p:cNvPr id="116" name="Text Placeholder 112">
            <a:extLst>
              <a:ext uri="{FF2B5EF4-FFF2-40B4-BE49-F238E27FC236}">
                <a16:creationId xmlns:a16="http://schemas.microsoft.com/office/drawing/2014/main" id="{6435CA57-F38A-46D9-B0BB-016FFDD5D659}"/>
              </a:ext>
            </a:extLst>
          </p:cNvPr>
          <p:cNvSpPr>
            <a:spLocks noGrp="1"/>
          </p:cNvSpPr>
          <p:nvPr>
            <p:ph type="body" sz="quarter" idx="12" hasCustomPrompt="1"/>
          </p:nvPr>
        </p:nvSpPr>
        <p:spPr>
          <a:xfrm>
            <a:off x="8447585" y="1816614"/>
            <a:ext cx="3268662" cy="1509712"/>
          </a:xfrm>
          <a:prstGeom prst="rect">
            <a:avLst/>
          </a:prstGeom>
        </p:spPr>
        <p:txBody>
          <a:bodyPr/>
          <a:lstStyle>
            <a:lvl1pPr algn="ctr">
              <a:buNone/>
              <a:defRPr sz="1800" u="sng">
                <a:latin typeface="Poppins SemiBold" panose="00000700000000000000" pitchFamily="2" charset="0"/>
                <a:cs typeface="Poppins SemiBold" panose="00000700000000000000" pitchFamily="2" charset="0"/>
              </a:defRPr>
            </a:lvl1pPr>
            <a:lvl2pPr algn="l">
              <a:defRPr sz="1600">
                <a:latin typeface="Poppins" panose="00000500000000000000" pitchFamily="2" charset="0"/>
                <a:cs typeface="Poppins" panose="00000500000000000000" pitchFamily="2" charset="0"/>
              </a:defRPr>
            </a:lvl2pPr>
          </a:lstStyle>
          <a:p>
            <a:pPr lvl="0"/>
            <a:r>
              <a:rPr lang="en-US"/>
              <a:t>Click to edit Title</a:t>
            </a:r>
          </a:p>
          <a:p>
            <a:pPr lvl="1"/>
            <a:r>
              <a:rPr lang="en-US"/>
              <a:t>Edit Content</a:t>
            </a:r>
          </a:p>
        </p:txBody>
      </p:sp>
      <p:sp>
        <p:nvSpPr>
          <p:cNvPr id="117" name="Text Placeholder 112">
            <a:extLst>
              <a:ext uri="{FF2B5EF4-FFF2-40B4-BE49-F238E27FC236}">
                <a16:creationId xmlns:a16="http://schemas.microsoft.com/office/drawing/2014/main" id="{A4555EAB-0B75-42C0-A3A3-C4579206D068}"/>
              </a:ext>
            </a:extLst>
          </p:cNvPr>
          <p:cNvSpPr>
            <a:spLocks noGrp="1"/>
          </p:cNvSpPr>
          <p:nvPr>
            <p:ph type="body" sz="quarter" idx="13" hasCustomPrompt="1"/>
          </p:nvPr>
        </p:nvSpPr>
        <p:spPr>
          <a:xfrm>
            <a:off x="630225" y="4261569"/>
            <a:ext cx="3268662" cy="1509712"/>
          </a:xfrm>
          <a:prstGeom prst="rect">
            <a:avLst/>
          </a:prstGeom>
        </p:spPr>
        <p:txBody>
          <a:bodyPr/>
          <a:lstStyle>
            <a:lvl1pPr algn="ctr">
              <a:buNone/>
              <a:defRPr sz="1800" u="sng">
                <a:latin typeface="Poppins SemiBold" panose="00000700000000000000" pitchFamily="2" charset="0"/>
                <a:cs typeface="Poppins SemiBold" panose="00000700000000000000" pitchFamily="2" charset="0"/>
              </a:defRPr>
            </a:lvl1pPr>
            <a:lvl2pPr algn="l">
              <a:defRPr sz="1600">
                <a:latin typeface="Poppins" panose="00000500000000000000" pitchFamily="2" charset="0"/>
                <a:cs typeface="Poppins" panose="00000500000000000000" pitchFamily="2" charset="0"/>
              </a:defRPr>
            </a:lvl2pPr>
          </a:lstStyle>
          <a:p>
            <a:pPr lvl="0"/>
            <a:r>
              <a:rPr lang="en-US"/>
              <a:t>Click to edit Title</a:t>
            </a:r>
          </a:p>
          <a:p>
            <a:pPr lvl="1"/>
            <a:r>
              <a:rPr lang="en-US"/>
              <a:t>Edit Content</a:t>
            </a:r>
          </a:p>
        </p:txBody>
      </p:sp>
      <p:sp>
        <p:nvSpPr>
          <p:cNvPr id="118" name="Text Placeholder 112">
            <a:extLst>
              <a:ext uri="{FF2B5EF4-FFF2-40B4-BE49-F238E27FC236}">
                <a16:creationId xmlns:a16="http://schemas.microsoft.com/office/drawing/2014/main" id="{76384922-A16E-47D9-BE0C-B94182A11679}"/>
              </a:ext>
            </a:extLst>
          </p:cNvPr>
          <p:cNvSpPr>
            <a:spLocks noGrp="1"/>
          </p:cNvSpPr>
          <p:nvPr>
            <p:ph type="body" sz="quarter" idx="14" hasCustomPrompt="1"/>
          </p:nvPr>
        </p:nvSpPr>
        <p:spPr>
          <a:xfrm>
            <a:off x="4519488" y="4261569"/>
            <a:ext cx="3268662" cy="1509712"/>
          </a:xfrm>
          <a:prstGeom prst="rect">
            <a:avLst/>
          </a:prstGeom>
        </p:spPr>
        <p:txBody>
          <a:bodyPr/>
          <a:lstStyle>
            <a:lvl1pPr algn="ctr">
              <a:buNone/>
              <a:defRPr sz="1800" u="sng">
                <a:latin typeface="Poppins SemiBold" panose="00000700000000000000" pitchFamily="2" charset="0"/>
                <a:cs typeface="Poppins SemiBold" panose="00000700000000000000" pitchFamily="2" charset="0"/>
              </a:defRPr>
            </a:lvl1pPr>
            <a:lvl2pPr algn="l">
              <a:defRPr sz="1600">
                <a:latin typeface="Poppins" panose="00000500000000000000" pitchFamily="2" charset="0"/>
                <a:cs typeface="Poppins" panose="00000500000000000000" pitchFamily="2" charset="0"/>
              </a:defRPr>
            </a:lvl2pPr>
          </a:lstStyle>
          <a:p>
            <a:pPr lvl="0"/>
            <a:r>
              <a:rPr lang="en-US"/>
              <a:t>Click to edit Title</a:t>
            </a:r>
          </a:p>
          <a:p>
            <a:pPr lvl="1"/>
            <a:r>
              <a:rPr lang="en-US"/>
              <a:t>Edit Content</a:t>
            </a:r>
          </a:p>
        </p:txBody>
      </p:sp>
      <p:sp>
        <p:nvSpPr>
          <p:cNvPr id="119" name="Text Placeholder 112">
            <a:extLst>
              <a:ext uri="{FF2B5EF4-FFF2-40B4-BE49-F238E27FC236}">
                <a16:creationId xmlns:a16="http://schemas.microsoft.com/office/drawing/2014/main" id="{F616866C-4BBE-4D31-998E-55D7ABA59C28}"/>
              </a:ext>
            </a:extLst>
          </p:cNvPr>
          <p:cNvSpPr>
            <a:spLocks noGrp="1"/>
          </p:cNvSpPr>
          <p:nvPr>
            <p:ph type="body" sz="quarter" idx="15" hasCustomPrompt="1"/>
          </p:nvPr>
        </p:nvSpPr>
        <p:spPr>
          <a:xfrm>
            <a:off x="8447585" y="4261569"/>
            <a:ext cx="3268662" cy="1509712"/>
          </a:xfrm>
          <a:prstGeom prst="rect">
            <a:avLst/>
          </a:prstGeom>
        </p:spPr>
        <p:txBody>
          <a:bodyPr/>
          <a:lstStyle>
            <a:lvl1pPr algn="ctr">
              <a:buNone/>
              <a:defRPr sz="1800" u="sng">
                <a:latin typeface="Poppins SemiBold" panose="00000700000000000000" pitchFamily="2" charset="0"/>
                <a:cs typeface="Poppins SemiBold" panose="00000700000000000000" pitchFamily="2" charset="0"/>
              </a:defRPr>
            </a:lvl1pPr>
            <a:lvl2pPr algn="l">
              <a:defRPr sz="1600">
                <a:latin typeface="Poppins" panose="00000500000000000000" pitchFamily="2" charset="0"/>
                <a:cs typeface="Poppins" panose="00000500000000000000" pitchFamily="2" charset="0"/>
              </a:defRPr>
            </a:lvl2pPr>
          </a:lstStyle>
          <a:p>
            <a:pPr lvl="0"/>
            <a:r>
              <a:rPr lang="en-US"/>
              <a:t>Click to edit Title</a:t>
            </a:r>
          </a:p>
          <a:p>
            <a:pPr lvl="1"/>
            <a:r>
              <a:rPr lang="en-US"/>
              <a:t>Edit Content</a:t>
            </a:r>
          </a:p>
        </p:txBody>
      </p:sp>
      <p:sp>
        <p:nvSpPr>
          <p:cNvPr id="121" name="Title 1">
            <a:extLst>
              <a:ext uri="{FF2B5EF4-FFF2-40B4-BE49-F238E27FC236}">
                <a16:creationId xmlns:a16="http://schemas.microsoft.com/office/drawing/2014/main" id="{9DD93425-FB9F-4A56-B9FA-FD3DFA5212FF}"/>
              </a:ext>
            </a:extLst>
          </p:cNvPr>
          <p:cNvSpPr>
            <a:spLocks noGrp="1"/>
          </p:cNvSpPr>
          <p:nvPr>
            <p:ph type="ctrTitle" hasCustomPrompt="1"/>
          </p:nvPr>
        </p:nvSpPr>
        <p:spPr>
          <a:xfrm>
            <a:off x="434918" y="338776"/>
            <a:ext cx="8213323" cy="658174"/>
          </a:xfrm>
          <a:prstGeom prst="rect">
            <a:avLst/>
          </a:prstGeom>
        </p:spPr>
        <p:txBody>
          <a:bodyPr anchor="t"/>
          <a:lstStyle>
            <a:lvl1pPr algn="l">
              <a:defRPr lang="en-GB" sz="4000" b="0" kern="1200" cap="none" baseline="0" dirty="0">
                <a:solidFill>
                  <a:srgbClr val="CD2883"/>
                </a:solidFill>
                <a:latin typeface="Poppins SemiBold" panose="00000700000000000000" pitchFamily="2" charset="0"/>
                <a:ea typeface="+mj-ea"/>
                <a:cs typeface="Poppins SemiBold" panose="00000700000000000000" pitchFamily="2" charset="0"/>
              </a:defRPr>
            </a:lvl1pPr>
          </a:lstStyle>
          <a:p>
            <a:r>
              <a:rPr lang="en-GB"/>
              <a:t>Click To Edit Title</a:t>
            </a:r>
          </a:p>
        </p:txBody>
      </p:sp>
    </p:spTree>
    <p:extLst>
      <p:ext uri="{BB962C8B-B14F-4D97-AF65-F5344CB8AC3E}">
        <p14:creationId xmlns:p14="http://schemas.microsoft.com/office/powerpoint/2010/main" val="258780304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3 Text Boxes">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AA30B02A-E45B-44C5-92B4-5F03CA3AA653}"/>
              </a:ext>
            </a:extLst>
          </p:cNvPr>
          <p:cNvSpPr/>
          <p:nvPr userDrawn="1"/>
        </p:nvSpPr>
        <p:spPr>
          <a:xfrm>
            <a:off x="525284" y="1446586"/>
            <a:ext cx="3478544" cy="4297214"/>
          </a:xfrm>
          <a:prstGeom prst="rect">
            <a:avLst/>
          </a:prstGeom>
          <a:solidFill>
            <a:srgbClr val="D6E097"/>
          </a:solidFill>
          <a:ln>
            <a:noFill/>
          </a:ln>
        </p:spPr>
        <p:style>
          <a:lnRef idx="2">
            <a:schemeClr val="accent1">
              <a:shade val="50000"/>
            </a:schemeClr>
          </a:lnRef>
          <a:fillRef idx="1">
            <a:schemeClr val="accent1"/>
          </a:fillRef>
          <a:effectRef idx="0">
            <a:schemeClr val="accent1"/>
          </a:effectRef>
          <a:fontRef idx="minor">
            <a:schemeClr val="lt1"/>
          </a:fontRef>
        </p:style>
        <p:txBody>
          <a:bodyPr lIns="182880" tIns="1008000" rIns="182880" bIns="182880" rtlCol="0" anchor="t"/>
          <a:lstStyle/>
          <a:p>
            <a:pPr algn="ctr"/>
            <a:endParaRPr lang="en-US" sz="1400">
              <a:solidFill>
                <a:schemeClr val="tx1">
                  <a:lumMod val="75000"/>
                  <a:lumOff val="25000"/>
                </a:schemeClr>
              </a:solidFill>
              <a:latin typeface="Calibri Light"/>
              <a:cs typeface="Segoe UI"/>
            </a:endParaRPr>
          </a:p>
        </p:txBody>
      </p:sp>
      <p:sp>
        <p:nvSpPr>
          <p:cNvPr id="9" name="Oval 8">
            <a:extLst>
              <a:ext uri="{FF2B5EF4-FFF2-40B4-BE49-F238E27FC236}">
                <a16:creationId xmlns:a16="http://schemas.microsoft.com/office/drawing/2014/main" id="{38805284-8783-4C54-B4DD-6F157AECD501}"/>
              </a:ext>
            </a:extLst>
          </p:cNvPr>
          <p:cNvSpPr/>
          <p:nvPr userDrawn="1"/>
        </p:nvSpPr>
        <p:spPr>
          <a:xfrm>
            <a:off x="2001716" y="1160392"/>
            <a:ext cx="525681" cy="520925"/>
          </a:xfrm>
          <a:prstGeom prst="ellipse">
            <a:avLst/>
          </a:prstGeom>
          <a:solidFill>
            <a:srgbClr val="9DA860"/>
          </a:solidFill>
          <a:ln w="571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defPPr>
              <a:defRPr lang="en-GB"/>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solidFill>
                <a:srgbClr val="D40175"/>
              </a:solidFill>
              <a:cs typeface="Calibri"/>
            </a:endParaRPr>
          </a:p>
        </p:txBody>
      </p:sp>
      <p:sp>
        <p:nvSpPr>
          <p:cNvPr id="10" name="TextBox 9">
            <a:extLst>
              <a:ext uri="{FF2B5EF4-FFF2-40B4-BE49-F238E27FC236}">
                <a16:creationId xmlns:a16="http://schemas.microsoft.com/office/drawing/2014/main" id="{F8C9B1E4-8832-4869-925E-AEA4846DD755}"/>
              </a:ext>
            </a:extLst>
          </p:cNvPr>
          <p:cNvSpPr txBox="1"/>
          <p:nvPr userDrawn="1"/>
        </p:nvSpPr>
        <p:spPr>
          <a:xfrm>
            <a:off x="2048982" y="1169114"/>
            <a:ext cx="431149" cy="52322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GB" sz="2800">
                <a:solidFill>
                  <a:srgbClr val="FFFFFF"/>
                </a:solidFill>
                <a:latin typeface="Poppins SemiBold" panose="00000700000000000000" pitchFamily="2" charset="0"/>
                <a:cs typeface="Poppins SemiBold" panose="00000700000000000000" pitchFamily="2" charset="0"/>
              </a:rPr>
              <a:t>1</a:t>
            </a:r>
            <a:endParaRPr lang="en-US" sz="2800">
              <a:latin typeface="Poppins SemiBold" panose="00000700000000000000" pitchFamily="2" charset="0"/>
              <a:ea typeface="Calibri"/>
              <a:cs typeface="Poppins SemiBold" panose="00000700000000000000" pitchFamily="2" charset="0"/>
            </a:endParaRPr>
          </a:p>
        </p:txBody>
      </p:sp>
      <p:sp>
        <p:nvSpPr>
          <p:cNvPr id="15" name="TextBox 14">
            <a:extLst>
              <a:ext uri="{FF2B5EF4-FFF2-40B4-BE49-F238E27FC236}">
                <a16:creationId xmlns:a16="http://schemas.microsoft.com/office/drawing/2014/main" id="{25A7FFA6-F55D-4A12-BD2E-670632D10559}"/>
              </a:ext>
            </a:extLst>
          </p:cNvPr>
          <p:cNvSpPr txBox="1"/>
          <p:nvPr userDrawn="1"/>
        </p:nvSpPr>
        <p:spPr>
          <a:xfrm>
            <a:off x="6060647" y="1116297"/>
            <a:ext cx="431149" cy="52322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sz="2800">
                <a:solidFill>
                  <a:srgbClr val="FFFFFF"/>
                </a:solidFill>
                <a:latin typeface="Poppins SemiBold" panose="00000700000000000000" pitchFamily="2" charset="0"/>
                <a:cs typeface="Poppins SemiBold" panose="00000700000000000000" pitchFamily="2" charset="0"/>
              </a:rPr>
              <a:t>2</a:t>
            </a:r>
            <a:endParaRPr lang="en-US" sz="2800">
              <a:latin typeface="Poppins SemiBold" panose="00000700000000000000" pitchFamily="2" charset="0"/>
              <a:ea typeface="Calibri"/>
              <a:cs typeface="Poppins SemiBold" panose="00000700000000000000" pitchFamily="2" charset="0"/>
            </a:endParaRPr>
          </a:p>
        </p:txBody>
      </p:sp>
      <p:sp>
        <p:nvSpPr>
          <p:cNvPr id="76" name="Rectangle 75">
            <a:extLst>
              <a:ext uri="{FF2B5EF4-FFF2-40B4-BE49-F238E27FC236}">
                <a16:creationId xmlns:a16="http://schemas.microsoft.com/office/drawing/2014/main" id="{726A162C-9726-44AB-94C7-260F4C09149E}"/>
              </a:ext>
            </a:extLst>
          </p:cNvPr>
          <p:cNvSpPr/>
          <p:nvPr userDrawn="1"/>
        </p:nvSpPr>
        <p:spPr>
          <a:xfrm>
            <a:off x="4414547" y="1444489"/>
            <a:ext cx="3478544" cy="4297214"/>
          </a:xfrm>
          <a:prstGeom prst="rect">
            <a:avLst/>
          </a:prstGeom>
          <a:solidFill>
            <a:srgbClr val="F0CADC"/>
          </a:solidFill>
          <a:ln>
            <a:noFill/>
          </a:ln>
        </p:spPr>
        <p:style>
          <a:lnRef idx="2">
            <a:schemeClr val="accent1">
              <a:shade val="50000"/>
            </a:schemeClr>
          </a:lnRef>
          <a:fillRef idx="1">
            <a:schemeClr val="accent1"/>
          </a:fillRef>
          <a:effectRef idx="0">
            <a:schemeClr val="accent1"/>
          </a:effectRef>
          <a:fontRef idx="minor">
            <a:schemeClr val="lt1"/>
          </a:fontRef>
        </p:style>
        <p:txBody>
          <a:bodyPr lIns="182880" tIns="1008000" rIns="182880" bIns="182880" rtlCol="0" anchor="t"/>
          <a:lstStyle/>
          <a:p>
            <a:pPr algn="ctr"/>
            <a:endParaRPr lang="en-US" sz="1400">
              <a:solidFill>
                <a:schemeClr val="tx1">
                  <a:lumMod val="75000"/>
                  <a:lumOff val="25000"/>
                </a:schemeClr>
              </a:solidFill>
              <a:latin typeface="Calibri Light"/>
              <a:cs typeface="Segoe UI"/>
            </a:endParaRPr>
          </a:p>
        </p:txBody>
      </p:sp>
      <p:sp>
        <p:nvSpPr>
          <p:cNvPr id="77" name="Oval 76">
            <a:extLst>
              <a:ext uri="{FF2B5EF4-FFF2-40B4-BE49-F238E27FC236}">
                <a16:creationId xmlns:a16="http://schemas.microsoft.com/office/drawing/2014/main" id="{8E3D5EF6-8093-4847-81CA-5C6F43451682}"/>
              </a:ext>
            </a:extLst>
          </p:cNvPr>
          <p:cNvSpPr/>
          <p:nvPr userDrawn="1"/>
        </p:nvSpPr>
        <p:spPr>
          <a:xfrm>
            <a:off x="5890979" y="1158295"/>
            <a:ext cx="525681" cy="520925"/>
          </a:xfrm>
          <a:prstGeom prst="ellipse">
            <a:avLst/>
          </a:prstGeom>
          <a:solidFill>
            <a:srgbClr val="DA87AC"/>
          </a:solidFill>
          <a:ln w="571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defPPr>
              <a:defRPr lang="en-GB"/>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solidFill>
                <a:srgbClr val="D40175"/>
              </a:solidFill>
              <a:cs typeface="Calibri"/>
            </a:endParaRPr>
          </a:p>
        </p:txBody>
      </p:sp>
      <p:sp>
        <p:nvSpPr>
          <p:cNvPr id="82" name="TextBox 81">
            <a:extLst>
              <a:ext uri="{FF2B5EF4-FFF2-40B4-BE49-F238E27FC236}">
                <a16:creationId xmlns:a16="http://schemas.microsoft.com/office/drawing/2014/main" id="{CBDC7C9D-5CB8-4C2F-B07C-A025B264CA88}"/>
              </a:ext>
            </a:extLst>
          </p:cNvPr>
          <p:cNvSpPr txBox="1"/>
          <p:nvPr userDrawn="1"/>
        </p:nvSpPr>
        <p:spPr>
          <a:xfrm>
            <a:off x="5938245" y="1167017"/>
            <a:ext cx="431149" cy="52322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GB" sz="2800">
                <a:solidFill>
                  <a:srgbClr val="FFFFFF"/>
                </a:solidFill>
                <a:latin typeface="Poppins SemiBold" panose="00000700000000000000" pitchFamily="2" charset="0"/>
                <a:cs typeface="Poppins SemiBold" panose="00000700000000000000" pitchFamily="2" charset="0"/>
              </a:rPr>
              <a:t>2</a:t>
            </a:r>
            <a:endParaRPr lang="en-US" sz="2800">
              <a:latin typeface="Poppins SemiBold" panose="00000700000000000000" pitchFamily="2" charset="0"/>
              <a:ea typeface="Calibri"/>
              <a:cs typeface="Poppins SemiBold" panose="00000700000000000000" pitchFamily="2" charset="0"/>
            </a:endParaRPr>
          </a:p>
        </p:txBody>
      </p:sp>
      <p:sp>
        <p:nvSpPr>
          <p:cNvPr id="83" name="TextBox 82">
            <a:extLst>
              <a:ext uri="{FF2B5EF4-FFF2-40B4-BE49-F238E27FC236}">
                <a16:creationId xmlns:a16="http://schemas.microsoft.com/office/drawing/2014/main" id="{A45FD534-79C1-45E8-A48F-70B807518BB8}"/>
              </a:ext>
            </a:extLst>
          </p:cNvPr>
          <p:cNvSpPr txBox="1"/>
          <p:nvPr userDrawn="1"/>
        </p:nvSpPr>
        <p:spPr>
          <a:xfrm>
            <a:off x="9868985" y="1093424"/>
            <a:ext cx="431149" cy="52322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sz="2800">
                <a:solidFill>
                  <a:srgbClr val="FFFFFF"/>
                </a:solidFill>
                <a:latin typeface="Poppins SemiBold" panose="00000700000000000000" pitchFamily="2" charset="0"/>
                <a:cs typeface="Poppins SemiBold" panose="00000700000000000000" pitchFamily="2" charset="0"/>
              </a:rPr>
              <a:t>2</a:t>
            </a:r>
            <a:endParaRPr lang="en-US" sz="2800">
              <a:latin typeface="Poppins SemiBold" panose="00000700000000000000" pitchFamily="2" charset="0"/>
              <a:ea typeface="Calibri"/>
              <a:cs typeface="Poppins SemiBold" panose="00000700000000000000" pitchFamily="2" charset="0"/>
            </a:endParaRPr>
          </a:p>
        </p:txBody>
      </p:sp>
      <p:sp>
        <p:nvSpPr>
          <p:cNvPr id="84" name="Rectangle 83">
            <a:extLst>
              <a:ext uri="{FF2B5EF4-FFF2-40B4-BE49-F238E27FC236}">
                <a16:creationId xmlns:a16="http://schemas.microsoft.com/office/drawing/2014/main" id="{567F71F7-E900-4161-A00D-2272DF37D98A}"/>
              </a:ext>
            </a:extLst>
          </p:cNvPr>
          <p:cNvSpPr/>
          <p:nvPr userDrawn="1"/>
        </p:nvSpPr>
        <p:spPr>
          <a:xfrm>
            <a:off x="8345287" y="1421616"/>
            <a:ext cx="3478544" cy="4297214"/>
          </a:xfrm>
          <a:prstGeom prst="rect">
            <a:avLst/>
          </a:prstGeom>
          <a:solidFill>
            <a:srgbClr val="B2DBED"/>
          </a:solidFill>
          <a:ln>
            <a:noFill/>
          </a:ln>
        </p:spPr>
        <p:style>
          <a:lnRef idx="2">
            <a:schemeClr val="accent1">
              <a:shade val="50000"/>
            </a:schemeClr>
          </a:lnRef>
          <a:fillRef idx="1">
            <a:schemeClr val="accent1"/>
          </a:fillRef>
          <a:effectRef idx="0">
            <a:schemeClr val="accent1"/>
          </a:effectRef>
          <a:fontRef idx="minor">
            <a:schemeClr val="lt1"/>
          </a:fontRef>
        </p:style>
        <p:txBody>
          <a:bodyPr lIns="182880" tIns="1008000" rIns="182880" bIns="182880" rtlCol="0" anchor="t"/>
          <a:lstStyle/>
          <a:p>
            <a:pPr algn="ctr"/>
            <a:endParaRPr lang="en-US" sz="1400">
              <a:solidFill>
                <a:srgbClr val="B2DBED"/>
              </a:solidFill>
              <a:latin typeface="Calibri Light"/>
              <a:cs typeface="Segoe UI"/>
            </a:endParaRPr>
          </a:p>
        </p:txBody>
      </p:sp>
      <p:sp>
        <p:nvSpPr>
          <p:cNvPr id="85" name="Oval 84">
            <a:extLst>
              <a:ext uri="{FF2B5EF4-FFF2-40B4-BE49-F238E27FC236}">
                <a16:creationId xmlns:a16="http://schemas.microsoft.com/office/drawing/2014/main" id="{B563C792-EB44-4FA6-840F-1AFDC58C0766}"/>
              </a:ext>
            </a:extLst>
          </p:cNvPr>
          <p:cNvSpPr/>
          <p:nvPr userDrawn="1"/>
        </p:nvSpPr>
        <p:spPr>
          <a:xfrm>
            <a:off x="9821719" y="1135422"/>
            <a:ext cx="525681" cy="520925"/>
          </a:xfrm>
          <a:prstGeom prst="ellipse">
            <a:avLst/>
          </a:prstGeom>
          <a:solidFill>
            <a:srgbClr val="6D96A8"/>
          </a:solidFill>
          <a:ln w="571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defPPr>
              <a:defRPr lang="en-GB"/>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solidFill>
                <a:srgbClr val="D40175"/>
              </a:solidFill>
              <a:cs typeface="Calibri"/>
            </a:endParaRPr>
          </a:p>
        </p:txBody>
      </p:sp>
      <p:sp>
        <p:nvSpPr>
          <p:cNvPr id="89" name="TextBox 88">
            <a:extLst>
              <a:ext uri="{FF2B5EF4-FFF2-40B4-BE49-F238E27FC236}">
                <a16:creationId xmlns:a16="http://schemas.microsoft.com/office/drawing/2014/main" id="{DE701493-E721-4663-912A-DC5D37E0C7A7}"/>
              </a:ext>
            </a:extLst>
          </p:cNvPr>
          <p:cNvSpPr txBox="1"/>
          <p:nvPr userDrawn="1"/>
        </p:nvSpPr>
        <p:spPr>
          <a:xfrm>
            <a:off x="9868985" y="1144144"/>
            <a:ext cx="431149" cy="52322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GB" sz="2800">
                <a:solidFill>
                  <a:srgbClr val="FFFFFF"/>
                </a:solidFill>
                <a:latin typeface="Poppins SemiBold" panose="00000700000000000000" pitchFamily="2" charset="0"/>
                <a:cs typeface="Poppins SemiBold" panose="00000700000000000000" pitchFamily="2" charset="0"/>
              </a:rPr>
              <a:t>3</a:t>
            </a:r>
            <a:endParaRPr lang="en-US" sz="2800">
              <a:latin typeface="Poppins SemiBold" panose="00000700000000000000" pitchFamily="2" charset="0"/>
              <a:ea typeface="Calibri"/>
              <a:cs typeface="Poppins SemiBold" panose="00000700000000000000" pitchFamily="2" charset="0"/>
            </a:endParaRPr>
          </a:p>
        </p:txBody>
      </p:sp>
      <p:sp>
        <p:nvSpPr>
          <p:cNvPr id="35" name="Text Placeholder 112">
            <a:extLst>
              <a:ext uri="{FF2B5EF4-FFF2-40B4-BE49-F238E27FC236}">
                <a16:creationId xmlns:a16="http://schemas.microsoft.com/office/drawing/2014/main" id="{41BAE2CE-B729-4247-B258-C842A68B963E}"/>
              </a:ext>
            </a:extLst>
          </p:cNvPr>
          <p:cNvSpPr>
            <a:spLocks noGrp="1"/>
          </p:cNvSpPr>
          <p:nvPr>
            <p:ph type="body" sz="quarter" idx="13" hasCustomPrompt="1"/>
          </p:nvPr>
        </p:nvSpPr>
        <p:spPr>
          <a:xfrm>
            <a:off x="630225" y="1844759"/>
            <a:ext cx="3268662" cy="3926522"/>
          </a:xfrm>
          <a:prstGeom prst="rect">
            <a:avLst/>
          </a:prstGeom>
        </p:spPr>
        <p:txBody>
          <a:bodyPr/>
          <a:lstStyle>
            <a:lvl1pPr algn="ctr">
              <a:buNone/>
              <a:defRPr sz="1800" u="sng">
                <a:latin typeface="Poppins SemiBold" panose="00000700000000000000" pitchFamily="2" charset="0"/>
                <a:cs typeface="Poppins SemiBold" panose="00000700000000000000" pitchFamily="2" charset="0"/>
              </a:defRPr>
            </a:lvl1pPr>
            <a:lvl2pPr algn="l">
              <a:defRPr sz="1600">
                <a:latin typeface="Poppins" panose="00000500000000000000" pitchFamily="2" charset="0"/>
                <a:cs typeface="Poppins" panose="00000500000000000000" pitchFamily="2" charset="0"/>
              </a:defRPr>
            </a:lvl2pPr>
          </a:lstStyle>
          <a:p>
            <a:pPr lvl="0"/>
            <a:r>
              <a:rPr lang="en-US"/>
              <a:t>Click to edit Title</a:t>
            </a:r>
          </a:p>
          <a:p>
            <a:pPr lvl="1"/>
            <a:r>
              <a:rPr lang="en-US"/>
              <a:t>Edit Content</a:t>
            </a:r>
          </a:p>
        </p:txBody>
      </p:sp>
      <p:sp>
        <p:nvSpPr>
          <p:cNvPr id="36" name="Text Placeholder 112">
            <a:extLst>
              <a:ext uri="{FF2B5EF4-FFF2-40B4-BE49-F238E27FC236}">
                <a16:creationId xmlns:a16="http://schemas.microsoft.com/office/drawing/2014/main" id="{A924AB1C-8971-4FC1-9C3A-C8CE9645FE6F}"/>
              </a:ext>
            </a:extLst>
          </p:cNvPr>
          <p:cNvSpPr>
            <a:spLocks noGrp="1"/>
          </p:cNvSpPr>
          <p:nvPr>
            <p:ph type="body" sz="quarter" idx="14" hasCustomPrompt="1"/>
          </p:nvPr>
        </p:nvSpPr>
        <p:spPr>
          <a:xfrm>
            <a:off x="4519488" y="1844759"/>
            <a:ext cx="3268662" cy="3926522"/>
          </a:xfrm>
          <a:prstGeom prst="rect">
            <a:avLst/>
          </a:prstGeom>
        </p:spPr>
        <p:txBody>
          <a:bodyPr/>
          <a:lstStyle>
            <a:lvl1pPr algn="ctr">
              <a:buNone/>
              <a:defRPr sz="1800" u="sng">
                <a:latin typeface="Poppins SemiBold" panose="00000700000000000000" pitchFamily="2" charset="0"/>
                <a:cs typeface="Poppins SemiBold" panose="00000700000000000000" pitchFamily="2" charset="0"/>
              </a:defRPr>
            </a:lvl1pPr>
            <a:lvl2pPr algn="l">
              <a:defRPr sz="1600">
                <a:latin typeface="Poppins" panose="00000500000000000000" pitchFamily="2" charset="0"/>
                <a:cs typeface="Poppins" panose="00000500000000000000" pitchFamily="2" charset="0"/>
              </a:defRPr>
            </a:lvl2pPr>
          </a:lstStyle>
          <a:p>
            <a:pPr lvl="0"/>
            <a:r>
              <a:rPr lang="en-US"/>
              <a:t>Click to edit Title</a:t>
            </a:r>
          </a:p>
          <a:p>
            <a:pPr lvl="1"/>
            <a:r>
              <a:rPr lang="en-US"/>
              <a:t>Edit Content</a:t>
            </a:r>
          </a:p>
        </p:txBody>
      </p:sp>
      <p:sp>
        <p:nvSpPr>
          <p:cNvPr id="41" name="Text Placeholder 112">
            <a:extLst>
              <a:ext uri="{FF2B5EF4-FFF2-40B4-BE49-F238E27FC236}">
                <a16:creationId xmlns:a16="http://schemas.microsoft.com/office/drawing/2014/main" id="{C3D09FE7-A359-45E6-9265-0F2AE0618752}"/>
              </a:ext>
            </a:extLst>
          </p:cNvPr>
          <p:cNvSpPr>
            <a:spLocks noGrp="1"/>
          </p:cNvSpPr>
          <p:nvPr>
            <p:ph type="body" sz="quarter" idx="15" hasCustomPrompt="1"/>
          </p:nvPr>
        </p:nvSpPr>
        <p:spPr>
          <a:xfrm>
            <a:off x="8447585" y="1844759"/>
            <a:ext cx="3268662" cy="3926522"/>
          </a:xfrm>
          <a:prstGeom prst="rect">
            <a:avLst/>
          </a:prstGeom>
        </p:spPr>
        <p:txBody>
          <a:bodyPr/>
          <a:lstStyle>
            <a:lvl1pPr algn="ctr">
              <a:buNone/>
              <a:defRPr sz="1800" u="sng">
                <a:latin typeface="Poppins SemiBold" panose="00000700000000000000" pitchFamily="2" charset="0"/>
                <a:cs typeface="Poppins SemiBold" panose="00000700000000000000" pitchFamily="2" charset="0"/>
              </a:defRPr>
            </a:lvl1pPr>
            <a:lvl2pPr algn="l">
              <a:defRPr sz="1600">
                <a:latin typeface="Poppins" panose="00000500000000000000" pitchFamily="2" charset="0"/>
                <a:cs typeface="Poppins" panose="00000500000000000000" pitchFamily="2" charset="0"/>
              </a:defRPr>
            </a:lvl2pPr>
          </a:lstStyle>
          <a:p>
            <a:pPr lvl="0"/>
            <a:r>
              <a:rPr lang="en-US"/>
              <a:t>Click to edit Title</a:t>
            </a:r>
          </a:p>
          <a:p>
            <a:pPr lvl="1"/>
            <a:r>
              <a:rPr lang="en-US"/>
              <a:t>Edit Content</a:t>
            </a:r>
          </a:p>
        </p:txBody>
      </p:sp>
      <p:sp>
        <p:nvSpPr>
          <p:cNvPr id="18" name="Title 1">
            <a:extLst>
              <a:ext uri="{FF2B5EF4-FFF2-40B4-BE49-F238E27FC236}">
                <a16:creationId xmlns:a16="http://schemas.microsoft.com/office/drawing/2014/main" id="{2A8174BF-25A3-4ED4-9EC7-DB362C3D6888}"/>
              </a:ext>
            </a:extLst>
          </p:cNvPr>
          <p:cNvSpPr>
            <a:spLocks noGrp="1"/>
          </p:cNvSpPr>
          <p:nvPr>
            <p:ph type="ctrTitle" hasCustomPrompt="1"/>
          </p:nvPr>
        </p:nvSpPr>
        <p:spPr>
          <a:xfrm>
            <a:off x="434918" y="338776"/>
            <a:ext cx="8213323" cy="658174"/>
          </a:xfrm>
          <a:prstGeom prst="rect">
            <a:avLst/>
          </a:prstGeom>
        </p:spPr>
        <p:txBody>
          <a:bodyPr anchor="t"/>
          <a:lstStyle>
            <a:lvl1pPr algn="l">
              <a:defRPr lang="en-GB" sz="4000" b="0" kern="1200" cap="none" baseline="0" dirty="0">
                <a:solidFill>
                  <a:srgbClr val="CD2883"/>
                </a:solidFill>
                <a:latin typeface="Poppins SemiBold" panose="00000700000000000000" pitchFamily="2" charset="0"/>
                <a:ea typeface="+mj-ea"/>
                <a:cs typeface="Poppins SemiBold" panose="00000700000000000000" pitchFamily="2" charset="0"/>
              </a:defRPr>
            </a:lvl1pPr>
          </a:lstStyle>
          <a:p>
            <a:r>
              <a:rPr lang="en-GB"/>
              <a:t>Click To Edit Title</a:t>
            </a:r>
          </a:p>
        </p:txBody>
      </p:sp>
    </p:spTree>
    <p:extLst>
      <p:ext uri="{BB962C8B-B14F-4D97-AF65-F5344CB8AC3E}">
        <p14:creationId xmlns:p14="http://schemas.microsoft.com/office/powerpoint/2010/main" val="166150498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preserve="1" userDrawn="1">
  <p:cSld name="Our Teams">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6" name="Rectangle: Rounded Corners 30">
            <a:extLst>
              <a:ext uri="{FF2B5EF4-FFF2-40B4-BE49-F238E27FC236}">
                <a16:creationId xmlns:a16="http://schemas.microsoft.com/office/drawing/2014/main" id="{957D8CCD-97C2-40A8-9FFD-7AD780B79A50}"/>
              </a:ext>
            </a:extLst>
          </p:cNvPr>
          <p:cNvSpPr/>
          <p:nvPr userDrawn="1"/>
        </p:nvSpPr>
        <p:spPr>
          <a:xfrm>
            <a:off x="845537" y="1178136"/>
            <a:ext cx="2094653" cy="257247"/>
          </a:xfrm>
          <a:prstGeom prst="roundRect">
            <a:avLst/>
          </a:prstGeom>
          <a:solidFill>
            <a:srgbClr val="E6007D"/>
          </a:solidFill>
          <a:ln>
            <a:noFill/>
          </a:ln>
        </p:spPr>
        <p:style>
          <a:lnRef idx="0">
            <a:scrgbClr r="0" g="0" b="0"/>
          </a:lnRef>
          <a:fillRef idx="0">
            <a:scrgbClr r="0" g="0" b="0"/>
          </a:fillRef>
          <a:effectRef idx="0">
            <a:scrgbClr r="0" g="0" b="0"/>
          </a:effectRef>
          <a:fontRef idx="minor">
            <a:schemeClr val="lt1"/>
          </a:fontRef>
        </p:style>
        <p:txBody>
          <a:bodyPr lIns="91440" tIns="45720" rIns="91440" bIns="45720"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sz="1600">
                <a:solidFill>
                  <a:srgbClr val="FFFFFF"/>
                </a:solidFill>
                <a:latin typeface="Calibri Light"/>
                <a:ea typeface="Raleway"/>
                <a:cs typeface="Calibri Light"/>
              </a:rPr>
              <a:t>​</a:t>
            </a:r>
            <a:endParaRPr lang="en-US" sz="1600">
              <a:solidFill>
                <a:schemeClr val="bg1"/>
              </a:solidFill>
              <a:latin typeface="Calibri Light"/>
              <a:ea typeface="Verdana" panose="020B0604030504040204" pitchFamily="34" charset="0"/>
              <a:cs typeface="Calibri Light"/>
            </a:endParaRPr>
          </a:p>
        </p:txBody>
      </p:sp>
      <p:pic>
        <p:nvPicPr>
          <p:cNvPr id="12" name="Picture 11" descr="A white line on a pink circle&#10;&#10;Description automatically generated">
            <a:extLst>
              <a:ext uri="{FF2B5EF4-FFF2-40B4-BE49-F238E27FC236}">
                <a16:creationId xmlns:a16="http://schemas.microsoft.com/office/drawing/2014/main" id="{7A5EA9D6-9A1C-48AB-A111-6DF899873EE3}"/>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485972" y="1083802"/>
            <a:ext cx="433165" cy="442224"/>
          </a:xfrm>
          <a:prstGeom prst="rect">
            <a:avLst/>
          </a:prstGeom>
        </p:spPr>
      </p:pic>
      <p:sp>
        <p:nvSpPr>
          <p:cNvPr id="42" name="Picture Placeholder 2">
            <a:extLst>
              <a:ext uri="{FF2B5EF4-FFF2-40B4-BE49-F238E27FC236}">
                <a16:creationId xmlns:a16="http://schemas.microsoft.com/office/drawing/2014/main" id="{4A20E56D-BFAD-4D1E-A93F-6A6705DBB0DA}"/>
              </a:ext>
            </a:extLst>
          </p:cNvPr>
          <p:cNvSpPr>
            <a:spLocks noGrp="1"/>
          </p:cNvSpPr>
          <p:nvPr>
            <p:ph type="pic" idx="1"/>
          </p:nvPr>
        </p:nvSpPr>
        <p:spPr>
          <a:xfrm>
            <a:off x="661859" y="1695247"/>
            <a:ext cx="571917" cy="571902"/>
          </a:xfrm>
          <a:prstGeom prst="ellipse">
            <a:avLst/>
          </a:prstGeom>
        </p:spPr>
        <p:txBody>
          <a:bodyPr/>
          <a:lstStyle>
            <a:lvl1pPr marL="0" indent="0">
              <a:buNone/>
              <a:defRPr sz="800" b="1">
                <a:latin typeface="Poppins Light" panose="00000400000000000000" pitchFamily="2" charset="0"/>
                <a:cs typeface="Poppins Light" panose="00000400000000000000" pitchFamily="2"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5" name="Content Placeholder 2">
            <a:extLst>
              <a:ext uri="{FF2B5EF4-FFF2-40B4-BE49-F238E27FC236}">
                <a16:creationId xmlns:a16="http://schemas.microsoft.com/office/drawing/2014/main" id="{8FFADE92-4CF9-4413-AC2F-9CD6098E85A1}"/>
              </a:ext>
            </a:extLst>
          </p:cNvPr>
          <p:cNvSpPr>
            <a:spLocks noGrp="1"/>
          </p:cNvSpPr>
          <p:nvPr>
            <p:ph sz="quarter" idx="10" hasCustomPrompt="1"/>
          </p:nvPr>
        </p:nvSpPr>
        <p:spPr>
          <a:xfrm>
            <a:off x="1385380" y="1656819"/>
            <a:ext cx="2272220" cy="240289"/>
          </a:xfrm>
          <a:prstGeom prst="rect">
            <a:avLst/>
          </a:prstGeom>
        </p:spPr>
        <p:txBody>
          <a:bodyPr/>
          <a:lstStyle>
            <a:lvl1pPr>
              <a:buNone/>
              <a:defRPr sz="1200" b="0">
                <a:solidFill>
                  <a:srgbClr val="000030"/>
                </a:solidFill>
                <a:latin typeface="Poppins SemiBold" panose="00000700000000000000" pitchFamily="2" charset="0"/>
                <a:cs typeface="Poppins SemiBold" panose="00000700000000000000" pitchFamily="2" charset="0"/>
              </a:defRPr>
            </a:lvl1pPr>
          </a:lstStyle>
          <a:p>
            <a:pPr lvl="0"/>
            <a:r>
              <a:rPr lang="en-US"/>
              <a:t>Click to insert name</a:t>
            </a:r>
          </a:p>
        </p:txBody>
      </p:sp>
      <p:sp>
        <p:nvSpPr>
          <p:cNvPr id="46" name="Content Placeholder 2">
            <a:extLst>
              <a:ext uri="{FF2B5EF4-FFF2-40B4-BE49-F238E27FC236}">
                <a16:creationId xmlns:a16="http://schemas.microsoft.com/office/drawing/2014/main" id="{D04034CB-11B8-4A13-B076-8CFB8E858C38}"/>
              </a:ext>
            </a:extLst>
          </p:cNvPr>
          <p:cNvSpPr>
            <a:spLocks noGrp="1"/>
          </p:cNvSpPr>
          <p:nvPr>
            <p:ph sz="quarter" idx="11" hasCustomPrompt="1"/>
          </p:nvPr>
        </p:nvSpPr>
        <p:spPr>
          <a:xfrm>
            <a:off x="1385380" y="1885965"/>
            <a:ext cx="2272220" cy="240289"/>
          </a:xfrm>
          <a:prstGeom prst="rect">
            <a:avLst/>
          </a:prstGeom>
        </p:spPr>
        <p:txBody>
          <a:bodyPr/>
          <a:lstStyle>
            <a:lvl1pPr>
              <a:buNone/>
              <a:defRPr sz="1000" b="0">
                <a:solidFill>
                  <a:srgbClr val="000030"/>
                </a:solidFill>
                <a:latin typeface="Poppins "/>
                <a:cs typeface="Poppins SemiBold" panose="00000700000000000000" pitchFamily="2" charset="0"/>
              </a:defRPr>
            </a:lvl1pPr>
          </a:lstStyle>
          <a:p>
            <a:pPr lvl="0"/>
            <a:r>
              <a:rPr lang="en-US"/>
              <a:t>Click to insert Job Title</a:t>
            </a:r>
          </a:p>
        </p:txBody>
      </p:sp>
      <p:sp>
        <p:nvSpPr>
          <p:cNvPr id="47" name="Content Placeholder 2">
            <a:extLst>
              <a:ext uri="{FF2B5EF4-FFF2-40B4-BE49-F238E27FC236}">
                <a16:creationId xmlns:a16="http://schemas.microsoft.com/office/drawing/2014/main" id="{D14350F3-0582-4086-9C20-90D4FFBBF3CA}"/>
              </a:ext>
            </a:extLst>
          </p:cNvPr>
          <p:cNvSpPr>
            <a:spLocks noGrp="1"/>
          </p:cNvSpPr>
          <p:nvPr>
            <p:ph sz="quarter" idx="12" hasCustomPrompt="1"/>
          </p:nvPr>
        </p:nvSpPr>
        <p:spPr>
          <a:xfrm>
            <a:off x="1385380" y="2126102"/>
            <a:ext cx="2272220" cy="240289"/>
          </a:xfrm>
          <a:prstGeom prst="rect">
            <a:avLst/>
          </a:prstGeom>
        </p:spPr>
        <p:txBody>
          <a:bodyPr/>
          <a:lstStyle>
            <a:lvl1pPr>
              <a:buNone/>
              <a:defRPr sz="1000" b="0">
                <a:solidFill>
                  <a:srgbClr val="000030"/>
                </a:solidFill>
                <a:latin typeface="Poppins "/>
                <a:cs typeface="Poppins SemiBold" panose="00000700000000000000" pitchFamily="2" charset="0"/>
              </a:defRPr>
            </a:lvl1pPr>
          </a:lstStyle>
          <a:p>
            <a:pPr lvl="0"/>
            <a:r>
              <a:rPr lang="en-US"/>
              <a:t>Click to insert email</a:t>
            </a:r>
          </a:p>
        </p:txBody>
      </p:sp>
      <p:sp>
        <p:nvSpPr>
          <p:cNvPr id="49" name="Content Placeholder 2">
            <a:extLst>
              <a:ext uri="{FF2B5EF4-FFF2-40B4-BE49-F238E27FC236}">
                <a16:creationId xmlns:a16="http://schemas.microsoft.com/office/drawing/2014/main" id="{C1B63CB4-2869-4EDA-8AB7-50E9EB22E7F7}"/>
              </a:ext>
            </a:extLst>
          </p:cNvPr>
          <p:cNvSpPr>
            <a:spLocks noGrp="1"/>
          </p:cNvSpPr>
          <p:nvPr>
            <p:ph sz="quarter" idx="13" hasCustomPrompt="1"/>
          </p:nvPr>
        </p:nvSpPr>
        <p:spPr>
          <a:xfrm>
            <a:off x="919137" y="1182938"/>
            <a:ext cx="1916375" cy="221668"/>
          </a:xfrm>
          <a:prstGeom prst="rect">
            <a:avLst/>
          </a:prstGeom>
        </p:spPr>
        <p:txBody>
          <a:bodyPr/>
          <a:lstStyle>
            <a:lvl1pPr>
              <a:buNone/>
              <a:defRPr sz="1200" b="0">
                <a:solidFill>
                  <a:schemeClr val="bg1"/>
                </a:solidFill>
                <a:latin typeface="Poppins SemiBold" panose="00000700000000000000" pitchFamily="2" charset="0"/>
                <a:cs typeface="Poppins SemiBold" panose="00000700000000000000" pitchFamily="2" charset="0"/>
              </a:defRPr>
            </a:lvl1pPr>
          </a:lstStyle>
          <a:p>
            <a:pPr lvl="0"/>
            <a:r>
              <a:rPr lang="en-US"/>
              <a:t>Click to insert location</a:t>
            </a:r>
          </a:p>
        </p:txBody>
      </p:sp>
      <p:sp>
        <p:nvSpPr>
          <p:cNvPr id="52" name="Picture Placeholder 2">
            <a:extLst>
              <a:ext uri="{FF2B5EF4-FFF2-40B4-BE49-F238E27FC236}">
                <a16:creationId xmlns:a16="http://schemas.microsoft.com/office/drawing/2014/main" id="{331C013C-003E-472D-9470-C5355D27A859}"/>
              </a:ext>
            </a:extLst>
          </p:cNvPr>
          <p:cNvSpPr>
            <a:spLocks noGrp="1"/>
          </p:cNvSpPr>
          <p:nvPr>
            <p:ph type="pic" idx="14"/>
          </p:nvPr>
        </p:nvSpPr>
        <p:spPr>
          <a:xfrm>
            <a:off x="8534399" y="1695247"/>
            <a:ext cx="571917" cy="571902"/>
          </a:xfrm>
          <a:prstGeom prst="ellipse">
            <a:avLst/>
          </a:prstGeom>
        </p:spPr>
        <p:txBody>
          <a:bodyPr/>
          <a:lstStyle>
            <a:lvl1pPr marL="0" indent="0">
              <a:buNone/>
              <a:defRPr sz="800" b="1">
                <a:latin typeface="Poppins Light" panose="00000400000000000000" pitchFamily="2" charset="0"/>
                <a:cs typeface="Poppins Light" panose="00000400000000000000" pitchFamily="2"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53" name="Content Placeholder 2">
            <a:extLst>
              <a:ext uri="{FF2B5EF4-FFF2-40B4-BE49-F238E27FC236}">
                <a16:creationId xmlns:a16="http://schemas.microsoft.com/office/drawing/2014/main" id="{CDC57F80-9ED4-4CA2-B0AF-9C702735D47C}"/>
              </a:ext>
            </a:extLst>
          </p:cNvPr>
          <p:cNvSpPr>
            <a:spLocks noGrp="1"/>
          </p:cNvSpPr>
          <p:nvPr>
            <p:ph sz="quarter" idx="15" hasCustomPrompt="1"/>
          </p:nvPr>
        </p:nvSpPr>
        <p:spPr>
          <a:xfrm>
            <a:off x="9236000" y="1636443"/>
            <a:ext cx="2272220" cy="240289"/>
          </a:xfrm>
          <a:prstGeom prst="rect">
            <a:avLst/>
          </a:prstGeom>
        </p:spPr>
        <p:txBody>
          <a:bodyPr/>
          <a:lstStyle>
            <a:lvl1pPr>
              <a:buNone/>
              <a:defRPr sz="1200" b="0">
                <a:solidFill>
                  <a:srgbClr val="000030"/>
                </a:solidFill>
                <a:latin typeface="Poppins SemiBold" panose="00000700000000000000" pitchFamily="2" charset="0"/>
                <a:cs typeface="Poppins SemiBold" panose="00000700000000000000" pitchFamily="2" charset="0"/>
              </a:defRPr>
            </a:lvl1pPr>
          </a:lstStyle>
          <a:p>
            <a:pPr lvl="0"/>
            <a:r>
              <a:rPr lang="en-US"/>
              <a:t>Click to insert name</a:t>
            </a:r>
          </a:p>
        </p:txBody>
      </p:sp>
      <p:sp>
        <p:nvSpPr>
          <p:cNvPr id="57" name="Picture Placeholder 2">
            <a:extLst>
              <a:ext uri="{FF2B5EF4-FFF2-40B4-BE49-F238E27FC236}">
                <a16:creationId xmlns:a16="http://schemas.microsoft.com/office/drawing/2014/main" id="{B589BEDA-51A3-469C-BC51-B5FF74224DC6}"/>
              </a:ext>
            </a:extLst>
          </p:cNvPr>
          <p:cNvSpPr>
            <a:spLocks noGrp="1"/>
          </p:cNvSpPr>
          <p:nvPr>
            <p:ph type="pic" idx="19"/>
          </p:nvPr>
        </p:nvSpPr>
        <p:spPr>
          <a:xfrm>
            <a:off x="683780" y="2595385"/>
            <a:ext cx="571917" cy="571902"/>
          </a:xfrm>
          <a:prstGeom prst="ellipse">
            <a:avLst/>
          </a:prstGeom>
        </p:spPr>
        <p:txBody>
          <a:bodyPr/>
          <a:lstStyle>
            <a:lvl1pPr marL="0" indent="0">
              <a:buNone/>
              <a:defRPr sz="800" b="1">
                <a:latin typeface="Poppins Light" panose="00000400000000000000" pitchFamily="2" charset="0"/>
                <a:cs typeface="Poppins Light" panose="00000400000000000000" pitchFamily="2"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58" name="Content Placeholder 2">
            <a:extLst>
              <a:ext uri="{FF2B5EF4-FFF2-40B4-BE49-F238E27FC236}">
                <a16:creationId xmlns:a16="http://schemas.microsoft.com/office/drawing/2014/main" id="{6ED3F3D5-CBEB-4F10-9786-83072EEBAEBF}"/>
              </a:ext>
            </a:extLst>
          </p:cNvPr>
          <p:cNvSpPr>
            <a:spLocks noGrp="1"/>
          </p:cNvSpPr>
          <p:nvPr>
            <p:ph sz="quarter" idx="20" hasCustomPrompt="1"/>
          </p:nvPr>
        </p:nvSpPr>
        <p:spPr>
          <a:xfrm>
            <a:off x="1407301" y="2556957"/>
            <a:ext cx="2272220" cy="240289"/>
          </a:xfrm>
          <a:prstGeom prst="rect">
            <a:avLst/>
          </a:prstGeom>
        </p:spPr>
        <p:txBody>
          <a:bodyPr/>
          <a:lstStyle>
            <a:lvl1pPr>
              <a:buNone/>
              <a:defRPr sz="1200" b="0">
                <a:solidFill>
                  <a:srgbClr val="000030"/>
                </a:solidFill>
                <a:latin typeface="Poppins SemiBold" panose="00000700000000000000" pitchFamily="2" charset="0"/>
                <a:cs typeface="Poppins SemiBold" panose="00000700000000000000" pitchFamily="2" charset="0"/>
              </a:defRPr>
            </a:lvl1pPr>
          </a:lstStyle>
          <a:p>
            <a:pPr lvl="0"/>
            <a:r>
              <a:rPr lang="en-US"/>
              <a:t>Click to insert name</a:t>
            </a:r>
          </a:p>
        </p:txBody>
      </p:sp>
      <p:sp>
        <p:nvSpPr>
          <p:cNvPr id="59" name="Content Placeholder 2">
            <a:extLst>
              <a:ext uri="{FF2B5EF4-FFF2-40B4-BE49-F238E27FC236}">
                <a16:creationId xmlns:a16="http://schemas.microsoft.com/office/drawing/2014/main" id="{B2560A74-86A7-41FE-904C-9E50FB2C001B}"/>
              </a:ext>
            </a:extLst>
          </p:cNvPr>
          <p:cNvSpPr>
            <a:spLocks noGrp="1"/>
          </p:cNvSpPr>
          <p:nvPr>
            <p:ph sz="quarter" idx="21" hasCustomPrompt="1"/>
          </p:nvPr>
        </p:nvSpPr>
        <p:spPr>
          <a:xfrm>
            <a:off x="1407301" y="2786103"/>
            <a:ext cx="2272220" cy="240289"/>
          </a:xfrm>
          <a:prstGeom prst="rect">
            <a:avLst/>
          </a:prstGeom>
        </p:spPr>
        <p:txBody>
          <a:bodyPr/>
          <a:lstStyle>
            <a:lvl1pPr>
              <a:buNone/>
              <a:defRPr sz="1000" b="0">
                <a:solidFill>
                  <a:srgbClr val="000030"/>
                </a:solidFill>
                <a:latin typeface="Poppins "/>
                <a:cs typeface="Poppins SemiBold" panose="00000700000000000000" pitchFamily="2" charset="0"/>
              </a:defRPr>
            </a:lvl1pPr>
          </a:lstStyle>
          <a:p>
            <a:pPr lvl="0"/>
            <a:r>
              <a:rPr lang="en-US"/>
              <a:t>Click to insert Job Title</a:t>
            </a:r>
          </a:p>
        </p:txBody>
      </p:sp>
      <p:sp>
        <p:nvSpPr>
          <p:cNvPr id="60" name="Content Placeholder 2">
            <a:extLst>
              <a:ext uri="{FF2B5EF4-FFF2-40B4-BE49-F238E27FC236}">
                <a16:creationId xmlns:a16="http://schemas.microsoft.com/office/drawing/2014/main" id="{F61831E7-074B-4DD3-B5E4-8C419CF85BCD}"/>
              </a:ext>
            </a:extLst>
          </p:cNvPr>
          <p:cNvSpPr>
            <a:spLocks noGrp="1"/>
          </p:cNvSpPr>
          <p:nvPr>
            <p:ph sz="quarter" idx="22" hasCustomPrompt="1"/>
          </p:nvPr>
        </p:nvSpPr>
        <p:spPr>
          <a:xfrm>
            <a:off x="1407301" y="3026240"/>
            <a:ext cx="2272220" cy="240289"/>
          </a:xfrm>
          <a:prstGeom prst="rect">
            <a:avLst/>
          </a:prstGeom>
        </p:spPr>
        <p:txBody>
          <a:bodyPr/>
          <a:lstStyle>
            <a:lvl1pPr>
              <a:buNone/>
              <a:defRPr sz="1000" b="0">
                <a:solidFill>
                  <a:srgbClr val="000030"/>
                </a:solidFill>
                <a:latin typeface="Poppins "/>
                <a:cs typeface="Poppins SemiBold" panose="00000700000000000000" pitchFamily="2" charset="0"/>
              </a:defRPr>
            </a:lvl1pPr>
          </a:lstStyle>
          <a:p>
            <a:pPr lvl="0"/>
            <a:r>
              <a:rPr lang="en-US"/>
              <a:t>Click to insert email</a:t>
            </a:r>
          </a:p>
        </p:txBody>
      </p:sp>
      <p:sp>
        <p:nvSpPr>
          <p:cNvPr id="61" name="Picture Placeholder 2">
            <a:extLst>
              <a:ext uri="{FF2B5EF4-FFF2-40B4-BE49-F238E27FC236}">
                <a16:creationId xmlns:a16="http://schemas.microsoft.com/office/drawing/2014/main" id="{C7E8054F-F3D6-4F3E-8A48-361676A85D4E}"/>
              </a:ext>
            </a:extLst>
          </p:cNvPr>
          <p:cNvSpPr>
            <a:spLocks noGrp="1"/>
          </p:cNvSpPr>
          <p:nvPr>
            <p:ph type="pic" idx="23"/>
          </p:nvPr>
        </p:nvSpPr>
        <p:spPr>
          <a:xfrm>
            <a:off x="661859" y="3526393"/>
            <a:ext cx="571917" cy="571902"/>
          </a:xfrm>
          <a:prstGeom prst="ellipse">
            <a:avLst/>
          </a:prstGeom>
        </p:spPr>
        <p:txBody>
          <a:bodyPr/>
          <a:lstStyle>
            <a:lvl1pPr marL="0" indent="0">
              <a:buNone/>
              <a:defRPr sz="800" b="1">
                <a:latin typeface="Poppins Light" panose="00000400000000000000" pitchFamily="2" charset="0"/>
                <a:cs typeface="Poppins Light" panose="00000400000000000000" pitchFamily="2"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62" name="Content Placeholder 2">
            <a:extLst>
              <a:ext uri="{FF2B5EF4-FFF2-40B4-BE49-F238E27FC236}">
                <a16:creationId xmlns:a16="http://schemas.microsoft.com/office/drawing/2014/main" id="{81A664A9-EAEB-43C5-B0D6-1CE60F0C21DF}"/>
              </a:ext>
            </a:extLst>
          </p:cNvPr>
          <p:cNvSpPr>
            <a:spLocks noGrp="1"/>
          </p:cNvSpPr>
          <p:nvPr>
            <p:ph sz="quarter" idx="24" hasCustomPrompt="1"/>
          </p:nvPr>
        </p:nvSpPr>
        <p:spPr>
          <a:xfrm>
            <a:off x="1385380" y="3487965"/>
            <a:ext cx="2272220" cy="240289"/>
          </a:xfrm>
          <a:prstGeom prst="rect">
            <a:avLst/>
          </a:prstGeom>
        </p:spPr>
        <p:txBody>
          <a:bodyPr/>
          <a:lstStyle>
            <a:lvl1pPr>
              <a:buNone/>
              <a:defRPr sz="1200" b="0">
                <a:solidFill>
                  <a:srgbClr val="000030"/>
                </a:solidFill>
                <a:latin typeface="Poppins SemiBold" panose="00000700000000000000" pitchFamily="2" charset="0"/>
                <a:cs typeface="Poppins SemiBold" panose="00000700000000000000" pitchFamily="2" charset="0"/>
              </a:defRPr>
            </a:lvl1pPr>
          </a:lstStyle>
          <a:p>
            <a:pPr lvl="0"/>
            <a:r>
              <a:rPr lang="en-US"/>
              <a:t>Click to insert name</a:t>
            </a:r>
          </a:p>
        </p:txBody>
      </p:sp>
      <p:sp>
        <p:nvSpPr>
          <p:cNvPr id="63" name="Content Placeholder 2">
            <a:extLst>
              <a:ext uri="{FF2B5EF4-FFF2-40B4-BE49-F238E27FC236}">
                <a16:creationId xmlns:a16="http://schemas.microsoft.com/office/drawing/2014/main" id="{1D71C239-9008-4259-B0AF-98437E091AD0}"/>
              </a:ext>
            </a:extLst>
          </p:cNvPr>
          <p:cNvSpPr>
            <a:spLocks noGrp="1"/>
          </p:cNvSpPr>
          <p:nvPr>
            <p:ph sz="quarter" idx="25" hasCustomPrompt="1"/>
          </p:nvPr>
        </p:nvSpPr>
        <p:spPr>
          <a:xfrm>
            <a:off x="1385380" y="3717111"/>
            <a:ext cx="2272220" cy="240289"/>
          </a:xfrm>
          <a:prstGeom prst="rect">
            <a:avLst/>
          </a:prstGeom>
        </p:spPr>
        <p:txBody>
          <a:bodyPr/>
          <a:lstStyle>
            <a:lvl1pPr>
              <a:buNone/>
              <a:defRPr sz="1000" b="0">
                <a:solidFill>
                  <a:srgbClr val="000030"/>
                </a:solidFill>
                <a:latin typeface="Poppins "/>
                <a:cs typeface="Poppins SemiBold" panose="00000700000000000000" pitchFamily="2" charset="0"/>
              </a:defRPr>
            </a:lvl1pPr>
          </a:lstStyle>
          <a:p>
            <a:pPr lvl="0"/>
            <a:r>
              <a:rPr lang="en-US"/>
              <a:t>Click to insert Job Title</a:t>
            </a:r>
          </a:p>
        </p:txBody>
      </p:sp>
      <p:sp>
        <p:nvSpPr>
          <p:cNvPr id="64" name="Content Placeholder 2">
            <a:extLst>
              <a:ext uri="{FF2B5EF4-FFF2-40B4-BE49-F238E27FC236}">
                <a16:creationId xmlns:a16="http://schemas.microsoft.com/office/drawing/2014/main" id="{DB3A0EFA-693C-4218-9637-842C011E35A6}"/>
              </a:ext>
            </a:extLst>
          </p:cNvPr>
          <p:cNvSpPr>
            <a:spLocks noGrp="1"/>
          </p:cNvSpPr>
          <p:nvPr>
            <p:ph sz="quarter" idx="26" hasCustomPrompt="1"/>
          </p:nvPr>
        </p:nvSpPr>
        <p:spPr>
          <a:xfrm>
            <a:off x="1385380" y="3957248"/>
            <a:ext cx="2272220" cy="240289"/>
          </a:xfrm>
          <a:prstGeom prst="rect">
            <a:avLst/>
          </a:prstGeom>
        </p:spPr>
        <p:txBody>
          <a:bodyPr/>
          <a:lstStyle>
            <a:lvl1pPr>
              <a:buNone/>
              <a:defRPr sz="1000" b="0">
                <a:solidFill>
                  <a:srgbClr val="000030"/>
                </a:solidFill>
                <a:latin typeface="Poppins "/>
                <a:cs typeface="Poppins SemiBold" panose="00000700000000000000" pitchFamily="2" charset="0"/>
              </a:defRPr>
            </a:lvl1pPr>
          </a:lstStyle>
          <a:p>
            <a:pPr lvl="0"/>
            <a:r>
              <a:rPr lang="en-US"/>
              <a:t>Click to insert email</a:t>
            </a:r>
          </a:p>
        </p:txBody>
      </p:sp>
      <p:sp>
        <p:nvSpPr>
          <p:cNvPr id="25" name="Picture Placeholder 2">
            <a:extLst>
              <a:ext uri="{FF2B5EF4-FFF2-40B4-BE49-F238E27FC236}">
                <a16:creationId xmlns:a16="http://schemas.microsoft.com/office/drawing/2014/main" id="{4BF27EC1-3983-4967-B538-A137C6033BF9}"/>
              </a:ext>
            </a:extLst>
          </p:cNvPr>
          <p:cNvSpPr>
            <a:spLocks noGrp="1"/>
          </p:cNvSpPr>
          <p:nvPr>
            <p:ph type="pic" idx="27"/>
          </p:nvPr>
        </p:nvSpPr>
        <p:spPr>
          <a:xfrm>
            <a:off x="633178" y="4443489"/>
            <a:ext cx="571917" cy="571902"/>
          </a:xfrm>
          <a:prstGeom prst="ellipse">
            <a:avLst/>
          </a:prstGeom>
        </p:spPr>
        <p:txBody>
          <a:bodyPr/>
          <a:lstStyle>
            <a:lvl1pPr marL="0" indent="0">
              <a:buNone/>
              <a:defRPr sz="800" b="1">
                <a:latin typeface="Poppins Light" panose="00000400000000000000" pitchFamily="2" charset="0"/>
                <a:cs typeface="Poppins Light" panose="00000400000000000000" pitchFamily="2"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26" name="Content Placeholder 2">
            <a:extLst>
              <a:ext uri="{FF2B5EF4-FFF2-40B4-BE49-F238E27FC236}">
                <a16:creationId xmlns:a16="http://schemas.microsoft.com/office/drawing/2014/main" id="{D2DBB51E-D6F6-4F5B-BD0F-8632E76F62A9}"/>
              </a:ext>
            </a:extLst>
          </p:cNvPr>
          <p:cNvSpPr>
            <a:spLocks noGrp="1"/>
          </p:cNvSpPr>
          <p:nvPr>
            <p:ph sz="quarter" idx="28" hasCustomPrompt="1"/>
          </p:nvPr>
        </p:nvSpPr>
        <p:spPr>
          <a:xfrm>
            <a:off x="1356699" y="4405061"/>
            <a:ext cx="2272220" cy="240289"/>
          </a:xfrm>
          <a:prstGeom prst="rect">
            <a:avLst/>
          </a:prstGeom>
        </p:spPr>
        <p:txBody>
          <a:bodyPr/>
          <a:lstStyle>
            <a:lvl1pPr>
              <a:buNone/>
              <a:defRPr sz="1200" b="0">
                <a:solidFill>
                  <a:srgbClr val="000030"/>
                </a:solidFill>
                <a:latin typeface="Poppins SemiBold" panose="00000700000000000000" pitchFamily="2" charset="0"/>
                <a:cs typeface="Poppins SemiBold" panose="00000700000000000000" pitchFamily="2" charset="0"/>
              </a:defRPr>
            </a:lvl1pPr>
          </a:lstStyle>
          <a:p>
            <a:pPr lvl="0"/>
            <a:r>
              <a:rPr lang="en-US"/>
              <a:t>Click to insert name</a:t>
            </a:r>
          </a:p>
        </p:txBody>
      </p:sp>
      <p:sp>
        <p:nvSpPr>
          <p:cNvPr id="27" name="Content Placeholder 2">
            <a:extLst>
              <a:ext uri="{FF2B5EF4-FFF2-40B4-BE49-F238E27FC236}">
                <a16:creationId xmlns:a16="http://schemas.microsoft.com/office/drawing/2014/main" id="{B9F765A9-FEB0-43D3-B904-B3055C1B658B}"/>
              </a:ext>
            </a:extLst>
          </p:cNvPr>
          <p:cNvSpPr>
            <a:spLocks noGrp="1"/>
          </p:cNvSpPr>
          <p:nvPr>
            <p:ph sz="quarter" idx="29" hasCustomPrompt="1"/>
          </p:nvPr>
        </p:nvSpPr>
        <p:spPr>
          <a:xfrm>
            <a:off x="1356699" y="4634207"/>
            <a:ext cx="2272220" cy="240289"/>
          </a:xfrm>
          <a:prstGeom prst="rect">
            <a:avLst/>
          </a:prstGeom>
        </p:spPr>
        <p:txBody>
          <a:bodyPr/>
          <a:lstStyle>
            <a:lvl1pPr>
              <a:buNone/>
              <a:defRPr sz="1000" b="0">
                <a:solidFill>
                  <a:srgbClr val="000030"/>
                </a:solidFill>
                <a:latin typeface="Poppins "/>
                <a:cs typeface="Poppins SemiBold" panose="00000700000000000000" pitchFamily="2" charset="0"/>
              </a:defRPr>
            </a:lvl1pPr>
          </a:lstStyle>
          <a:p>
            <a:pPr lvl="0"/>
            <a:r>
              <a:rPr lang="en-US"/>
              <a:t>Click to insert Job Title</a:t>
            </a:r>
          </a:p>
        </p:txBody>
      </p:sp>
      <p:sp>
        <p:nvSpPr>
          <p:cNvPr id="28" name="Content Placeholder 2">
            <a:extLst>
              <a:ext uri="{FF2B5EF4-FFF2-40B4-BE49-F238E27FC236}">
                <a16:creationId xmlns:a16="http://schemas.microsoft.com/office/drawing/2014/main" id="{5BED750F-5B8A-4B91-99E1-FB9BAA1CC54D}"/>
              </a:ext>
            </a:extLst>
          </p:cNvPr>
          <p:cNvSpPr>
            <a:spLocks noGrp="1"/>
          </p:cNvSpPr>
          <p:nvPr>
            <p:ph sz="quarter" idx="30" hasCustomPrompt="1"/>
          </p:nvPr>
        </p:nvSpPr>
        <p:spPr>
          <a:xfrm>
            <a:off x="1356699" y="4874344"/>
            <a:ext cx="2272220" cy="240289"/>
          </a:xfrm>
          <a:prstGeom prst="rect">
            <a:avLst/>
          </a:prstGeom>
        </p:spPr>
        <p:txBody>
          <a:bodyPr/>
          <a:lstStyle>
            <a:lvl1pPr>
              <a:buNone/>
              <a:defRPr sz="1000" b="0">
                <a:solidFill>
                  <a:srgbClr val="000030"/>
                </a:solidFill>
                <a:latin typeface="Poppins "/>
                <a:cs typeface="Poppins SemiBold" panose="00000700000000000000" pitchFamily="2" charset="0"/>
              </a:defRPr>
            </a:lvl1pPr>
          </a:lstStyle>
          <a:p>
            <a:pPr lvl="0"/>
            <a:r>
              <a:rPr lang="en-US"/>
              <a:t>Click to insert email</a:t>
            </a:r>
          </a:p>
        </p:txBody>
      </p:sp>
      <p:sp>
        <p:nvSpPr>
          <p:cNvPr id="29" name="Picture Placeholder 2">
            <a:extLst>
              <a:ext uri="{FF2B5EF4-FFF2-40B4-BE49-F238E27FC236}">
                <a16:creationId xmlns:a16="http://schemas.microsoft.com/office/drawing/2014/main" id="{AC547BA6-35B0-4769-8412-F1C893B30B37}"/>
              </a:ext>
            </a:extLst>
          </p:cNvPr>
          <p:cNvSpPr>
            <a:spLocks noGrp="1"/>
          </p:cNvSpPr>
          <p:nvPr>
            <p:ph type="pic" idx="31"/>
          </p:nvPr>
        </p:nvSpPr>
        <p:spPr>
          <a:xfrm>
            <a:off x="655099" y="5343627"/>
            <a:ext cx="571917" cy="571902"/>
          </a:xfrm>
          <a:prstGeom prst="ellipse">
            <a:avLst/>
          </a:prstGeom>
        </p:spPr>
        <p:txBody>
          <a:bodyPr/>
          <a:lstStyle>
            <a:lvl1pPr marL="0" indent="0">
              <a:buNone/>
              <a:defRPr sz="800" b="1">
                <a:latin typeface="Poppins Light" panose="00000400000000000000" pitchFamily="2" charset="0"/>
                <a:cs typeface="Poppins Light" panose="00000400000000000000" pitchFamily="2"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30" name="Content Placeholder 2">
            <a:extLst>
              <a:ext uri="{FF2B5EF4-FFF2-40B4-BE49-F238E27FC236}">
                <a16:creationId xmlns:a16="http://schemas.microsoft.com/office/drawing/2014/main" id="{AC05402C-56EE-44DE-88F7-8C05B2CD56B7}"/>
              </a:ext>
            </a:extLst>
          </p:cNvPr>
          <p:cNvSpPr>
            <a:spLocks noGrp="1"/>
          </p:cNvSpPr>
          <p:nvPr>
            <p:ph sz="quarter" idx="32" hasCustomPrompt="1"/>
          </p:nvPr>
        </p:nvSpPr>
        <p:spPr>
          <a:xfrm>
            <a:off x="1378620" y="5305199"/>
            <a:ext cx="2272220" cy="240289"/>
          </a:xfrm>
          <a:prstGeom prst="rect">
            <a:avLst/>
          </a:prstGeom>
        </p:spPr>
        <p:txBody>
          <a:bodyPr/>
          <a:lstStyle>
            <a:lvl1pPr>
              <a:buNone/>
              <a:defRPr sz="1200" b="0">
                <a:solidFill>
                  <a:srgbClr val="000030"/>
                </a:solidFill>
                <a:latin typeface="Poppins SemiBold" panose="00000700000000000000" pitchFamily="2" charset="0"/>
                <a:cs typeface="Poppins SemiBold" panose="00000700000000000000" pitchFamily="2" charset="0"/>
              </a:defRPr>
            </a:lvl1pPr>
          </a:lstStyle>
          <a:p>
            <a:pPr lvl="0"/>
            <a:r>
              <a:rPr lang="en-US"/>
              <a:t>Click to insert name</a:t>
            </a:r>
          </a:p>
        </p:txBody>
      </p:sp>
      <p:sp>
        <p:nvSpPr>
          <p:cNvPr id="31" name="Content Placeholder 2">
            <a:extLst>
              <a:ext uri="{FF2B5EF4-FFF2-40B4-BE49-F238E27FC236}">
                <a16:creationId xmlns:a16="http://schemas.microsoft.com/office/drawing/2014/main" id="{ECD782B3-507E-4C80-9645-7D62C6E3B4A5}"/>
              </a:ext>
            </a:extLst>
          </p:cNvPr>
          <p:cNvSpPr>
            <a:spLocks noGrp="1"/>
          </p:cNvSpPr>
          <p:nvPr>
            <p:ph sz="quarter" idx="33" hasCustomPrompt="1"/>
          </p:nvPr>
        </p:nvSpPr>
        <p:spPr>
          <a:xfrm>
            <a:off x="1378620" y="5534345"/>
            <a:ext cx="2272220" cy="240289"/>
          </a:xfrm>
          <a:prstGeom prst="rect">
            <a:avLst/>
          </a:prstGeom>
        </p:spPr>
        <p:txBody>
          <a:bodyPr/>
          <a:lstStyle>
            <a:lvl1pPr>
              <a:buNone/>
              <a:defRPr sz="1000" b="0">
                <a:solidFill>
                  <a:srgbClr val="000030"/>
                </a:solidFill>
                <a:latin typeface="Poppins "/>
                <a:cs typeface="Poppins SemiBold" panose="00000700000000000000" pitchFamily="2" charset="0"/>
              </a:defRPr>
            </a:lvl1pPr>
          </a:lstStyle>
          <a:p>
            <a:pPr lvl="0"/>
            <a:r>
              <a:rPr lang="en-US"/>
              <a:t>Click to insert Job Title</a:t>
            </a:r>
          </a:p>
        </p:txBody>
      </p:sp>
      <p:sp>
        <p:nvSpPr>
          <p:cNvPr id="32" name="Content Placeholder 2">
            <a:extLst>
              <a:ext uri="{FF2B5EF4-FFF2-40B4-BE49-F238E27FC236}">
                <a16:creationId xmlns:a16="http://schemas.microsoft.com/office/drawing/2014/main" id="{49E68EFE-4BAB-46E4-AD4F-7A03DC1AC1F2}"/>
              </a:ext>
            </a:extLst>
          </p:cNvPr>
          <p:cNvSpPr>
            <a:spLocks noGrp="1"/>
          </p:cNvSpPr>
          <p:nvPr>
            <p:ph sz="quarter" idx="34" hasCustomPrompt="1"/>
          </p:nvPr>
        </p:nvSpPr>
        <p:spPr>
          <a:xfrm>
            <a:off x="1378620" y="5774482"/>
            <a:ext cx="2272220" cy="240289"/>
          </a:xfrm>
          <a:prstGeom prst="rect">
            <a:avLst/>
          </a:prstGeom>
        </p:spPr>
        <p:txBody>
          <a:bodyPr/>
          <a:lstStyle>
            <a:lvl1pPr>
              <a:buNone/>
              <a:defRPr sz="1000" b="0">
                <a:solidFill>
                  <a:srgbClr val="000030"/>
                </a:solidFill>
                <a:latin typeface="Poppins "/>
                <a:cs typeface="Poppins SemiBold" panose="00000700000000000000" pitchFamily="2" charset="0"/>
              </a:defRPr>
            </a:lvl1pPr>
          </a:lstStyle>
          <a:p>
            <a:pPr lvl="0"/>
            <a:r>
              <a:rPr lang="en-US"/>
              <a:t>Click to insert email</a:t>
            </a:r>
          </a:p>
        </p:txBody>
      </p:sp>
      <p:sp>
        <p:nvSpPr>
          <p:cNvPr id="37" name="Content Placeholder 2">
            <a:extLst>
              <a:ext uri="{FF2B5EF4-FFF2-40B4-BE49-F238E27FC236}">
                <a16:creationId xmlns:a16="http://schemas.microsoft.com/office/drawing/2014/main" id="{21AD796C-BFC9-4769-A7AF-72BD59CEAE3D}"/>
              </a:ext>
            </a:extLst>
          </p:cNvPr>
          <p:cNvSpPr>
            <a:spLocks noGrp="1"/>
          </p:cNvSpPr>
          <p:nvPr>
            <p:ph sz="quarter" idx="35" hasCustomPrompt="1"/>
          </p:nvPr>
        </p:nvSpPr>
        <p:spPr>
          <a:xfrm>
            <a:off x="9236000" y="1879715"/>
            <a:ext cx="2272220" cy="240289"/>
          </a:xfrm>
          <a:prstGeom prst="rect">
            <a:avLst/>
          </a:prstGeom>
        </p:spPr>
        <p:txBody>
          <a:bodyPr/>
          <a:lstStyle>
            <a:lvl1pPr>
              <a:buNone/>
              <a:defRPr sz="1000" b="0">
                <a:solidFill>
                  <a:srgbClr val="000030"/>
                </a:solidFill>
                <a:latin typeface="Poppins "/>
                <a:cs typeface="Poppins SemiBold" panose="00000700000000000000" pitchFamily="2" charset="0"/>
              </a:defRPr>
            </a:lvl1pPr>
          </a:lstStyle>
          <a:p>
            <a:pPr lvl="0"/>
            <a:r>
              <a:rPr lang="en-US"/>
              <a:t>Click to insert Job Title</a:t>
            </a:r>
          </a:p>
        </p:txBody>
      </p:sp>
      <p:sp>
        <p:nvSpPr>
          <p:cNvPr id="38" name="Content Placeholder 2">
            <a:extLst>
              <a:ext uri="{FF2B5EF4-FFF2-40B4-BE49-F238E27FC236}">
                <a16:creationId xmlns:a16="http://schemas.microsoft.com/office/drawing/2014/main" id="{CA005661-3002-434D-B3D4-015727C40CD3}"/>
              </a:ext>
            </a:extLst>
          </p:cNvPr>
          <p:cNvSpPr>
            <a:spLocks noGrp="1"/>
          </p:cNvSpPr>
          <p:nvPr>
            <p:ph sz="quarter" idx="36" hasCustomPrompt="1"/>
          </p:nvPr>
        </p:nvSpPr>
        <p:spPr>
          <a:xfrm>
            <a:off x="9236000" y="2119852"/>
            <a:ext cx="2272220" cy="240289"/>
          </a:xfrm>
          <a:prstGeom prst="rect">
            <a:avLst/>
          </a:prstGeom>
        </p:spPr>
        <p:txBody>
          <a:bodyPr/>
          <a:lstStyle>
            <a:lvl1pPr>
              <a:buNone/>
              <a:defRPr sz="1000" b="0">
                <a:solidFill>
                  <a:srgbClr val="000030"/>
                </a:solidFill>
                <a:latin typeface="Poppins "/>
                <a:cs typeface="Poppins SemiBold" panose="00000700000000000000" pitchFamily="2" charset="0"/>
              </a:defRPr>
            </a:lvl1pPr>
          </a:lstStyle>
          <a:p>
            <a:pPr lvl="0"/>
            <a:r>
              <a:rPr lang="en-US"/>
              <a:t>Click to insert email</a:t>
            </a:r>
          </a:p>
        </p:txBody>
      </p:sp>
      <p:sp>
        <p:nvSpPr>
          <p:cNvPr id="39" name="Picture Placeholder 2">
            <a:extLst>
              <a:ext uri="{FF2B5EF4-FFF2-40B4-BE49-F238E27FC236}">
                <a16:creationId xmlns:a16="http://schemas.microsoft.com/office/drawing/2014/main" id="{E09CCAC1-4BF3-498E-B1C4-16B60596DBA0}"/>
              </a:ext>
            </a:extLst>
          </p:cNvPr>
          <p:cNvSpPr>
            <a:spLocks noGrp="1"/>
          </p:cNvSpPr>
          <p:nvPr>
            <p:ph type="pic" idx="37"/>
          </p:nvPr>
        </p:nvSpPr>
        <p:spPr>
          <a:xfrm>
            <a:off x="8534400" y="2589135"/>
            <a:ext cx="571917" cy="571902"/>
          </a:xfrm>
          <a:prstGeom prst="ellipse">
            <a:avLst/>
          </a:prstGeom>
        </p:spPr>
        <p:txBody>
          <a:bodyPr/>
          <a:lstStyle>
            <a:lvl1pPr marL="0" indent="0">
              <a:buNone/>
              <a:defRPr sz="800" b="1">
                <a:latin typeface="Poppins Light" panose="00000400000000000000" pitchFamily="2" charset="0"/>
                <a:cs typeface="Poppins Light" panose="00000400000000000000" pitchFamily="2"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0" name="Content Placeholder 2">
            <a:extLst>
              <a:ext uri="{FF2B5EF4-FFF2-40B4-BE49-F238E27FC236}">
                <a16:creationId xmlns:a16="http://schemas.microsoft.com/office/drawing/2014/main" id="{836887CA-8C32-4944-B6F4-E9C79F163F1D}"/>
              </a:ext>
            </a:extLst>
          </p:cNvPr>
          <p:cNvSpPr>
            <a:spLocks noGrp="1"/>
          </p:cNvSpPr>
          <p:nvPr>
            <p:ph sz="quarter" idx="38" hasCustomPrompt="1"/>
          </p:nvPr>
        </p:nvSpPr>
        <p:spPr>
          <a:xfrm>
            <a:off x="9257921" y="2550707"/>
            <a:ext cx="2272220" cy="240289"/>
          </a:xfrm>
          <a:prstGeom prst="rect">
            <a:avLst/>
          </a:prstGeom>
        </p:spPr>
        <p:txBody>
          <a:bodyPr/>
          <a:lstStyle>
            <a:lvl1pPr>
              <a:buNone/>
              <a:defRPr sz="1200" b="0">
                <a:solidFill>
                  <a:srgbClr val="000030"/>
                </a:solidFill>
                <a:latin typeface="Poppins SemiBold" panose="00000700000000000000" pitchFamily="2" charset="0"/>
                <a:cs typeface="Poppins SemiBold" panose="00000700000000000000" pitchFamily="2" charset="0"/>
              </a:defRPr>
            </a:lvl1pPr>
          </a:lstStyle>
          <a:p>
            <a:pPr lvl="0"/>
            <a:r>
              <a:rPr lang="en-US"/>
              <a:t>Click to insert name</a:t>
            </a:r>
          </a:p>
        </p:txBody>
      </p:sp>
      <p:sp>
        <p:nvSpPr>
          <p:cNvPr id="43" name="Content Placeholder 2">
            <a:extLst>
              <a:ext uri="{FF2B5EF4-FFF2-40B4-BE49-F238E27FC236}">
                <a16:creationId xmlns:a16="http://schemas.microsoft.com/office/drawing/2014/main" id="{5774F394-D062-44CC-AB01-B59C3CC3B9F5}"/>
              </a:ext>
            </a:extLst>
          </p:cNvPr>
          <p:cNvSpPr>
            <a:spLocks noGrp="1"/>
          </p:cNvSpPr>
          <p:nvPr>
            <p:ph sz="quarter" idx="39" hasCustomPrompt="1"/>
          </p:nvPr>
        </p:nvSpPr>
        <p:spPr>
          <a:xfrm>
            <a:off x="9257921" y="2779853"/>
            <a:ext cx="2272220" cy="240289"/>
          </a:xfrm>
          <a:prstGeom prst="rect">
            <a:avLst/>
          </a:prstGeom>
        </p:spPr>
        <p:txBody>
          <a:bodyPr/>
          <a:lstStyle>
            <a:lvl1pPr>
              <a:buNone/>
              <a:defRPr sz="1000" b="0">
                <a:solidFill>
                  <a:srgbClr val="000030"/>
                </a:solidFill>
                <a:latin typeface="Poppins "/>
                <a:cs typeface="Poppins SemiBold" panose="00000700000000000000" pitchFamily="2" charset="0"/>
              </a:defRPr>
            </a:lvl1pPr>
          </a:lstStyle>
          <a:p>
            <a:pPr lvl="0"/>
            <a:r>
              <a:rPr lang="en-US"/>
              <a:t>Click to insert Job Title</a:t>
            </a:r>
          </a:p>
        </p:txBody>
      </p:sp>
      <p:sp>
        <p:nvSpPr>
          <p:cNvPr id="44" name="Content Placeholder 2">
            <a:extLst>
              <a:ext uri="{FF2B5EF4-FFF2-40B4-BE49-F238E27FC236}">
                <a16:creationId xmlns:a16="http://schemas.microsoft.com/office/drawing/2014/main" id="{A6530F80-BB4F-4E71-BA13-12972DD56716}"/>
              </a:ext>
            </a:extLst>
          </p:cNvPr>
          <p:cNvSpPr>
            <a:spLocks noGrp="1"/>
          </p:cNvSpPr>
          <p:nvPr>
            <p:ph sz="quarter" idx="40" hasCustomPrompt="1"/>
          </p:nvPr>
        </p:nvSpPr>
        <p:spPr>
          <a:xfrm>
            <a:off x="9257921" y="3019990"/>
            <a:ext cx="2272220" cy="240289"/>
          </a:xfrm>
          <a:prstGeom prst="rect">
            <a:avLst/>
          </a:prstGeom>
        </p:spPr>
        <p:txBody>
          <a:bodyPr/>
          <a:lstStyle>
            <a:lvl1pPr>
              <a:buNone/>
              <a:defRPr sz="1000" b="0">
                <a:solidFill>
                  <a:srgbClr val="000030"/>
                </a:solidFill>
                <a:latin typeface="Poppins "/>
                <a:cs typeface="Poppins SemiBold" panose="00000700000000000000" pitchFamily="2" charset="0"/>
              </a:defRPr>
            </a:lvl1pPr>
          </a:lstStyle>
          <a:p>
            <a:pPr lvl="0"/>
            <a:r>
              <a:rPr lang="en-US"/>
              <a:t>Click to insert email</a:t>
            </a:r>
          </a:p>
        </p:txBody>
      </p:sp>
      <p:sp>
        <p:nvSpPr>
          <p:cNvPr id="48" name="Picture Placeholder 2">
            <a:extLst>
              <a:ext uri="{FF2B5EF4-FFF2-40B4-BE49-F238E27FC236}">
                <a16:creationId xmlns:a16="http://schemas.microsoft.com/office/drawing/2014/main" id="{87992BB7-D143-4DEE-B300-4D1DC621C3AE}"/>
              </a:ext>
            </a:extLst>
          </p:cNvPr>
          <p:cNvSpPr>
            <a:spLocks noGrp="1"/>
          </p:cNvSpPr>
          <p:nvPr>
            <p:ph type="pic" idx="41"/>
          </p:nvPr>
        </p:nvSpPr>
        <p:spPr>
          <a:xfrm>
            <a:off x="8512479" y="3520143"/>
            <a:ext cx="571917" cy="571902"/>
          </a:xfrm>
          <a:prstGeom prst="ellipse">
            <a:avLst/>
          </a:prstGeom>
        </p:spPr>
        <p:txBody>
          <a:bodyPr/>
          <a:lstStyle>
            <a:lvl1pPr marL="0" indent="0">
              <a:buNone/>
              <a:defRPr sz="800" b="1">
                <a:latin typeface="Poppins Light" panose="00000400000000000000" pitchFamily="2" charset="0"/>
                <a:cs typeface="Poppins Light" panose="00000400000000000000" pitchFamily="2"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65" name="Content Placeholder 2">
            <a:extLst>
              <a:ext uri="{FF2B5EF4-FFF2-40B4-BE49-F238E27FC236}">
                <a16:creationId xmlns:a16="http://schemas.microsoft.com/office/drawing/2014/main" id="{5D4174BD-D2E0-4305-8089-25A8714CBAF1}"/>
              </a:ext>
            </a:extLst>
          </p:cNvPr>
          <p:cNvSpPr>
            <a:spLocks noGrp="1"/>
          </p:cNvSpPr>
          <p:nvPr>
            <p:ph sz="quarter" idx="42" hasCustomPrompt="1"/>
          </p:nvPr>
        </p:nvSpPr>
        <p:spPr>
          <a:xfrm>
            <a:off x="9236000" y="3481715"/>
            <a:ext cx="2272220" cy="240289"/>
          </a:xfrm>
          <a:prstGeom prst="rect">
            <a:avLst/>
          </a:prstGeom>
        </p:spPr>
        <p:txBody>
          <a:bodyPr/>
          <a:lstStyle>
            <a:lvl1pPr>
              <a:buNone/>
              <a:defRPr sz="1200" b="0">
                <a:solidFill>
                  <a:srgbClr val="000030"/>
                </a:solidFill>
                <a:latin typeface="Poppins SemiBold" panose="00000700000000000000" pitchFamily="2" charset="0"/>
                <a:cs typeface="Poppins SemiBold" panose="00000700000000000000" pitchFamily="2" charset="0"/>
              </a:defRPr>
            </a:lvl1pPr>
          </a:lstStyle>
          <a:p>
            <a:pPr lvl="0"/>
            <a:r>
              <a:rPr lang="en-US"/>
              <a:t>Click to insert name</a:t>
            </a:r>
          </a:p>
        </p:txBody>
      </p:sp>
      <p:sp>
        <p:nvSpPr>
          <p:cNvPr id="66" name="Content Placeholder 2">
            <a:extLst>
              <a:ext uri="{FF2B5EF4-FFF2-40B4-BE49-F238E27FC236}">
                <a16:creationId xmlns:a16="http://schemas.microsoft.com/office/drawing/2014/main" id="{850D7D31-9B4F-48F2-A20C-3F34C60E4636}"/>
              </a:ext>
            </a:extLst>
          </p:cNvPr>
          <p:cNvSpPr>
            <a:spLocks noGrp="1"/>
          </p:cNvSpPr>
          <p:nvPr>
            <p:ph sz="quarter" idx="43" hasCustomPrompt="1"/>
          </p:nvPr>
        </p:nvSpPr>
        <p:spPr>
          <a:xfrm>
            <a:off x="9236000" y="3710861"/>
            <a:ext cx="2272220" cy="240289"/>
          </a:xfrm>
          <a:prstGeom prst="rect">
            <a:avLst/>
          </a:prstGeom>
        </p:spPr>
        <p:txBody>
          <a:bodyPr/>
          <a:lstStyle>
            <a:lvl1pPr>
              <a:buNone/>
              <a:defRPr sz="1000" b="0">
                <a:solidFill>
                  <a:srgbClr val="000030"/>
                </a:solidFill>
                <a:latin typeface="Poppins "/>
                <a:cs typeface="Poppins SemiBold" panose="00000700000000000000" pitchFamily="2" charset="0"/>
              </a:defRPr>
            </a:lvl1pPr>
          </a:lstStyle>
          <a:p>
            <a:pPr lvl="0"/>
            <a:r>
              <a:rPr lang="en-US"/>
              <a:t>Click to insert Job Title</a:t>
            </a:r>
          </a:p>
        </p:txBody>
      </p:sp>
      <p:sp>
        <p:nvSpPr>
          <p:cNvPr id="67" name="Content Placeholder 2">
            <a:extLst>
              <a:ext uri="{FF2B5EF4-FFF2-40B4-BE49-F238E27FC236}">
                <a16:creationId xmlns:a16="http://schemas.microsoft.com/office/drawing/2014/main" id="{C270763F-7C74-4A65-B663-8643EF67803A}"/>
              </a:ext>
            </a:extLst>
          </p:cNvPr>
          <p:cNvSpPr>
            <a:spLocks noGrp="1"/>
          </p:cNvSpPr>
          <p:nvPr>
            <p:ph sz="quarter" idx="44" hasCustomPrompt="1"/>
          </p:nvPr>
        </p:nvSpPr>
        <p:spPr>
          <a:xfrm>
            <a:off x="9236000" y="3950998"/>
            <a:ext cx="2272220" cy="240289"/>
          </a:xfrm>
          <a:prstGeom prst="rect">
            <a:avLst/>
          </a:prstGeom>
        </p:spPr>
        <p:txBody>
          <a:bodyPr/>
          <a:lstStyle>
            <a:lvl1pPr>
              <a:buNone/>
              <a:defRPr sz="1000" b="0">
                <a:solidFill>
                  <a:srgbClr val="000030"/>
                </a:solidFill>
                <a:latin typeface="Poppins "/>
                <a:cs typeface="Poppins SemiBold" panose="00000700000000000000" pitchFamily="2" charset="0"/>
              </a:defRPr>
            </a:lvl1pPr>
          </a:lstStyle>
          <a:p>
            <a:pPr lvl="0"/>
            <a:r>
              <a:rPr lang="en-US"/>
              <a:t>Click to insert email</a:t>
            </a:r>
          </a:p>
        </p:txBody>
      </p:sp>
      <p:sp>
        <p:nvSpPr>
          <p:cNvPr id="68" name="Picture Placeholder 2">
            <a:extLst>
              <a:ext uri="{FF2B5EF4-FFF2-40B4-BE49-F238E27FC236}">
                <a16:creationId xmlns:a16="http://schemas.microsoft.com/office/drawing/2014/main" id="{EA1B9D6D-02D6-4FB0-ACBA-383A0BC96189}"/>
              </a:ext>
            </a:extLst>
          </p:cNvPr>
          <p:cNvSpPr>
            <a:spLocks noGrp="1"/>
          </p:cNvSpPr>
          <p:nvPr>
            <p:ph type="pic" idx="45"/>
          </p:nvPr>
        </p:nvSpPr>
        <p:spPr>
          <a:xfrm>
            <a:off x="8483798" y="4437239"/>
            <a:ext cx="571917" cy="571902"/>
          </a:xfrm>
          <a:prstGeom prst="ellipse">
            <a:avLst/>
          </a:prstGeom>
        </p:spPr>
        <p:txBody>
          <a:bodyPr/>
          <a:lstStyle>
            <a:lvl1pPr marL="0" indent="0">
              <a:buNone/>
              <a:defRPr sz="800" b="1">
                <a:latin typeface="Poppins Light" panose="00000400000000000000" pitchFamily="2" charset="0"/>
                <a:cs typeface="Poppins Light" panose="00000400000000000000" pitchFamily="2"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69" name="Content Placeholder 2">
            <a:extLst>
              <a:ext uri="{FF2B5EF4-FFF2-40B4-BE49-F238E27FC236}">
                <a16:creationId xmlns:a16="http://schemas.microsoft.com/office/drawing/2014/main" id="{827985B9-EDA9-4DA9-80E7-34FEAC27BF5A}"/>
              </a:ext>
            </a:extLst>
          </p:cNvPr>
          <p:cNvSpPr>
            <a:spLocks noGrp="1"/>
          </p:cNvSpPr>
          <p:nvPr>
            <p:ph sz="quarter" idx="46" hasCustomPrompt="1"/>
          </p:nvPr>
        </p:nvSpPr>
        <p:spPr>
          <a:xfrm>
            <a:off x="9207319" y="4398811"/>
            <a:ext cx="2272220" cy="240289"/>
          </a:xfrm>
          <a:prstGeom prst="rect">
            <a:avLst/>
          </a:prstGeom>
        </p:spPr>
        <p:txBody>
          <a:bodyPr/>
          <a:lstStyle>
            <a:lvl1pPr>
              <a:buNone/>
              <a:defRPr sz="1200" b="0">
                <a:solidFill>
                  <a:srgbClr val="000030"/>
                </a:solidFill>
                <a:latin typeface="Poppins SemiBold" panose="00000700000000000000" pitchFamily="2" charset="0"/>
                <a:cs typeface="Poppins SemiBold" panose="00000700000000000000" pitchFamily="2" charset="0"/>
              </a:defRPr>
            </a:lvl1pPr>
          </a:lstStyle>
          <a:p>
            <a:pPr lvl="0"/>
            <a:r>
              <a:rPr lang="en-US"/>
              <a:t>Click to insert name</a:t>
            </a:r>
          </a:p>
        </p:txBody>
      </p:sp>
      <p:sp>
        <p:nvSpPr>
          <p:cNvPr id="70" name="Content Placeholder 2">
            <a:extLst>
              <a:ext uri="{FF2B5EF4-FFF2-40B4-BE49-F238E27FC236}">
                <a16:creationId xmlns:a16="http://schemas.microsoft.com/office/drawing/2014/main" id="{CEC2CA29-764D-4881-814F-F2872760ED29}"/>
              </a:ext>
            </a:extLst>
          </p:cNvPr>
          <p:cNvSpPr>
            <a:spLocks noGrp="1"/>
          </p:cNvSpPr>
          <p:nvPr>
            <p:ph sz="quarter" idx="47" hasCustomPrompt="1"/>
          </p:nvPr>
        </p:nvSpPr>
        <p:spPr>
          <a:xfrm>
            <a:off x="9207319" y="4627957"/>
            <a:ext cx="2272220" cy="240289"/>
          </a:xfrm>
          <a:prstGeom prst="rect">
            <a:avLst/>
          </a:prstGeom>
        </p:spPr>
        <p:txBody>
          <a:bodyPr/>
          <a:lstStyle>
            <a:lvl1pPr>
              <a:buNone/>
              <a:defRPr sz="1000" b="0">
                <a:solidFill>
                  <a:srgbClr val="000030"/>
                </a:solidFill>
                <a:latin typeface="Poppins "/>
                <a:cs typeface="Poppins SemiBold" panose="00000700000000000000" pitchFamily="2" charset="0"/>
              </a:defRPr>
            </a:lvl1pPr>
          </a:lstStyle>
          <a:p>
            <a:pPr lvl="0"/>
            <a:r>
              <a:rPr lang="en-US"/>
              <a:t>Click to insert Job Title</a:t>
            </a:r>
          </a:p>
        </p:txBody>
      </p:sp>
      <p:sp>
        <p:nvSpPr>
          <p:cNvPr id="71" name="Content Placeholder 2">
            <a:extLst>
              <a:ext uri="{FF2B5EF4-FFF2-40B4-BE49-F238E27FC236}">
                <a16:creationId xmlns:a16="http://schemas.microsoft.com/office/drawing/2014/main" id="{DACD6773-8270-49D2-B89F-FBEE927D7E4D}"/>
              </a:ext>
            </a:extLst>
          </p:cNvPr>
          <p:cNvSpPr>
            <a:spLocks noGrp="1"/>
          </p:cNvSpPr>
          <p:nvPr>
            <p:ph sz="quarter" idx="48" hasCustomPrompt="1"/>
          </p:nvPr>
        </p:nvSpPr>
        <p:spPr>
          <a:xfrm>
            <a:off x="9207319" y="4868094"/>
            <a:ext cx="2272220" cy="240289"/>
          </a:xfrm>
          <a:prstGeom prst="rect">
            <a:avLst/>
          </a:prstGeom>
        </p:spPr>
        <p:txBody>
          <a:bodyPr/>
          <a:lstStyle>
            <a:lvl1pPr>
              <a:buNone/>
              <a:defRPr sz="1000" b="0">
                <a:solidFill>
                  <a:srgbClr val="000030"/>
                </a:solidFill>
                <a:latin typeface="Poppins "/>
                <a:cs typeface="Poppins SemiBold" panose="00000700000000000000" pitchFamily="2" charset="0"/>
              </a:defRPr>
            </a:lvl1pPr>
          </a:lstStyle>
          <a:p>
            <a:pPr lvl="0"/>
            <a:r>
              <a:rPr lang="en-US"/>
              <a:t>Click to insert email</a:t>
            </a:r>
          </a:p>
        </p:txBody>
      </p:sp>
      <p:sp>
        <p:nvSpPr>
          <p:cNvPr id="72" name="Picture Placeholder 2">
            <a:extLst>
              <a:ext uri="{FF2B5EF4-FFF2-40B4-BE49-F238E27FC236}">
                <a16:creationId xmlns:a16="http://schemas.microsoft.com/office/drawing/2014/main" id="{B179B85C-F50C-4892-AAE0-68D6F0D79A0E}"/>
              </a:ext>
            </a:extLst>
          </p:cNvPr>
          <p:cNvSpPr>
            <a:spLocks noGrp="1"/>
          </p:cNvSpPr>
          <p:nvPr>
            <p:ph type="pic" idx="49"/>
          </p:nvPr>
        </p:nvSpPr>
        <p:spPr>
          <a:xfrm>
            <a:off x="8505719" y="5337377"/>
            <a:ext cx="571917" cy="571902"/>
          </a:xfrm>
          <a:prstGeom prst="ellipse">
            <a:avLst/>
          </a:prstGeom>
        </p:spPr>
        <p:txBody>
          <a:bodyPr/>
          <a:lstStyle>
            <a:lvl1pPr marL="0" indent="0">
              <a:buNone/>
              <a:defRPr sz="800" b="1">
                <a:latin typeface="Poppins Light" panose="00000400000000000000" pitchFamily="2" charset="0"/>
                <a:cs typeface="Poppins Light" panose="00000400000000000000" pitchFamily="2"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73" name="Content Placeholder 2">
            <a:extLst>
              <a:ext uri="{FF2B5EF4-FFF2-40B4-BE49-F238E27FC236}">
                <a16:creationId xmlns:a16="http://schemas.microsoft.com/office/drawing/2014/main" id="{55D7638D-2281-42EA-BF95-A1053CF5B931}"/>
              </a:ext>
            </a:extLst>
          </p:cNvPr>
          <p:cNvSpPr>
            <a:spLocks noGrp="1"/>
          </p:cNvSpPr>
          <p:nvPr>
            <p:ph sz="quarter" idx="50" hasCustomPrompt="1"/>
          </p:nvPr>
        </p:nvSpPr>
        <p:spPr>
          <a:xfrm>
            <a:off x="9229240" y="5298949"/>
            <a:ext cx="2272220" cy="240289"/>
          </a:xfrm>
          <a:prstGeom prst="rect">
            <a:avLst/>
          </a:prstGeom>
        </p:spPr>
        <p:txBody>
          <a:bodyPr/>
          <a:lstStyle>
            <a:lvl1pPr>
              <a:buNone/>
              <a:defRPr sz="1200" b="0">
                <a:solidFill>
                  <a:srgbClr val="000030"/>
                </a:solidFill>
                <a:latin typeface="Poppins SemiBold" panose="00000700000000000000" pitchFamily="2" charset="0"/>
                <a:cs typeface="Poppins SemiBold" panose="00000700000000000000" pitchFamily="2" charset="0"/>
              </a:defRPr>
            </a:lvl1pPr>
          </a:lstStyle>
          <a:p>
            <a:pPr lvl="0"/>
            <a:r>
              <a:rPr lang="en-US"/>
              <a:t>Click to insert name</a:t>
            </a:r>
          </a:p>
        </p:txBody>
      </p:sp>
      <p:sp>
        <p:nvSpPr>
          <p:cNvPr id="74" name="Content Placeholder 2">
            <a:extLst>
              <a:ext uri="{FF2B5EF4-FFF2-40B4-BE49-F238E27FC236}">
                <a16:creationId xmlns:a16="http://schemas.microsoft.com/office/drawing/2014/main" id="{9628E836-CD1C-4A8C-B6C6-3FAC391261B4}"/>
              </a:ext>
            </a:extLst>
          </p:cNvPr>
          <p:cNvSpPr>
            <a:spLocks noGrp="1"/>
          </p:cNvSpPr>
          <p:nvPr>
            <p:ph sz="quarter" idx="51" hasCustomPrompt="1"/>
          </p:nvPr>
        </p:nvSpPr>
        <p:spPr>
          <a:xfrm>
            <a:off x="9229240" y="5528095"/>
            <a:ext cx="2272220" cy="240289"/>
          </a:xfrm>
          <a:prstGeom prst="rect">
            <a:avLst/>
          </a:prstGeom>
        </p:spPr>
        <p:txBody>
          <a:bodyPr/>
          <a:lstStyle>
            <a:lvl1pPr>
              <a:buNone/>
              <a:defRPr sz="1000" b="0">
                <a:solidFill>
                  <a:srgbClr val="000030"/>
                </a:solidFill>
                <a:latin typeface="Poppins "/>
                <a:cs typeface="Poppins SemiBold" panose="00000700000000000000" pitchFamily="2" charset="0"/>
              </a:defRPr>
            </a:lvl1pPr>
          </a:lstStyle>
          <a:p>
            <a:pPr lvl="0"/>
            <a:r>
              <a:rPr lang="en-US"/>
              <a:t>Click to insert Job Title</a:t>
            </a:r>
          </a:p>
        </p:txBody>
      </p:sp>
      <p:sp>
        <p:nvSpPr>
          <p:cNvPr id="75" name="Content Placeholder 2">
            <a:extLst>
              <a:ext uri="{FF2B5EF4-FFF2-40B4-BE49-F238E27FC236}">
                <a16:creationId xmlns:a16="http://schemas.microsoft.com/office/drawing/2014/main" id="{1EF83F13-AC15-42AB-9A24-97070E200117}"/>
              </a:ext>
            </a:extLst>
          </p:cNvPr>
          <p:cNvSpPr>
            <a:spLocks noGrp="1"/>
          </p:cNvSpPr>
          <p:nvPr>
            <p:ph sz="quarter" idx="52" hasCustomPrompt="1"/>
          </p:nvPr>
        </p:nvSpPr>
        <p:spPr>
          <a:xfrm>
            <a:off x="9229240" y="5768232"/>
            <a:ext cx="2272220" cy="240289"/>
          </a:xfrm>
          <a:prstGeom prst="rect">
            <a:avLst/>
          </a:prstGeom>
        </p:spPr>
        <p:txBody>
          <a:bodyPr/>
          <a:lstStyle>
            <a:lvl1pPr>
              <a:buNone/>
              <a:defRPr sz="1000" b="0">
                <a:solidFill>
                  <a:srgbClr val="000030"/>
                </a:solidFill>
                <a:latin typeface="Poppins "/>
                <a:cs typeface="Poppins SemiBold" panose="00000700000000000000" pitchFamily="2" charset="0"/>
              </a:defRPr>
            </a:lvl1pPr>
          </a:lstStyle>
          <a:p>
            <a:pPr lvl="0"/>
            <a:r>
              <a:rPr lang="en-US"/>
              <a:t>Click to insert email</a:t>
            </a:r>
          </a:p>
        </p:txBody>
      </p:sp>
      <p:sp>
        <p:nvSpPr>
          <p:cNvPr id="76" name="Picture Placeholder 2">
            <a:extLst>
              <a:ext uri="{FF2B5EF4-FFF2-40B4-BE49-F238E27FC236}">
                <a16:creationId xmlns:a16="http://schemas.microsoft.com/office/drawing/2014/main" id="{B2233C7E-9A62-4B89-9139-BFAABCAAFE34}"/>
              </a:ext>
            </a:extLst>
          </p:cNvPr>
          <p:cNvSpPr>
            <a:spLocks noGrp="1"/>
          </p:cNvSpPr>
          <p:nvPr>
            <p:ph type="pic" idx="53"/>
          </p:nvPr>
        </p:nvSpPr>
        <p:spPr>
          <a:xfrm>
            <a:off x="4663205" y="1721620"/>
            <a:ext cx="571917" cy="571902"/>
          </a:xfrm>
          <a:prstGeom prst="ellipse">
            <a:avLst/>
          </a:prstGeom>
        </p:spPr>
        <p:txBody>
          <a:bodyPr/>
          <a:lstStyle>
            <a:lvl1pPr marL="0" indent="0">
              <a:buNone/>
              <a:defRPr sz="800" b="1">
                <a:latin typeface="Poppins Light" panose="00000400000000000000" pitchFamily="2" charset="0"/>
                <a:cs typeface="Poppins Light" panose="00000400000000000000" pitchFamily="2"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77" name="Content Placeholder 2">
            <a:extLst>
              <a:ext uri="{FF2B5EF4-FFF2-40B4-BE49-F238E27FC236}">
                <a16:creationId xmlns:a16="http://schemas.microsoft.com/office/drawing/2014/main" id="{FE8459C2-9D74-4189-8463-F70C47B50190}"/>
              </a:ext>
            </a:extLst>
          </p:cNvPr>
          <p:cNvSpPr>
            <a:spLocks noGrp="1"/>
          </p:cNvSpPr>
          <p:nvPr>
            <p:ph sz="quarter" idx="54" hasCustomPrompt="1"/>
          </p:nvPr>
        </p:nvSpPr>
        <p:spPr>
          <a:xfrm>
            <a:off x="5364806" y="1662816"/>
            <a:ext cx="2272220" cy="240289"/>
          </a:xfrm>
          <a:prstGeom prst="rect">
            <a:avLst/>
          </a:prstGeom>
        </p:spPr>
        <p:txBody>
          <a:bodyPr/>
          <a:lstStyle>
            <a:lvl1pPr>
              <a:buNone/>
              <a:defRPr sz="1200" b="0">
                <a:solidFill>
                  <a:srgbClr val="000030"/>
                </a:solidFill>
                <a:latin typeface="Poppins SemiBold" panose="00000700000000000000" pitchFamily="2" charset="0"/>
                <a:cs typeface="Poppins SemiBold" panose="00000700000000000000" pitchFamily="2" charset="0"/>
              </a:defRPr>
            </a:lvl1pPr>
          </a:lstStyle>
          <a:p>
            <a:pPr lvl="0"/>
            <a:r>
              <a:rPr lang="en-US"/>
              <a:t>Click to insert name</a:t>
            </a:r>
          </a:p>
        </p:txBody>
      </p:sp>
      <p:sp>
        <p:nvSpPr>
          <p:cNvPr id="78" name="Content Placeholder 2">
            <a:extLst>
              <a:ext uri="{FF2B5EF4-FFF2-40B4-BE49-F238E27FC236}">
                <a16:creationId xmlns:a16="http://schemas.microsoft.com/office/drawing/2014/main" id="{28F50C8A-03D2-4911-ACC7-89C46E02AD3A}"/>
              </a:ext>
            </a:extLst>
          </p:cNvPr>
          <p:cNvSpPr>
            <a:spLocks noGrp="1"/>
          </p:cNvSpPr>
          <p:nvPr>
            <p:ph sz="quarter" idx="55" hasCustomPrompt="1"/>
          </p:nvPr>
        </p:nvSpPr>
        <p:spPr>
          <a:xfrm>
            <a:off x="5364806" y="1906088"/>
            <a:ext cx="2272220" cy="240289"/>
          </a:xfrm>
          <a:prstGeom prst="rect">
            <a:avLst/>
          </a:prstGeom>
        </p:spPr>
        <p:txBody>
          <a:bodyPr/>
          <a:lstStyle>
            <a:lvl1pPr>
              <a:buNone/>
              <a:defRPr sz="1000" b="0">
                <a:solidFill>
                  <a:srgbClr val="000030"/>
                </a:solidFill>
                <a:latin typeface="Poppins "/>
                <a:cs typeface="Poppins SemiBold" panose="00000700000000000000" pitchFamily="2" charset="0"/>
              </a:defRPr>
            </a:lvl1pPr>
          </a:lstStyle>
          <a:p>
            <a:pPr lvl="0"/>
            <a:r>
              <a:rPr lang="en-US"/>
              <a:t>Click to insert Job Title</a:t>
            </a:r>
          </a:p>
        </p:txBody>
      </p:sp>
      <p:sp>
        <p:nvSpPr>
          <p:cNvPr id="79" name="Content Placeholder 2">
            <a:extLst>
              <a:ext uri="{FF2B5EF4-FFF2-40B4-BE49-F238E27FC236}">
                <a16:creationId xmlns:a16="http://schemas.microsoft.com/office/drawing/2014/main" id="{B8638A58-B3AF-4D21-A356-687B026D136A}"/>
              </a:ext>
            </a:extLst>
          </p:cNvPr>
          <p:cNvSpPr>
            <a:spLocks noGrp="1"/>
          </p:cNvSpPr>
          <p:nvPr>
            <p:ph sz="quarter" idx="56" hasCustomPrompt="1"/>
          </p:nvPr>
        </p:nvSpPr>
        <p:spPr>
          <a:xfrm>
            <a:off x="5364806" y="2146225"/>
            <a:ext cx="2272220" cy="240289"/>
          </a:xfrm>
          <a:prstGeom prst="rect">
            <a:avLst/>
          </a:prstGeom>
        </p:spPr>
        <p:txBody>
          <a:bodyPr/>
          <a:lstStyle>
            <a:lvl1pPr>
              <a:buNone/>
              <a:defRPr sz="1000" b="0">
                <a:solidFill>
                  <a:srgbClr val="000030"/>
                </a:solidFill>
                <a:latin typeface="Poppins "/>
                <a:cs typeface="Poppins SemiBold" panose="00000700000000000000" pitchFamily="2" charset="0"/>
              </a:defRPr>
            </a:lvl1pPr>
          </a:lstStyle>
          <a:p>
            <a:pPr lvl="0"/>
            <a:r>
              <a:rPr lang="en-US"/>
              <a:t>Click to insert email</a:t>
            </a:r>
          </a:p>
        </p:txBody>
      </p:sp>
      <p:sp>
        <p:nvSpPr>
          <p:cNvPr id="80" name="Picture Placeholder 2">
            <a:extLst>
              <a:ext uri="{FF2B5EF4-FFF2-40B4-BE49-F238E27FC236}">
                <a16:creationId xmlns:a16="http://schemas.microsoft.com/office/drawing/2014/main" id="{BDAC1C2E-9915-4135-B3F5-066A8DA0E6E6}"/>
              </a:ext>
            </a:extLst>
          </p:cNvPr>
          <p:cNvSpPr>
            <a:spLocks noGrp="1"/>
          </p:cNvSpPr>
          <p:nvPr>
            <p:ph type="pic" idx="57"/>
          </p:nvPr>
        </p:nvSpPr>
        <p:spPr>
          <a:xfrm>
            <a:off x="4663206" y="2615508"/>
            <a:ext cx="571917" cy="571902"/>
          </a:xfrm>
          <a:prstGeom prst="ellipse">
            <a:avLst/>
          </a:prstGeom>
        </p:spPr>
        <p:txBody>
          <a:bodyPr/>
          <a:lstStyle>
            <a:lvl1pPr marL="0" indent="0">
              <a:buNone/>
              <a:defRPr sz="800" b="1">
                <a:latin typeface="Poppins Light" panose="00000400000000000000" pitchFamily="2" charset="0"/>
                <a:cs typeface="Poppins Light" panose="00000400000000000000" pitchFamily="2"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81" name="Content Placeholder 2">
            <a:extLst>
              <a:ext uri="{FF2B5EF4-FFF2-40B4-BE49-F238E27FC236}">
                <a16:creationId xmlns:a16="http://schemas.microsoft.com/office/drawing/2014/main" id="{1306D755-2D2A-4DDC-82D4-97304012F530}"/>
              </a:ext>
            </a:extLst>
          </p:cNvPr>
          <p:cNvSpPr>
            <a:spLocks noGrp="1"/>
          </p:cNvSpPr>
          <p:nvPr>
            <p:ph sz="quarter" idx="58" hasCustomPrompt="1"/>
          </p:nvPr>
        </p:nvSpPr>
        <p:spPr>
          <a:xfrm>
            <a:off x="5386727" y="2577080"/>
            <a:ext cx="2272220" cy="240289"/>
          </a:xfrm>
          <a:prstGeom prst="rect">
            <a:avLst/>
          </a:prstGeom>
        </p:spPr>
        <p:txBody>
          <a:bodyPr/>
          <a:lstStyle>
            <a:lvl1pPr>
              <a:buNone/>
              <a:defRPr sz="1200" b="0">
                <a:solidFill>
                  <a:srgbClr val="000030"/>
                </a:solidFill>
                <a:latin typeface="Poppins SemiBold" panose="00000700000000000000" pitchFamily="2" charset="0"/>
                <a:cs typeface="Poppins SemiBold" panose="00000700000000000000" pitchFamily="2" charset="0"/>
              </a:defRPr>
            </a:lvl1pPr>
          </a:lstStyle>
          <a:p>
            <a:pPr lvl="0"/>
            <a:r>
              <a:rPr lang="en-US"/>
              <a:t>Click to insert name</a:t>
            </a:r>
          </a:p>
        </p:txBody>
      </p:sp>
      <p:sp>
        <p:nvSpPr>
          <p:cNvPr id="82" name="Content Placeholder 2">
            <a:extLst>
              <a:ext uri="{FF2B5EF4-FFF2-40B4-BE49-F238E27FC236}">
                <a16:creationId xmlns:a16="http://schemas.microsoft.com/office/drawing/2014/main" id="{02F93E48-6520-40A3-8CDB-9BD9E41767B8}"/>
              </a:ext>
            </a:extLst>
          </p:cNvPr>
          <p:cNvSpPr>
            <a:spLocks noGrp="1"/>
          </p:cNvSpPr>
          <p:nvPr>
            <p:ph sz="quarter" idx="59" hasCustomPrompt="1"/>
          </p:nvPr>
        </p:nvSpPr>
        <p:spPr>
          <a:xfrm>
            <a:off x="5386727" y="2806226"/>
            <a:ext cx="2272220" cy="240289"/>
          </a:xfrm>
          <a:prstGeom prst="rect">
            <a:avLst/>
          </a:prstGeom>
        </p:spPr>
        <p:txBody>
          <a:bodyPr/>
          <a:lstStyle>
            <a:lvl1pPr>
              <a:buNone/>
              <a:defRPr sz="1000" b="0">
                <a:solidFill>
                  <a:srgbClr val="000030"/>
                </a:solidFill>
                <a:latin typeface="Poppins "/>
                <a:cs typeface="Poppins SemiBold" panose="00000700000000000000" pitchFamily="2" charset="0"/>
              </a:defRPr>
            </a:lvl1pPr>
          </a:lstStyle>
          <a:p>
            <a:pPr lvl="0"/>
            <a:r>
              <a:rPr lang="en-US"/>
              <a:t>Click to insert Job Title</a:t>
            </a:r>
          </a:p>
        </p:txBody>
      </p:sp>
      <p:sp>
        <p:nvSpPr>
          <p:cNvPr id="83" name="Content Placeholder 2">
            <a:extLst>
              <a:ext uri="{FF2B5EF4-FFF2-40B4-BE49-F238E27FC236}">
                <a16:creationId xmlns:a16="http://schemas.microsoft.com/office/drawing/2014/main" id="{A963DCC0-BE22-4611-9E8F-37CCDFF524EB}"/>
              </a:ext>
            </a:extLst>
          </p:cNvPr>
          <p:cNvSpPr>
            <a:spLocks noGrp="1"/>
          </p:cNvSpPr>
          <p:nvPr>
            <p:ph sz="quarter" idx="60" hasCustomPrompt="1"/>
          </p:nvPr>
        </p:nvSpPr>
        <p:spPr>
          <a:xfrm>
            <a:off x="5386727" y="3046363"/>
            <a:ext cx="2272220" cy="240289"/>
          </a:xfrm>
          <a:prstGeom prst="rect">
            <a:avLst/>
          </a:prstGeom>
        </p:spPr>
        <p:txBody>
          <a:bodyPr/>
          <a:lstStyle>
            <a:lvl1pPr>
              <a:buNone/>
              <a:defRPr sz="1000" b="0">
                <a:solidFill>
                  <a:srgbClr val="000030"/>
                </a:solidFill>
                <a:latin typeface="Poppins "/>
                <a:cs typeface="Poppins SemiBold" panose="00000700000000000000" pitchFamily="2" charset="0"/>
              </a:defRPr>
            </a:lvl1pPr>
          </a:lstStyle>
          <a:p>
            <a:pPr lvl="0"/>
            <a:r>
              <a:rPr lang="en-US"/>
              <a:t>Click to insert email</a:t>
            </a:r>
          </a:p>
        </p:txBody>
      </p:sp>
      <p:sp>
        <p:nvSpPr>
          <p:cNvPr id="84" name="Picture Placeholder 2">
            <a:extLst>
              <a:ext uri="{FF2B5EF4-FFF2-40B4-BE49-F238E27FC236}">
                <a16:creationId xmlns:a16="http://schemas.microsoft.com/office/drawing/2014/main" id="{036486CD-3E43-4896-AABB-26388B5872C1}"/>
              </a:ext>
            </a:extLst>
          </p:cNvPr>
          <p:cNvSpPr>
            <a:spLocks noGrp="1"/>
          </p:cNvSpPr>
          <p:nvPr>
            <p:ph type="pic" idx="61"/>
          </p:nvPr>
        </p:nvSpPr>
        <p:spPr>
          <a:xfrm>
            <a:off x="4641285" y="3546516"/>
            <a:ext cx="571917" cy="571902"/>
          </a:xfrm>
          <a:prstGeom prst="ellipse">
            <a:avLst/>
          </a:prstGeom>
        </p:spPr>
        <p:txBody>
          <a:bodyPr/>
          <a:lstStyle>
            <a:lvl1pPr marL="0" indent="0">
              <a:buNone/>
              <a:defRPr sz="800" b="1">
                <a:latin typeface="Poppins Light" panose="00000400000000000000" pitchFamily="2" charset="0"/>
                <a:cs typeface="Poppins Light" panose="00000400000000000000" pitchFamily="2"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85" name="Content Placeholder 2">
            <a:extLst>
              <a:ext uri="{FF2B5EF4-FFF2-40B4-BE49-F238E27FC236}">
                <a16:creationId xmlns:a16="http://schemas.microsoft.com/office/drawing/2014/main" id="{6C00E8AA-5681-4655-9007-183BE2F00002}"/>
              </a:ext>
            </a:extLst>
          </p:cNvPr>
          <p:cNvSpPr>
            <a:spLocks noGrp="1"/>
          </p:cNvSpPr>
          <p:nvPr>
            <p:ph sz="quarter" idx="62" hasCustomPrompt="1"/>
          </p:nvPr>
        </p:nvSpPr>
        <p:spPr>
          <a:xfrm>
            <a:off x="5364806" y="3508088"/>
            <a:ext cx="2272220" cy="240289"/>
          </a:xfrm>
          <a:prstGeom prst="rect">
            <a:avLst/>
          </a:prstGeom>
        </p:spPr>
        <p:txBody>
          <a:bodyPr/>
          <a:lstStyle>
            <a:lvl1pPr>
              <a:buNone/>
              <a:defRPr sz="1200" b="0">
                <a:solidFill>
                  <a:srgbClr val="000030"/>
                </a:solidFill>
                <a:latin typeface="Poppins SemiBold" panose="00000700000000000000" pitchFamily="2" charset="0"/>
                <a:cs typeface="Poppins SemiBold" panose="00000700000000000000" pitchFamily="2" charset="0"/>
              </a:defRPr>
            </a:lvl1pPr>
          </a:lstStyle>
          <a:p>
            <a:pPr lvl="0"/>
            <a:r>
              <a:rPr lang="en-US"/>
              <a:t>Click to insert name</a:t>
            </a:r>
          </a:p>
        </p:txBody>
      </p:sp>
      <p:sp>
        <p:nvSpPr>
          <p:cNvPr id="86" name="Content Placeholder 2">
            <a:extLst>
              <a:ext uri="{FF2B5EF4-FFF2-40B4-BE49-F238E27FC236}">
                <a16:creationId xmlns:a16="http://schemas.microsoft.com/office/drawing/2014/main" id="{EB3313F7-0C55-436E-AD55-83D1BEFA3355}"/>
              </a:ext>
            </a:extLst>
          </p:cNvPr>
          <p:cNvSpPr>
            <a:spLocks noGrp="1"/>
          </p:cNvSpPr>
          <p:nvPr>
            <p:ph sz="quarter" idx="63" hasCustomPrompt="1"/>
          </p:nvPr>
        </p:nvSpPr>
        <p:spPr>
          <a:xfrm>
            <a:off x="5364806" y="3737234"/>
            <a:ext cx="2272220" cy="240289"/>
          </a:xfrm>
          <a:prstGeom prst="rect">
            <a:avLst/>
          </a:prstGeom>
        </p:spPr>
        <p:txBody>
          <a:bodyPr/>
          <a:lstStyle>
            <a:lvl1pPr>
              <a:buNone/>
              <a:defRPr sz="1000" b="0">
                <a:solidFill>
                  <a:srgbClr val="000030"/>
                </a:solidFill>
                <a:latin typeface="Poppins "/>
                <a:cs typeface="Poppins SemiBold" panose="00000700000000000000" pitchFamily="2" charset="0"/>
              </a:defRPr>
            </a:lvl1pPr>
          </a:lstStyle>
          <a:p>
            <a:pPr lvl="0"/>
            <a:r>
              <a:rPr lang="en-US"/>
              <a:t>Click to insert Job Title</a:t>
            </a:r>
          </a:p>
        </p:txBody>
      </p:sp>
      <p:sp>
        <p:nvSpPr>
          <p:cNvPr id="87" name="Content Placeholder 2">
            <a:extLst>
              <a:ext uri="{FF2B5EF4-FFF2-40B4-BE49-F238E27FC236}">
                <a16:creationId xmlns:a16="http://schemas.microsoft.com/office/drawing/2014/main" id="{2705C3B0-F7B4-4F2F-9B64-142D700CDEEA}"/>
              </a:ext>
            </a:extLst>
          </p:cNvPr>
          <p:cNvSpPr>
            <a:spLocks noGrp="1"/>
          </p:cNvSpPr>
          <p:nvPr>
            <p:ph sz="quarter" idx="64" hasCustomPrompt="1"/>
          </p:nvPr>
        </p:nvSpPr>
        <p:spPr>
          <a:xfrm>
            <a:off x="5364806" y="3977371"/>
            <a:ext cx="2272220" cy="240289"/>
          </a:xfrm>
          <a:prstGeom prst="rect">
            <a:avLst/>
          </a:prstGeom>
        </p:spPr>
        <p:txBody>
          <a:bodyPr/>
          <a:lstStyle>
            <a:lvl1pPr>
              <a:buNone/>
              <a:defRPr sz="1000" b="0">
                <a:solidFill>
                  <a:srgbClr val="000030"/>
                </a:solidFill>
                <a:latin typeface="Poppins "/>
                <a:cs typeface="Poppins SemiBold" panose="00000700000000000000" pitchFamily="2" charset="0"/>
              </a:defRPr>
            </a:lvl1pPr>
          </a:lstStyle>
          <a:p>
            <a:pPr lvl="0"/>
            <a:r>
              <a:rPr lang="en-US"/>
              <a:t>Click to insert email</a:t>
            </a:r>
          </a:p>
        </p:txBody>
      </p:sp>
      <p:sp>
        <p:nvSpPr>
          <p:cNvPr id="88" name="Picture Placeholder 2">
            <a:extLst>
              <a:ext uri="{FF2B5EF4-FFF2-40B4-BE49-F238E27FC236}">
                <a16:creationId xmlns:a16="http://schemas.microsoft.com/office/drawing/2014/main" id="{CA514BBF-C67F-4B9B-B7B5-6C5F36689889}"/>
              </a:ext>
            </a:extLst>
          </p:cNvPr>
          <p:cNvSpPr>
            <a:spLocks noGrp="1"/>
          </p:cNvSpPr>
          <p:nvPr>
            <p:ph type="pic" idx="65"/>
          </p:nvPr>
        </p:nvSpPr>
        <p:spPr>
          <a:xfrm>
            <a:off x="4612604" y="4463612"/>
            <a:ext cx="571917" cy="571902"/>
          </a:xfrm>
          <a:prstGeom prst="ellipse">
            <a:avLst/>
          </a:prstGeom>
        </p:spPr>
        <p:txBody>
          <a:bodyPr/>
          <a:lstStyle>
            <a:lvl1pPr marL="0" indent="0">
              <a:buNone/>
              <a:defRPr sz="800" b="1">
                <a:latin typeface="Poppins Light" panose="00000400000000000000" pitchFamily="2" charset="0"/>
                <a:cs typeface="Poppins Light" panose="00000400000000000000" pitchFamily="2"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89" name="Content Placeholder 2">
            <a:extLst>
              <a:ext uri="{FF2B5EF4-FFF2-40B4-BE49-F238E27FC236}">
                <a16:creationId xmlns:a16="http://schemas.microsoft.com/office/drawing/2014/main" id="{8FC20DFC-FC3D-4A21-85C1-C25C8733B4F6}"/>
              </a:ext>
            </a:extLst>
          </p:cNvPr>
          <p:cNvSpPr>
            <a:spLocks noGrp="1"/>
          </p:cNvSpPr>
          <p:nvPr>
            <p:ph sz="quarter" idx="66" hasCustomPrompt="1"/>
          </p:nvPr>
        </p:nvSpPr>
        <p:spPr>
          <a:xfrm>
            <a:off x="5336125" y="4425184"/>
            <a:ext cx="2272220" cy="240289"/>
          </a:xfrm>
          <a:prstGeom prst="rect">
            <a:avLst/>
          </a:prstGeom>
        </p:spPr>
        <p:txBody>
          <a:bodyPr/>
          <a:lstStyle>
            <a:lvl1pPr>
              <a:buNone/>
              <a:defRPr sz="1200" b="0">
                <a:solidFill>
                  <a:srgbClr val="000030"/>
                </a:solidFill>
                <a:latin typeface="Poppins SemiBold" panose="00000700000000000000" pitchFamily="2" charset="0"/>
                <a:cs typeface="Poppins SemiBold" panose="00000700000000000000" pitchFamily="2" charset="0"/>
              </a:defRPr>
            </a:lvl1pPr>
          </a:lstStyle>
          <a:p>
            <a:pPr lvl="0"/>
            <a:r>
              <a:rPr lang="en-US"/>
              <a:t>Click to insert name</a:t>
            </a:r>
          </a:p>
        </p:txBody>
      </p:sp>
      <p:sp>
        <p:nvSpPr>
          <p:cNvPr id="90" name="Content Placeholder 2">
            <a:extLst>
              <a:ext uri="{FF2B5EF4-FFF2-40B4-BE49-F238E27FC236}">
                <a16:creationId xmlns:a16="http://schemas.microsoft.com/office/drawing/2014/main" id="{8ED4CCD2-B5C8-4133-B560-DE2DF241C2EB}"/>
              </a:ext>
            </a:extLst>
          </p:cNvPr>
          <p:cNvSpPr>
            <a:spLocks noGrp="1"/>
          </p:cNvSpPr>
          <p:nvPr>
            <p:ph sz="quarter" idx="67" hasCustomPrompt="1"/>
          </p:nvPr>
        </p:nvSpPr>
        <p:spPr>
          <a:xfrm>
            <a:off x="5336125" y="4654330"/>
            <a:ext cx="2272220" cy="240289"/>
          </a:xfrm>
          <a:prstGeom prst="rect">
            <a:avLst/>
          </a:prstGeom>
        </p:spPr>
        <p:txBody>
          <a:bodyPr/>
          <a:lstStyle>
            <a:lvl1pPr>
              <a:buNone/>
              <a:defRPr sz="1000" b="0">
                <a:solidFill>
                  <a:srgbClr val="000030"/>
                </a:solidFill>
                <a:latin typeface="Poppins "/>
                <a:cs typeface="Poppins SemiBold" panose="00000700000000000000" pitchFamily="2" charset="0"/>
              </a:defRPr>
            </a:lvl1pPr>
          </a:lstStyle>
          <a:p>
            <a:pPr lvl="0"/>
            <a:r>
              <a:rPr lang="en-US"/>
              <a:t>Click to insert Job Title</a:t>
            </a:r>
          </a:p>
        </p:txBody>
      </p:sp>
      <p:sp>
        <p:nvSpPr>
          <p:cNvPr id="91" name="Content Placeholder 2">
            <a:extLst>
              <a:ext uri="{FF2B5EF4-FFF2-40B4-BE49-F238E27FC236}">
                <a16:creationId xmlns:a16="http://schemas.microsoft.com/office/drawing/2014/main" id="{E0C41591-9DD6-42E4-B968-DC25D4287560}"/>
              </a:ext>
            </a:extLst>
          </p:cNvPr>
          <p:cNvSpPr>
            <a:spLocks noGrp="1"/>
          </p:cNvSpPr>
          <p:nvPr>
            <p:ph sz="quarter" idx="68" hasCustomPrompt="1"/>
          </p:nvPr>
        </p:nvSpPr>
        <p:spPr>
          <a:xfrm>
            <a:off x="5336125" y="4894467"/>
            <a:ext cx="2272220" cy="240289"/>
          </a:xfrm>
          <a:prstGeom prst="rect">
            <a:avLst/>
          </a:prstGeom>
        </p:spPr>
        <p:txBody>
          <a:bodyPr/>
          <a:lstStyle>
            <a:lvl1pPr>
              <a:buNone/>
              <a:defRPr sz="1000" b="0">
                <a:solidFill>
                  <a:srgbClr val="000030"/>
                </a:solidFill>
                <a:latin typeface="Poppins "/>
                <a:cs typeface="Poppins SemiBold" panose="00000700000000000000" pitchFamily="2" charset="0"/>
              </a:defRPr>
            </a:lvl1pPr>
          </a:lstStyle>
          <a:p>
            <a:pPr lvl="0"/>
            <a:r>
              <a:rPr lang="en-US"/>
              <a:t>Click to insert email</a:t>
            </a:r>
          </a:p>
        </p:txBody>
      </p:sp>
      <p:sp>
        <p:nvSpPr>
          <p:cNvPr id="92" name="Picture Placeholder 2">
            <a:extLst>
              <a:ext uri="{FF2B5EF4-FFF2-40B4-BE49-F238E27FC236}">
                <a16:creationId xmlns:a16="http://schemas.microsoft.com/office/drawing/2014/main" id="{4B8FD808-1BE8-4FD5-8DE9-F915A2B2C625}"/>
              </a:ext>
            </a:extLst>
          </p:cNvPr>
          <p:cNvSpPr>
            <a:spLocks noGrp="1"/>
          </p:cNvSpPr>
          <p:nvPr>
            <p:ph type="pic" idx="69"/>
          </p:nvPr>
        </p:nvSpPr>
        <p:spPr>
          <a:xfrm>
            <a:off x="4634525" y="5363750"/>
            <a:ext cx="571917" cy="571902"/>
          </a:xfrm>
          <a:prstGeom prst="ellipse">
            <a:avLst/>
          </a:prstGeom>
        </p:spPr>
        <p:txBody>
          <a:bodyPr/>
          <a:lstStyle>
            <a:lvl1pPr marL="0" indent="0">
              <a:buNone/>
              <a:defRPr sz="800" b="1">
                <a:latin typeface="Poppins Light" panose="00000400000000000000" pitchFamily="2" charset="0"/>
                <a:cs typeface="Poppins Light" panose="00000400000000000000" pitchFamily="2"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93" name="Content Placeholder 2">
            <a:extLst>
              <a:ext uri="{FF2B5EF4-FFF2-40B4-BE49-F238E27FC236}">
                <a16:creationId xmlns:a16="http://schemas.microsoft.com/office/drawing/2014/main" id="{1A7953A8-F7F6-4FFE-8E2B-9E6BCED07926}"/>
              </a:ext>
            </a:extLst>
          </p:cNvPr>
          <p:cNvSpPr>
            <a:spLocks noGrp="1"/>
          </p:cNvSpPr>
          <p:nvPr>
            <p:ph sz="quarter" idx="70" hasCustomPrompt="1"/>
          </p:nvPr>
        </p:nvSpPr>
        <p:spPr>
          <a:xfrm>
            <a:off x="5358046" y="5325322"/>
            <a:ext cx="2272220" cy="240289"/>
          </a:xfrm>
          <a:prstGeom prst="rect">
            <a:avLst/>
          </a:prstGeom>
        </p:spPr>
        <p:txBody>
          <a:bodyPr/>
          <a:lstStyle>
            <a:lvl1pPr>
              <a:buNone/>
              <a:defRPr sz="1200" b="0">
                <a:solidFill>
                  <a:srgbClr val="000030"/>
                </a:solidFill>
                <a:latin typeface="Poppins SemiBold" panose="00000700000000000000" pitchFamily="2" charset="0"/>
                <a:cs typeface="Poppins SemiBold" panose="00000700000000000000" pitchFamily="2" charset="0"/>
              </a:defRPr>
            </a:lvl1pPr>
          </a:lstStyle>
          <a:p>
            <a:pPr lvl="0"/>
            <a:r>
              <a:rPr lang="en-US"/>
              <a:t>Click to insert name</a:t>
            </a:r>
          </a:p>
        </p:txBody>
      </p:sp>
      <p:sp>
        <p:nvSpPr>
          <p:cNvPr id="94" name="Content Placeholder 2">
            <a:extLst>
              <a:ext uri="{FF2B5EF4-FFF2-40B4-BE49-F238E27FC236}">
                <a16:creationId xmlns:a16="http://schemas.microsoft.com/office/drawing/2014/main" id="{AD039D06-108A-4E8C-8F38-535F1D462A85}"/>
              </a:ext>
            </a:extLst>
          </p:cNvPr>
          <p:cNvSpPr>
            <a:spLocks noGrp="1"/>
          </p:cNvSpPr>
          <p:nvPr>
            <p:ph sz="quarter" idx="71" hasCustomPrompt="1"/>
          </p:nvPr>
        </p:nvSpPr>
        <p:spPr>
          <a:xfrm>
            <a:off x="5358046" y="5554468"/>
            <a:ext cx="2272220" cy="240289"/>
          </a:xfrm>
          <a:prstGeom prst="rect">
            <a:avLst/>
          </a:prstGeom>
        </p:spPr>
        <p:txBody>
          <a:bodyPr/>
          <a:lstStyle>
            <a:lvl1pPr>
              <a:buNone/>
              <a:defRPr sz="1000" b="0">
                <a:solidFill>
                  <a:srgbClr val="000030"/>
                </a:solidFill>
                <a:latin typeface="Poppins "/>
                <a:cs typeface="Poppins SemiBold" panose="00000700000000000000" pitchFamily="2" charset="0"/>
              </a:defRPr>
            </a:lvl1pPr>
          </a:lstStyle>
          <a:p>
            <a:pPr lvl="0"/>
            <a:r>
              <a:rPr lang="en-US"/>
              <a:t>Click to insert Job Title</a:t>
            </a:r>
          </a:p>
        </p:txBody>
      </p:sp>
      <p:sp>
        <p:nvSpPr>
          <p:cNvPr id="95" name="Content Placeholder 2">
            <a:extLst>
              <a:ext uri="{FF2B5EF4-FFF2-40B4-BE49-F238E27FC236}">
                <a16:creationId xmlns:a16="http://schemas.microsoft.com/office/drawing/2014/main" id="{01B4BE6C-B621-414C-A5E0-3AA1832AFDFD}"/>
              </a:ext>
            </a:extLst>
          </p:cNvPr>
          <p:cNvSpPr>
            <a:spLocks noGrp="1"/>
          </p:cNvSpPr>
          <p:nvPr>
            <p:ph sz="quarter" idx="72" hasCustomPrompt="1"/>
          </p:nvPr>
        </p:nvSpPr>
        <p:spPr>
          <a:xfrm>
            <a:off x="5358046" y="5794605"/>
            <a:ext cx="2272220" cy="240289"/>
          </a:xfrm>
          <a:prstGeom prst="rect">
            <a:avLst/>
          </a:prstGeom>
        </p:spPr>
        <p:txBody>
          <a:bodyPr/>
          <a:lstStyle>
            <a:lvl1pPr>
              <a:buNone/>
              <a:defRPr sz="1000" b="0">
                <a:solidFill>
                  <a:srgbClr val="000030"/>
                </a:solidFill>
                <a:latin typeface="Poppins "/>
                <a:cs typeface="Poppins SemiBold" panose="00000700000000000000" pitchFamily="2" charset="0"/>
              </a:defRPr>
            </a:lvl1pPr>
          </a:lstStyle>
          <a:p>
            <a:pPr lvl="0"/>
            <a:r>
              <a:rPr lang="en-US"/>
              <a:t>Click to insert email</a:t>
            </a:r>
          </a:p>
        </p:txBody>
      </p:sp>
      <p:pic>
        <p:nvPicPr>
          <p:cNvPr id="96" name="Picture 95">
            <a:extLst>
              <a:ext uri="{FF2B5EF4-FFF2-40B4-BE49-F238E27FC236}">
                <a16:creationId xmlns:a16="http://schemas.microsoft.com/office/drawing/2014/main" id="{EC28744B-DE96-4AAD-A101-33C9DE7FCC6A}"/>
              </a:ext>
            </a:extLst>
          </p:cNvPr>
          <p:cNvPicPr>
            <a:picLocks noChangeAspect="1"/>
          </p:cNvPicPr>
          <p:nvPr userDrawn="1"/>
        </p:nvPicPr>
        <p:blipFill>
          <a:blip r:embed="rId4" cstate="print">
            <a:extLst>
              <a:ext uri="{28A0092B-C50C-407E-A947-70E740481C1C}">
                <a14:useLocalDpi xmlns:a14="http://schemas.microsoft.com/office/drawing/2010/main" val="0"/>
              </a:ext>
            </a:extLst>
          </a:blip>
          <a:srcRect/>
          <a:stretch/>
        </p:blipFill>
        <p:spPr>
          <a:xfrm>
            <a:off x="-1482" y="5531928"/>
            <a:ext cx="3050822" cy="1724495"/>
          </a:xfrm>
          <a:prstGeom prst="rect">
            <a:avLst/>
          </a:prstGeom>
        </p:spPr>
      </p:pic>
      <p:sp>
        <p:nvSpPr>
          <p:cNvPr id="98" name="TextBox 97">
            <a:extLst>
              <a:ext uri="{FF2B5EF4-FFF2-40B4-BE49-F238E27FC236}">
                <a16:creationId xmlns:a16="http://schemas.microsoft.com/office/drawing/2014/main" id="{C084BF5B-09AC-4E0F-81D8-94DA8D2B48F4}"/>
              </a:ext>
            </a:extLst>
          </p:cNvPr>
          <p:cNvSpPr txBox="1"/>
          <p:nvPr userDrawn="1"/>
        </p:nvSpPr>
        <p:spPr>
          <a:xfrm>
            <a:off x="8571123" y="6248388"/>
            <a:ext cx="3341987" cy="276999"/>
          </a:xfrm>
          <a:prstGeom prst="rect">
            <a:avLst/>
          </a:prstGeom>
          <a:noFill/>
        </p:spPr>
        <p:txBody>
          <a:bodyPr rot="0" spcFirstLastPara="0" vertOverflow="overflow" horzOverflow="overflow" vert="horz" wrap="square" lIns="91440" tIns="45720" rIns="91440" bIns="45720" numCol="1" spcCol="0" rtlCol="0" fromWordArt="0" anchor="ctr" anchorCtr="0" forceAA="0" compatLnSpc="1">
            <a:prstTxWarp prst="textNoShape">
              <a:avLst/>
            </a:prstTxWarp>
            <a:spAutoFit/>
          </a:bodyPr>
          <a:lstStyle/>
          <a:p>
            <a:pPr algn="r"/>
            <a:r>
              <a:rPr lang="en-GB" sz="1200" b="1" kern="1200">
                <a:solidFill>
                  <a:srgbClr val="000030"/>
                </a:solidFill>
                <a:latin typeface="Poppins SemiBold" panose="00000700000000000000" pitchFamily="2" charset="0"/>
                <a:ea typeface="+mn-ea"/>
                <a:cs typeface="Poppins SemiBold" panose="00000700000000000000" pitchFamily="2" charset="0"/>
              </a:rPr>
              <a:t>Canopius</a:t>
            </a:r>
            <a:r>
              <a:rPr lang="en-GB" sz="1200" b="1">
                <a:solidFill>
                  <a:srgbClr val="000030"/>
                </a:solidFill>
                <a:latin typeface="Poppins SemiBold" panose="00000700000000000000" pitchFamily="2" charset="0"/>
                <a:cs typeface="Poppins SemiBold" panose="00000700000000000000" pitchFamily="2" charset="0"/>
              </a:rPr>
              <a:t> </a:t>
            </a:r>
            <a:r>
              <a:rPr lang="en-GB" sz="1200" b="1" kern="1200">
                <a:solidFill>
                  <a:srgbClr val="000030"/>
                </a:solidFill>
                <a:latin typeface="Poppins SemiBold" panose="00000700000000000000" pitchFamily="2" charset="0"/>
                <a:ea typeface="+mn-ea"/>
                <a:cs typeface="Poppins SemiBold" panose="00000700000000000000" pitchFamily="2" charset="0"/>
              </a:rPr>
              <a:t>Insurance </a:t>
            </a:r>
            <a:r>
              <a:rPr lang="en-GB" sz="1200" b="1">
                <a:solidFill>
                  <a:srgbClr val="000030"/>
                </a:solidFill>
                <a:latin typeface="Poppins SemiBold" panose="00000700000000000000" pitchFamily="2" charset="0"/>
                <a:cs typeface="Poppins SemiBold" panose="00000700000000000000" pitchFamily="2" charset="0"/>
              </a:rPr>
              <a:t>| </a:t>
            </a:r>
            <a:fld id="{CD45203A-8597-40CE-B75D-10F51A417BFB}" type="slidenum">
              <a:rPr lang="en-US" sz="1200" smtClean="0">
                <a:solidFill>
                  <a:srgbClr val="000030"/>
                </a:solidFill>
                <a:latin typeface="Poppins SemiBold" panose="00000700000000000000" pitchFamily="2" charset="0"/>
                <a:cs typeface="Poppins SemiBold" panose="00000700000000000000" pitchFamily="2" charset="0"/>
              </a:rPr>
              <a:pPr algn="r"/>
              <a:t>‹#›</a:t>
            </a:fld>
            <a:r>
              <a:rPr lang="en-GB" sz="1200" b="1">
                <a:solidFill>
                  <a:srgbClr val="000030"/>
                </a:solidFill>
                <a:latin typeface="Poppins SemiBold" panose="00000700000000000000" pitchFamily="2" charset="0"/>
                <a:cs typeface="Poppins SemiBold" panose="00000700000000000000" pitchFamily="2" charset="0"/>
              </a:rPr>
              <a:t> </a:t>
            </a:r>
            <a:endParaRPr lang="en-US" sz="1200">
              <a:solidFill>
                <a:srgbClr val="000030"/>
              </a:solidFill>
              <a:latin typeface="Poppins SemiBold" panose="00000700000000000000" pitchFamily="2" charset="0"/>
              <a:cs typeface="Poppins SemiBold" panose="00000700000000000000" pitchFamily="2" charset="0"/>
            </a:endParaRPr>
          </a:p>
        </p:txBody>
      </p:sp>
      <p:sp>
        <p:nvSpPr>
          <p:cNvPr id="2" name="Title 1">
            <a:extLst>
              <a:ext uri="{FF2B5EF4-FFF2-40B4-BE49-F238E27FC236}">
                <a16:creationId xmlns:a16="http://schemas.microsoft.com/office/drawing/2014/main" id="{4A5EEA27-799E-9913-6AB0-D888A622D257}"/>
              </a:ext>
            </a:extLst>
          </p:cNvPr>
          <p:cNvSpPr>
            <a:spLocks noGrp="1"/>
          </p:cNvSpPr>
          <p:nvPr>
            <p:ph type="title" hasCustomPrompt="1"/>
          </p:nvPr>
        </p:nvSpPr>
        <p:spPr>
          <a:xfrm>
            <a:off x="485972" y="331576"/>
            <a:ext cx="10515600" cy="668559"/>
          </a:xfrm>
          <a:prstGeom prst="rect">
            <a:avLst/>
          </a:prstGeom>
        </p:spPr>
        <p:txBody>
          <a:bodyPr/>
          <a:lstStyle>
            <a:lvl1pPr>
              <a:defRPr sz="4000">
                <a:solidFill>
                  <a:srgbClr val="CD2883"/>
                </a:solidFill>
                <a:latin typeface="Poppins SemiBold" panose="00000700000000000000" pitchFamily="2" charset="0"/>
                <a:cs typeface="Poppins SemiBold" panose="00000700000000000000" pitchFamily="2" charset="0"/>
              </a:defRPr>
            </a:lvl1pPr>
          </a:lstStyle>
          <a:p>
            <a:r>
              <a:rPr lang="en-GB"/>
              <a:t>Insert Team Name</a:t>
            </a:r>
          </a:p>
        </p:txBody>
      </p:sp>
    </p:spTree>
    <p:extLst>
      <p:ext uri="{BB962C8B-B14F-4D97-AF65-F5344CB8AC3E}">
        <p14:creationId xmlns:p14="http://schemas.microsoft.com/office/powerpoint/2010/main" val="2746831769"/>
      </p:ext>
    </p:extLst>
  </p:cSld>
  <p:clrMapOvr>
    <a:masterClrMapping/>
  </p:clrMapOvr>
  <p:hf sldNum="0" hdr="0" ftr="0"/>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End Slides 2">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6F0BF7A-A87F-4B18-8E46-E1165EC154F3}"/>
              </a:ext>
            </a:extLst>
          </p:cNvPr>
          <p:cNvSpPr>
            <a:spLocks noGrp="1"/>
          </p:cNvSpPr>
          <p:nvPr>
            <p:ph sz="quarter" idx="10" hasCustomPrompt="1"/>
          </p:nvPr>
        </p:nvSpPr>
        <p:spPr>
          <a:xfrm>
            <a:off x="1123950" y="5243513"/>
            <a:ext cx="4284663" cy="374650"/>
          </a:xfrm>
          <a:prstGeom prst="rect">
            <a:avLst/>
          </a:prstGeom>
        </p:spPr>
        <p:txBody>
          <a:bodyPr/>
          <a:lstStyle>
            <a:lvl1pPr>
              <a:buNone/>
              <a:defRPr sz="2000">
                <a:solidFill>
                  <a:schemeClr val="bg1"/>
                </a:solidFill>
                <a:latin typeface="Poppins" panose="00000500000000000000" pitchFamily="2" charset="0"/>
                <a:cs typeface="Poppins" panose="00000500000000000000" pitchFamily="2" charset="0"/>
              </a:defRPr>
            </a:lvl1pPr>
          </a:lstStyle>
          <a:p>
            <a:pPr lvl="0"/>
            <a:r>
              <a:rPr lang="en-US"/>
              <a:t>Click to insert email</a:t>
            </a:r>
          </a:p>
        </p:txBody>
      </p:sp>
    </p:spTree>
    <p:extLst>
      <p:ext uri="{BB962C8B-B14F-4D97-AF65-F5344CB8AC3E}">
        <p14:creationId xmlns:p14="http://schemas.microsoft.com/office/powerpoint/2010/main" val="2889509734"/>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Walk-In Logo Orange">
    <p:bg>
      <p:bgRef idx="1001">
        <a:schemeClr val="bg1"/>
      </p:bgRef>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C69EBB55-289A-DA4A-A0D3-EAD7AEF5765D}"/>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850621" y="89262"/>
            <a:ext cx="10490758" cy="6679475"/>
          </a:xfrm>
          <a:prstGeom prst="rect">
            <a:avLst/>
          </a:prstGeom>
        </p:spPr>
      </p:pic>
    </p:spTree>
    <p:extLst>
      <p:ext uri="{BB962C8B-B14F-4D97-AF65-F5344CB8AC3E}">
        <p14:creationId xmlns:p14="http://schemas.microsoft.com/office/powerpoint/2010/main" val="4257425406"/>
      </p:ext>
    </p:extLst>
  </p:cSld>
  <p:clrMapOvr>
    <a:overrideClrMapping bg1="dk1" tx1="lt1" bg2="dk2" tx2="lt2" accent1="accent1" accent2="accent2" accent3="accent3" accent4="accent4" accent5="accent5" accent6="accent6" hlink="hlink" folHlink="folHlink"/>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Walk-In Logo White">
    <p:bg>
      <p:bgRef idx="1001">
        <a:schemeClr val="bg1"/>
      </p:bgRef>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C69EBB55-289A-DA4A-A0D3-EAD7AEF5765D}"/>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850621" y="89262"/>
            <a:ext cx="10490758" cy="6679474"/>
          </a:xfrm>
          <a:prstGeom prst="rect">
            <a:avLst/>
          </a:prstGeom>
        </p:spPr>
      </p:pic>
    </p:spTree>
    <p:extLst>
      <p:ext uri="{BB962C8B-B14F-4D97-AF65-F5344CB8AC3E}">
        <p14:creationId xmlns:p14="http://schemas.microsoft.com/office/powerpoint/2010/main" val="1195527887"/>
      </p:ext>
    </p:extLst>
  </p:cSld>
  <p:clrMapOvr>
    <a:overrideClrMapping bg1="lt1" tx1="dk1" bg2="lt2" tx2="dk2" accent1="accent1" accent2="accent2" accent3="accent3" accent4="accent4" accent5="accent5" accent6="accent6" hlink="hlink" folHlink="folHlink"/>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Cover Title Orange">
    <p:bg>
      <p:bgRef idx="1001">
        <a:schemeClr val="bg1"/>
      </p:bgRef>
    </p:bg>
    <p:spTree>
      <p:nvGrpSpPr>
        <p:cNvPr id="1" name=""/>
        <p:cNvGrpSpPr/>
        <p:nvPr/>
      </p:nvGrpSpPr>
      <p:grpSpPr>
        <a:xfrm>
          <a:off x="0" y="0"/>
          <a:ext cx="0" cy="0"/>
          <a:chOff x="0" y="0"/>
          <a:chExt cx="0" cy="0"/>
        </a:xfrm>
      </p:grpSpPr>
      <p:sp>
        <p:nvSpPr>
          <p:cNvPr id="2" name="Title 1"/>
          <p:cNvSpPr>
            <a:spLocks noGrp="1"/>
          </p:cNvSpPr>
          <p:nvPr>
            <p:ph type="ctrTitle"/>
          </p:nvPr>
        </p:nvSpPr>
        <p:spPr>
          <a:xfrm>
            <a:off x="457200" y="457200"/>
            <a:ext cx="11277600" cy="3413547"/>
          </a:xfrm>
        </p:spPr>
        <p:txBody>
          <a:bodyPr anchor="b"/>
          <a:lstStyle>
            <a:lvl1pPr algn="l">
              <a:lnSpc>
                <a:spcPct val="80000"/>
              </a:lnSpc>
              <a:defRPr sz="6000">
                <a:solidFill>
                  <a:schemeClr val="tx1"/>
                </a:solidFill>
              </a:defRPr>
            </a:lvl1pPr>
          </a:lstStyle>
          <a:p>
            <a:r>
              <a:rPr lang="en-US"/>
              <a:t>Click to edit Master title style</a:t>
            </a:r>
          </a:p>
        </p:txBody>
      </p:sp>
      <p:sp>
        <p:nvSpPr>
          <p:cNvPr id="3" name="Subtitle 2"/>
          <p:cNvSpPr>
            <a:spLocks noGrp="1"/>
          </p:cNvSpPr>
          <p:nvPr>
            <p:ph type="subTitle" idx="1"/>
          </p:nvPr>
        </p:nvSpPr>
        <p:spPr>
          <a:xfrm>
            <a:off x="457199" y="4027501"/>
            <a:ext cx="11277599" cy="936385"/>
          </a:xfrm>
        </p:spPr>
        <p:txBody>
          <a:bodyPr>
            <a:normAutofit/>
          </a:bodyPr>
          <a:lstStyle>
            <a:lvl1pPr marL="0" indent="0" algn="l">
              <a:spcBef>
                <a:spcPts val="0"/>
              </a:spcBef>
              <a:buNone/>
              <a:defRPr sz="180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pic>
        <p:nvPicPr>
          <p:cNvPr id="19" name="Picture 18">
            <a:extLst>
              <a:ext uri="{FF2B5EF4-FFF2-40B4-BE49-F238E27FC236}">
                <a16:creationId xmlns:a16="http://schemas.microsoft.com/office/drawing/2014/main" id="{ECC097AF-8898-DE4D-B869-55313A58DB81}"/>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0959193" y="6132957"/>
            <a:ext cx="990600" cy="635000"/>
          </a:xfrm>
          <a:prstGeom prst="rect">
            <a:avLst/>
          </a:prstGeom>
        </p:spPr>
      </p:pic>
    </p:spTree>
    <p:extLst>
      <p:ext uri="{BB962C8B-B14F-4D97-AF65-F5344CB8AC3E}">
        <p14:creationId xmlns:p14="http://schemas.microsoft.com/office/powerpoint/2010/main" val="3595608870"/>
      </p:ext>
    </p:extLst>
  </p:cSld>
  <p:clrMapOvr>
    <a:overrideClrMapping bg1="dk1" tx1="lt1" bg2="dk2" tx2="lt2" accent1="accent1" accent2="accent2" accent3="accent3" accent4="accent4" accent5="accent5" accent6="accent6" hlink="hlink" folHlink="folHlink"/>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Cover Title White">
    <p:bg>
      <p:bgRef idx="1001">
        <a:schemeClr val="bg1"/>
      </p:bgRef>
    </p:bg>
    <p:spTree>
      <p:nvGrpSpPr>
        <p:cNvPr id="1" name=""/>
        <p:cNvGrpSpPr/>
        <p:nvPr/>
      </p:nvGrpSpPr>
      <p:grpSpPr>
        <a:xfrm>
          <a:off x="0" y="0"/>
          <a:ext cx="0" cy="0"/>
          <a:chOff x="0" y="0"/>
          <a:chExt cx="0" cy="0"/>
        </a:xfrm>
      </p:grpSpPr>
      <p:sp>
        <p:nvSpPr>
          <p:cNvPr id="2" name="Title 1"/>
          <p:cNvSpPr>
            <a:spLocks noGrp="1"/>
          </p:cNvSpPr>
          <p:nvPr>
            <p:ph type="ctrTitle"/>
          </p:nvPr>
        </p:nvSpPr>
        <p:spPr>
          <a:xfrm>
            <a:off x="457200" y="457200"/>
            <a:ext cx="11277600" cy="3413547"/>
          </a:xfrm>
        </p:spPr>
        <p:txBody>
          <a:bodyPr anchor="b">
            <a:noAutofit/>
          </a:bodyPr>
          <a:lstStyle>
            <a:lvl1pPr algn="l">
              <a:lnSpc>
                <a:spcPct val="80000"/>
              </a:lnSpc>
              <a:defRPr sz="6000">
                <a:solidFill>
                  <a:schemeClr val="tx1"/>
                </a:solidFill>
              </a:defRPr>
            </a:lvl1pPr>
          </a:lstStyle>
          <a:p>
            <a:r>
              <a:rPr lang="en-US"/>
              <a:t>Click to edit Master title style</a:t>
            </a:r>
          </a:p>
        </p:txBody>
      </p:sp>
      <p:sp>
        <p:nvSpPr>
          <p:cNvPr id="3" name="Subtitle 2"/>
          <p:cNvSpPr>
            <a:spLocks noGrp="1"/>
          </p:cNvSpPr>
          <p:nvPr>
            <p:ph type="subTitle" idx="1"/>
          </p:nvPr>
        </p:nvSpPr>
        <p:spPr>
          <a:xfrm>
            <a:off x="457199" y="4027501"/>
            <a:ext cx="11277599" cy="936385"/>
          </a:xfrm>
        </p:spPr>
        <p:txBody>
          <a:bodyPr>
            <a:noAutofit/>
          </a:bodyPr>
          <a:lstStyle>
            <a:lvl1pPr marL="0" indent="0" algn="l">
              <a:spcBef>
                <a:spcPts val="0"/>
              </a:spcBef>
              <a:buNone/>
              <a:defRPr sz="1800">
                <a:solidFill>
                  <a:schemeClr val="tx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pic>
        <p:nvPicPr>
          <p:cNvPr id="10" name="Picture 9" descr="Logo&#10;&#10;Description automatically generated">
            <a:extLst>
              <a:ext uri="{FF2B5EF4-FFF2-40B4-BE49-F238E27FC236}">
                <a16:creationId xmlns:a16="http://schemas.microsoft.com/office/drawing/2014/main" id="{55FCFE5F-EACE-DF4E-98EB-EB028DF66FF1}"/>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0959193" y="6132957"/>
            <a:ext cx="990600" cy="635000"/>
          </a:xfrm>
          <a:prstGeom prst="rect">
            <a:avLst/>
          </a:prstGeom>
        </p:spPr>
      </p:pic>
    </p:spTree>
    <p:extLst>
      <p:ext uri="{BB962C8B-B14F-4D97-AF65-F5344CB8AC3E}">
        <p14:creationId xmlns:p14="http://schemas.microsoft.com/office/powerpoint/2010/main" val="632390445"/>
      </p:ext>
    </p:extLst>
  </p:cSld>
  <p:clrMapOvr>
    <a:overrideClrMapping bg1="lt1" tx1="dk1" bg2="lt2" tx2="dk2" accent1="accent1" accent2="accent2" accent3="accent3" accent4="accent4" accent5="accent5" accent6="accent6" hlink="hlink" folHlink="folHlink"/>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Cover Title White Picture">
    <p:spTree>
      <p:nvGrpSpPr>
        <p:cNvPr id="1" name=""/>
        <p:cNvGrpSpPr/>
        <p:nvPr/>
      </p:nvGrpSpPr>
      <p:grpSpPr>
        <a:xfrm>
          <a:off x="0" y="0"/>
          <a:ext cx="0" cy="0"/>
          <a:chOff x="0" y="0"/>
          <a:chExt cx="0" cy="0"/>
        </a:xfrm>
      </p:grpSpPr>
      <p:sp>
        <p:nvSpPr>
          <p:cNvPr id="5" name="Picture Placeholder 4">
            <a:extLst>
              <a:ext uri="{FF2B5EF4-FFF2-40B4-BE49-F238E27FC236}">
                <a16:creationId xmlns:a16="http://schemas.microsoft.com/office/drawing/2014/main" id="{867CE129-0A95-7543-B57A-C882E04A3467}"/>
              </a:ext>
            </a:extLst>
          </p:cNvPr>
          <p:cNvSpPr>
            <a:spLocks noGrp="1"/>
          </p:cNvSpPr>
          <p:nvPr>
            <p:ph type="pic" sz="quarter" idx="10" hasCustomPrompt="1"/>
          </p:nvPr>
        </p:nvSpPr>
        <p:spPr>
          <a:xfrm>
            <a:off x="0" y="0"/>
            <a:ext cx="12192000" cy="6858000"/>
          </a:xfrm>
          <a:solidFill>
            <a:schemeClr val="accent6"/>
          </a:solidFill>
        </p:spPr>
        <p:txBody>
          <a:bodyPr tIns="1188720"/>
          <a:lstStyle>
            <a:lvl1pPr marL="0" indent="0" algn="ctr">
              <a:buNone/>
              <a:defRPr/>
            </a:lvl1pPr>
          </a:lstStyle>
          <a:p>
            <a:r>
              <a:rPr lang="en-US"/>
              <a:t>Insert Picture</a:t>
            </a:r>
          </a:p>
        </p:txBody>
      </p:sp>
      <p:sp>
        <p:nvSpPr>
          <p:cNvPr id="2" name="Title 1"/>
          <p:cNvSpPr>
            <a:spLocks noGrp="1"/>
          </p:cNvSpPr>
          <p:nvPr>
            <p:ph type="ctrTitle"/>
          </p:nvPr>
        </p:nvSpPr>
        <p:spPr>
          <a:xfrm>
            <a:off x="457200" y="457200"/>
            <a:ext cx="11277600" cy="3413547"/>
          </a:xfrm>
        </p:spPr>
        <p:txBody>
          <a:bodyPr anchor="b">
            <a:noAutofit/>
          </a:bodyPr>
          <a:lstStyle>
            <a:lvl1pPr algn="l">
              <a:lnSpc>
                <a:spcPct val="80000"/>
              </a:lnSpc>
              <a:defRPr sz="6000">
                <a:solidFill>
                  <a:schemeClr val="bg1"/>
                </a:solidFill>
              </a:defRPr>
            </a:lvl1pPr>
          </a:lstStyle>
          <a:p>
            <a:r>
              <a:rPr lang="en-US"/>
              <a:t>Click to edit Master title style</a:t>
            </a:r>
          </a:p>
        </p:txBody>
      </p:sp>
      <p:sp>
        <p:nvSpPr>
          <p:cNvPr id="3" name="Subtitle 2"/>
          <p:cNvSpPr>
            <a:spLocks noGrp="1"/>
          </p:cNvSpPr>
          <p:nvPr>
            <p:ph type="subTitle" idx="1"/>
          </p:nvPr>
        </p:nvSpPr>
        <p:spPr>
          <a:xfrm>
            <a:off x="457199" y="4027501"/>
            <a:ext cx="11277599" cy="936385"/>
          </a:xfrm>
        </p:spPr>
        <p:txBody>
          <a:bodyPr>
            <a:noAutofit/>
          </a:bodyPr>
          <a:lstStyle>
            <a:lvl1pPr marL="0" indent="0" algn="l">
              <a:spcBef>
                <a:spcPts val="0"/>
              </a:spcBef>
              <a:buNone/>
              <a:defRPr sz="18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6" name="Text Placeholder 7">
            <a:extLst>
              <a:ext uri="{FF2B5EF4-FFF2-40B4-BE49-F238E27FC236}">
                <a16:creationId xmlns:a16="http://schemas.microsoft.com/office/drawing/2014/main" id="{87C4AD12-4ACC-C840-8312-C7E5355E4FF9}"/>
              </a:ext>
            </a:extLst>
          </p:cNvPr>
          <p:cNvSpPr>
            <a:spLocks noGrp="1"/>
          </p:cNvSpPr>
          <p:nvPr>
            <p:ph type="body" sz="quarter" idx="11" hasCustomPrompt="1"/>
          </p:nvPr>
        </p:nvSpPr>
        <p:spPr>
          <a:xfrm>
            <a:off x="10956018" y="6132957"/>
            <a:ext cx="987552" cy="630936"/>
          </a:xfrm>
          <a:blipFill>
            <a:blip r:embed="rId2" cstate="screen">
              <a:extLst>
                <a:ext uri="{28A0092B-C50C-407E-A947-70E740481C1C}">
                  <a14:useLocalDpi xmlns:a14="http://schemas.microsoft.com/office/drawing/2010/main"/>
                </a:ext>
              </a:extLst>
            </a:blip>
            <a:stretch>
              <a:fillRect/>
            </a:stretch>
          </a:blipFill>
        </p:spPr>
        <p:txBody>
          <a:bodyPr/>
          <a:lstStyle>
            <a:lvl1pPr marL="0" indent="0">
              <a:buNone/>
              <a:defRPr/>
            </a:lvl1pPr>
          </a:lstStyle>
          <a:p>
            <a:pPr lvl="0"/>
            <a:r>
              <a:rPr lang="en-US"/>
              <a:t> </a:t>
            </a:r>
          </a:p>
        </p:txBody>
      </p:sp>
    </p:spTree>
    <p:extLst>
      <p:ext uri="{BB962C8B-B14F-4D97-AF65-F5344CB8AC3E}">
        <p14:creationId xmlns:p14="http://schemas.microsoft.com/office/powerpoint/2010/main" val="2722840378"/>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Cover Title Orange Picture">
    <p:spTree>
      <p:nvGrpSpPr>
        <p:cNvPr id="1" name=""/>
        <p:cNvGrpSpPr/>
        <p:nvPr/>
      </p:nvGrpSpPr>
      <p:grpSpPr>
        <a:xfrm>
          <a:off x="0" y="0"/>
          <a:ext cx="0" cy="0"/>
          <a:chOff x="0" y="0"/>
          <a:chExt cx="0" cy="0"/>
        </a:xfrm>
      </p:grpSpPr>
      <p:sp>
        <p:nvSpPr>
          <p:cNvPr id="5" name="Picture Placeholder 4">
            <a:extLst>
              <a:ext uri="{FF2B5EF4-FFF2-40B4-BE49-F238E27FC236}">
                <a16:creationId xmlns:a16="http://schemas.microsoft.com/office/drawing/2014/main" id="{867CE129-0A95-7543-B57A-C882E04A3467}"/>
              </a:ext>
            </a:extLst>
          </p:cNvPr>
          <p:cNvSpPr>
            <a:spLocks noGrp="1"/>
          </p:cNvSpPr>
          <p:nvPr>
            <p:ph type="pic" sz="quarter" idx="10" hasCustomPrompt="1"/>
          </p:nvPr>
        </p:nvSpPr>
        <p:spPr>
          <a:xfrm>
            <a:off x="0" y="0"/>
            <a:ext cx="12192000" cy="6858000"/>
          </a:xfrm>
          <a:solidFill>
            <a:schemeClr val="accent6"/>
          </a:solidFill>
        </p:spPr>
        <p:txBody>
          <a:bodyPr tIns="1188720"/>
          <a:lstStyle>
            <a:lvl1pPr marL="0" indent="0" algn="ctr">
              <a:buNone/>
              <a:defRPr/>
            </a:lvl1pPr>
          </a:lstStyle>
          <a:p>
            <a:r>
              <a:rPr lang="en-US"/>
              <a:t>Insert Picture</a:t>
            </a:r>
          </a:p>
        </p:txBody>
      </p:sp>
      <p:sp>
        <p:nvSpPr>
          <p:cNvPr id="2" name="Title 1"/>
          <p:cNvSpPr>
            <a:spLocks noGrp="1"/>
          </p:cNvSpPr>
          <p:nvPr>
            <p:ph type="ctrTitle"/>
          </p:nvPr>
        </p:nvSpPr>
        <p:spPr>
          <a:xfrm>
            <a:off x="457200" y="457200"/>
            <a:ext cx="11277600" cy="3413547"/>
          </a:xfrm>
        </p:spPr>
        <p:txBody>
          <a:bodyPr anchor="b">
            <a:noAutofit/>
          </a:bodyPr>
          <a:lstStyle>
            <a:lvl1pPr algn="l">
              <a:lnSpc>
                <a:spcPct val="80000"/>
              </a:lnSpc>
              <a:defRPr sz="6000">
                <a:solidFill>
                  <a:schemeClr val="tx1"/>
                </a:solidFill>
              </a:defRPr>
            </a:lvl1pPr>
          </a:lstStyle>
          <a:p>
            <a:r>
              <a:rPr lang="en-US"/>
              <a:t>Click to edit Master title style</a:t>
            </a:r>
          </a:p>
        </p:txBody>
      </p:sp>
      <p:sp>
        <p:nvSpPr>
          <p:cNvPr id="3" name="Subtitle 2"/>
          <p:cNvSpPr>
            <a:spLocks noGrp="1"/>
          </p:cNvSpPr>
          <p:nvPr>
            <p:ph type="subTitle" idx="1"/>
          </p:nvPr>
        </p:nvSpPr>
        <p:spPr>
          <a:xfrm>
            <a:off x="457199" y="4027501"/>
            <a:ext cx="11277599" cy="936385"/>
          </a:xfrm>
        </p:spPr>
        <p:txBody>
          <a:bodyPr>
            <a:noAutofit/>
          </a:bodyPr>
          <a:lstStyle>
            <a:lvl1pPr marL="0" indent="0" algn="l">
              <a:spcBef>
                <a:spcPts val="0"/>
              </a:spcBef>
              <a:buNone/>
              <a:defRPr sz="1800">
                <a:solidFill>
                  <a:schemeClr val="tx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7" name="Text Placeholder 7">
            <a:extLst>
              <a:ext uri="{FF2B5EF4-FFF2-40B4-BE49-F238E27FC236}">
                <a16:creationId xmlns:a16="http://schemas.microsoft.com/office/drawing/2014/main" id="{1697E121-414A-B041-84FF-D45B6A776BBE}"/>
              </a:ext>
            </a:extLst>
          </p:cNvPr>
          <p:cNvSpPr>
            <a:spLocks noGrp="1"/>
          </p:cNvSpPr>
          <p:nvPr>
            <p:ph type="body" sz="quarter" idx="11" hasCustomPrompt="1"/>
          </p:nvPr>
        </p:nvSpPr>
        <p:spPr>
          <a:xfrm>
            <a:off x="10956018" y="6132957"/>
            <a:ext cx="987552" cy="630936"/>
          </a:xfrm>
          <a:blipFill>
            <a:blip r:embed="rId2" cstate="screen">
              <a:extLst>
                <a:ext uri="{28A0092B-C50C-407E-A947-70E740481C1C}">
                  <a14:useLocalDpi xmlns:a14="http://schemas.microsoft.com/office/drawing/2010/main"/>
                </a:ext>
              </a:extLst>
            </a:blip>
            <a:stretch>
              <a:fillRect/>
            </a:stretch>
          </a:blipFill>
        </p:spPr>
        <p:txBody>
          <a:bodyPr/>
          <a:lstStyle>
            <a:lvl1pPr marL="0" indent="0">
              <a:buNone/>
              <a:defRPr/>
            </a:lvl1pPr>
          </a:lstStyle>
          <a:p>
            <a:pPr lvl="0"/>
            <a:r>
              <a:rPr lang="en-US"/>
              <a:t> </a:t>
            </a:r>
          </a:p>
        </p:txBody>
      </p:sp>
    </p:spTree>
    <p:extLst>
      <p:ext uri="{BB962C8B-B14F-4D97-AF65-F5344CB8AC3E}">
        <p14:creationId xmlns:p14="http://schemas.microsoft.com/office/powerpoint/2010/main" val="2814278234"/>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Agenda Orange">
    <p:bg>
      <p:bgRef idx="1001">
        <a:schemeClr val="bg1"/>
      </p:bgRef>
    </p:bg>
    <p:spTree>
      <p:nvGrpSpPr>
        <p:cNvPr id="1" name=""/>
        <p:cNvGrpSpPr/>
        <p:nvPr/>
      </p:nvGrpSpPr>
      <p:grpSpPr>
        <a:xfrm>
          <a:off x="0" y="0"/>
          <a:ext cx="0" cy="0"/>
          <a:chOff x="0" y="0"/>
          <a:chExt cx="0" cy="0"/>
        </a:xfrm>
      </p:grpSpPr>
      <p:sp>
        <p:nvSpPr>
          <p:cNvPr id="2" name="Title 1"/>
          <p:cNvSpPr>
            <a:spLocks noGrp="1"/>
          </p:cNvSpPr>
          <p:nvPr>
            <p:ph type="ctrTitle"/>
          </p:nvPr>
        </p:nvSpPr>
        <p:spPr>
          <a:xfrm>
            <a:off x="457200" y="757647"/>
            <a:ext cx="11277600" cy="936386"/>
          </a:xfrm>
        </p:spPr>
        <p:txBody>
          <a:bodyPr anchor="t" anchorCtr="0">
            <a:noAutofit/>
          </a:bodyPr>
          <a:lstStyle>
            <a:lvl1pPr algn="l">
              <a:lnSpc>
                <a:spcPct val="80000"/>
              </a:lnSpc>
              <a:defRPr sz="5400">
                <a:solidFill>
                  <a:schemeClr val="tx1"/>
                </a:solidFill>
              </a:defRPr>
            </a:lvl1pPr>
          </a:lstStyle>
          <a:p>
            <a:r>
              <a:rPr lang="en-US"/>
              <a:t>Click to edit Master title style</a:t>
            </a:r>
          </a:p>
        </p:txBody>
      </p:sp>
      <p:sp>
        <p:nvSpPr>
          <p:cNvPr id="3" name="Subtitle 2"/>
          <p:cNvSpPr>
            <a:spLocks noGrp="1"/>
          </p:cNvSpPr>
          <p:nvPr>
            <p:ph type="subTitle" idx="1"/>
          </p:nvPr>
        </p:nvSpPr>
        <p:spPr>
          <a:xfrm>
            <a:off x="457199" y="1854927"/>
            <a:ext cx="5638801" cy="4124768"/>
          </a:xfrm>
        </p:spPr>
        <p:txBody>
          <a:bodyPr>
            <a:noAutofit/>
          </a:bodyPr>
          <a:lstStyle>
            <a:lvl1pPr marL="0" indent="0" algn="l">
              <a:spcBef>
                <a:spcPts val="0"/>
              </a:spcBef>
              <a:spcAft>
                <a:spcPts val="900"/>
              </a:spcAft>
              <a:buNone/>
              <a:defRPr sz="1600" b="0" i="0">
                <a:solidFill>
                  <a:schemeClr val="tx1"/>
                </a:solidFill>
                <a:latin typeface="+mn-lt"/>
                <a:cs typeface="Calibri" panose="020F050202020403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pic>
        <p:nvPicPr>
          <p:cNvPr id="19" name="Picture 18">
            <a:extLst>
              <a:ext uri="{FF2B5EF4-FFF2-40B4-BE49-F238E27FC236}">
                <a16:creationId xmlns:a16="http://schemas.microsoft.com/office/drawing/2014/main" id="{ECC097AF-8898-DE4D-B869-55313A58DB81}"/>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0959193" y="6132957"/>
            <a:ext cx="990600" cy="635000"/>
          </a:xfrm>
          <a:prstGeom prst="rect">
            <a:avLst/>
          </a:prstGeom>
        </p:spPr>
      </p:pic>
      <p:sp>
        <p:nvSpPr>
          <p:cNvPr id="10" name="TextBox 9">
            <a:extLst>
              <a:ext uri="{FF2B5EF4-FFF2-40B4-BE49-F238E27FC236}">
                <a16:creationId xmlns:a16="http://schemas.microsoft.com/office/drawing/2014/main" id="{EA75C81F-C2D7-4910-B46D-EC92D0773522}"/>
              </a:ext>
            </a:extLst>
          </p:cNvPr>
          <p:cNvSpPr txBox="1"/>
          <p:nvPr userDrawn="1"/>
        </p:nvSpPr>
        <p:spPr>
          <a:xfrm>
            <a:off x="8058098" y="6405091"/>
            <a:ext cx="2446699" cy="215444"/>
          </a:xfrm>
          <a:prstGeom prst="rect">
            <a:avLst/>
          </a:prstGeom>
          <a:noFill/>
        </p:spPr>
        <p:txBody>
          <a:bodyPr wrap="square">
            <a:spAutoFit/>
          </a:body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chemeClr val="tx1"/>
                </a:solidFill>
                <a:effectLst/>
                <a:uLnTx/>
                <a:uFillTx/>
                <a:latin typeface="Calibri" panose="020F0502020204030204"/>
                <a:ea typeface="+mn-ea"/>
                <a:cs typeface="+mn-cs"/>
              </a:rPr>
              <a:t>©2021 ExlService Holdings, Inc. All rights reserved.</a:t>
            </a:r>
          </a:p>
        </p:txBody>
      </p:sp>
      <p:sp>
        <p:nvSpPr>
          <p:cNvPr id="11" name="TextBox 10">
            <a:extLst>
              <a:ext uri="{FF2B5EF4-FFF2-40B4-BE49-F238E27FC236}">
                <a16:creationId xmlns:a16="http://schemas.microsoft.com/office/drawing/2014/main" id="{9D81566A-1DAD-49E2-BC82-21F0253CB5DF}"/>
              </a:ext>
            </a:extLst>
          </p:cNvPr>
          <p:cNvSpPr txBox="1"/>
          <p:nvPr userDrawn="1"/>
        </p:nvSpPr>
        <p:spPr>
          <a:xfrm>
            <a:off x="10388823" y="6412461"/>
            <a:ext cx="579422" cy="215444"/>
          </a:xfrm>
          <a:prstGeom prst="rect">
            <a:avLst/>
          </a:prstGeom>
          <a:noFill/>
        </p:spPr>
        <p:txBody>
          <a:bodyPr wrap="square" rtlCol="0">
            <a:spAutoFit/>
          </a:bodyPr>
          <a:lstStyle/>
          <a:p>
            <a:fld id="{85EF08C3-6068-49A5-A83C-FDA0DDA2EDAF}" type="slidenum">
              <a:rPr lang="en-US" sz="800" smtClean="0">
                <a:solidFill>
                  <a:schemeClr val="tx1"/>
                </a:solidFill>
              </a:rPr>
              <a:t>‹#›</a:t>
            </a:fld>
            <a:endParaRPr lang="en-US" sz="800">
              <a:solidFill>
                <a:schemeClr val="tx1"/>
              </a:solidFill>
            </a:endParaRPr>
          </a:p>
        </p:txBody>
      </p:sp>
    </p:spTree>
    <p:extLst>
      <p:ext uri="{BB962C8B-B14F-4D97-AF65-F5344CB8AC3E}">
        <p14:creationId xmlns:p14="http://schemas.microsoft.com/office/powerpoint/2010/main" val="3615714381"/>
      </p:ext>
    </p:extLst>
  </p:cSld>
  <p:clrMapOvr>
    <a:overrideClrMapping bg1="dk1" tx1="lt1" bg2="dk2" tx2="lt2" accent1="accent1" accent2="accent2" accent3="accent3" accent4="accent4" accent5="accent5" accent6="accent6" hlink="hlink" folHlink="folHlink"/>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Agenda White">
    <p:bg>
      <p:bgRef idx="1001">
        <a:schemeClr val="bg1"/>
      </p:bgRef>
    </p:bg>
    <p:spTree>
      <p:nvGrpSpPr>
        <p:cNvPr id="1" name=""/>
        <p:cNvGrpSpPr/>
        <p:nvPr/>
      </p:nvGrpSpPr>
      <p:grpSpPr>
        <a:xfrm>
          <a:off x="0" y="0"/>
          <a:ext cx="0" cy="0"/>
          <a:chOff x="0" y="0"/>
          <a:chExt cx="0" cy="0"/>
        </a:xfrm>
      </p:grpSpPr>
      <p:sp>
        <p:nvSpPr>
          <p:cNvPr id="2" name="Title 1"/>
          <p:cNvSpPr>
            <a:spLocks noGrp="1"/>
          </p:cNvSpPr>
          <p:nvPr>
            <p:ph type="ctrTitle"/>
          </p:nvPr>
        </p:nvSpPr>
        <p:spPr>
          <a:xfrm>
            <a:off x="457200" y="757647"/>
            <a:ext cx="11277600" cy="936386"/>
          </a:xfrm>
        </p:spPr>
        <p:txBody>
          <a:bodyPr anchor="t" anchorCtr="0">
            <a:noAutofit/>
          </a:bodyPr>
          <a:lstStyle>
            <a:lvl1pPr algn="l">
              <a:lnSpc>
                <a:spcPct val="80000"/>
              </a:lnSpc>
              <a:defRPr sz="5400">
                <a:solidFill>
                  <a:schemeClr val="tx1"/>
                </a:solidFill>
              </a:defRPr>
            </a:lvl1pPr>
          </a:lstStyle>
          <a:p>
            <a:r>
              <a:rPr lang="en-US"/>
              <a:t>Click to edit Master title style</a:t>
            </a:r>
          </a:p>
        </p:txBody>
      </p:sp>
      <p:sp>
        <p:nvSpPr>
          <p:cNvPr id="3" name="Subtitle 2"/>
          <p:cNvSpPr>
            <a:spLocks noGrp="1"/>
          </p:cNvSpPr>
          <p:nvPr>
            <p:ph type="subTitle" idx="1"/>
          </p:nvPr>
        </p:nvSpPr>
        <p:spPr>
          <a:xfrm>
            <a:off x="457199" y="1854927"/>
            <a:ext cx="5638801" cy="4124768"/>
          </a:xfrm>
        </p:spPr>
        <p:txBody>
          <a:bodyPr>
            <a:noAutofit/>
          </a:bodyPr>
          <a:lstStyle>
            <a:lvl1pPr marL="0" indent="0" algn="l">
              <a:spcBef>
                <a:spcPts val="0"/>
              </a:spcBef>
              <a:spcAft>
                <a:spcPts val="900"/>
              </a:spcAft>
              <a:buClr>
                <a:schemeClr val="tx2"/>
              </a:buClr>
              <a:buFont typeface="Arial" panose="020B0604020202020204" pitchFamily="34" charset="0"/>
              <a:buNone/>
              <a:defRPr sz="1600" b="0" i="0">
                <a:solidFill>
                  <a:schemeClr val="tx2"/>
                </a:solidFill>
                <a:latin typeface="+mn-lt"/>
                <a:cs typeface="Calibri" panose="020F050202020403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pic>
        <p:nvPicPr>
          <p:cNvPr id="19" name="Picture 18">
            <a:extLst>
              <a:ext uri="{FF2B5EF4-FFF2-40B4-BE49-F238E27FC236}">
                <a16:creationId xmlns:a16="http://schemas.microsoft.com/office/drawing/2014/main" id="{ECC097AF-8898-DE4D-B869-55313A58DB81}"/>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0959193" y="6132957"/>
            <a:ext cx="990600" cy="635000"/>
          </a:xfrm>
          <a:prstGeom prst="rect">
            <a:avLst/>
          </a:prstGeom>
        </p:spPr>
      </p:pic>
      <p:sp>
        <p:nvSpPr>
          <p:cNvPr id="12" name="TextBox 11">
            <a:extLst>
              <a:ext uri="{FF2B5EF4-FFF2-40B4-BE49-F238E27FC236}">
                <a16:creationId xmlns:a16="http://schemas.microsoft.com/office/drawing/2014/main" id="{47D5B062-E019-463E-A9D7-BDD5C9740073}"/>
              </a:ext>
            </a:extLst>
          </p:cNvPr>
          <p:cNvSpPr txBox="1"/>
          <p:nvPr userDrawn="1"/>
        </p:nvSpPr>
        <p:spPr>
          <a:xfrm>
            <a:off x="8058098" y="6405091"/>
            <a:ext cx="2446699" cy="215444"/>
          </a:xfrm>
          <a:prstGeom prst="rect">
            <a:avLst/>
          </a:prstGeom>
          <a:noFill/>
        </p:spPr>
        <p:txBody>
          <a:bodyPr wrap="square">
            <a:spAutoFit/>
          </a:body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Calibri" panose="020F0502020204030204"/>
                <a:ea typeface="+mn-ea"/>
                <a:cs typeface="+mn-cs"/>
              </a:rPr>
              <a:t>©2021 ExlService Holdings, Inc. All rights reserved.</a:t>
            </a:r>
          </a:p>
        </p:txBody>
      </p:sp>
      <p:sp>
        <p:nvSpPr>
          <p:cNvPr id="23" name="TextBox 22">
            <a:extLst>
              <a:ext uri="{FF2B5EF4-FFF2-40B4-BE49-F238E27FC236}">
                <a16:creationId xmlns:a16="http://schemas.microsoft.com/office/drawing/2014/main" id="{E0FA6A89-2F6E-48F8-8181-1A8E7FE1C38F}"/>
              </a:ext>
            </a:extLst>
          </p:cNvPr>
          <p:cNvSpPr txBox="1"/>
          <p:nvPr userDrawn="1"/>
        </p:nvSpPr>
        <p:spPr>
          <a:xfrm>
            <a:off x="10388823" y="6412461"/>
            <a:ext cx="579422" cy="215444"/>
          </a:xfrm>
          <a:prstGeom prst="rect">
            <a:avLst/>
          </a:prstGeom>
          <a:noFill/>
        </p:spPr>
        <p:txBody>
          <a:bodyPr wrap="square" rtlCol="0">
            <a:spAutoFit/>
          </a:bodyPr>
          <a:lstStyle/>
          <a:p>
            <a:fld id="{85EF08C3-6068-49A5-A83C-FDA0DDA2EDAF}" type="slidenum">
              <a:rPr lang="en-US" sz="800" smtClean="0">
                <a:solidFill>
                  <a:schemeClr val="tx2"/>
                </a:solidFill>
              </a:rPr>
              <a:t>‹#›</a:t>
            </a:fld>
            <a:endParaRPr lang="en-US" sz="800">
              <a:solidFill>
                <a:schemeClr val="tx2"/>
              </a:solidFill>
            </a:endParaRPr>
          </a:p>
        </p:txBody>
      </p:sp>
    </p:spTree>
    <p:extLst>
      <p:ext uri="{BB962C8B-B14F-4D97-AF65-F5344CB8AC3E}">
        <p14:creationId xmlns:p14="http://schemas.microsoft.com/office/powerpoint/2010/main" val="4095120835"/>
      </p:ext>
    </p:extLst>
  </p:cSld>
  <p:clrMapOvr>
    <a:overrideClrMapping bg1="lt1" tx1="dk1" bg2="lt2" tx2="dk2" accent1="accent1" accent2="accent2" accent3="accent3" accent4="accent4" accent5="accent5" accent6="accent6" hlink="hlink" folHlink="folHlink"/>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Divider Title Orange Triangles">
    <p:bg>
      <p:bgRef idx="1001">
        <a:schemeClr val="bg1"/>
      </p:bgRef>
    </p:bg>
    <p:spTree>
      <p:nvGrpSpPr>
        <p:cNvPr id="1" name=""/>
        <p:cNvGrpSpPr/>
        <p:nvPr/>
      </p:nvGrpSpPr>
      <p:grpSpPr>
        <a:xfrm>
          <a:off x="0" y="0"/>
          <a:ext cx="0" cy="0"/>
          <a:chOff x="0" y="0"/>
          <a:chExt cx="0" cy="0"/>
        </a:xfrm>
      </p:grpSpPr>
      <p:sp>
        <p:nvSpPr>
          <p:cNvPr id="2" name="Title 1"/>
          <p:cNvSpPr>
            <a:spLocks noGrp="1"/>
          </p:cNvSpPr>
          <p:nvPr>
            <p:ph type="ctrTitle"/>
          </p:nvPr>
        </p:nvSpPr>
        <p:spPr>
          <a:xfrm>
            <a:off x="6679096" y="1705356"/>
            <a:ext cx="5055704" cy="3447288"/>
          </a:xfrm>
        </p:spPr>
        <p:txBody>
          <a:bodyPr anchor="ctr" anchorCtr="0">
            <a:noAutofit/>
          </a:bodyPr>
          <a:lstStyle>
            <a:lvl1pPr algn="l">
              <a:lnSpc>
                <a:spcPct val="80000"/>
              </a:lnSpc>
              <a:defRPr sz="4800">
                <a:solidFill>
                  <a:schemeClr val="tx1"/>
                </a:solidFill>
              </a:defRPr>
            </a:lvl1pPr>
          </a:lstStyle>
          <a:p>
            <a:r>
              <a:rPr lang="en-US"/>
              <a:t>Click to edit Master title style</a:t>
            </a:r>
          </a:p>
        </p:txBody>
      </p:sp>
      <p:pic>
        <p:nvPicPr>
          <p:cNvPr id="19" name="Picture 18">
            <a:extLst>
              <a:ext uri="{FF2B5EF4-FFF2-40B4-BE49-F238E27FC236}">
                <a16:creationId xmlns:a16="http://schemas.microsoft.com/office/drawing/2014/main" id="{ECC097AF-8898-DE4D-B869-55313A58DB81}"/>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0959193" y="6132957"/>
            <a:ext cx="990600" cy="635000"/>
          </a:xfrm>
          <a:prstGeom prst="rect">
            <a:avLst/>
          </a:prstGeom>
        </p:spPr>
      </p:pic>
      <p:grpSp>
        <p:nvGrpSpPr>
          <p:cNvPr id="5" name="Group 4">
            <a:extLst>
              <a:ext uri="{FF2B5EF4-FFF2-40B4-BE49-F238E27FC236}">
                <a16:creationId xmlns:a16="http://schemas.microsoft.com/office/drawing/2014/main" id="{B5E7F613-476C-024A-86BD-E0B81985C92A}"/>
              </a:ext>
            </a:extLst>
          </p:cNvPr>
          <p:cNvGrpSpPr/>
          <p:nvPr userDrawn="1"/>
        </p:nvGrpSpPr>
        <p:grpSpPr>
          <a:xfrm>
            <a:off x="1466513" y="1697519"/>
            <a:ext cx="4045461" cy="3447288"/>
            <a:chOff x="4060628" y="1718294"/>
            <a:chExt cx="4045461" cy="3443084"/>
          </a:xfrm>
        </p:grpSpPr>
        <p:sp>
          <p:nvSpPr>
            <p:cNvPr id="6" name="Triangle 5">
              <a:extLst>
                <a:ext uri="{FF2B5EF4-FFF2-40B4-BE49-F238E27FC236}">
                  <a16:creationId xmlns:a16="http://schemas.microsoft.com/office/drawing/2014/main" id="{76811C46-10E6-0040-9FB9-B4A9F7A806AC}"/>
                </a:ext>
              </a:extLst>
            </p:cNvPr>
            <p:cNvSpPr/>
            <p:nvPr/>
          </p:nvSpPr>
          <p:spPr>
            <a:xfrm rot="5400000">
              <a:off x="2914378" y="2864544"/>
              <a:ext cx="3443084" cy="1150584"/>
            </a:xfrm>
            <a:prstGeom prst="triangl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riangle 6">
              <a:extLst>
                <a:ext uri="{FF2B5EF4-FFF2-40B4-BE49-F238E27FC236}">
                  <a16:creationId xmlns:a16="http://schemas.microsoft.com/office/drawing/2014/main" id="{A79E34A4-86AB-F648-9081-3953BAB39BF1}"/>
                </a:ext>
              </a:extLst>
            </p:cNvPr>
            <p:cNvSpPr/>
            <p:nvPr/>
          </p:nvSpPr>
          <p:spPr>
            <a:xfrm rot="5400000">
              <a:off x="4361816" y="2864544"/>
              <a:ext cx="3443084" cy="1150584"/>
            </a:xfrm>
            <a:prstGeom prst="triangl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riangle 7">
              <a:extLst>
                <a:ext uri="{FF2B5EF4-FFF2-40B4-BE49-F238E27FC236}">
                  <a16:creationId xmlns:a16="http://schemas.microsoft.com/office/drawing/2014/main" id="{E64D4B64-C054-2C4D-8E11-6C03338EEA96}"/>
                </a:ext>
              </a:extLst>
            </p:cNvPr>
            <p:cNvSpPr/>
            <p:nvPr/>
          </p:nvSpPr>
          <p:spPr>
            <a:xfrm rot="5400000">
              <a:off x="5809255" y="2864544"/>
              <a:ext cx="3443084" cy="1150584"/>
            </a:xfrm>
            <a:prstGeom prst="triangl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1631070485"/>
      </p:ext>
    </p:extLst>
  </p:cSld>
  <p:clrMapOvr>
    <a:overrideClrMapping bg1="dk1" tx1="lt1" bg2="dk2" tx2="lt2" accent1="accent1" accent2="accent2" accent3="accent3" accent4="accent4" accent5="accent5" accent6="accent6" hlink="hlink" folHlink="folHlink"/>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Divider Orange Triangles">
    <p:bg>
      <p:bgRef idx="1001">
        <a:schemeClr val="bg1"/>
      </p:bgRef>
    </p:bg>
    <p:spTree>
      <p:nvGrpSpPr>
        <p:cNvPr id="1" name=""/>
        <p:cNvGrpSpPr/>
        <p:nvPr/>
      </p:nvGrpSpPr>
      <p:grpSpPr>
        <a:xfrm>
          <a:off x="0" y="0"/>
          <a:ext cx="0" cy="0"/>
          <a:chOff x="0" y="0"/>
          <a:chExt cx="0" cy="0"/>
        </a:xfrm>
      </p:grpSpPr>
      <p:pic>
        <p:nvPicPr>
          <p:cNvPr id="19" name="Picture 18">
            <a:extLst>
              <a:ext uri="{FF2B5EF4-FFF2-40B4-BE49-F238E27FC236}">
                <a16:creationId xmlns:a16="http://schemas.microsoft.com/office/drawing/2014/main" id="{ECC097AF-8898-DE4D-B869-55313A58DB81}"/>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0959193" y="6132957"/>
            <a:ext cx="990600" cy="635000"/>
          </a:xfrm>
          <a:prstGeom prst="rect">
            <a:avLst/>
          </a:prstGeom>
        </p:spPr>
      </p:pic>
      <p:grpSp>
        <p:nvGrpSpPr>
          <p:cNvPr id="5" name="Group 4">
            <a:extLst>
              <a:ext uri="{FF2B5EF4-FFF2-40B4-BE49-F238E27FC236}">
                <a16:creationId xmlns:a16="http://schemas.microsoft.com/office/drawing/2014/main" id="{B5E7F613-476C-024A-86BD-E0B81985C92A}"/>
              </a:ext>
            </a:extLst>
          </p:cNvPr>
          <p:cNvGrpSpPr/>
          <p:nvPr userDrawn="1"/>
        </p:nvGrpSpPr>
        <p:grpSpPr>
          <a:xfrm>
            <a:off x="4073269" y="1697519"/>
            <a:ext cx="4045461" cy="3447288"/>
            <a:chOff x="4060628" y="1718294"/>
            <a:chExt cx="4045461" cy="3443084"/>
          </a:xfrm>
        </p:grpSpPr>
        <p:sp>
          <p:nvSpPr>
            <p:cNvPr id="6" name="Triangle 5">
              <a:extLst>
                <a:ext uri="{FF2B5EF4-FFF2-40B4-BE49-F238E27FC236}">
                  <a16:creationId xmlns:a16="http://schemas.microsoft.com/office/drawing/2014/main" id="{76811C46-10E6-0040-9FB9-B4A9F7A806AC}"/>
                </a:ext>
              </a:extLst>
            </p:cNvPr>
            <p:cNvSpPr/>
            <p:nvPr/>
          </p:nvSpPr>
          <p:spPr>
            <a:xfrm rot="5400000">
              <a:off x="2914378" y="2864544"/>
              <a:ext cx="3443084" cy="1150584"/>
            </a:xfrm>
            <a:prstGeom prst="triangl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riangle 6">
              <a:extLst>
                <a:ext uri="{FF2B5EF4-FFF2-40B4-BE49-F238E27FC236}">
                  <a16:creationId xmlns:a16="http://schemas.microsoft.com/office/drawing/2014/main" id="{A79E34A4-86AB-F648-9081-3953BAB39BF1}"/>
                </a:ext>
              </a:extLst>
            </p:cNvPr>
            <p:cNvSpPr/>
            <p:nvPr/>
          </p:nvSpPr>
          <p:spPr>
            <a:xfrm rot="5400000">
              <a:off x="4361816" y="2864544"/>
              <a:ext cx="3443084" cy="1150584"/>
            </a:xfrm>
            <a:prstGeom prst="triangl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riangle 7">
              <a:extLst>
                <a:ext uri="{FF2B5EF4-FFF2-40B4-BE49-F238E27FC236}">
                  <a16:creationId xmlns:a16="http://schemas.microsoft.com/office/drawing/2014/main" id="{E64D4B64-C054-2C4D-8E11-6C03338EEA96}"/>
                </a:ext>
              </a:extLst>
            </p:cNvPr>
            <p:cNvSpPr/>
            <p:nvPr/>
          </p:nvSpPr>
          <p:spPr>
            <a:xfrm rot="5400000">
              <a:off x="5809255" y="2864544"/>
              <a:ext cx="3443084" cy="1150584"/>
            </a:xfrm>
            <a:prstGeom prst="triangl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2822412772"/>
      </p:ext>
    </p:extLst>
  </p:cSld>
  <p:clrMapOvr>
    <a:overrideClrMapping bg1="dk1" tx1="lt1" bg2="dk2" tx2="lt2" accent1="accent1" accent2="accent2" accent3="accent3" accent4="accent4" accent5="accent5" accent6="accent6" hlink="hlink" folHlink="folHlink"/>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Divider Title Orange Equal">
    <p:bg>
      <p:bgRef idx="1001">
        <a:schemeClr val="bg1"/>
      </p:bgRef>
    </p:bg>
    <p:spTree>
      <p:nvGrpSpPr>
        <p:cNvPr id="1" name=""/>
        <p:cNvGrpSpPr/>
        <p:nvPr/>
      </p:nvGrpSpPr>
      <p:grpSpPr>
        <a:xfrm>
          <a:off x="0" y="0"/>
          <a:ext cx="0" cy="0"/>
          <a:chOff x="0" y="0"/>
          <a:chExt cx="0" cy="0"/>
        </a:xfrm>
      </p:grpSpPr>
      <p:sp>
        <p:nvSpPr>
          <p:cNvPr id="2" name="Title 1"/>
          <p:cNvSpPr>
            <a:spLocks noGrp="1"/>
          </p:cNvSpPr>
          <p:nvPr>
            <p:ph type="ctrTitle"/>
          </p:nvPr>
        </p:nvSpPr>
        <p:spPr>
          <a:xfrm>
            <a:off x="6679096" y="1705356"/>
            <a:ext cx="5055704" cy="3447288"/>
          </a:xfrm>
        </p:spPr>
        <p:txBody>
          <a:bodyPr anchor="ctr" anchorCtr="0">
            <a:noAutofit/>
          </a:bodyPr>
          <a:lstStyle>
            <a:lvl1pPr algn="l">
              <a:lnSpc>
                <a:spcPct val="80000"/>
              </a:lnSpc>
              <a:defRPr sz="4800">
                <a:solidFill>
                  <a:schemeClr val="tx1"/>
                </a:solidFill>
              </a:defRPr>
            </a:lvl1pPr>
          </a:lstStyle>
          <a:p>
            <a:r>
              <a:rPr lang="en-US"/>
              <a:t>Click to edit Master title style</a:t>
            </a:r>
          </a:p>
        </p:txBody>
      </p:sp>
      <p:pic>
        <p:nvPicPr>
          <p:cNvPr id="19" name="Picture 18">
            <a:extLst>
              <a:ext uri="{FF2B5EF4-FFF2-40B4-BE49-F238E27FC236}">
                <a16:creationId xmlns:a16="http://schemas.microsoft.com/office/drawing/2014/main" id="{ECC097AF-8898-DE4D-B869-55313A58DB81}"/>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0959193" y="6132957"/>
            <a:ext cx="990600" cy="635000"/>
          </a:xfrm>
          <a:prstGeom prst="rect">
            <a:avLst/>
          </a:prstGeom>
        </p:spPr>
      </p:pic>
      <p:grpSp>
        <p:nvGrpSpPr>
          <p:cNvPr id="9" name="Group 8">
            <a:extLst>
              <a:ext uri="{FF2B5EF4-FFF2-40B4-BE49-F238E27FC236}">
                <a16:creationId xmlns:a16="http://schemas.microsoft.com/office/drawing/2014/main" id="{E24079B7-DED0-A141-996D-10B033A8EF11}"/>
              </a:ext>
            </a:extLst>
          </p:cNvPr>
          <p:cNvGrpSpPr/>
          <p:nvPr userDrawn="1"/>
        </p:nvGrpSpPr>
        <p:grpSpPr>
          <a:xfrm>
            <a:off x="1898373" y="1885950"/>
            <a:ext cx="3276600" cy="3086100"/>
            <a:chOff x="8458200" y="712595"/>
            <a:chExt cx="3276600" cy="3086100"/>
          </a:xfrm>
        </p:grpSpPr>
        <p:sp>
          <p:nvSpPr>
            <p:cNvPr id="10" name="Rectangle 9">
              <a:extLst>
                <a:ext uri="{FF2B5EF4-FFF2-40B4-BE49-F238E27FC236}">
                  <a16:creationId xmlns:a16="http://schemas.microsoft.com/office/drawing/2014/main" id="{4D6097F1-77CB-614C-8D9A-D22DE9EB1D4E}"/>
                </a:ext>
              </a:extLst>
            </p:cNvPr>
            <p:cNvSpPr/>
            <p:nvPr/>
          </p:nvSpPr>
          <p:spPr>
            <a:xfrm>
              <a:off x="8458200" y="712595"/>
              <a:ext cx="3276600" cy="11176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993C0F23-DCDB-7346-9A4D-355EC7892B7F}"/>
                </a:ext>
              </a:extLst>
            </p:cNvPr>
            <p:cNvSpPr/>
            <p:nvPr/>
          </p:nvSpPr>
          <p:spPr>
            <a:xfrm>
              <a:off x="8458200" y="2681095"/>
              <a:ext cx="3276600" cy="11176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3760336646"/>
      </p:ext>
    </p:extLst>
  </p:cSld>
  <p:clrMapOvr>
    <a:overrideClrMapping bg1="dk1" tx1="lt1" bg2="dk2" tx2="lt2" accent1="accent1" accent2="accent2" accent3="accent3" accent4="accent4" accent5="accent5" accent6="accent6" hlink="hlink" folHlink="folHlink"/>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Divider Orange Equal">
    <p:bg>
      <p:bgRef idx="1001">
        <a:schemeClr val="bg1"/>
      </p:bgRef>
    </p:bg>
    <p:spTree>
      <p:nvGrpSpPr>
        <p:cNvPr id="1" name=""/>
        <p:cNvGrpSpPr/>
        <p:nvPr/>
      </p:nvGrpSpPr>
      <p:grpSpPr>
        <a:xfrm>
          <a:off x="0" y="0"/>
          <a:ext cx="0" cy="0"/>
          <a:chOff x="0" y="0"/>
          <a:chExt cx="0" cy="0"/>
        </a:xfrm>
      </p:grpSpPr>
      <p:pic>
        <p:nvPicPr>
          <p:cNvPr id="19" name="Picture 18">
            <a:extLst>
              <a:ext uri="{FF2B5EF4-FFF2-40B4-BE49-F238E27FC236}">
                <a16:creationId xmlns:a16="http://schemas.microsoft.com/office/drawing/2014/main" id="{ECC097AF-8898-DE4D-B869-55313A58DB81}"/>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0959193" y="6132957"/>
            <a:ext cx="990600" cy="635000"/>
          </a:xfrm>
          <a:prstGeom prst="rect">
            <a:avLst/>
          </a:prstGeom>
        </p:spPr>
      </p:pic>
      <p:grpSp>
        <p:nvGrpSpPr>
          <p:cNvPr id="9" name="Group 8">
            <a:extLst>
              <a:ext uri="{FF2B5EF4-FFF2-40B4-BE49-F238E27FC236}">
                <a16:creationId xmlns:a16="http://schemas.microsoft.com/office/drawing/2014/main" id="{E24079B7-DED0-A141-996D-10B033A8EF11}"/>
              </a:ext>
            </a:extLst>
          </p:cNvPr>
          <p:cNvGrpSpPr/>
          <p:nvPr userDrawn="1"/>
        </p:nvGrpSpPr>
        <p:grpSpPr>
          <a:xfrm>
            <a:off x="4452728" y="1885950"/>
            <a:ext cx="3276600" cy="3086100"/>
            <a:chOff x="8458200" y="712595"/>
            <a:chExt cx="3276600" cy="3086100"/>
          </a:xfrm>
        </p:grpSpPr>
        <p:sp>
          <p:nvSpPr>
            <p:cNvPr id="10" name="Rectangle 9">
              <a:extLst>
                <a:ext uri="{FF2B5EF4-FFF2-40B4-BE49-F238E27FC236}">
                  <a16:creationId xmlns:a16="http://schemas.microsoft.com/office/drawing/2014/main" id="{4D6097F1-77CB-614C-8D9A-D22DE9EB1D4E}"/>
                </a:ext>
              </a:extLst>
            </p:cNvPr>
            <p:cNvSpPr/>
            <p:nvPr/>
          </p:nvSpPr>
          <p:spPr>
            <a:xfrm>
              <a:off x="8458200" y="712595"/>
              <a:ext cx="3276600" cy="11176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993C0F23-DCDB-7346-9A4D-355EC7892B7F}"/>
                </a:ext>
              </a:extLst>
            </p:cNvPr>
            <p:cNvSpPr/>
            <p:nvPr/>
          </p:nvSpPr>
          <p:spPr>
            <a:xfrm>
              <a:off x="8458200" y="2681095"/>
              <a:ext cx="3276600" cy="11176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933364381"/>
      </p:ext>
    </p:extLst>
  </p:cSld>
  <p:clrMapOvr>
    <a:overrideClrMapping bg1="dk1" tx1="lt1" bg2="dk2" tx2="lt2" accent1="accent1" accent2="accent2" accent3="accent3" accent4="accent4" accent5="accent5" accent6="accent6" hlink="hlink" folHlink="folHlink"/>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Divider Title Orange Triangle">
    <p:bg>
      <p:bgRef idx="1001">
        <a:schemeClr val="bg1"/>
      </p:bgRef>
    </p:bg>
    <p:spTree>
      <p:nvGrpSpPr>
        <p:cNvPr id="1" name=""/>
        <p:cNvGrpSpPr/>
        <p:nvPr/>
      </p:nvGrpSpPr>
      <p:grpSpPr>
        <a:xfrm>
          <a:off x="0" y="0"/>
          <a:ext cx="0" cy="0"/>
          <a:chOff x="0" y="0"/>
          <a:chExt cx="0" cy="0"/>
        </a:xfrm>
      </p:grpSpPr>
      <p:sp>
        <p:nvSpPr>
          <p:cNvPr id="2" name="Title 1"/>
          <p:cNvSpPr>
            <a:spLocks noGrp="1"/>
          </p:cNvSpPr>
          <p:nvPr>
            <p:ph type="ctrTitle"/>
          </p:nvPr>
        </p:nvSpPr>
        <p:spPr>
          <a:xfrm>
            <a:off x="6679096" y="1705356"/>
            <a:ext cx="5055704" cy="3447288"/>
          </a:xfrm>
        </p:spPr>
        <p:txBody>
          <a:bodyPr anchor="ctr" anchorCtr="0">
            <a:noAutofit/>
          </a:bodyPr>
          <a:lstStyle>
            <a:lvl1pPr algn="l">
              <a:lnSpc>
                <a:spcPct val="80000"/>
              </a:lnSpc>
              <a:defRPr sz="4800">
                <a:solidFill>
                  <a:schemeClr val="tx1"/>
                </a:solidFill>
              </a:defRPr>
            </a:lvl1pPr>
          </a:lstStyle>
          <a:p>
            <a:r>
              <a:rPr lang="en-US"/>
              <a:t>Click to edit Master title style</a:t>
            </a:r>
          </a:p>
        </p:txBody>
      </p:sp>
      <p:pic>
        <p:nvPicPr>
          <p:cNvPr id="19" name="Picture 18">
            <a:extLst>
              <a:ext uri="{FF2B5EF4-FFF2-40B4-BE49-F238E27FC236}">
                <a16:creationId xmlns:a16="http://schemas.microsoft.com/office/drawing/2014/main" id="{ECC097AF-8898-DE4D-B869-55313A58DB81}"/>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0959193" y="6132957"/>
            <a:ext cx="990600" cy="635000"/>
          </a:xfrm>
          <a:prstGeom prst="rect">
            <a:avLst/>
          </a:prstGeom>
        </p:spPr>
      </p:pic>
      <p:sp>
        <p:nvSpPr>
          <p:cNvPr id="7" name="Triangle 6">
            <a:extLst>
              <a:ext uri="{FF2B5EF4-FFF2-40B4-BE49-F238E27FC236}">
                <a16:creationId xmlns:a16="http://schemas.microsoft.com/office/drawing/2014/main" id="{72E8C509-1DC7-C148-88B2-FE551A1ED0F9}"/>
              </a:ext>
            </a:extLst>
          </p:cNvPr>
          <p:cNvSpPr/>
          <p:nvPr userDrawn="1"/>
        </p:nvSpPr>
        <p:spPr>
          <a:xfrm>
            <a:off x="1269724" y="1864380"/>
            <a:ext cx="4114800" cy="3162300"/>
          </a:xfrm>
          <a:prstGeom prst="triangl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581320207"/>
      </p:ext>
    </p:extLst>
  </p:cSld>
  <p:clrMapOvr>
    <a:overrideClrMapping bg1="dk1" tx1="lt1" bg2="dk2" tx2="lt2" accent1="accent1" accent2="accent2" accent3="accent3" accent4="accent4" accent5="accent5" accent6="accent6" hlink="hlink" folHlink="folHlink"/>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Divider Orange Triangle">
    <p:bg>
      <p:bgRef idx="1001">
        <a:schemeClr val="bg1"/>
      </p:bgRef>
    </p:bg>
    <p:spTree>
      <p:nvGrpSpPr>
        <p:cNvPr id="1" name=""/>
        <p:cNvGrpSpPr/>
        <p:nvPr/>
      </p:nvGrpSpPr>
      <p:grpSpPr>
        <a:xfrm>
          <a:off x="0" y="0"/>
          <a:ext cx="0" cy="0"/>
          <a:chOff x="0" y="0"/>
          <a:chExt cx="0" cy="0"/>
        </a:xfrm>
      </p:grpSpPr>
      <p:pic>
        <p:nvPicPr>
          <p:cNvPr id="19" name="Picture 18">
            <a:extLst>
              <a:ext uri="{FF2B5EF4-FFF2-40B4-BE49-F238E27FC236}">
                <a16:creationId xmlns:a16="http://schemas.microsoft.com/office/drawing/2014/main" id="{ECC097AF-8898-DE4D-B869-55313A58DB81}"/>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0959193" y="6132957"/>
            <a:ext cx="990600" cy="635000"/>
          </a:xfrm>
          <a:prstGeom prst="rect">
            <a:avLst/>
          </a:prstGeom>
        </p:spPr>
      </p:pic>
      <p:sp>
        <p:nvSpPr>
          <p:cNvPr id="7" name="Triangle 6">
            <a:extLst>
              <a:ext uri="{FF2B5EF4-FFF2-40B4-BE49-F238E27FC236}">
                <a16:creationId xmlns:a16="http://schemas.microsoft.com/office/drawing/2014/main" id="{72E8C509-1DC7-C148-88B2-FE551A1ED0F9}"/>
              </a:ext>
            </a:extLst>
          </p:cNvPr>
          <p:cNvSpPr/>
          <p:nvPr userDrawn="1"/>
        </p:nvSpPr>
        <p:spPr>
          <a:xfrm>
            <a:off x="4038600" y="1864380"/>
            <a:ext cx="4114800" cy="3162300"/>
          </a:xfrm>
          <a:prstGeom prst="triangl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812515157"/>
      </p:ext>
    </p:extLst>
  </p:cSld>
  <p:clrMapOvr>
    <a:overrideClrMapping bg1="dk1" tx1="lt1" bg2="dk2" tx2="lt2" accent1="accent1" accent2="accent2" accent3="accent3" accent4="accent4" accent5="accent5" accent6="accent6" hlink="hlink" folHlink="folHlink"/>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Divider Title Picture">
    <p:spTree>
      <p:nvGrpSpPr>
        <p:cNvPr id="1" name=""/>
        <p:cNvGrpSpPr/>
        <p:nvPr/>
      </p:nvGrpSpPr>
      <p:grpSpPr>
        <a:xfrm>
          <a:off x="0" y="0"/>
          <a:ext cx="0" cy="0"/>
          <a:chOff x="0" y="0"/>
          <a:chExt cx="0" cy="0"/>
        </a:xfrm>
      </p:grpSpPr>
      <p:sp>
        <p:nvSpPr>
          <p:cNvPr id="8" name="Picture Placeholder 7">
            <a:extLst>
              <a:ext uri="{FF2B5EF4-FFF2-40B4-BE49-F238E27FC236}">
                <a16:creationId xmlns:a16="http://schemas.microsoft.com/office/drawing/2014/main" id="{A93EB44E-E9F3-8842-B537-69D4B697C4AC}"/>
              </a:ext>
            </a:extLst>
          </p:cNvPr>
          <p:cNvSpPr>
            <a:spLocks noGrp="1"/>
          </p:cNvSpPr>
          <p:nvPr>
            <p:ph type="pic" sz="quarter" idx="12" hasCustomPrompt="1"/>
          </p:nvPr>
        </p:nvSpPr>
        <p:spPr>
          <a:xfrm>
            <a:off x="0" y="0"/>
            <a:ext cx="12192000" cy="6858000"/>
          </a:xfrm>
        </p:spPr>
        <p:txBody>
          <a:bodyPr tIns="1097280"/>
          <a:lstStyle>
            <a:lvl1pPr marL="0" indent="0" algn="ctr">
              <a:buNone/>
              <a:defRPr/>
            </a:lvl1pPr>
          </a:lstStyle>
          <a:p>
            <a:r>
              <a:rPr lang="en-US"/>
              <a:t>Insert Picture</a:t>
            </a:r>
          </a:p>
        </p:txBody>
      </p:sp>
      <p:sp>
        <p:nvSpPr>
          <p:cNvPr id="2" name="Title 1"/>
          <p:cNvSpPr>
            <a:spLocks noGrp="1"/>
          </p:cNvSpPr>
          <p:nvPr>
            <p:ph type="ctrTitle"/>
          </p:nvPr>
        </p:nvSpPr>
        <p:spPr>
          <a:xfrm>
            <a:off x="6679096" y="1705356"/>
            <a:ext cx="5055704" cy="3447288"/>
          </a:xfrm>
        </p:spPr>
        <p:txBody>
          <a:bodyPr anchor="ctr" anchorCtr="0">
            <a:noAutofit/>
          </a:bodyPr>
          <a:lstStyle>
            <a:lvl1pPr algn="l">
              <a:lnSpc>
                <a:spcPct val="80000"/>
              </a:lnSpc>
              <a:defRPr sz="4800">
                <a:solidFill>
                  <a:schemeClr val="tx1"/>
                </a:solidFill>
              </a:defRPr>
            </a:lvl1pPr>
          </a:lstStyle>
          <a:p>
            <a:r>
              <a:rPr lang="en-US"/>
              <a:t>Click to edit Master title style</a:t>
            </a:r>
          </a:p>
        </p:txBody>
      </p:sp>
      <p:pic>
        <p:nvPicPr>
          <p:cNvPr id="19" name="Picture 18">
            <a:extLst>
              <a:ext uri="{FF2B5EF4-FFF2-40B4-BE49-F238E27FC236}">
                <a16:creationId xmlns:a16="http://schemas.microsoft.com/office/drawing/2014/main" id="{ECC097AF-8898-DE4D-B869-55313A58DB81}"/>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0959193" y="6132957"/>
            <a:ext cx="990600" cy="635000"/>
          </a:xfrm>
          <a:prstGeom prst="rect">
            <a:avLst/>
          </a:prstGeom>
        </p:spPr>
      </p:pic>
      <p:sp>
        <p:nvSpPr>
          <p:cNvPr id="5" name="Text Placeholder 7">
            <a:extLst>
              <a:ext uri="{FF2B5EF4-FFF2-40B4-BE49-F238E27FC236}">
                <a16:creationId xmlns:a16="http://schemas.microsoft.com/office/drawing/2014/main" id="{64E7516A-EF6D-1A45-8147-27BA6599CE8D}"/>
              </a:ext>
            </a:extLst>
          </p:cNvPr>
          <p:cNvSpPr>
            <a:spLocks noGrp="1"/>
          </p:cNvSpPr>
          <p:nvPr>
            <p:ph type="body" sz="quarter" idx="11" hasCustomPrompt="1"/>
          </p:nvPr>
        </p:nvSpPr>
        <p:spPr>
          <a:xfrm>
            <a:off x="10956018" y="6132957"/>
            <a:ext cx="987552" cy="630936"/>
          </a:xfrm>
          <a:blipFill>
            <a:blip r:embed="rId3" cstate="screen">
              <a:extLst>
                <a:ext uri="{28A0092B-C50C-407E-A947-70E740481C1C}">
                  <a14:useLocalDpi xmlns:a14="http://schemas.microsoft.com/office/drawing/2010/main"/>
                </a:ext>
              </a:extLst>
            </a:blip>
            <a:stretch>
              <a:fillRect/>
            </a:stretch>
          </a:blipFill>
        </p:spPr>
        <p:txBody>
          <a:bodyPr/>
          <a:lstStyle>
            <a:lvl1pPr marL="0" indent="0">
              <a:buNone/>
              <a:defRPr/>
            </a:lvl1pPr>
          </a:lstStyle>
          <a:p>
            <a:pPr lvl="0"/>
            <a:r>
              <a:rPr lang="en-US"/>
              <a:t> </a:t>
            </a:r>
          </a:p>
        </p:txBody>
      </p:sp>
    </p:spTree>
    <p:extLst>
      <p:ext uri="{BB962C8B-B14F-4D97-AF65-F5344CB8AC3E}">
        <p14:creationId xmlns:p14="http://schemas.microsoft.com/office/powerpoint/2010/main" val="3599134906"/>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Two Column Orange Title">
    <p:bg>
      <p:bgRef idx="1001">
        <a:schemeClr val="bg1"/>
      </p:bgRef>
    </p:bg>
    <p:spTree>
      <p:nvGrpSpPr>
        <p:cNvPr id="1" name=""/>
        <p:cNvGrpSpPr/>
        <p:nvPr/>
      </p:nvGrpSpPr>
      <p:grpSpPr>
        <a:xfrm>
          <a:off x="0" y="0"/>
          <a:ext cx="0" cy="0"/>
          <a:chOff x="0" y="0"/>
          <a:chExt cx="0" cy="0"/>
        </a:xfrm>
      </p:grpSpPr>
      <p:sp>
        <p:nvSpPr>
          <p:cNvPr id="2" name="Title 1"/>
          <p:cNvSpPr>
            <a:spLocks noGrp="1"/>
          </p:cNvSpPr>
          <p:nvPr>
            <p:ph type="ctrTitle"/>
          </p:nvPr>
        </p:nvSpPr>
        <p:spPr>
          <a:xfrm>
            <a:off x="457200" y="1485900"/>
            <a:ext cx="11277600" cy="1156792"/>
          </a:xfrm>
        </p:spPr>
        <p:txBody>
          <a:bodyPr anchor="t" anchorCtr="0">
            <a:noAutofit/>
          </a:bodyPr>
          <a:lstStyle>
            <a:lvl1pPr algn="l">
              <a:lnSpc>
                <a:spcPct val="80000"/>
              </a:lnSpc>
              <a:defRPr sz="4400">
                <a:solidFill>
                  <a:schemeClr val="tx2"/>
                </a:solidFill>
              </a:defRPr>
            </a:lvl1pPr>
          </a:lstStyle>
          <a:p>
            <a:r>
              <a:rPr lang="en-US"/>
              <a:t>Click to edit Master title style</a:t>
            </a:r>
          </a:p>
        </p:txBody>
      </p:sp>
      <p:pic>
        <p:nvPicPr>
          <p:cNvPr id="19" name="Picture 18">
            <a:extLst>
              <a:ext uri="{FF2B5EF4-FFF2-40B4-BE49-F238E27FC236}">
                <a16:creationId xmlns:a16="http://schemas.microsoft.com/office/drawing/2014/main" id="{ECC097AF-8898-DE4D-B869-55313A58DB81}"/>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0959193" y="6132957"/>
            <a:ext cx="990600" cy="635000"/>
          </a:xfrm>
          <a:prstGeom prst="rect">
            <a:avLst/>
          </a:prstGeom>
        </p:spPr>
      </p:pic>
      <p:sp>
        <p:nvSpPr>
          <p:cNvPr id="5" name="Text Placeholder 4">
            <a:extLst>
              <a:ext uri="{FF2B5EF4-FFF2-40B4-BE49-F238E27FC236}">
                <a16:creationId xmlns:a16="http://schemas.microsoft.com/office/drawing/2014/main" id="{6F2622D0-EB8A-9645-97E8-A571F63A1F37}"/>
              </a:ext>
            </a:extLst>
          </p:cNvPr>
          <p:cNvSpPr>
            <a:spLocks noGrp="1"/>
          </p:cNvSpPr>
          <p:nvPr>
            <p:ph type="body" sz="quarter" idx="13"/>
          </p:nvPr>
        </p:nvSpPr>
        <p:spPr>
          <a:xfrm>
            <a:off x="457200" y="457200"/>
            <a:ext cx="11277598" cy="421105"/>
          </a:xfrm>
        </p:spPr>
        <p:txBody>
          <a:bodyPr>
            <a:noAutofit/>
          </a:bodyPr>
          <a:lstStyle>
            <a:lvl1pPr marL="0" indent="0">
              <a:spcBef>
                <a:spcPts val="0"/>
              </a:spcBef>
              <a:buNone/>
              <a:defRPr sz="1400" b="1" i="0">
                <a:solidFill>
                  <a:schemeClr val="tx1"/>
                </a:solidFill>
                <a:latin typeface="Calibri" panose="020F0502020204030204" pitchFamily="34" charset="0"/>
                <a:cs typeface="Calibri" panose="020F0502020204030204" pitchFamily="34" charset="0"/>
              </a:defRPr>
            </a:lvl1pPr>
            <a:lvl2pPr marL="290513" indent="0">
              <a:buNone/>
              <a:defRPr/>
            </a:lvl2pPr>
            <a:lvl3pPr marL="582613" indent="0">
              <a:buNone/>
              <a:defRPr/>
            </a:lvl3pPr>
            <a:lvl4pPr marL="855663" indent="0">
              <a:buNone/>
              <a:defRPr/>
            </a:lvl4pPr>
            <a:lvl5pPr marL="1100138" indent="0">
              <a:buNone/>
              <a:defRPr/>
            </a:lvl5pPr>
          </a:lstStyle>
          <a:p>
            <a:pPr lvl="0"/>
            <a:r>
              <a:rPr lang="en-US"/>
              <a:t>Edit Master text styles</a:t>
            </a:r>
          </a:p>
        </p:txBody>
      </p:sp>
      <p:sp>
        <p:nvSpPr>
          <p:cNvPr id="11" name="Text Placeholder 10">
            <a:extLst>
              <a:ext uri="{FF2B5EF4-FFF2-40B4-BE49-F238E27FC236}">
                <a16:creationId xmlns:a16="http://schemas.microsoft.com/office/drawing/2014/main" id="{4D3AD5E6-66E6-724A-BC5F-73B87795F23D}"/>
              </a:ext>
            </a:extLst>
          </p:cNvPr>
          <p:cNvSpPr>
            <a:spLocks noGrp="1"/>
          </p:cNvSpPr>
          <p:nvPr>
            <p:ph type="body" sz="quarter" idx="14"/>
          </p:nvPr>
        </p:nvSpPr>
        <p:spPr>
          <a:xfrm>
            <a:off x="457200" y="3429000"/>
            <a:ext cx="4681538" cy="2703513"/>
          </a:xfrm>
        </p:spPr>
        <p:txBody>
          <a:bodyPr>
            <a:noAutofit/>
          </a:bodyPr>
          <a:lstStyle>
            <a:lvl1pPr marL="230188" indent="-230188">
              <a:spcBef>
                <a:spcPts val="0"/>
              </a:spcBef>
              <a:spcAft>
                <a:spcPts val="400"/>
              </a:spcAft>
              <a:buFont typeface="System Font Regular"/>
              <a:buChar char="–"/>
              <a:tabLst/>
              <a:defRPr sz="1800">
                <a:latin typeface="+mj-lt"/>
              </a:defRPr>
            </a:lvl1pPr>
            <a:lvl2pPr marL="460375" indent="-223838">
              <a:spcBef>
                <a:spcPts val="0"/>
              </a:spcBef>
              <a:spcAft>
                <a:spcPts val="400"/>
              </a:spcAft>
              <a:tabLst/>
              <a:defRPr sz="1800">
                <a:solidFill>
                  <a:schemeClr val="accent3"/>
                </a:solidFill>
                <a:latin typeface="+mj-lt"/>
              </a:defRPr>
            </a:lvl2pPr>
            <a:lvl3pPr marL="690563" indent="-223838">
              <a:spcBef>
                <a:spcPts val="0"/>
              </a:spcBef>
              <a:spcAft>
                <a:spcPts val="400"/>
              </a:spcAft>
              <a:tabLst/>
              <a:defRPr sz="1500">
                <a:solidFill>
                  <a:schemeClr val="accent3"/>
                </a:solidFill>
                <a:latin typeface="+mj-lt"/>
              </a:defRPr>
            </a:lvl3pPr>
            <a:lvl4pPr marL="914400" indent="-230188">
              <a:spcBef>
                <a:spcPts val="0"/>
              </a:spcBef>
              <a:spcAft>
                <a:spcPts val="400"/>
              </a:spcAft>
              <a:tabLst/>
              <a:defRPr sz="1500">
                <a:solidFill>
                  <a:schemeClr val="accent3"/>
                </a:solidFill>
                <a:latin typeface="+mj-lt"/>
              </a:defRPr>
            </a:lvl4pPr>
            <a:lvl5pPr marL="1144588" indent="-211138">
              <a:spcBef>
                <a:spcPts val="0"/>
              </a:spcBef>
              <a:spcAft>
                <a:spcPts val="400"/>
              </a:spcAft>
              <a:tabLst/>
              <a:defRPr sz="1500">
                <a:solidFill>
                  <a:schemeClr val="accent3"/>
                </a:solidFill>
                <a:latin typeface="+mj-lt"/>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17" name="Text Placeholder 10">
            <a:extLst>
              <a:ext uri="{FF2B5EF4-FFF2-40B4-BE49-F238E27FC236}">
                <a16:creationId xmlns:a16="http://schemas.microsoft.com/office/drawing/2014/main" id="{AC721370-A066-1746-BA51-66EDC940D61F}"/>
              </a:ext>
            </a:extLst>
          </p:cNvPr>
          <p:cNvSpPr>
            <a:spLocks noGrp="1"/>
          </p:cNvSpPr>
          <p:nvPr>
            <p:ph type="body" sz="quarter" idx="16" hasCustomPrompt="1"/>
          </p:nvPr>
        </p:nvSpPr>
        <p:spPr>
          <a:xfrm>
            <a:off x="457200" y="2795955"/>
            <a:ext cx="4681538" cy="556846"/>
          </a:xfrm>
        </p:spPr>
        <p:txBody>
          <a:bodyPr>
            <a:noAutofit/>
          </a:bodyPr>
          <a:lstStyle>
            <a:lvl1pPr marL="0" indent="0">
              <a:buNone/>
              <a:defRPr sz="2000" b="1" i="0">
                <a:solidFill>
                  <a:schemeClr val="tx1"/>
                </a:solidFill>
                <a:latin typeface="Calibri" panose="020F0502020204030204" pitchFamily="34" charset="0"/>
                <a:cs typeface="Calibri" panose="020F0502020204030204" pitchFamily="34" charset="0"/>
              </a:defRPr>
            </a:lvl1pPr>
            <a:lvl2pPr marL="231775" indent="-231775">
              <a:tabLst/>
              <a:defRPr sz="1800"/>
            </a:lvl2pPr>
            <a:lvl3pPr marL="458788" indent="-227013">
              <a:tabLst/>
              <a:defRPr sz="1500"/>
            </a:lvl3pPr>
            <a:lvl4pPr marL="690563" indent="-231775">
              <a:tabLst/>
              <a:defRPr sz="1500"/>
            </a:lvl4pPr>
            <a:lvl5pPr marL="976313" indent="-212725">
              <a:tabLst/>
              <a:defRPr sz="1500"/>
            </a:lvl5pPr>
          </a:lstStyle>
          <a:p>
            <a:r>
              <a:rPr lang="en-US"/>
              <a:t>Click to edit Master subtitle style</a:t>
            </a:r>
          </a:p>
        </p:txBody>
      </p:sp>
      <p:sp>
        <p:nvSpPr>
          <p:cNvPr id="18" name="Text Placeholder 10">
            <a:extLst>
              <a:ext uri="{FF2B5EF4-FFF2-40B4-BE49-F238E27FC236}">
                <a16:creationId xmlns:a16="http://schemas.microsoft.com/office/drawing/2014/main" id="{17DBF118-A9A3-6B4A-8D6F-DCD3478E9D94}"/>
              </a:ext>
            </a:extLst>
          </p:cNvPr>
          <p:cNvSpPr>
            <a:spLocks noGrp="1"/>
          </p:cNvSpPr>
          <p:nvPr>
            <p:ph type="body" sz="quarter" idx="17" hasCustomPrompt="1"/>
          </p:nvPr>
        </p:nvSpPr>
        <p:spPr>
          <a:xfrm>
            <a:off x="5689600" y="2795955"/>
            <a:ext cx="4681538" cy="556846"/>
          </a:xfrm>
        </p:spPr>
        <p:txBody>
          <a:bodyPr>
            <a:noAutofit/>
          </a:bodyPr>
          <a:lstStyle>
            <a:lvl1pPr marL="0" indent="0">
              <a:buNone/>
              <a:defRPr sz="2000" b="1" i="0">
                <a:solidFill>
                  <a:schemeClr val="tx1"/>
                </a:solidFill>
                <a:latin typeface="Calibri" panose="020F0502020204030204" pitchFamily="34" charset="0"/>
                <a:cs typeface="Calibri" panose="020F0502020204030204" pitchFamily="34" charset="0"/>
              </a:defRPr>
            </a:lvl1pPr>
            <a:lvl2pPr marL="231775" indent="-231775">
              <a:tabLst/>
              <a:defRPr sz="1800"/>
            </a:lvl2pPr>
            <a:lvl3pPr marL="458788" indent="-227013">
              <a:tabLst/>
              <a:defRPr sz="1500"/>
            </a:lvl3pPr>
            <a:lvl4pPr marL="690563" indent="-231775">
              <a:tabLst/>
              <a:defRPr sz="1500"/>
            </a:lvl4pPr>
            <a:lvl5pPr marL="976313" indent="-212725">
              <a:tabLst/>
              <a:defRPr sz="1500"/>
            </a:lvl5pPr>
          </a:lstStyle>
          <a:p>
            <a:r>
              <a:rPr lang="en-US"/>
              <a:t>Click to edit Master subtitle style</a:t>
            </a:r>
          </a:p>
        </p:txBody>
      </p:sp>
      <p:sp>
        <p:nvSpPr>
          <p:cNvPr id="12" name="Text Placeholder 10">
            <a:extLst>
              <a:ext uri="{FF2B5EF4-FFF2-40B4-BE49-F238E27FC236}">
                <a16:creationId xmlns:a16="http://schemas.microsoft.com/office/drawing/2014/main" id="{8F18C260-6B13-674E-A152-F60D988656D0}"/>
              </a:ext>
            </a:extLst>
          </p:cNvPr>
          <p:cNvSpPr>
            <a:spLocks noGrp="1"/>
          </p:cNvSpPr>
          <p:nvPr>
            <p:ph type="body" sz="quarter" idx="18"/>
          </p:nvPr>
        </p:nvSpPr>
        <p:spPr>
          <a:xfrm>
            <a:off x="5678556" y="3429000"/>
            <a:ext cx="4681538" cy="2703513"/>
          </a:xfrm>
        </p:spPr>
        <p:txBody>
          <a:bodyPr>
            <a:noAutofit/>
          </a:bodyPr>
          <a:lstStyle>
            <a:lvl1pPr marL="230188" indent="-230188">
              <a:spcBef>
                <a:spcPts val="0"/>
              </a:spcBef>
              <a:spcAft>
                <a:spcPts val="400"/>
              </a:spcAft>
              <a:buFont typeface="System Font Regular"/>
              <a:buChar char="–"/>
              <a:tabLst/>
              <a:defRPr sz="1800">
                <a:latin typeface="+mj-lt"/>
              </a:defRPr>
            </a:lvl1pPr>
            <a:lvl2pPr marL="460375" indent="-223838">
              <a:spcBef>
                <a:spcPts val="0"/>
              </a:spcBef>
              <a:spcAft>
                <a:spcPts val="400"/>
              </a:spcAft>
              <a:tabLst/>
              <a:defRPr sz="1800">
                <a:solidFill>
                  <a:schemeClr val="accent3"/>
                </a:solidFill>
                <a:latin typeface="+mj-lt"/>
              </a:defRPr>
            </a:lvl2pPr>
            <a:lvl3pPr marL="690563" indent="-223838">
              <a:spcBef>
                <a:spcPts val="0"/>
              </a:spcBef>
              <a:spcAft>
                <a:spcPts val="400"/>
              </a:spcAft>
              <a:tabLst/>
              <a:defRPr sz="1500">
                <a:solidFill>
                  <a:schemeClr val="accent3"/>
                </a:solidFill>
                <a:latin typeface="+mj-lt"/>
              </a:defRPr>
            </a:lvl3pPr>
            <a:lvl4pPr marL="914400" indent="-230188">
              <a:spcBef>
                <a:spcPts val="0"/>
              </a:spcBef>
              <a:spcAft>
                <a:spcPts val="400"/>
              </a:spcAft>
              <a:tabLst/>
              <a:defRPr sz="1500">
                <a:solidFill>
                  <a:schemeClr val="accent3"/>
                </a:solidFill>
                <a:latin typeface="+mj-lt"/>
              </a:defRPr>
            </a:lvl4pPr>
            <a:lvl5pPr marL="1144588" indent="-211138">
              <a:spcBef>
                <a:spcPts val="0"/>
              </a:spcBef>
              <a:spcAft>
                <a:spcPts val="400"/>
              </a:spcAft>
              <a:tabLst/>
              <a:defRPr sz="1500">
                <a:solidFill>
                  <a:schemeClr val="accent3"/>
                </a:solidFill>
                <a:latin typeface="+mj-lt"/>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TextBox 12">
            <a:extLst>
              <a:ext uri="{FF2B5EF4-FFF2-40B4-BE49-F238E27FC236}">
                <a16:creationId xmlns:a16="http://schemas.microsoft.com/office/drawing/2014/main" id="{E40A311A-F8BF-4B10-8541-D51CBF36A968}"/>
              </a:ext>
            </a:extLst>
          </p:cNvPr>
          <p:cNvSpPr txBox="1"/>
          <p:nvPr userDrawn="1"/>
        </p:nvSpPr>
        <p:spPr>
          <a:xfrm>
            <a:off x="8058098" y="6405091"/>
            <a:ext cx="2446699" cy="215444"/>
          </a:xfrm>
          <a:prstGeom prst="rect">
            <a:avLst/>
          </a:prstGeom>
          <a:noFill/>
        </p:spPr>
        <p:txBody>
          <a:bodyPr wrap="square">
            <a:spAutoFit/>
          </a:body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Calibri" panose="020F0502020204030204"/>
                <a:ea typeface="+mn-ea"/>
                <a:cs typeface="+mn-cs"/>
              </a:rPr>
              <a:t>©2021 ExlService Holdings, Inc. All rights reserved.</a:t>
            </a:r>
          </a:p>
        </p:txBody>
      </p:sp>
      <p:sp>
        <p:nvSpPr>
          <p:cNvPr id="14" name="TextBox 13">
            <a:extLst>
              <a:ext uri="{FF2B5EF4-FFF2-40B4-BE49-F238E27FC236}">
                <a16:creationId xmlns:a16="http://schemas.microsoft.com/office/drawing/2014/main" id="{F5C814BA-DC7B-4EC2-9419-EFE4D4EFB443}"/>
              </a:ext>
            </a:extLst>
          </p:cNvPr>
          <p:cNvSpPr txBox="1"/>
          <p:nvPr userDrawn="1"/>
        </p:nvSpPr>
        <p:spPr>
          <a:xfrm>
            <a:off x="10388823" y="6412461"/>
            <a:ext cx="579422" cy="215444"/>
          </a:xfrm>
          <a:prstGeom prst="rect">
            <a:avLst/>
          </a:prstGeom>
          <a:noFill/>
        </p:spPr>
        <p:txBody>
          <a:bodyPr wrap="square" rtlCol="0">
            <a:spAutoFit/>
          </a:bodyPr>
          <a:lstStyle/>
          <a:p>
            <a:fld id="{85EF08C3-6068-49A5-A83C-FDA0DDA2EDAF}" type="slidenum">
              <a:rPr lang="en-US" sz="800" smtClean="0">
                <a:solidFill>
                  <a:schemeClr val="tx2"/>
                </a:solidFill>
              </a:rPr>
              <a:t>‹#›</a:t>
            </a:fld>
            <a:endParaRPr lang="en-US" sz="800">
              <a:solidFill>
                <a:schemeClr val="tx2"/>
              </a:solidFill>
            </a:endParaRPr>
          </a:p>
        </p:txBody>
      </p:sp>
    </p:spTree>
    <p:extLst>
      <p:ext uri="{BB962C8B-B14F-4D97-AF65-F5344CB8AC3E}">
        <p14:creationId xmlns:p14="http://schemas.microsoft.com/office/powerpoint/2010/main" val="249267211"/>
      </p:ext>
    </p:extLst>
  </p:cSld>
  <p:clrMapOvr>
    <a:overrideClrMapping bg1="lt1" tx1="dk1" bg2="lt2" tx2="dk2" accent1="accent1" accent2="accent2" accent3="accent3" accent4="accent4" accent5="accent5" accent6="accent6" hlink="hlink" folHlink="folHlink"/>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Two Column Silde Orange">
    <p:bg>
      <p:bgRef idx="1001">
        <a:schemeClr val="bg1"/>
      </p:bgRef>
    </p:bg>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28EADA6C-4309-5F43-BB9C-F8E480357C5F}"/>
              </a:ext>
            </a:extLst>
          </p:cNvPr>
          <p:cNvSpPr/>
          <p:nvPr userDrawn="1"/>
        </p:nvSpPr>
        <p:spPr>
          <a:xfrm>
            <a:off x="0" y="0"/>
            <a:ext cx="4433105"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ctrTitle"/>
          </p:nvPr>
        </p:nvSpPr>
        <p:spPr>
          <a:xfrm>
            <a:off x="457200" y="1485900"/>
            <a:ext cx="3679371" cy="4455656"/>
          </a:xfrm>
        </p:spPr>
        <p:txBody>
          <a:bodyPr anchor="t" anchorCtr="0">
            <a:noAutofit/>
          </a:bodyPr>
          <a:lstStyle>
            <a:lvl1pPr algn="l">
              <a:lnSpc>
                <a:spcPct val="80000"/>
              </a:lnSpc>
              <a:defRPr sz="4400">
                <a:solidFill>
                  <a:schemeClr val="bg1"/>
                </a:solidFill>
              </a:defRPr>
            </a:lvl1pPr>
          </a:lstStyle>
          <a:p>
            <a:r>
              <a:rPr lang="en-US"/>
              <a:t>Click to edit Master title style</a:t>
            </a:r>
          </a:p>
        </p:txBody>
      </p:sp>
      <p:pic>
        <p:nvPicPr>
          <p:cNvPr id="19" name="Picture 18">
            <a:extLst>
              <a:ext uri="{FF2B5EF4-FFF2-40B4-BE49-F238E27FC236}">
                <a16:creationId xmlns:a16="http://schemas.microsoft.com/office/drawing/2014/main" id="{ECC097AF-8898-DE4D-B869-55313A58DB81}"/>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0959193" y="6132957"/>
            <a:ext cx="990600" cy="635000"/>
          </a:xfrm>
          <a:prstGeom prst="rect">
            <a:avLst/>
          </a:prstGeom>
        </p:spPr>
      </p:pic>
      <p:sp>
        <p:nvSpPr>
          <p:cNvPr id="5" name="Text Placeholder 4">
            <a:extLst>
              <a:ext uri="{FF2B5EF4-FFF2-40B4-BE49-F238E27FC236}">
                <a16:creationId xmlns:a16="http://schemas.microsoft.com/office/drawing/2014/main" id="{6F2622D0-EB8A-9645-97E8-A571F63A1F37}"/>
              </a:ext>
            </a:extLst>
          </p:cNvPr>
          <p:cNvSpPr>
            <a:spLocks noGrp="1"/>
          </p:cNvSpPr>
          <p:nvPr>
            <p:ph type="body" sz="quarter" idx="13"/>
          </p:nvPr>
        </p:nvSpPr>
        <p:spPr>
          <a:xfrm>
            <a:off x="457200" y="457200"/>
            <a:ext cx="3679371" cy="421105"/>
          </a:xfrm>
        </p:spPr>
        <p:txBody>
          <a:bodyPr>
            <a:noAutofit/>
          </a:bodyPr>
          <a:lstStyle>
            <a:lvl1pPr marL="0" indent="0">
              <a:spcBef>
                <a:spcPts val="0"/>
              </a:spcBef>
              <a:buNone/>
              <a:defRPr sz="1400" b="1" i="0">
                <a:solidFill>
                  <a:schemeClr val="bg1"/>
                </a:solidFill>
                <a:latin typeface="Calibri" panose="020F0502020204030204" pitchFamily="34" charset="0"/>
                <a:cs typeface="Calibri" panose="020F0502020204030204" pitchFamily="34" charset="0"/>
              </a:defRPr>
            </a:lvl1pPr>
            <a:lvl2pPr marL="290513" indent="0">
              <a:buNone/>
              <a:defRPr/>
            </a:lvl2pPr>
            <a:lvl3pPr marL="582613" indent="0">
              <a:buNone/>
              <a:defRPr/>
            </a:lvl3pPr>
            <a:lvl4pPr marL="855663" indent="0">
              <a:buNone/>
              <a:defRPr/>
            </a:lvl4pPr>
            <a:lvl5pPr marL="1100138" indent="0">
              <a:buNone/>
              <a:defRPr/>
            </a:lvl5pPr>
          </a:lstStyle>
          <a:p>
            <a:pPr lvl="0"/>
            <a:r>
              <a:rPr lang="en-US"/>
              <a:t>Edit Master text styles</a:t>
            </a:r>
          </a:p>
        </p:txBody>
      </p:sp>
      <p:sp>
        <p:nvSpPr>
          <p:cNvPr id="10" name="Text Placeholder 10">
            <a:extLst>
              <a:ext uri="{FF2B5EF4-FFF2-40B4-BE49-F238E27FC236}">
                <a16:creationId xmlns:a16="http://schemas.microsoft.com/office/drawing/2014/main" id="{51B10F47-1891-E844-AA61-A0FE1C2C91DF}"/>
              </a:ext>
            </a:extLst>
          </p:cNvPr>
          <p:cNvSpPr>
            <a:spLocks noGrp="1"/>
          </p:cNvSpPr>
          <p:nvPr>
            <p:ph type="body" sz="quarter" idx="14"/>
          </p:nvPr>
        </p:nvSpPr>
        <p:spPr>
          <a:xfrm>
            <a:off x="4804228" y="2111742"/>
            <a:ext cx="5075267" cy="3829814"/>
          </a:xfrm>
        </p:spPr>
        <p:txBody>
          <a:bodyPr>
            <a:noAutofit/>
          </a:bodyPr>
          <a:lstStyle>
            <a:lvl1pPr marL="230188" indent="-230188">
              <a:spcBef>
                <a:spcPts val="0"/>
              </a:spcBef>
              <a:spcAft>
                <a:spcPts val="400"/>
              </a:spcAft>
              <a:buFont typeface="System Font Regular"/>
              <a:buChar char="–"/>
              <a:tabLst/>
              <a:defRPr sz="1800">
                <a:latin typeface="+mj-lt"/>
              </a:defRPr>
            </a:lvl1pPr>
            <a:lvl2pPr marL="460375" indent="-223838">
              <a:spcBef>
                <a:spcPts val="0"/>
              </a:spcBef>
              <a:spcAft>
                <a:spcPts val="400"/>
              </a:spcAft>
              <a:tabLst/>
              <a:defRPr sz="1800">
                <a:solidFill>
                  <a:schemeClr val="accent3"/>
                </a:solidFill>
                <a:latin typeface="+mj-lt"/>
              </a:defRPr>
            </a:lvl2pPr>
            <a:lvl3pPr marL="690563" indent="-223838">
              <a:spcBef>
                <a:spcPts val="0"/>
              </a:spcBef>
              <a:spcAft>
                <a:spcPts val="400"/>
              </a:spcAft>
              <a:tabLst/>
              <a:defRPr sz="1500">
                <a:solidFill>
                  <a:schemeClr val="accent3"/>
                </a:solidFill>
                <a:latin typeface="+mj-lt"/>
              </a:defRPr>
            </a:lvl3pPr>
            <a:lvl4pPr marL="914400" indent="-230188">
              <a:spcBef>
                <a:spcPts val="0"/>
              </a:spcBef>
              <a:spcAft>
                <a:spcPts val="400"/>
              </a:spcAft>
              <a:tabLst/>
              <a:defRPr sz="1500">
                <a:solidFill>
                  <a:schemeClr val="accent3"/>
                </a:solidFill>
                <a:latin typeface="+mj-lt"/>
              </a:defRPr>
            </a:lvl4pPr>
            <a:lvl5pPr marL="1144588" indent="-211138">
              <a:spcBef>
                <a:spcPts val="0"/>
              </a:spcBef>
              <a:spcAft>
                <a:spcPts val="400"/>
              </a:spcAft>
              <a:tabLst/>
              <a:defRPr sz="1500">
                <a:solidFill>
                  <a:schemeClr val="accent3"/>
                </a:solidFill>
                <a:latin typeface="+mj-lt"/>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Text Placeholder 10">
            <a:extLst>
              <a:ext uri="{FF2B5EF4-FFF2-40B4-BE49-F238E27FC236}">
                <a16:creationId xmlns:a16="http://schemas.microsoft.com/office/drawing/2014/main" id="{8F428F49-45F0-DB43-8B02-D7D8003DA045}"/>
              </a:ext>
            </a:extLst>
          </p:cNvPr>
          <p:cNvSpPr>
            <a:spLocks noGrp="1"/>
          </p:cNvSpPr>
          <p:nvPr>
            <p:ph type="body" sz="quarter" idx="16" hasCustomPrompt="1"/>
          </p:nvPr>
        </p:nvSpPr>
        <p:spPr>
          <a:xfrm>
            <a:off x="4804229" y="1478697"/>
            <a:ext cx="5075266" cy="556846"/>
          </a:xfrm>
        </p:spPr>
        <p:txBody>
          <a:bodyPr>
            <a:noAutofit/>
          </a:bodyPr>
          <a:lstStyle>
            <a:lvl1pPr marL="0" indent="0">
              <a:buNone/>
              <a:defRPr sz="2000" b="1" i="0">
                <a:solidFill>
                  <a:schemeClr val="tx1"/>
                </a:solidFill>
                <a:latin typeface="Calibri" panose="020F0502020204030204" pitchFamily="34" charset="0"/>
                <a:cs typeface="Calibri" panose="020F0502020204030204" pitchFamily="34" charset="0"/>
              </a:defRPr>
            </a:lvl1pPr>
            <a:lvl2pPr marL="231775" indent="-231775">
              <a:tabLst/>
              <a:defRPr sz="1800"/>
            </a:lvl2pPr>
            <a:lvl3pPr marL="458788" indent="-227013">
              <a:tabLst/>
              <a:defRPr sz="1500"/>
            </a:lvl3pPr>
            <a:lvl4pPr marL="690563" indent="-231775">
              <a:tabLst/>
              <a:defRPr sz="1500"/>
            </a:lvl4pPr>
            <a:lvl5pPr marL="976313" indent="-212725">
              <a:tabLst/>
              <a:defRPr sz="1500"/>
            </a:lvl5pPr>
          </a:lstStyle>
          <a:p>
            <a:r>
              <a:rPr lang="en-US"/>
              <a:t>Click to edit Master subtitle style</a:t>
            </a:r>
          </a:p>
        </p:txBody>
      </p:sp>
      <p:sp>
        <p:nvSpPr>
          <p:cNvPr id="13" name="TextBox 12">
            <a:extLst>
              <a:ext uri="{FF2B5EF4-FFF2-40B4-BE49-F238E27FC236}">
                <a16:creationId xmlns:a16="http://schemas.microsoft.com/office/drawing/2014/main" id="{9B9E5FAE-F0AB-4773-BB2C-98261E32F572}"/>
              </a:ext>
            </a:extLst>
          </p:cNvPr>
          <p:cNvSpPr txBox="1"/>
          <p:nvPr userDrawn="1"/>
        </p:nvSpPr>
        <p:spPr>
          <a:xfrm>
            <a:off x="8058098" y="6405091"/>
            <a:ext cx="2446699" cy="215444"/>
          </a:xfrm>
          <a:prstGeom prst="rect">
            <a:avLst/>
          </a:prstGeom>
          <a:noFill/>
        </p:spPr>
        <p:txBody>
          <a:bodyPr wrap="square">
            <a:spAutoFit/>
          </a:body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Calibri" panose="020F0502020204030204"/>
                <a:ea typeface="+mn-ea"/>
                <a:cs typeface="+mn-cs"/>
              </a:rPr>
              <a:t>©2021 ExlService Holdings, Inc. All rights reserved.</a:t>
            </a:r>
          </a:p>
        </p:txBody>
      </p:sp>
      <p:sp>
        <p:nvSpPr>
          <p:cNvPr id="14" name="TextBox 13">
            <a:extLst>
              <a:ext uri="{FF2B5EF4-FFF2-40B4-BE49-F238E27FC236}">
                <a16:creationId xmlns:a16="http://schemas.microsoft.com/office/drawing/2014/main" id="{C894B692-DFFE-4127-B155-C2352630574E}"/>
              </a:ext>
            </a:extLst>
          </p:cNvPr>
          <p:cNvSpPr txBox="1"/>
          <p:nvPr userDrawn="1"/>
        </p:nvSpPr>
        <p:spPr>
          <a:xfrm>
            <a:off x="10388823" y="6412461"/>
            <a:ext cx="579422" cy="215444"/>
          </a:xfrm>
          <a:prstGeom prst="rect">
            <a:avLst/>
          </a:prstGeom>
          <a:noFill/>
        </p:spPr>
        <p:txBody>
          <a:bodyPr wrap="square" rtlCol="0">
            <a:spAutoFit/>
          </a:bodyPr>
          <a:lstStyle/>
          <a:p>
            <a:fld id="{85EF08C3-6068-49A5-A83C-FDA0DDA2EDAF}" type="slidenum">
              <a:rPr lang="en-US" sz="800" smtClean="0">
                <a:solidFill>
                  <a:schemeClr val="tx2"/>
                </a:solidFill>
              </a:rPr>
              <a:t>‹#›</a:t>
            </a:fld>
            <a:endParaRPr lang="en-US" sz="800">
              <a:solidFill>
                <a:schemeClr val="tx2"/>
              </a:solidFill>
            </a:endParaRPr>
          </a:p>
        </p:txBody>
      </p:sp>
    </p:spTree>
    <p:extLst>
      <p:ext uri="{BB962C8B-B14F-4D97-AF65-F5344CB8AC3E}">
        <p14:creationId xmlns:p14="http://schemas.microsoft.com/office/powerpoint/2010/main" val="1356449186"/>
      </p:ext>
    </p:extLst>
  </p:cSld>
  <p:clrMapOvr>
    <a:overrideClrMapping bg1="lt1" tx1="dk1" bg2="lt2" tx2="dk2" accent1="accent1" accent2="accent2" accent3="accent3" accent4="accent4" accent5="accent5" accent6="accent6" hlink="hlink" folHlink="folHlink"/>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Two Column Silde Gray">
    <p:bg>
      <p:bgRef idx="1001">
        <a:schemeClr val="bg1"/>
      </p:bgRef>
    </p:bg>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28EADA6C-4309-5F43-BB9C-F8E480357C5F}"/>
              </a:ext>
            </a:extLst>
          </p:cNvPr>
          <p:cNvSpPr/>
          <p:nvPr userDrawn="1"/>
        </p:nvSpPr>
        <p:spPr>
          <a:xfrm>
            <a:off x="0" y="0"/>
            <a:ext cx="4433105" cy="68580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ctrTitle"/>
          </p:nvPr>
        </p:nvSpPr>
        <p:spPr>
          <a:xfrm>
            <a:off x="457200" y="1485900"/>
            <a:ext cx="3679371" cy="4455656"/>
          </a:xfrm>
        </p:spPr>
        <p:txBody>
          <a:bodyPr anchor="t" anchorCtr="0">
            <a:noAutofit/>
          </a:bodyPr>
          <a:lstStyle>
            <a:lvl1pPr algn="l">
              <a:lnSpc>
                <a:spcPct val="80000"/>
              </a:lnSpc>
              <a:defRPr sz="4400">
                <a:solidFill>
                  <a:schemeClr val="bg1"/>
                </a:solidFill>
              </a:defRPr>
            </a:lvl1pPr>
          </a:lstStyle>
          <a:p>
            <a:r>
              <a:rPr lang="en-US"/>
              <a:t>Click to edit Master title style</a:t>
            </a:r>
          </a:p>
        </p:txBody>
      </p:sp>
      <p:pic>
        <p:nvPicPr>
          <p:cNvPr id="19" name="Picture 18">
            <a:extLst>
              <a:ext uri="{FF2B5EF4-FFF2-40B4-BE49-F238E27FC236}">
                <a16:creationId xmlns:a16="http://schemas.microsoft.com/office/drawing/2014/main" id="{ECC097AF-8898-DE4D-B869-55313A58DB81}"/>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0959193" y="6132957"/>
            <a:ext cx="990600" cy="635000"/>
          </a:xfrm>
          <a:prstGeom prst="rect">
            <a:avLst/>
          </a:prstGeom>
        </p:spPr>
      </p:pic>
      <p:sp>
        <p:nvSpPr>
          <p:cNvPr id="5" name="Text Placeholder 4">
            <a:extLst>
              <a:ext uri="{FF2B5EF4-FFF2-40B4-BE49-F238E27FC236}">
                <a16:creationId xmlns:a16="http://schemas.microsoft.com/office/drawing/2014/main" id="{6F2622D0-EB8A-9645-97E8-A571F63A1F37}"/>
              </a:ext>
            </a:extLst>
          </p:cNvPr>
          <p:cNvSpPr>
            <a:spLocks noGrp="1"/>
          </p:cNvSpPr>
          <p:nvPr>
            <p:ph type="body" sz="quarter" idx="13"/>
          </p:nvPr>
        </p:nvSpPr>
        <p:spPr>
          <a:xfrm>
            <a:off x="457200" y="457200"/>
            <a:ext cx="3679371" cy="421105"/>
          </a:xfrm>
        </p:spPr>
        <p:txBody>
          <a:bodyPr>
            <a:noAutofit/>
          </a:bodyPr>
          <a:lstStyle>
            <a:lvl1pPr marL="0" indent="0">
              <a:spcBef>
                <a:spcPts val="0"/>
              </a:spcBef>
              <a:buNone/>
              <a:defRPr sz="1400" b="1" i="0">
                <a:solidFill>
                  <a:schemeClr val="bg1"/>
                </a:solidFill>
                <a:latin typeface="Calibri" panose="020F0502020204030204" pitchFamily="34" charset="0"/>
                <a:cs typeface="Calibri" panose="020F0502020204030204" pitchFamily="34" charset="0"/>
              </a:defRPr>
            </a:lvl1pPr>
            <a:lvl2pPr marL="290513" indent="0">
              <a:buNone/>
              <a:defRPr/>
            </a:lvl2pPr>
            <a:lvl3pPr marL="582613" indent="0">
              <a:buNone/>
              <a:defRPr/>
            </a:lvl3pPr>
            <a:lvl4pPr marL="855663" indent="0">
              <a:buNone/>
              <a:defRPr/>
            </a:lvl4pPr>
            <a:lvl5pPr marL="1100138" indent="0">
              <a:buNone/>
              <a:defRPr/>
            </a:lvl5pPr>
          </a:lstStyle>
          <a:p>
            <a:pPr lvl="0"/>
            <a:r>
              <a:rPr lang="en-US"/>
              <a:t>Edit Master text styles</a:t>
            </a:r>
          </a:p>
        </p:txBody>
      </p:sp>
      <p:sp>
        <p:nvSpPr>
          <p:cNvPr id="10" name="Text Placeholder 10">
            <a:extLst>
              <a:ext uri="{FF2B5EF4-FFF2-40B4-BE49-F238E27FC236}">
                <a16:creationId xmlns:a16="http://schemas.microsoft.com/office/drawing/2014/main" id="{610404DB-54A2-CE45-953F-33A259AD37BC}"/>
              </a:ext>
            </a:extLst>
          </p:cNvPr>
          <p:cNvSpPr>
            <a:spLocks noGrp="1"/>
          </p:cNvSpPr>
          <p:nvPr>
            <p:ph type="body" sz="quarter" idx="14"/>
          </p:nvPr>
        </p:nvSpPr>
        <p:spPr>
          <a:xfrm>
            <a:off x="4804228" y="2111742"/>
            <a:ext cx="5075267" cy="3829814"/>
          </a:xfrm>
        </p:spPr>
        <p:txBody>
          <a:bodyPr>
            <a:noAutofit/>
          </a:bodyPr>
          <a:lstStyle>
            <a:lvl1pPr marL="230188" indent="-230188">
              <a:spcBef>
                <a:spcPts val="0"/>
              </a:spcBef>
              <a:spcAft>
                <a:spcPts val="400"/>
              </a:spcAft>
              <a:buFont typeface="System Font Regular"/>
              <a:buChar char="–"/>
              <a:tabLst/>
              <a:defRPr sz="1800">
                <a:latin typeface="+mj-lt"/>
              </a:defRPr>
            </a:lvl1pPr>
            <a:lvl2pPr marL="460375" indent="-223838">
              <a:spcBef>
                <a:spcPts val="0"/>
              </a:spcBef>
              <a:spcAft>
                <a:spcPts val="400"/>
              </a:spcAft>
              <a:tabLst/>
              <a:defRPr sz="1800">
                <a:solidFill>
                  <a:schemeClr val="accent3"/>
                </a:solidFill>
                <a:latin typeface="+mj-lt"/>
              </a:defRPr>
            </a:lvl2pPr>
            <a:lvl3pPr marL="690563" indent="-223838">
              <a:spcBef>
                <a:spcPts val="0"/>
              </a:spcBef>
              <a:spcAft>
                <a:spcPts val="400"/>
              </a:spcAft>
              <a:tabLst/>
              <a:defRPr sz="1500">
                <a:solidFill>
                  <a:schemeClr val="accent3"/>
                </a:solidFill>
                <a:latin typeface="+mj-lt"/>
              </a:defRPr>
            </a:lvl3pPr>
            <a:lvl4pPr marL="914400" indent="-230188">
              <a:spcBef>
                <a:spcPts val="0"/>
              </a:spcBef>
              <a:spcAft>
                <a:spcPts val="400"/>
              </a:spcAft>
              <a:tabLst/>
              <a:defRPr sz="1500">
                <a:solidFill>
                  <a:schemeClr val="accent3"/>
                </a:solidFill>
                <a:latin typeface="+mj-lt"/>
              </a:defRPr>
            </a:lvl4pPr>
            <a:lvl5pPr marL="1144588" indent="-211138">
              <a:spcBef>
                <a:spcPts val="0"/>
              </a:spcBef>
              <a:spcAft>
                <a:spcPts val="400"/>
              </a:spcAft>
              <a:tabLst/>
              <a:defRPr sz="1500">
                <a:solidFill>
                  <a:schemeClr val="accent3"/>
                </a:solidFill>
                <a:latin typeface="+mj-lt"/>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Text Placeholder 10">
            <a:extLst>
              <a:ext uri="{FF2B5EF4-FFF2-40B4-BE49-F238E27FC236}">
                <a16:creationId xmlns:a16="http://schemas.microsoft.com/office/drawing/2014/main" id="{66B11282-4214-3B44-B17C-9B2CB6A7899D}"/>
              </a:ext>
            </a:extLst>
          </p:cNvPr>
          <p:cNvSpPr>
            <a:spLocks noGrp="1"/>
          </p:cNvSpPr>
          <p:nvPr>
            <p:ph type="body" sz="quarter" idx="16" hasCustomPrompt="1"/>
          </p:nvPr>
        </p:nvSpPr>
        <p:spPr>
          <a:xfrm>
            <a:off x="4804229" y="1478697"/>
            <a:ext cx="5075266" cy="556846"/>
          </a:xfrm>
        </p:spPr>
        <p:txBody>
          <a:bodyPr>
            <a:noAutofit/>
          </a:bodyPr>
          <a:lstStyle>
            <a:lvl1pPr marL="0" indent="0">
              <a:buNone/>
              <a:defRPr sz="2000" b="1" i="0">
                <a:solidFill>
                  <a:schemeClr val="tx1"/>
                </a:solidFill>
                <a:latin typeface="Calibri" panose="020F0502020204030204" pitchFamily="34" charset="0"/>
                <a:cs typeface="Calibri" panose="020F0502020204030204" pitchFamily="34" charset="0"/>
              </a:defRPr>
            </a:lvl1pPr>
            <a:lvl2pPr marL="231775" indent="-231775">
              <a:tabLst/>
              <a:defRPr sz="1800"/>
            </a:lvl2pPr>
            <a:lvl3pPr marL="458788" indent="-227013">
              <a:tabLst/>
              <a:defRPr sz="1500"/>
            </a:lvl3pPr>
            <a:lvl4pPr marL="690563" indent="-231775">
              <a:tabLst/>
              <a:defRPr sz="1500"/>
            </a:lvl4pPr>
            <a:lvl5pPr marL="976313" indent="-212725">
              <a:tabLst/>
              <a:defRPr sz="1500"/>
            </a:lvl5pPr>
          </a:lstStyle>
          <a:p>
            <a:r>
              <a:rPr lang="en-US"/>
              <a:t>Click to edit Master subtitle style</a:t>
            </a:r>
          </a:p>
        </p:txBody>
      </p:sp>
      <p:sp>
        <p:nvSpPr>
          <p:cNvPr id="13" name="TextBox 12">
            <a:extLst>
              <a:ext uri="{FF2B5EF4-FFF2-40B4-BE49-F238E27FC236}">
                <a16:creationId xmlns:a16="http://schemas.microsoft.com/office/drawing/2014/main" id="{C55C2DA9-D9DA-4FFD-859C-C4DDC0FBD632}"/>
              </a:ext>
            </a:extLst>
          </p:cNvPr>
          <p:cNvSpPr txBox="1"/>
          <p:nvPr userDrawn="1"/>
        </p:nvSpPr>
        <p:spPr>
          <a:xfrm>
            <a:off x="8058098" y="6405091"/>
            <a:ext cx="2446699" cy="215444"/>
          </a:xfrm>
          <a:prstGeom prst="rect">
            <a:avLst/>
          </a:prstGeom>
          <a:noFill/>
        </p:spPr>
        <p:txBody>
          <a:bodyPr wrap="square">
            <a:spAutoFit/>
          </a:body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Calibri" panose="020F0502020204030204"/>
                <a:ea typeface="+mn-ea"/>
                <a:cs typeface="+mn-cs"/>
              </a:rPr>
              <a:t>©2021 ExlService Holdings, Inc. All rights reserved.</a:t>
            </a:r>
          </a:p>
        </p:txBody>
      </p:sp>
      <p:sp>
        <p:nvSpPr>
          <p:cNvPr id="14" name="TextBox 13">
            <a:extLst>
              <a:ext uri="{FF2B5EF4-FFF2-40B4-BE49-F238E27FC236}">
                <a16:creationId xmlns:a16="http://schemas.microsoft.com/office/drawing/2014/main" id="{4D520528-866D-46A9-9D9E-926FBC830AD3}"/>
              </a:ext>
            </a:extLst>
          </p:cNvPr>
          <p:cNvSpPr txBox="1"/>
          <p:nvPr userDrawn="1"/>
        </p:nvSpPr>
        <p:spPr>
          <a:xfrm>
            <a:off x="10388823" y="6412461"/>
            <a:ext cx="579422" cy="215444"/>
          </a:xfrm>
          <a:prstGeom prst="rect">
            <a:avLst/>
          </a:prstGeom>
          <a:noFill/>
        </p:spPr>
        <p:txBody>
          <a:bodyPr wrap="square" rtlCol="0">
            <a:spAutoFit/>
          </a:bodyPr>
          <a:lstStyle/>
          <a:p>
            <a:fld id="{85EF08C3-6068-49A5-A83C-FDA0DDA2EDAF}" type="slidenum">
              <a:rPr lang="en-US" sz="800" smtClean="0">
                <a:solidFill>
                  <a:schemeClr val="tx2"/>
                </a:solidFill>
              </a:rPr>
              <a:t>‹#›</a:t>
            </a:fld>
            <a:endParaRPr lang="en-US" sz="800">
              <a:solidFill>
                <a:schemeClr val="tx2"/>
              </a:solidFill>
            </a:endParaRPr>
          </a:p>
        </p:txBody>
      </p:sp>
    </p:spTree>
    <p:extLst>
      <p:ext uri="{BB962C8B-B14F-4D97-AF65-F5344CB8AC3E}">
        <p14:creationId xmlns:p14="http://schemas.microsoft.com/office/powerpoint/2010/main" val="3417280646"/>
      </p:ext>
    </p:extLst>
  </p:cSld>
  <p:clrMapOvr>
    <a:overrideClrMapping bg1="lt1" tx1="dk1" bg2="lt2" tx2="dk2" accent1="accent1" accent2="accent2" accent3="accent3" accent4="accent4" accent5="accent5" accent6="accent6" hlink="hlink" folHlink="folHlink"/>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Two Column Subhead Silde Black">
    <p:bg>
      <p:bgRef idx="1001">
        <a:schemeClr val="bg1"/>
      </p:bgRef>
    </p:bg>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28EADA6C-4309-5F43-BB9C-F8E480357C5F}"/>
              </a:ext>
            </a:extLst>
          </p:cNvPr>
          <p:cNvSpPr/>
          <p:nvPr userDrawn="1"/>
        </p:nvSpPr>
        <p:spPr>
          <a:xfrm>
            <a:off x="0" y="0"/>
            <a:ext cx="4433105"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ctrTitle"/>
          </p:nvPr>
        </p:nvSpPr>
        <p:spPr>
          <a:xfrm>
            <a:off x="457200" y="1485900"/>
            <a:ext cx="3679371" cy="4455656"/>
          </a:xfrm>
        </p:spPr>
        <p:txBody>
          <a:bodyPr anchor="t" anchorCtr="0">
            <a:noAutofit/>
          </a:bodyPr>
          <a:lstStyle>
            <a:lvl1pPr algn="l">
              <a:lnSpc>
                <a:spcPct val="80000"/>
              </a:lnSpc>
              <a:defRPr sz="4400">
                <a:solidFill>
                  <a:schemeClr val="bg1"/>
                </a:solidFill>
              </a:defRPr>
            </a:lvl1pPr>
          </a:lstStyle>
          <a:p>
            <a:r>
              <a:rPr lang="en-US"/>
              <a:t>Click to edit Master title style</a:t>
            </a:r>
          </a:p>
        </p:txBody>
      </p:sp>
      <p:pic>
        <p:nvPicPr>
          <p:cNvPr id="19" name="Picture 18">
            <a:extLst>
              <a:ext uri="{FF2B5EF4-FFF2-40B4-BE49-F238E27FC236}">
                <a16:creationId xmlns:a16="http://schemas.microsoft.com/office/drawing/2014/main" id="{ECC097AF-8898-DE4D-B869-55313A58DB81}"/>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0959193" y="6132957"/>
            <a:ext cx="990600" cy="635000"/>
          </a:xfrm>
          <a:prstGeom prst="rect">
            <a:avLst/>
          </a:prstGeom>
        </p:spPr>
      </p:pic>
      <p:sp>
        <p:nvSpPr>
          <p:cNvPr id="5" name="Text Placeholder 4">
            <a:extLst>
              <a:ext uri="{FF2B5EF4-FFF2-40B4-BE49-F238E27FC236}">
                <a16:creationId xmlns:a16="http://schemas.microsoft.com/office/drawing/2014/main" id="{6F2622D0-EB8A-9645-97E8-A571F63A1F37}"/>
              </a:ext>
            </a:extLst>
          </p:cNvPr>
          <p:cNvSpPr>
            <a:spLocks noGrp="1"/>
          </p:cNvSpPr>
          <p:nvPr>
            <p:ph type="body" sz="quarter" idx="13"/>
          </p:nvPr>
        </p:nvSpPr>
        <p:spPr>
          <a:xfrm>
            <a:off x="457200" y="457200"/>
            <a:ext cx="3679371" cy="421105"/>
          </a:xfrm>
        </p:spPr>
        <p:txBody>
          <a:bodyPr>
            <a:noAutofit/>
          </a:bodyPr>
          <a:lstStyle>
            <a:lvl1pPr marL="0" indent="0">
              <a:spcBef>
                <a:spcPts val="0"/>
              </a:spcBef>
              <a:buNone/>
              <a:defRPr sz="1400" b="1" i="0">
                <a:solidFill>
                  <a:schemeClr val="bg1"/>
                </a:solidFill>
                <a:latin typeface="Calibri" panose="020F0502020204030204" pitchFamily="34" charset="0"/>
                <a:cs typeface="Calibri" panose="020F0502020204030204" pitchFamily="34" charset="0"/>
              </a:defRPr>
            </a:lvl1pPr>
            <a:lvl2pPr marL="290513" indent="0">
              <a:buNone/>
              <a:defRPr/>
            </a:lvl2pPr>
            <a:lvl3pPr marL="582613" indent="0">
              <a:buNone/>
              <a:defRPr/>
            </a:lvl3pPr>
            <a:lvl4pPr marL="855663" indent="0">
              <a:buNone/>
              <a:defRPr/>
            </a:lvl4pPr>
            <a:lvl5pPr marL="1100138" indent="0">
              <a:buNone/>
              <a:defRPr/>
            </a:lvl5pPr>
          </a:lstStyle>
          <a:p>
            <a:pPr lvl="0"/>
            <a:r>
              <a:rPr lang="en-US"/>
              <a:t>Edit Master text styles</a:t>
            </a:r>
          </a:p>
        </p:txBody>
      </p:sp>
      <p:sp>
        <p:nvSpPr>
          <p:cNvPr id="10" name="Text Placeholder 10">
            <a:extLst>
              <a:ext uri="{FF2B5EF4-FFF2-40B4-BE49-F238E27FC236}">
                <a16:creationId xmlns:a16="http://schemas.microsoft.com/office/drawing/2014/main" id="{E2DB3808-ED75-B640-8FA2-DE1A46107966}"/>
              </a:ext>
            </a:extLst>
          </p:cNvPr>
          <p:cNvSpPr>
            <a:spLocks noGrp="1"/>
          </p:cNvSpPr>
          <p:nvPr>
            <p:ph type="body" sz="quarter" idx="14"/>
          </p:nvPr>
        </p:nvSpPr>
        <p:spPr>
          <a:xfrm>
            <a:off x="4804228" y="2111742"/>
            <a:ext cx="5075267" cy="3829814"/>
          </a:xfrm>
        </p:spPr>
        <p:txBody>
          <a:bodyPr>
            <a:noAutofit/>
          </a:bodyPr>
          <a:lstStyle>
            <a:lvl1pPr marL="230188" indent="-230188">
              <a:spcBef>
                <a:spcPts val="0"/>
              </a:spcBef>
              <a:spcAft>
                <a:spcPts val="400"/>
              </a:spcAft>
              <a:buFont typeface="System Font Regular"/>
              <a:buChar char="–"/>
              <a:tabLst/>
              <a:defRPr sz="1800">
                <a:latin typeface="+mj-lt"/>
              </a:defRPr>
            </a:lvl1pPr>
            <a:lvl2pPr marL="460375" indent="-223838">
              <a:spcBef>
                <a:spcPts val="0"/>
              </a:spcBef>
              <a:spcAft>
                <a:spcPts val="400"/>
              </a:spcAft>
              <a:tabLst/>
              <a:defRPr sz="1800">
                <a:solidFill>
                  <a:schemeClr val="accent3"/>
                </a:solidFill>
                <a:latin typeface="+mj-lt"/>
              </a:defRPr>
            </a:lvl2pPr>
            <a:lvl3pPr marL="690563" indent="-223838">
              <a:spcBef>
                <a:spcPts val="0"/>
              </a:spcBef>
              <a:spcAft>
                <a:spcPts val="400"/>
              </a:spcAft>
              <a:tabLst/>
              <a:defRPr sz="1500">
                <a:solidFill>
                  <a:schemeClr val="accent3"/>
                </a:solidFill>
                <a:latin typeface="+mj-lt"/>
              </a:defRPr>
            </a:lvl3pPr>
            <a:lvl4pPr marL="914400" indent="-230188">
              <a:spcBef>
                <a:spcPts val="0"/>
              </a:spcBef>
              <a:spcAft>
                <a:spcPts val="400"/>
              </a:spcAft>
              <a:tabLst/>
              <a:defRPr sz="1500">
                <a:solidFill>
                  <a:schemeClr val="accent3"/>
                </a:solidFill>
                <a:latin typeface="+mj-lt"/>
              </a:defRPr>
            </a:lvl4pPr>
            <a:lvl5pPr marL="1144588" indent="-211138">
              <a:spcBef>
                <a:spcPts val="0"/>
              </a:spcBef>
              <a:spcAft>
                <a:spcPts val="400"/>
              </a:spcAft>
              <a:tabLst/>
              <a:defRPr sz="1500">
                <a:solidFill>
                  <a:schemeClr val="accent3"/>
                </a:solidFill>
                <a:latin typeface="+mj-lt"/>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Text Placeholder 10">
            <a:extLst>
              <a:ext uri="{FF2B5EF4-FFF2-40B4-BE49-F238E27FC236}">
                <a16:creationId xmlns:a16="http://schemas.microsoft.com/office/drawing/2014/main" id="{02D463CD-9D09-C54A-A67B-EFECE519AD9D}"/>
              </a:ext>
            </a:extLst>
          </p:cNvPr>
          <p:cNvSpPr>
            <a:spLocks noGrp="1"/>
          </p:cNvSpPr>
          <p:nvPr>
            <p:ph type="body" sz="quarter" idx="16" hasCustomPrompt="1"/>
          </p:nvPr>
        </p:nvSpPr>
        <p:spPr>
          <a:xfrm>
            <a:off x="4804229" y="1478697"/>
            <a:ext cx="5075266" cy="556846"/>
          </a:xfrm>
        </p:spPr>
        <p:txBody>
          <a:bodyPr>
            <a:noAutofit/>
          </a:bodyPr>
          <a:lstStyle>
            <a:lvl1pPr marL="0" indent="0">
              <a:buNone/>
              <a:defRPr sz="2000" b="1" i="0">
                <a:solidFill>
                  <a:schemeClr val="tx1"/>
                </a:solidFill>
                <a:latin typeface="Calibri" panose="020F0502020204030204" pitchFamily="34" charset="0"/>
                <a:cs typeface="Calibri" panose="020F0502020204030204" pitchFamily="34" charset="0"/>
              </a:defRPr>
            </a:lvl1pPr>
            <a:lvl2pPr marL="231775" indent="-231775">
              <a:tabLst/>
              <a:defRPr sz="1800"/>
            </a:lvl2pPr>
            <a:lvl3pPr marL="458788" indent="-227013">
              <a:tabLst/>
              <a:defRPr sz="1500"/>
            </a:lvl3pPr>
            <a:lvl4pPr marL="690563" indent="-231775">
              <a:tabLst/>
              <a:defRPr sz="1500"/>
            </a:lvl4pPr>
            <a:lvl5pPr marL="976313" indent="-212725">
              <a:tabLst/>
              <a:defRPr sz="1500"/>
            </a:lvl5pPr>
          </a:lstStyle>
          <a:p>
            <a:r>
              <a:rPr lang="en-US"/>
              <a:t>Click to edit Master subtitle style</a:t>
            </a:r>
          </a:p>
        </p:txBody>
      </p:sp>
      <p:sp>
        <p:nvSpPr>
          <p:cNvPr id="13" name="TextBox 12">
            <a:extLst>
              <a:ext uri="{FF2B5EF4-FFF2-40B4-BE49-F238E27FC236}">
                <a16:creationId xmlns:a16="http://schemas.microsoft.com/office/drawing/2014/main" id="{DFF13E80-427D-4B31-99DC-54B04D87F560}"/>
              </a:ext>
            </a:extLst>
          </p:cNvPr>
          <p:cNvSpPr txBox="1"/>
          <p:nvPr userDrawn="1"/>
        </p:nvSpPr>
        <p:spPr>
          <a:xfrm>
            <a:off x="8058098" y="6405091"/>
            <a:ext cx="2446699" cy="215444"/>
          </a:xfrm>
          <a:prstGeom prst="rect">
            <a:avLst/>
          </a:prstGeom>
          <a:noFill/>
        </p:spPr>
        <p:txBody>
          <a:bodyPr wrap="square">
            <a:spAutoFit/>
          </a:body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Calibri" panose="020F0502020204030204"/>
                <a:ea typeface="+mn-ea"/>
                <a:cs typeface="+mn-cs"/>
              </a:rPr>
              <a:t>©2021 ExlService Holdings, Inc. All rights reserved.</a:t>
            </a:r>
          </a:p>
        </p:txBody>
      </p:sp>
      <p:sp>
        <p:nvSpPr>
          <p:cNvPr id="14" name="TextBox 13">
            <a:extLst>
              <a:ext uri="{FF2B5EF4-FFF2-40B4-BE49-F238E27FC236}">
                <a16:creationId xmlns:a16="http://schemas.microsoft.com/office/drawing/2014/main" id="{81070FD2-3D71-4DD5-9751-4CEB7E991C14}"/>
              </a:ext>
            </a:extLst>
          </p:cNvPr>
          <p:cNvSpPr txBox="1"/>
          <p:nvPr userDrawn="1"/>
        </p:nvSpPr>
        <p:spPr>
          <a:xfrm>
            <a:off x="10388823" y="6412461"/>
            <a:ext cx="579422" cy="215444"/>
          </a:xfrm>
          <a:prstGeom prst="rect">
            <a:avLst/>
          </a:prstGeom>
          <a:noFill/>
        </p:spPr>
        <p:txBody>
          <a:bodyPr wrap="square" rtlCol="0">
            <a:spAutoFit/>
          </a:bodyPr>
          <a:lstStyle/>
          <a:p>
            <a:fld id="{85EF08C3-6068-49A5-A83C-FDA0DDA2EDAF}" type="slidenum">
              <a:rPr lang="en-US" sz="800" smtClean="0">
                <a:solidFill>
                  <a:schemeClr val="tx2"/>
                </a:solidFill>
              </a:rPr>
              <a:t>‹#›</a:t>
            </a:fld>
            <a:endParaRPr lang="en-US" sz="800">
              <a:solidFill>
                <a:schemeClr val="tx2"/>
              </a:solidFill>
            </a:endParaRPr>
          </a:p>
        </p:txBody>
      </p:sp>
    </p:spTree>
    <p:extLst>
      <p:ext uri="{BB962C8B-B14F-4D97-AF65-F5344CB8AC3E}">
        <p14:creationId xmlns:p14="http://schemas.microsoft.com/office/powerpoint/2010/main" val="2155387592"/>
      </p:ext>
    </p:extLst>
  </p:cSld>
  <p:clrMapOvr>
    <a:overrideClrMapping bg1="lt1" tx1="dk1" bg2="lt2" tx2="dk2" accent1="accent1" accent2="accent2" accent3="accent3" accent4="accent4" accent5="accent5" accent6="accent6" hlink="hlink" folHlink="folHlink"/>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Two Column Silde Black">
    <p:bg>
      <p:bgRef idx="1001">
        <a:schemeClr val="bg1"/>
      </p:bgRef>
    </p:bg>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28EADA6C-4309-5F43-BB9C-F8E480357C5F}"/>
              </a:ext>
            </a:extLst>
          </p:cNvPr>
          <p:cNvSpPr/>
          <p:nvPr userDrawn="1"/>
        </p:nvSpPr>
        <p:spPr>
          <a:xfrm>
            <a:off x="0" y="0"/>
            <a:ext cx="4433105"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ctrTitle"/>
          </p:nvPr>
        </p:nvSpPr>
        <p:spPr>
          <a:xfrm>
            <a:off x="457200" y="1485900"/>
            <a:ext cx="3679371" cy="4455656"/>
          </a:xfrm>
        </p:spPr>
        <p:txBody>
          <a:bodyPr anchor="t" anchorCtr="0">
            <a:noAutofit/>
          </a:bodyPr>
          <a:lstStyle>
            <a:lvl1pPr algn="l">
              <a:lnSpc>
                <a:spcPct val="80000"/>
              </a:lnSpc>
              <a:defRPr sz="4400">
                <a:solidFill>
                  <a:schemeClr val="bg1"/>
                </a:solidFill>
              </a:defRPr>
            </a:lvl1pPr>
          </a:lstStyle>
          <a:p>
            <a:r>
              <a:rPr lang="en-US"/>
              <a:t>Click to edit Master title style</a:t>
            </a:r>
          </a:p>
        </p:txBody>
      </p:sp>
      <p:pic>
        <p:nvPicPr>
          <p:cNvPr id="19" name="Picture 18">
            <a:extLst>
              <a:ext uri="{FF2B5EF4-FFF2-40B4-BE49-F238E27FC236}">
                <a16:creationId xmlns:a16="http://schemas.microsoft.com/office/drawing/2014/main" id="{ECC097AF-8898-DE4D-B869-55313A58DB81}"/>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0959193" y="6132957"/>
            <a:ext cx="990600" cy="635000"/>
          </a:xfrm>
          <a:prstGeom prst="rect">
            <a:avLst/>
          </a:prstGeom>
        </p:spPr>
      </p:pic>
      <p:sp>
        <p:nvSpPr>
          <p:cNvPr id="5" name="Text Placeholder 4">
            <a:extLst>
              <a:ext uri="{FF2B5EF4-FFF2-40B4-BE49-F238E27FC236}">
                <a16:creationId xmlns:a16="http://schemas.microsoft.com/office/drawing/2014/main" id="{6F2622D0-EB8A-9645-97E8-A571F63A1F37}"/>
              </a:ext>
            </a:extLst>
          </p:cNvPr>
          <p:cNvSpPr>
            <a:spLocks noGrp="1"/>
          </p:cNvSpPr>
          <p:nvPr>
            <p:ph type="body" sz="quarter" idx="13"/>
          </p:nvPr>
        </p:nvSpPr>
        <p:spPr>
          <a:xfrm>
            <a:off x="457200" y="457200"/>
            <a:ext cx="3679371" cy="421105"/>
          </a:xfrm>
        </p:spPr>
        <p:txBody>
          <a:bodyPr>
            <a:noAutofit/>
          </a:bodyPr>
          <a:lstStyle>
            <a:lvl1pPr marL="0" indent="0">
              <a:spcBef>
                <a:spcPts val="0"/>
              </a:spcBef>
              <a:buNone/>
              <a:defRPr sz="1400" b="1" i="0">
                <a:solidFill>
                  <a:schemeClr val="bg1"/>
                </a:solidFill>
                <a:latin typeface="Calibri" panose="020F0502020204030204" pitchFamily="34" charset="0"/>
                <a:cs typeface="Calibri" panose="020F0502020204030204" pitchFamily="34" charset="0"/>
              </a:defRPr>
            </a:lvl1pPr>
            <a:lvl2pPr marL="290513" indent="0">
              <a:buNone/>
              <a:defRPr/>
            </a:lvl2pPr>
            <a:lvl3pPr marL="582613" indent="0">
              <a:buNone/>
              <a:defRPr/>
            </a:lvl3pPr>
            <a:lvl4pPr marL="855663" indent="0">
              <a:buNone/>
              <a:defRPr/>
            </a:lvl4pPr>
            <a:lvl5pPr marL="1100138" indent="0">
              <a:buNone/>
              <a:defRPr/>
            </a:lvl5pPr>
          </a:lstStyle>
          <a:p>
            <a:pPr lvl="0"/>
            <a:r>
              <a:rPr lang="en-US"/>
              <a:t>Edit Master text styles</a:t>
            </a:r>
          </a:p>
        </p:txBody>
      </p:sp>
      <p:sp>
        <p:nvSpPr>
          <p:cNvPr id="10" name="Text Placeholder 10">
            <a:extLst>
              <a:ext uri="{FF2B5EF4-FFF2-40B4-BE49-F238E27FC236}">
                <a16:creationId xmlns:a16="http://schemas.microsoft.com/office/drawing/2014/main" id="{E2DB3808-ED75-B640-8FA2-DE1A46107966}"/>
              </a:ext>
            </a:extLst>
          </p:cNvPr>
          <p:cNvSpPr>
            <a:spLocks noGrp="1"/>
          </p:cNvSpPr>
          <p:nvPr>
            <p:ph type="body" sz="quarter" idx="14"/>
          </p:nvPr>
        </p:nvSpPr>
        <p:spPr>
          <a:xfrm>
            <a:off x="4804228" y="2815032"/>
            <a:ext cx="4433105" cy="3126524"/>
          </a:xfrm>
        </p:spPr>
        <p:txBody>
          <a:bodyPr>
            <a:noAutofit/>
          </a:bodyPr>
          <a:lstStyle>
            <a:lvl1pPr marL="230188" indent="-230188">
              <a:spcBef>
                <a:spcPts val="0"/>
              </a:spcBef>
              <a:spcAft>
                <a:spcPts val="400"/>
              </a:spcAft>
              <a:buFont typeface="System Font Regular"/>
              <a:buChar char="–"/>
              <a:tabLst/>
              <a:defRPr sz="1800">
                <a:latin typeface="+mj-lt"/>
              </a:defRPr>
            </a:lvl1pPr>
            <a:lvl2pPr marL="460375" indent="-223838">
              <a:spcBef>
                <a:spcPts val="0"/>
              </a:spcBef>
              <a:spcAft>
                <a:spcPts val="400"/>
              </a:spcAft>
              <a:tabLst/>
              <a:defRPr sz="1800">
                <a:solidFill>
                  <a:schemeClr val="accent3"/>
                </a:solidFill>
                <a:latin typeface="+mj-lt"/>
              </a:defRPr>
            </a:lvl2pPr>
            <a:lvl3pPr marL="690563" indent="-223838">
              <a:spcBef>
                <a:spcPts val="0"/>
              </a:spcBef>
              <a:spcAft>
                <a:spcPts val="400"/>
              </a:spcAft>
              <a:tabLst/>
              <a:defRPr sz="1500">
                <a:solidFill>
                  <a:schemeClr val="accent3"/>
                </a:solidFill>
                <a:latin typeface="+mj-lt"/>
              </a:defRPr>
            </a:lvl3pPr>
            <a:lvl4pPr marL="914400" indent="-230188">
              <a:spcBef>
                <a:spcPts val="0"/>
              </a:spcBef>
              <a:spcAft>
                <a:spcPts val="400"/>
              </a:spcAft>
              <a:tabLst/>
              <a:defRPr sz="1500">
                <a:solidFill>
                  <a:schemeClr val="accent3"/>
                </a:solidFill>
                <a:latin typeface="+mj-lt"/>
              </a:defRPr>
            </a:lvl4pPr>
            <a:lvl5pPr marL="1144588" indent="-211138">
              <a:spcBef>
                <a:spcPts val="0"/>
              </a:spcBef>
              <a:spcAft>
                <a:spcPts val="400"/>
              </a:spcAft>
              <a:tabLst/>
              <a:defRPr sz="1500">
                <a:solidFill>
                  <a:schemeClr val="accent3"/>
                </a:solidFill>
                <a:latin typeface="+mj-lt"/>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TextBox 10">
            <a:extLst>
              <a:ext uri="{FF2B5EF4-FFF2-40B4-BE49-F238E27FC236}">
                <a16:creationId xmlns:a16="http://schemas.microsoft.com/office/drawing/2014/main" id="{C0AD505D-C088-41B3-B662-DFCF4530F687}"/>
              </a:ext>
            </a:extLst>
          </p:cNvPr>
          <p:cNvSpPr txBox="1"/>
          <p:nvPr userDrawn="1"/>
        </p:nvSpPr>
        <p:spPr>
          <a:xfrm>
            <a:off x="8058098" y="6405091"/>
            <a:ext cx="2446699" cy="215444"/>
          </a:xfrm>
          <a:prstGeom prst="rect">
            <a:avLst/>
          </a:prstGeom>
          <a:noFill/>
        </p:spPr>
        <p:txBody>
          <a:bodyPr wrap="square">
            <a:spAutoFit/>
          </a:body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Calibri" panose="020F0502020204030204"/>
                <a:ea typeface="+mn-ea"/>
                <a:cs typeface="+mn-cs"/>
              </a:rPr>
              <a:t>©2021 ExlService Holdings, Inc. All rights reserved.</a:t>
            </a:r>
          </a:p>
        </p:txBody>
      </p:sp>
      <p:sp>
        <p:nvSpPr>
          <p:cNvPr id="13" name="TextBox 12">
            <a:extLst>
              <a:ext uri="{FF2B5EF4-FFF2-40B4-BE49-F238E27FC236}">
                <a16:creationId xmlns:a16="http://schemas.microsoft.com/office/drawing/2014/main" id="{3A3BA7D2-5A0E-4850-9FAF-97C28889879F}"/>
              </a:ext>
            </a:extLst>
          </p:cNvPr>
          <p:cNvSpPr txBox="1"/>
          <p:nvPr userDrawn="1"/>
        </p:nvSpPr>
        <p:spPr>
          <a:xfrm>
            <a:off x="10388823" y="6412461"/>
            <a:ext cx="579422" cy="215444"/>
          </a:xfrm>
          <a:prstGeom prst="rect">
            <a:avLst/>
          </a:prstGeom>
          <a:noFill/>
        </p:spPr>
        <p:txBody>
          <a:bodyPr wrap="square" rtlCol="0">
            <a:spAutoFit/>
          </a:bodyPr>
          <a:lstStyle/>
          <a:p>
            <a:fld id="{85EF08C3-6068-49A5-A83C-FDA0DDA2EDAF}" type="slidenum">
              <a:rPr lang="en-US" sz="800" smtClean="0">
                <a:solidFill>
                  <a:schemeClr val="tx2"/>
                </a:solidFill>
              </a:rPr>
              <a:t>‹#›</a:t>
            </a:fld>
            <a:endParaRPr lang="en-US" sz="800">
              <a:solidFill>
                <a:schemeClr val="tx2"/>
              </a:solidFill>
            </a:endParaRPr>
          </a:p>
        </p:txBody>
      </p:sp>
    </p:spTree>
    <p:extLst>
      <p:ext uri="{BB962C8B-B14F-4D97-AF65-F5344CB8AC3E}">
        <p14:creationId xmlns:p14="http://schemas.microsoft.com/office/powerpoint/2010/main" val="3106559502"/>
      </p:ext>
    </p:extLst>
  </p:cSld>
  <p:clrMapOvr>
    <a:overrideClrMapping bg1="lt1" tx1="dk1" bg2="lt2" tx2="dk2" accent1="accent1" accent2="accent2" accent3="accent3" accent4="accent4" accent5="accent5" accent6="accent6" hlink="hlink" folHlink="folHlink"/>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One Column Silde Orange Picture">
    <p:bg>
      <p:bgRef idx="1001">
        <a:schemeClr val="bg1"/>
      </p:bgRef>
    </p:bg>
    <p:spTree>
      <p:nvGrpSpPr>
        <p:cNvPr id="1" name=""/>
        <p:cNvGrpSpPr/>
        <p:nvPr/>
      </p:nvGrpSpPr>
      <p:grpSpPr>
        <a:xfrm>
          <a:off x="0" y="0"/>
          <a:ext cx="0" cy="0"/>
          <a:chOff x="0" y="0"/>
          <a:chExt cx="0" cy="0"/>
        </a:xfrm>
      </p:grpSpPr>
      <p:sp>
        <p:nvSpPr>
          <p:cNvPr id="4" name="Picture Placeholder 3">
            <a:extLst>
              <a:ext uri="{FF2B5EF4-FFF2-40B4-BE49-F238E27FC236}">
                <a16:creationId xmlns:a16="http://schemas.microsoft.com/office/drawing/2014/main" id="{B3B1206E-A64A-F045-95E1-24068C9F08E7}"/>
              </a:ext>
            </a:extLst>
          </p:cNvPr>
          <p:cNvSpPr>
            <a:spLocks noGrp="1"/>
          </p:cNvSpPr>
          <p:nvPr>
            <p:ph type="pic" sz="quarter" idx="15" hasCustomPrompt="1"/>
          </p:nvPr>
        </p:nvSpPr>
        <p:spPr>
          <a:xfrm>
            <a:off x="4433888" y="0"/>
            <a:ext cx="7758112" cy="6858000"/>
          </a:xfrm>
          <a:solidFill>
            <a:schemeClr val="accent6"/>
          </a:solidFill>
        </p:spPr>
        <p:txBody>
          <a:bodyPr anchor="ctr" anchorCtr="0"/>
          <a:lstStyle>
            <a:lvl1pPr marL="0" indent="0" algn="ctr">
              <a:buNone/>
              <a:defRPr/>
            </a:lvl1pPr>
          </a:lstStyle>
          <a:p>
            <a:r>
              <a:rPr lang="en-US"/>
              <a:t>Insert Picture</a:t>
            </a:r>
          </a:p>
        </p:txBody>
      </p:sp>
      <p:sp>
        <p:nvSpPr>
          <p:cNvPr id="10" name="Rectangle 9">
            <a:extLst>
              <a:ext uri="{FF2B5EF4-FFF2-40B4-BE49-F238E27FC236}">
                <a16:creationId xmlns:a16="http://schemas.microsoft.com/office/drawing/2014/main" id="{F3400FEE-AF2A-4A4C-A689-68AC86084282}"/>
              </a:ext>
            </a:extLst>
          </p:cNvPr>
          <p:cNvSpPr/>
          <p:nvPr userDrawn="1"/>
        </p:nvSpPr>
        <p:spPr>
          <a:xfrm>
            <a:off x="-1" y="0"/>
            <a:ext cx="4433105"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ctrTitle"/>
          </p:nvPr>
        </p:nvSpPr>
        <p:spPr>
          <a:xfrm>
            <a:off x="457200" y="1485900"/>
            <a:ext cx="3679371" cy="1649186"/>
          </a:xfrm>
        </p:spPr>
        <p:txBody>
          <a:bodyPr anchor="t" anchorCtr="0">
            <a:noAutofit/>
          </a:bodyPr>
          <a:lstStyle>
            <a:lvl1pPr algn="l">
              <a:lnSpc>
                <a:spcPct val="80000"/>
              </a:lnSpc>
              <a:defRPr sz="4400">
                <a:solidFill>
                  <a:schemeClr val="bg1"/>
                </a:solidFill>
              </a:defRPr>
            </a:lvl1pPr>
          </a:lstStyle>
          <a:p>
            <a:r>
              <a:rPr lang="en-US"/>
              <a:t>Click to edit Master title style</a:t>
            </a:r>
          </a:p>
        </p:txBody>
      </p:sp>
      <p:sp>
        <p:nvSpPr>
          <p:cNvPr id="5" name="Text Placeholder 4">
            <a:extLst>
              <a:ext uri="{FF2B5EF4-FFF2-40B4-BE49-F238E27FC236}">
                <a16:creationId xmlns:a16="http://schemas.microsoft.com/office/drawing/2014/main" id="{6F2622D0-EB8A-9645-97E8-A571F63A1F37}"/>
              </a:ext>
            </a:extLst>
          </p:cNvPr>
          <p:cNvSpPr>
            <a:spLocks noGrp="1"/>
          </p:cNvSpPr>
          <p:nvPr>
            <p:ph type="body" sz="quarter" idx="13"/>
          </p:nvPr>
        </p:nvSpPr>
        <p:spPr>
          <a:xfrm>
            <a:off x="457200" y="457200"/>
            <a:ext cx="3679371" cy="421105"/>
          </a:xfrm>
        </p:spPr>
        <p:txBody>
          <a:bodyPr>
            <a:noAutofit/>
          </a:bodyPr>
          <a:lstStyle>
            <a:lvl1pPr marL="0" indent="0">
              <a:spcBef>
                <a:spcPts val="0"/>
              </a:spcBef>
              <a:buNone/>
              <a:defRPr sz="1400" b="1" i="0">
                <a:solidFill>
                  <a:schemeClr val="bg1"/>
                </a:solidFill>
                <a:latin typeface="Calibri" panose="020F0502020204030204" pitchFamily="34" charset="0"/>
                <a:cs typeface="Calibri" panose="020F0502020204030204" pitchFamily="34" charset="0"/>
              </a:defRPr>
            </a:lvl1pPr>
            <a:lvl2pPr marL="290513" indent="0">
              <a:buNone/>
              <a:defRPr/>
            </a:lvl2pPr>
            <a:lvl3pPr marL="582613" indent="0">
              <a:buNone/>
              <a:defRPr/>
            </a:lvl3pPr>
            <a:lvl4pPr marL="855663" indent="0">
              <a:buNone/>
              <a:defRPr/>
            </a:lvl4pPr>
            <a:lvl5pPr marL="1100138" indent="0">
              <a:buNone/>
              <a:defRPr/>
            </a:lvl5pPr>
          </a:lstStyle>
          <a:p>
            <a:pPr lvl="0"/>
            <a:r>
              <a:rPr lang="en-US"/>
              <a:t>Edit Master text styles</a:t>
            </a:r>
          </a:p>
        </p:txBody>
      </p:sp>
      <p:sp>
        <p:nvSpPr>
          <p:cNvPr id="6" name="Text Placeholder 5">
            <a:extLst>
              <a:ext uri="{FF2B5EF4-FFF2-40B4-BE49-F238E27FC236}">
                <a16:creationId xmlns:a16="http://schemas.microsoft.com/office/drawing/2014/main" id="{06621137-81BE-E247-928E-32116562395A}"/>
              </a:ext>
            </a:extLst>
          </p:cNvPr>
          <p:cNvSpPr>
            <a:spLocks noGrp="1"/>
          </p:cNvSpPr>
          <p:nvPr>
            <p:ph type="body" sz="quarter" idx="14"/>
          </p:nvPr>
        </p:nvSpPr>
        <p:spPr>
          <a:xfrm>
            <a:off x="457200" y="3234979"/>
            <a:ext cx="3679825" cy="3159220"/>
          </a:xfrm>
        </p:spPr>
        <p:txBody>
          <a:bodyPr/>
          <a:lstStyle>
            <a:lvl1pPr marL="0" indent="0">
              <a:spcBef>
                <a:spcPts val="0"/>
              </a:spcBef>
              <a:spcAft>
                <a:spcPts val="400"/>
              </a:spcAft>
              <a:buNone/>
              <a:defRPr sz="1800">
                <a:solidFill>
                  <a:schemeClr val="bg1"/>
                </a:solidFill>
                <a:latin typeface="+mj-lt"/>
              </a:defRPr>
            </a:lvl1pPr>
            <a:lvl2pPr marL="228600" indent="-222250">
              <a:spcBef>
                <a:spcPts val="0"/>
              </a:spcBef>
              <a:spcAft>
                <a:spcPts val="400"/>
              </a:spcAft>
              <a:tabLst/>
              <a:defRPr sz="1800">
                <a:solidFill>
                  <a:schemeClr val="bg1"/>
                </a:solidFill>
                <a:latin typeface="+mj-lt"/>
              </a:defRPr>
            </a:lvl2pPr>
            <a:lvl3pPr marL="519113" indent="-274638">
              <a:spcBef>
                <a:spcPts val="0"/>
              </a:spcBef>
              <a:spcAft>
                <a:spcPts val="400"/>
              </a:spcAft>
              <a:tabLst/>
              <a:defRPr sz="1800">
                <a:solidFill>
                  <a:schemeClr val="bg1"/>
                </a:solidFill>
                <a:latin typeface="+mj-lt"/>
              </a:defRPr>
            </a:lvl3pPr>
            <a:lvl4pPr marL="803275" indent="-238125">
              <a:spcBef>
                <a:spcPts val="0"/>
              </a:spcBef>
              <a:spcAft>
                <a:spcPts val="400"/>
              </a:spcAft>
              <a:tabLst/>
              <a:defRPr sz="1800">
                <a:solidFill>
                  <a:schemeClr val="bg1"/>
                </a:solidFill>
                <a:latin typeface="+mj-lt"/>
              </a:defRPr>
            </a:lvl4pPr>
            <a:lvl5pPr marL="1085850" indent="-276225">
              <a:spcBef>
                <a:spcPts val="0"/>
              </a:spcBef>
              <a:spcAft>
                <a:spcPts val="400"/>
              </a:spcAft>
              <a:tabLst/>
              <a:defRPr sz="1800">
                <a:solidFill>
                  <a:schemeClr val="bg1"/>
                </a:solidFill>
                <a:latin typeface="+mj-lt"/>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Text Placeholder 7">
            <a:extLst>
              <a:ext uri="{FF2B5EF4-FFF2-40B4-BE49-F238E27FC236}">
                <a16:creationId xmlns:a16="http://schemas.microsoft.com/office/drawing/2014/main" id="{58AB0188-0104-FB47-ADB6-72A9A5869AD9}"/>
              </a:ext>
            </a:extLst>
          </p:cNvPr>
          <p:cNvSpPr>
            <a:spLocks noGrp="1"/>
          </p:cNvSpPr>
          <p:nvPr>
            <p:ph type="body" sz="quarter" idx="16" hasCustomPrompt="1"/>
          </p:nvPr>
        </p:nvSpPr>
        <p:spPr>
          <a:xfrm>
            <a:off x="10956018" y="6132957"/>
            <a:ext cx="987552" cy="630936"/>
          </a:xfrm>
          <a:blipFill>
            <a:blip r:embed="rId2" cstate="screen">
              <a:extLst>
                <a:ext uri="{28A0092B-C50C-407E-A947-70E740481C1C}">
                  <a14:useLocalDpi xmlns:a14="http://schemas.microsoft.com/office/drawing/2010/main"/>
                </a:ext>
              </a:extLst>
            </a:blip>
            <a:stretch>
              <a:fillRect/>
            </a:stretch>
          </a:blipFill>
        </p:spPr>
        <p:txBody>
          <a:bodyPr/>
          <a:lstStyle>
            <a:lvl1pPr marL="0" indent="0">
              <a:buNone/>
              <a:defRPr/>
            </a:lvl1pPr>
          </a:lstStyle>
          <a:p>
            <a:pPr lvl="0"/>
            <a:r>
              <a:rPr lang="en-US"/>
              <a:t> </a:t>
            </a:r>
          </a:p>
        </p:txBody>
      </p:sp>
      <p:sp>
        <p:nvSpPr>
          <p:cNvPr id="12" name="TextBox 11">
            <a:extLst>
              <a:ext uri="{FF2B5EF4-FFF2-40B4-BE49-F238E27FC236}">
                <a16:creationId xmlns:a16="http://schemas.microsoft.com/office/drawing/2014/main" id="{02021025-6C5D-4AD1-B98F-3B9F05B818B5}"/>
              </a:ext>
            </a:extLst>
          </p:cNvPr>
          <p:cNvSpPr txBox="1"/>
          <p:nvPr userDrawn="1"/>
        </p:nvSpPr>
        <p:spPr>
          <a:xfrm>
            <a:off x="8058098" y="6405091"/>
            <a:ext cx="2446699" cy="215444"/>
          </a:xfrm>
          <a:prstGeom prst="rect">
            <a:avLst/>
          </a:prstGeom>
          <a:noFill/>
        </p:spPr>
        <p:txBody>
          <a:bodyPr wrap="square">
            <a:spAutoFit/>
          </a:body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chemeClr val="bg1"/>
                </a:solidFill>
                <a:effectLst/>
                <a:uLnTx/>
                <a:uFillTx/>
                <a:latin typeface="Calibri" panose="020F0502020204030204"/>
                <a:ea typeface="+mn-ea"/>
                <a:cs typeface="+mn-cs"/>
              </a:rPr>
              <a:t>©2021 ExlService Holdings, Inc. All rights reserved.</a:t>
            </a:r>
          </a:p>
        </p:txBody>
      </p:sp>
      <p:sp>
        <p:nvSpPr>
          <p:cNvPr id="13" name="TextBox 12">
            <a:extLst>
              <a:ext uri="{FF2B5EF4-FFF2-40B4-BE49-F238E27FC236}">
                <a16:creationId xmlns:a16="http://schemas.microsoft.com/office/drawing/2014/main" id="{0927DF11-5732-451F-BDC5-76D509152895}"/>
              </a:ext>
            </a:extLst>
          </p:cNvPr>
          <p:cNvSpPr txBox="1"/>
          <p:nvPr userDrawn="1"/>
        </p:nvSpPr>
        <p:spPr>
          <a:xfrm>
            <a:off x="10388823" y="6412461"/>
            <a:ext cx="579422" cy="215444"/>
          </a:xfrm>
          <a:prstGeom prst="rect">
            <a:avLst/>
          </a:prstGeom>
          <a:noFill/>
        </p:spPr>
        <p:txBody>
          <a:bodyPr wrap="square" rtlCol="0">
            <a:spAutoFit/>
          </a:bodyPr>
          <a:lstStyle/>
          <a:p>
            <a:fld id="{85EF08C3-6068-49A5-A83C-FDA0DDA2EDAF}" type="slidenum">
              <a:rPr lang="en-US" sz="800" smtClean="0">
                <a:solidFill>
                  <a:schemeClr val="bg1"/>
                </a:solidFill>
              </a:rPr>
              <a:t>‹#›</a:t>
            </a:fld>
            <a:endParaRPr lang="en-US" sz="800">
              <a:solidFill>
                <a:schemeClr val="bg1"/>
              </a:solidFill>
            </a:endParaRPr>
          </a:p>
        </p:txBody>
      </p:sp>
    </p:spTree>
    <p:extLst>
      <p:ext uri="{BB962C8B-B14F-4D97-AF65-F5344CB8AC3E}">
        <p14:creationId xmlns:p14="http://schemas.microsoft.com/office/powerpoint/2010/main" val="2802979993"/>
      </p:ext>
    </p:extLst>
  </p:cSld>
  <p:clrMapOvr>
    <a:overrideClrMapping bg1="lt1" tx1="dk1" bg2="lt2" tx2="dk2" accent1="accent1" accent2="accent2" accent3="accent3" accent4="accent4" accent5="accent5" accent6="accent6" hlink="hlink" folHlink="folHlink"/>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One Column Silde Picture">
    <p:bg>
      <p:bgRef idx="1001">
        <a:schemeClr val="bg1"/>
      </p:bgRef>
    </p:bg>
    <p:spTree>
      <p:nvGrpSpPr>
        <p:cNvPr id="1" name=""/>
        <p:cNvGrpSpPr/>
        <p:nvPr/>
      </p:nvGrpSpPr>
      <p:grpSpPr>
        <a:xfrm>
          <a:off x="0" y="0"/>
          <a:ext cx="0" cy="0"/>
          <a:chOff x="0" y="0"/>
          <a:chExt cx="0" cy="0"/>
        </a:xfrm>
      </p:grpSpPr>
      <p:sp>
        <p:nvSpPr>
          <p:cNvPr id="2" name="Title 1"/>
          <p:cNvSpPr>
            <a:spLocks noGrp="1"/>
          </p:cNvSpPr>
          <p:nvPr>
            <p:ph type="ctrTitle"/>
          </p:nvPr>
        </p:nvSpPr>
        <p:spPr>
          <a:xfrm>
            <a:off x="457200" y="1485900"/>
            <a:ext cx="3679371" cy="4455656"/>
          </a:xfrm>
        </p:spPr>
        <p:txBody>
          <a:bodyPr anchor="t" anchorCtr="0">
            <a:noAutofit/>
          </a:bodyPr>
          <a:lstStyle>
            <a:lvl1pPr algn="l">
              <a:lnSpc>
                <a:spcPct val="80000"/>
              </a:lnSpc>
              <a:defRPr sz="4400">
                <a:solidFill>
                  <a:schemeClr val="tx2"/>
                </a:solidFill>
              </a:defRPr>
            </a:lvl1pPr>
          </a:lstStyle>
          <a:p>
            <a:r>
              <a:rPr lang="en-US"/>
              <a:t>Click to edit Master title style</a:t>
            </a:r>
          </a:p>
        </p:txBody>
      </p:sp>
      <p:pic>
        <p:nvPicPr>
          <p:cNvPr id="19" name="Picture 18">
            <a:extLst>
              <a:ext uri="{FF2B5EF4-FFF2-40B4-BE49-F238E27FC236}">
                <a16:creationId xmlns:a16="http://schemas.microsoft.com/office/drawing/2014/main" id="{ECC097AF-8898-DE4D-B869-55313A58DB81}"/>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0959193" y="6132957"/>
            <a:ext cx="990600" cy="635000"/>
          </a:xfrm>
          <a:prstGeom prst="rect">
            <a:avLst/>
          </a:prstGeom>
        </p:spPr>
      </p:pic>
      <p:sp>
        <p:nvSpPr>
          <p:cNvPr id="5" name="Text Placeholder 4">
            <a:extLst>
              <a:ext uri="{FF2B5EF4-FFF2-40B4-BE49-F238E27FC236}">
                <a16:creationId xmlns:a16="http://schemas.microsoft.com/office/drawing/2014/main" id="{6F2622D0-EB8A-9645-97E8-A571F63A1F37}"/>
              </a:ext>
            </a:extLst>
          </p:cNvPr>
          <p:cNvSpPr>
            <a:spLocks noGrp="1"/>
          </p:cNvSpPr>
          <p:nvPr>
            <p:ph type="body" sz="quarter" idx="13"/>
          </p:nvPr>
        </p:nvSpPr>
        <p:spPr>
          <a:xfrm>
            <a:off x="457200" y="457200"/>
            <a:ext cx="3679371" cy="421105"/>
          </a:xfrm>
        </p:spPr>
        <p:txBody>
          <a:bodyPr>
            <a:noAutofit/>
          </a:bodyPr>
          <a:lstStyle>
            <a:lvl1pPr marL="0" indent="0">
              <a:spcBef>
                <a:spcPts val="0"/>
              </a:spcBef>
              <a:buNone/>
              <a:defRPr sz="1400" b="1" i="0">
                <a:solidFill>
                  <a:schemeClr val="tx1"/>
                </a:solidFill>
                <a:latin typeface="Calibri" panose="020F0502020204030204" pitchFamily="34" charset="0"/>
                <a:cs typeface="Calibri" panose="020F0502020204030204" pitchFamily="34" charset="0"/>
              </a:defRPr>
            </a:lvl1pPr>
            <a:lvl2pPr marL="290513" indent="0">
              <a:buNone/>
              <a:defRPr/>
            </a:lvl2pPr>
            <a:lvl3pPr marL="582613" indent="0">
              <a:buNone/>
              <a:defRPr/>
            </a:lvl3pPr>
            <a:lvl4pPr marL="855663" indent="0">
              <a:buNone/>
              <a:defRPr/>
            </a:lvl4pPr>
            <a:lvl5pPr marL="1100138" indent="0">
              <a:buNone/>
              <a:defRPr/>
            </a:lvl5pPr>
          </a:lstStyle>
          <a:p>
            <a:pPr lvl="0"/>
            <a:r>
              <a:rPr lang="en-US"/>
              <a:t>Edit Master text styles</a:t>
            </a:r>
          </a:p>
        </p:txBody>
      </p:sp>
      <p:sp>
        <p:nvSpPr>
          <p:cNvPr id="4" name="Content Placeholder 3">
            <a:extLst>
              <a:ext uri="{FF2B5EF4-FFF2-40B4-BE49-F238E27FC236}">
                <a16:creationId xmlns:a16="http://schemas.microsoft.com/office/drawing/2014/main" id="{1CE9CC39-2615-554C-ADE2-A30C02888996}"/>
              </a:ext>
            </a:extLst>
          </p:cNvPr>
          <p:cNvSpPr>
            <a:spLocks noGrp="1"/>
          </p:cNvSpPr>
          <p:nvPr>
            <p:ph sz="quarter" idx="14" hasCustomPrompt="1"/>
          </p:nvPr>
        </p:nvSpPr>
        <p:spPr>
          <a:xfrm>
            <a:off x="4433888" y="457200"/>
            <a:ext cx="7300912" cy="5484813"/>
          </a:xfrm>
          <a:solidFill>
            <a:schemeClr val="bg1"/>
          </a:solidFill>
        </p:spPr>
        <p:txBody>
          <a:bodyPr anchor="ctr" anchorCtr="0"/>
          <a:lstStyle>
            <a:lvl1pPr marL="0" indent="0" algn="ctr">
              <a:buNone/>
              <a:defRPr sz="1600"/>
            </a:lvl1pPr>
          </a:lstStyle>
          <a:p>
            <a:pPr lvl="0"/>
            <a:r>
              <a:rPr lang="en-US"/>
              <a:t>Insert infographics within this area</a:t>
            </a:r>
          </a:p>
        </p:txBody>
      </p:sp>
      <p:sp>
        <p:nvSpPr>
          <p:cNvPr id="10" name="TextBox 9">
            <a:extLst>
              <a:ext uri="{FF2B5EF4-FFF2-40B4-BE49-F238E27FC236}">
                <a16:creationId xmlns:a16="http://schemas.microsoft.com/office/drawing/2014/main" id="{694377F8-0611-4C04-821D-64832E49F228}"/>
              </a:ext>
            </a:extLst>
          </p:cNvPr>
          <p:cNvSpPr txBox="1"/>
          <p:nvPr userDrawn="1"/>
        </p:nvSpPr>
        <p:spPr>
          <a:xfrm>
            <a:off x="8058098" y="6405091"/>
            <a:ext cx="2446699" cy="215444"/>
          </a:xfrm>
          <a:prstGeom prst="rect">
            <a:avLst/>
          </a:prstGeom>
          <a:noFill/>
        </p:spPr>
        <p:txBody>
          <a:bodyPr wrap="square">
            <a:spAutoFit/>
          </a:body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Calibri" panose="020F0502020204030204"/>
                <a:ea typeface="+mn-ea"/>
                <a:cs typeface="+mn-cs"/>
              </a:rPr>
              <a:t>©2021 ExlService Holdings, Inc. All rights reserved.</a:t>
            </a:r>
          </a:p>
        </p:txBody>
      </p:sp>
      <p:sp>
        <p:nvSpPr>
          <p:cNvPr id="11" name="TextBox 10">
            <a:extLst>
              <a:ext uri="{FF2B5EF4-FFF2-40B4-BE49-F238E27FC236}">
                <a16:creationId xmlns:a16="http://schemas.microsoft.com/office/drawing/2014/main" id="{C0F1C531-273E-476F-9BC2-B2A988B95F37}"/>
              </a:ext>
            </a:extLst>
          </p:cNvPr>
          <p:cNvSpPr txBox="1"/>
          <p:nvPr userDrawn="1"/>
        </p:nvSpPr>
        <p:spPr>
          <a:xfrm>
            <a:off x="10388823" y="6412461"/>
            <a:ext cx="579422" cy="215444"/>
          </a:xfrm>
          <a:prstGeom prst="rect">
            <a:avLst/>
          </a:prstGeom>
          <a:noFill/>
        </p:spPr>
        <p:txBody>
          <a:bodyPr wrap="square" rtlCol="0">
            <a:spAutoFit/>
          </a:bodyPr>
          <a:lstStyle/>
          <a:p>
            <a:fld id="{85EF08C3-6068-49A5-A83C-FDA0DDA2EDAF}" type="slidenum">
              <a:rPr lang="en-US" sz="800" smtClean="0">
                <a:solidFill>
                  <a:schemeClr val="tx2"/>
                </a:solidFill>
              </a:rPr>
              <a:t>‹#›</a:t>
            </a:fld>
            <a:endParaRPr lang="en-US" sz="800">
              <a:solidFill>
                <a:schemeClr val="tx2"/>
              </a:solidFill>
            </a:endParaRPr>
          </a:p>
        </p:txBody>
      </p:sp>
    </p:spTree>
    <p:extLst>
      <p:ext uri="{BB962C8B-B14F-4D97-AF65-F5344CB8AC3E}">
        <p14:creationId xmlns:p14="http://schemas.microsoft.com/office/powerpoint/2010/main" val="149873906"/>
      </p:ext>
    </p:extLst>
  </p:cSld>
  <p:clrMapOvr>
    <a:overrideClrMapping bg1="lt1" tx1="dk1" bg2="lt2" tx2="dk2" accent1="accent1" accent2="accent2" accent3="accent3" accent4="accent4" accent5="accent5" accent6="accent6" hlink="hlink" folHlink="folHlink"/>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One Column Content">
    <p:bg>
      <p:bgRef idx="1001">
        <a:schemeClr val="bg1"/>
      </p:bgRef>
    </p:bg>
    <p:spTree>
      <p:nvGrpSpPr>
        <p:cNvPr id="1" name=""/>
        <p:cNvGrpSpPr/>
        <p:nvPr/>
      </p:nvGrpSpPr>
      <p:grpSpPr>
        <a:xfrm>
          <a:off x="0" y="0"/>
          <a:ext cx="0" cy="0"/>
          <a:chOff x="0" y="0"/>
          <a:chExt cx="0" cy="0"/>
        </a:xfrm>
      </p:grpSpPr>
      <p:sp>
        <p:nvSpPr>
          <p:cNvPr id="4" name="Content Placeholder 3">
            <a:extLst>
              <a:ext uri="{FF2B5EF4-FFF2-40B4-BE49-F238E27FC236}">
                <a16:creationId xmlns:a16="http://schemas.microsoft.com/office/drawing/2014/main" id="{1CE9CC39-2615-554C-ADE2-A30C02888996}"/>
              </a:ext>
            </a:extLst>
          </p:cNvPr>
          <p:cNvSpPr>
            <a:spLocks noGrp="1"/>
          </p:cNvSpPr>
          <p:nvPr>
            <p:ph sz="quarter" idx="14" hasCustomPrompt="1"/>
          </p:nvPr>
        </p:nvSpPr>
        <p:spPr>
          <a:xfrm>
            <a:off x="457200" y="1415144"/>
            <a:ext cx="11277600" cy="4717813"/>
          </a:xfrm>
          <a:noFill/>
        </p:spPr>
        <p:txBody>
          <a:bodyPr anchor="ctr" anchorCtr="0"/>
          <a:lstStyle>
            <a:lvl1pPr marL="0" indent="0" algn="ctr">
              <a:buNone/>
              <a:defRPr sz="1600"/>
            </a:lvl1pPr>
          </a:lstStyle>
          <a:p>
            <a:pPr lvl="0"/>
            <a:r>
              <a:rPr lang="en-US"/>
              <a:t>Insert infographics within this area</a:t>
            </a:r>
          </a:p>
        </p:txBody>
      </p:sp>
      <p:sp>
        <p:nvSpPr>
          <p:cNvPr id="2" name="Title 1"/>
          <p:cNvSpPr>
            <a:spLocks noGrp="1"/>
          </p:cNvSpPr>
          <p:nvPr>
            <p:ph type="ctrTitle"/>
          </p:nvPr>
        </p:nvSpPr>
        <p:spPr>
          <a:xfrm>
            <a:off x="457200" y="456744"/>
            <a:ext cx="11277600" cy="864056"/>
          </a:xfrm>
        </p:spPr>
        <p:txBody>
          <a:bodyPr anchor="t" anchorCtr="0">
            <a:noAutofit/>
          </a:bodyPr>
          <a:lstStyle>
            <a:lvl1pPr algn="l">
              <a:lnSpc>
                <a:spcPct val="80000"/>
              </a:lnSpc>
              <a:defRPr sz="3200">
                <a:solidFill>
                  <a:schemeClr val="tx2"/>
                </a:solidFill>
              </a:defRPr>
            </a:lvl1pPr>
          </a:lstStyle>
          <a:p>
            <a:r>
              <a:rPr lang="en-US"/>
              <a:t>Click to edit Master title style</a:t>
            </a:r>
          </a:p>
        </p:txBody>
      </p:sp>
      <p:pic>
        <p:nvPicPr>
          <p:cNvPr id="19" name="Picture 18">
            <a:extLst>
              <a:ext uri="{FF2B5EF4-FFF2-40B4-BE49-F238E27FC236}">
                <a16:creationId xmlns:a16="http://schemas.microsoft.com/office/drawing/2014/main" id="{ECC097AF-8898-DE4D-B869-55313A58DB81}"/>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0959193" y="6132957"/>
            <a:ext cx="990600" cy="635000"/>
          </a:xfrm>
          <a:prstGeom prst="rect">
            <a:avLst/>
          </a:prstGeom>
        </p:spPr>
      </p:pic>
      <p:sp>
        <p:nvSpPr>
          <p:cNvPr id="5" name="Text Placeholder 4">
            <a:extLst>
              <a:ext uri="{FF2B5EF4-FFF2-40B4-BE49-F238E27FC236}">
                <a16:creationId xmlns:a16="http://schemas.microsoft.com/office/drawing/2014/main" id="{6F2622D0-EB8A-9645-97E8-A571F63A1F37}"/>
              </a:ext>
            </a:extLst>
          </p:cNvPr>
          <p:cNvSpPr>
            <a:spLocks noGrp="1"/>
          </p:cNvSpPr>
          <p:nvPr>
            <p:ph type="body" sz="quarter" idx="13"/>
          </p:nvPr>
        </p:nvSpPr>
        <p:spPr>
          <a:xfrm>
            <a:off x="696686" y="1626159"/>
            <a:ext cx="5399314" cy="500184"/>
          </a:xfrm>
        </p:spPr>
        <p:txBody>
          <a:bodyPr>
            <a:noAutofit/>
          </a:bodyPr>
          <a:lstStyle>
            <a:lvl1pPr marL="0" indent="0">
              <a:spcBef>
                <a:spcPts val="0"/>
              </a:spcBef>
              <a:buNone/>
              <a:defRPr sz="1400" b="1" i="0">
                <a:solidFill>
                  <a:schemeClr val="tx2"/>
                </a:solidFill>
                <a:latin typeface="Calibri" panose="020F0502020204030204" pitchFamily="34" charset="0"/>
                <a:cs typeface="Calibri" panose="020F0502020204030204" pitchFamily="34" charset="0"/>
              </a:defRPr>
            </a:lvl1pPr>
            <a:lvl2pPr marL="290513" indent="0">
              <a:buNone/>
              <a:defRPr/>
            </a:lvl2pPr>
            <a:lvl3pPr marL="582613" indent="0">
              <a:buNone/>
              <a:defRPr/>
            </a:lvl3pPr>
            <a:lvl4pPr marL="855663" indent="0">
              <a:buNone/>
              <a:defRPr/>
            </a:lvl4pPr>
            <a:lvl5pPr marL="1100138" indent="0">
              <a:buNone/>
              <a:defRPr/>
            </a:lvl5pPr>
          </a:lstStyle>
          <a:p>
            <a:pPr lvl="0"/>
            <a:r>
              <a:rPr lang="en-US"/>
              <a:t>Edit Master text styles</a:t>
            </a:r>
          </a:p>
        </p:txBody>
      </p:sp>
      <p:sp>
        <p:nvSpPr>
          <p:cNvPr id="10" name="TextBox 9">
            <a:extLst>
              <a:ext uri="{FF2B5EF4-FFF2-40B4-BE49-F238E27FC236}">
                <a16:creationId xmlns:a16="http://schemas.microsoft.com/office/drawing/2014/main" id="{7828FDC7-555E-42D9-AA02-C5A528DCE45D}"/>
              </a:ext>
            </a:extLst>
          </p:cNvPr>
          <p:cNvSpPr txBox="1"/>
          <p:nvPr userDrawn="1"/>
        </p:nvSpPr>
        <p:spPr>
          <a:xfrm>
            <a:off x="8058098" y="6405091"/>
            <a:ext cx="2446699" cy="215444"/>
          </a:xfrm>
          <a:prstGeom prst="rect">
            <a:avLst/>
          </a:prstGeom>
          <a:noFill/>
        </p:spPr>
        <p:txBody>
          <a:bodyPr wrap="square">
            <a:spAutoFit/>
          </a:body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Calibri" panose="020F0502020204030204"/>
                <a:ea typeface="+mn-ea"/>
                <a:cs typeface="+mn-cs"/>
              </a:rPr>
              <a:t>©2021 ExlService Holdings, Inc. All rights reserved.</a:t>
            </a:r>
          </a:p>
        </p:txBody>
      </p:sp>
      <p:sp>
        <p:nvSpPr>
          <p:cNvPr id="11" name="TextBox 10">
            <a:extLst>
              <a:ext uri="{FF2B5EF4-FFF2-40B4-BE49-F238E27FC236}">
                <a16:creationId xmlns:a16="http://schemas.microsoft.com/office/drawing/2014/main" id="{D25A80C5-9717-4669-8C34-1C395391F192}"/>
              </a:ext>
            </a:extLst>
          </p:cNvPr>
          <p:cNvSpPr txBox="1"/>
          <p:nvPr userDrawn="1"/>
        </p:nvSpPr>
        <p:spPr>
          <a:xfrm>
            <a:off x="10388823" y="6412461"/>
            <a:ext cx="579422" cy="215444"/>
          </a:xfrm>
          <a:prstGeom prst="rect">
            <a:avLst/>
          </a:prstGeom>
          <a:noFill/>
        </p:spPr>
        <p:txBody>
          <a:bodyPr wrap="square" rtlCol="0">
            <a:spAutoFit/>
          </a:bodyPr>
          <a:lstStyle/>
          <a:p>
            <a:fld id="{85EF08C3-6068-49A5-A83C-FDA0DDA2EDAF}" type="slidenum">
              <a:rPr lang="en-US" sz="800" smtClean="0">
                <a:solidFill>
                  <a:schemeClr val="tx2"/>
                </a:solidFill>
              </a:rPr>
              <a:t>‹#›</a:t>
            </a:fld>
            <a:endParaRPr lang="en-US" sz="800">
              <a:solidFill>
                <a:schemeClr val="tx2"/>
              </a:solidFill>
            </a:endParaRPr>
          </a:p>
        </p:txBody>
      </p:sp>
    </p:spTree>
    <p:extLst>
      <p:ext uri="{BB962C8B-B14F-4D97-AF65-F5344CB8AC3E}">
        <p14:creationId xmlns:p14="http://schemas.microsoft.com/office/powerpoint/2010/main" val="2470066081"/>
      </p:ext>
    </p:extLst>
  </p:cSld>
  <p:clrMapOvr>
    <a:overrideClrMapping bg1="lt1" tx1="dk1" bg2="lt2" tx2="dk2" accent1="accent1" accent2="accent2" accent3="accent3" accent4="accent4" accent5="accent5" accent6="accent6" hlink="hlink" folHlink="folHlink"/>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Two Column Orange Right">
    <p:bg>
      <p:bgRef idx="1001">
        <a:schemeClr val="bg1"/>
      </p:bgRef>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F3400FEE-AF2A-4A4C-A689-68AC86084282}"/>
              </a:ext>
            </a:extLst>
          </p:cNvPr>
          <p:cNvSpPr/>
          <p:nvPr userDrawn="1"/>
        </p:nvSpPr>
        <p:spPr>
          <a:xfrm flipH="1">
            <a:off x="4433105" y="0"/>
            <a:ext cx="7758895"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ctrTitle"/>
          </p:nvPr>
        </p:nvSpPr>
        <p:spPr>
          <a:xfrm>
            <a:off x="457200" y="1485900"/>
            <a:ext cx="3679371" cy="1649186"/>
          </a:xfrm>
        </p:spPr>
        <p:txBody>
          <a:bodyPr anchor="t" anchorCtr="0">
            <a:noAutofit/>
          </a:bodyPr>
          <a:lstStyle>
            <a:lvl1pPr algn="l">
              <a:lnSpc>
                <a:spcPct val="80000"/>
              </a:lnSpc>
              <a:defRPr sz="4400">
                <a:solidFill>
                  <a:schemeClr val="tx1"/>
                </a:solidFill>
              </a:defRPr>
            </a:lvl1pPr>
          </a:lstStyle>
          <a:p>
            <a:r>
              <a:rPr lang="en-US"/>
              <a:t>Click to edit Master title style</a:t>
            </a:r>
          </a:p>
        </p:txBody>
      </p:sp>
      <p:pic>
        <p:nvPicPr>
          <p:cNvPr id="19" name="Picture 18">
            <a:extLst>
              <a:ext uri="{FF2B5EF4-FFF2-40B4-BE49-F238E27FC236}">
                <a16:creationId xmlns:a16="http://schemas.microsoft.com/office/drawing/2014/main" id="{ECC097AF-8898-DE4D-B869-55313A58DB81}"/>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0959193" y="6132957"/>
            <a:ext cx="990600" cy="635000"/>
          </a:xfrm>
          <a:prstGeom prst="rect">
            <a:avLst/>
          </a:prstGeom>
        </p:spPr>
      </p:pic>
      <p:sp>
        <p:nvSpPr>
          <p:cNvPr id="5" name="Text Placeholder 4">
            <a:extLst>
              <a:ext uri="{FF2B5EF4-FFF2-40B4-BE49-F238E27FC236}">
                <a16:creationId xmlns:a16="http://schemas.microsoft.com/office/drawing/2014/main" id="{6F2622D0-EB8A-9645-97E8-A571F63A1F37}"/>
              </a:ext>
            </a:extLst>
          </p:cNvPr>
          <p:cNvSpPr>
            <a:spLocks noGrp="1"/>
          </p:cNvSpPr>
          <p:nvPr>
            <p:ph type="body" sz="quarter" idx="13"/>
          </p:nvPr>
        </p:nvSpPr>
        <p:spPr>
          <a:xfrm>
            <a:off x="457200" y="457200"/>
            <a:ext cx="3679371" cy="421105"/>
          </a:xfrm>
        </p:spPr>
        <p:txBody>
          <a:bodyPr>
            <a:noAutofit/>
          </a:bodyPr>
          <a:lstStyle>
            <a:lvl1pPr marL="0" indent="0">
              <a:spcBef>
                <a:spcPts val="0"/>
              </a:spcBef>
              <a:buNone/>
              <a:defRPr sz="1400" b="1" i="0">
                <a:solidFill>
                  <a:schemeClr val="tx1"/>
                </a:solidFill>
                <a:latin typeface="Calibri" panose="020F0502020204030204" pitchFamily="34" charset="0"/>
                <a:cs typeface="Calibri" panose="020F0502020204030204" pitchFamily="34" charset="0"/>
              </a:defRPr>
            </a:lvl1pPr>
            <a:lvl2pPr marL="290513" indent="0">
              <a:buNone/>
              <a:defRPr/>
            </a:lvl2pPr>
            <a:lvl3pPr marL="582613" indent="0">
              <a:buNone/>
              <a:defRPr/>
            </a:lvl3pPr>
            <a:lvl4pPr marL="855663" indent="0">
              <a:buNone/>
              <a:defRPr/>
            </a:lvl4pPr>
            <a:lvl5pPr marL="1100138" indent="0">
              <a:buNone/>
              <a:defRPr/>
            </a:lvl5pPr>
          </a:lstStyle>
          <a:p>
            <a:pPr lvl="0"/>
            <a:r>
              <a:rPr lang="en-US"/>
              <a:t>Edit Master text styles</a:t>
            </a:r>
          </a:p>
        </p:txBody>
      </p:sp>
      <p:sp>
        <p:nvSpPr>
          <p:cNvPr id="11" name="Text Placeholder 10">
            <a:extLst>
              <a:ext uri="{FF2B5EF4-FFF2-40B4-BE49-F238E27FC236}">
                <a16:creationId xmlns:a16="http://schemas.microsoft.com/office/drawing/2014/main" id="{FEF931B3-9150-A144-A52C-51AE7E468513}"/>
              </a:ext>
            </a:extLst>
          </p:cNvPr>
          <p:cNvSpPr>
            <a:spLocks noGrp="1"/>
          </p:cNvSpPr>
          <p:nvPr>
            <p:ph type="body" sz="quarter" idx="15"/>
          </p:nvPr>
        </p:nvSpPr>
        <p:spPr>
          <a:xfrm>
            <a:off x="4887045" y="1485900"/>
            <a:ext cx="6847755" cy="4646613"/>
          </a:xfrm>
        </p:spPr>
        <p:txBody>
          <a:bodyPr/>
          <a:lstStyle>
            <a:lvl1pPr marL="0" indent="0">
              <a:spcBef>
                <a:spcPts val="0"/>
              </a:spcBef>
              <a:spcAft>
                <a:spcPts val="600"/>
              </a:spcAft>
              <a:buNone/>
              <a:defRPr>
                <a:solidFill>
                  <a:schemeClr val="bg1"/>
                </a:solidFill>
                <a:latin typeface="+mj-lt"/>
              </a:defRPr>
            </a:lvl1pPr>
            <a:lvl2pPr marL="228600" indent="-222250">
              <a:spcBef>
                <a:spcPts val="0"/>
              </a:spcBef>
              <a:spcAft>
                <a:spcPts val="600"/>
              </a:spcAft>
              <a:tabLst/>
              <a:defRPr>
                <a:solidFill>
                  <a:schemeClr val="bg1"/>
                </a:solidFill>
                <a:latin typeface="+mj-lt"/>
              </a:defRPr>
            </a:lvl2pPr>
            <a:lvl3pPr marL="519113" indent="-266700">
              <a:spcBef>
                <a:spcPts val="0"/>
              </a:spcBef>
              <a:spcAft>
                <a:spcPts val="600"/>
              </a:spcAft>
              <a:tabLst/>
              <a:defRPr>
                <a:solidFill>
                  <a:schemeClr val="bg1"/>
                </a:solidFill>
                <a:latin typeface="+mj-lt"/>
              </a:defRPr>
            </a:lvl3pPr>
            <a:lvl4pPr marL="749300" indent="-238125">
              <a:spcBef>
                <a:spcPts val="0"/>
              </a:spcBef>
              <a:spcAft>
                <a:spcPts val="600"/>
              </a:spcAft>
              <a:tabLst/>
              <a:defRPr>
                <a:solidFill>
                  <a:schemeClr val="bg1"/>
                </a:solidFill>
                <a:latin typeface="+mj-lt"/>
              </a:defRPr>
            </a:lvl4pPr>
            <a:lvl5pPr marL="1031875" indent="-274638">
              <a:spcBef>
                <a:spcPts val="0"/>
              </a:spcBef>
              <a:spcAft>
                <a:spcPts val="600"/>
              </a:spcAft>
              <a:tabLst/>
              <a:defRPr>
                <a:solidFill>
                  <a:schemeClr val="bg1"/>
                </a:solidFill>
                <a:latin typeface="+mj-lt"/>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Text Placeholder 10">
            <a:extLst>
              <a:ext uri="{FF2B5EF4-FFF2-40B4-BE49-F238E27FC236}">
                <a16:creationId xmlns:a16="http://schemas.microsoft.com/office/drawing/2014/main" id="{810C0A52-392D-4946-BCDD-EC07BEBCAAF7}"/>
              </a:ext>
            </a:extLst>
          </p:cNvPr>
          <p:cNvSpPr>
            <a:spLocks noGrp="1"/>
          </p:cNvSpPr>
          <p:nvPr>
            <p:ph type="body" sz="quarter" idx="16"/>
          </p:nvPr>
        </p:nvSpPr>
        <p:spPr>
          <a:xfrm>
            <a:off x="457200" y="3234978"/>
            <a:ext cx="3679371" cy="2897535"/>
          </a:xfrm>
        </p:spPr>
        <p:txBody>
          <a:bodyPr>
            <a:noAutofit/>
          </a:bodyPr>
          <a:lstStyle>
            <a:lvl1pPr marL="230188" indent="-230188">
              <a:spcBef>
                <a:spcPts val="0"/>
              </a:spcBef>
              <a:spcAft>
                <a:spcPts val="400"/>
              </a:spcAft>
              <a:buFont typeface="System Font Regular"/>
              <a:buChar char="–"/>
              <a:tabLst/>
              <a:defRPr sz="1500">
                <a:latin typeface="+mj-lt"/>
              </a:defRPr>
            </a:lvl1pPr>
            <a:lvl2pPr marL="460375" indent="-223838">
              <a:spcBef>
                <a:spcPts val="0"/>
              </a:spcBef>
              <a:spcAft>
                <a:spcPts val="400"/>
              </a:spcAft>
              <a:tabLst/>
              <a:defRPr sz="1500">
                <a:solidFill>
                  <a:schemeClr val="accent3"/>
                </a:solidFill>
                <a:latin typeface="+mj-lt"/>
              </a:defRPr>
            </a:lvl2pPr>
            <a:lvl3pPr marL="690563" indent="-223838">
              <a:spcBef>
                <a:spcPts val="0"/>
              </a:spcBef>
              <a:spcAft>
                <a:spcPts val="400"/>
              </a:spcAft>
              <a:tabLst/>
              <a:defRPr sz="1500">
                <a:solidFill>
                  <a:schemeClr val="accent3"/>
                </a:solidFill>
                <a:latin typeface="+mj-lt"/>
              </a:defRPr>
            </a:lvl3pPr>
            <a:lvl4pPr marL="914400" indent="-230188">
              <a:spcBef>
                <a:spcPts val="0"/>
              </a:spcBef>
              <a:spcAft>
                <a:spcPts val="400"/>
              </a:spcAft>
              <a:tabLst/>
              <a:defRPr sz="1500">
                <a:solidFill>
                  <a:schemeClr val="accent3"/>
                </a:solidFill>
                <a:latin typeface="+mj-lt"/>
              </a:defRPr>
            </a:lvl4pPr>
            <a:lvl5pPr marL="1144588" indent="-211138">
              <a:spcBef>
                <a:spcPts val="0"/>
              </a:spcBef>
              <a:spcAft>
                <a:spcPts val="400"/>
              </a:spcAft>
              <a:tabLst/>
              <a:defRPr sz="1500">
                <a:solidFill>
                  <a:schemeClr val="accent3"/>
                </a:solidFill>
                <a:latin typeface="+mj-lt"/>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TextBox 12">
            <a:extLst>
              <a:ext uri="{FF2B5EF4-FFF2-40B4-BE49-F238E27FC236}">
                <a16:creationId xmlns:a16="http://schemas.microsoft.com/office/drawing/2014/main" id="{0C2F21F0-7ABC-4AA6-9E11-1888D29FBD91}"/>
              </a:ext>
            </a:extLst>
          </p:cNvPr>
          <p:cNvSpPr txBox="1"/>
          <p:nvPr userDrawn="1"/>
        </p:nvSpPr>
        <p:spPr>
          <a:xfrm>
            <a:off x="8058098" y="6405091"/>
            <a:ext cx="2446699" cy="215444"/>
          </a:xfrm>
          <a:prstGeom prst="rect">
            <a:avLst/>
          </a:prstGeom>
          <a:noFill/>
        </p:spPr>
        <p:txBody>
          <a:bodyPr wrap="square">
            <a:spAutoFit/>
          </a:body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chemeClr val="bg1"/>
                </a:solidFill>
                <a:effectLst/>
                <a:uLnTx/>
                <a:uFillTx/>
                <a:latin typeface="Calibri" panose="020F0502020204030204"/>
                <a:ea typeface="+mn-ea"/>
                <a:cs typeface="+mn-cs"/>
              </a:rPr>
              <a:t>©2021 ExlService Holdings, Inc. All rights reserved.</a:t>
            </a:r>
          </a:p>
        </p:txBody>
      </p:sp>
      <p:sp>
        <p:nvSpPr>
          <p:cNvPr id="14" name="TextBox 13">
            <a:extLst>
              <a:ext uri="{FF2B5EF4-FFF2-40B4-BE49-F238E27FC236}">
                <a16:creationId xmlns:a16="http://schemas.microsoft.com/office/drawing/2014/main" id="{84C4076A-4B22-478F-8ABA-597B6DEDAF36}"/>
              </a:ext>
            </a:extLst>
          </p:cNvPr>
          <p:cNvSpPr txBox="1"/>
          <p:nvPr userDrawn="1"/>
        </p:nvSpPr>
        <p:spPr>
          <a:xfrm>
            <a:off x="10388823" y="6412461"/>
            <a:ext cx="579422" cy="215444"/>
          </a:xfrm>
          <a:prstGeom prst="rect">
            <a:avLst/>
          </a:prstGeom>
          <a:noFill/>
        </p:spPr>
        <p:txBody>
          <a:bodyPr wrap="square" rtlCol="0">
            <a:spAutoFit/>
          </a:bodyPr>
          <a:lstStyle/>
          <a:p>
            <a:fld id="{85EF08C3-6068-49A5-A83C-FDA0DDA2EDAF}" type="slidenum">
              <a:rPr lang="en-US" sz="800" smtClean="0">
                <a:solidFill>
                  <a:schemeClr val="bg1"/>
                </a:solidFill>
              </a:rPr>
              <a:t>‹#›</a:t>
            </a:fld>
            <a:endParaRPr lang="en-US" sz="800">
              <a:solidFill>
                <a:schemeClr val="bg1"/>
              </a:solidFill>
            </a:endParaRPr>
          </a:p>
        </p:txBody>
      </p:sp>
    </p:spTree>
    <p:extLst>
      <p:ext uri="{BB962C8B-B14F-4D97-AF65-F5344CB8AC3E}">
        <p14:creationId xmlns:p14="http://schemas.microsoft.com/office/powerpoint/2010/main" val="523498965"/>
      </p:ext>
    </p:extLst>
  </p:cSld>
  <p:clrMapOvr>
    <a:overrideClrMapping bg1="lt1" tx1="dk1" bg2="lt2" tx2="dk2" accent1="accent1" accent2="accent2" accent3="accent3" accent4="accent4" accent5="accent5" accent6="accent6" hlink="hlink" folHlink="folHlink"/>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Title Six Infographic Boxes">
    <p:bg>
      <p:bgRef idx="1001">
        <a:schemeClr val="bg1"/>
      </p:bgRef>
    </p:bg>
    <p:spTree>
      <p:nvGrpSpPr>
        <p:cNvPr id="1" name=""/>
        <p:cNvGrpSpPr/>
        <p:nvPr/>
      </p:nvGrpSpPr>
      <p:grpSpPr>
        <a:xfrm>
          <a:off x="0" y="0"/>
          <a:ext cx="0" cy="0"/>
          <a:chOff x="0" y="0"/>
          <a:chExt cx="0" cy="0"/>
        </a:xfrm>
      </p:grpSpPr>
      <p:sp>
        <p:nvSpPr>
          <p:cNvPr id="2" name="Title 1"/>
          <p:cNvSpPr>
            <a:spLocks noGrp="1"/>
          </p:cNvSpPr>
          <p:nvPr>
            <p:ph type="ctrTitle"/>
          </p:nvPr>
        </p:nvSpPr>
        <p:spPr>
          <a:xfrm>
            <a:off x="457200" y="958362"/>
            <a:ext cx="11277600" cy="1100959"/>
          </a:xfrm>
        </p:spPr>
        <p:txBody>
          <a:bodyPr anchor="t" anchorCtr="0">
            <a:noAutofit/>
          </a:bodyPr>
          <a:lstStyle>
            <a:lvl1pPr algn="l">
              <a:lnSpc>
                <a:spcPct val="80000"/>
              </a:lnSpc>
              <a:defRPr sz="4400">
                <a:solidFill>
                  <a:schemeClr val="tx1"/>
                </a:solidFill>
              </a:defRPr>
            </a:lvl1pPr>
          </a:lstStyle>
          <a:p>
            <a:r>
              <a:rPr lang="en-US"/>
              <a:t>Click to edit Master title style</a:t>
            </a:r>
          </a:p>
        </p:txBody>
      </p:sp>
      <p:sp>
        <p:nvSpPr>
          <p:cNvPr id="5" name="Text Placeholder 4">
            <a:extLst>
              <a:ext uri="{FF2B5EF4-FFF2-40B4-BE49-F238E27FC236}">
                <a16:creationId xmlns:a16="http://schemas.microsoft.com/office/drawing/2014/main" id="{6F2622D0-EB8A-9645-97E8-A571F63A1F37}"/>
              </a:ext>
            </a:extLst>
          </p:cNvPr>
          <p:cNvSpPr>
            <a:spLocks noGrp="1"/>
          </p:cNvSpPr>
          <p:nvPr>
            <p:ph type="body" sz="quarter" idx="13"/>
          </p:nvPr>
        </p:nvSpPr>
        <p:spPr>
          <a:xfrm>
            <a:off x="457200" y="457200"/>
            <a:ext cx="5638800" cy="401483"/>
          </a:xfrm>
        </p:spPr>
        <p:txBody>
          <a:bodyPr>
            <a:noAutofit/>
          </a:bodyPr>
          <a:lstStyle>
            <a:lvl1pPr marL="0" indent="0">
              <a:spcBef>
                <a:spcPts val="0"/>
              </a:spcBef>
              <a:buNone/>
              <a:defRPr sz="1400" b="1" i="0">
                <a:solidFill>
                  <a:schemeClr val="tx1"/>
                </a:solidFill>
                <a:latin typeface="Calibri" panose="020F0502020204030204" pitchFamily="34" charset="0"/>
                <a:cs typeface="Calibri" panose="020F0502020204030204" pitchFamily="34" charset="0"/>
              </a:defRPr>
            </a:lvl1pPr>
            <a:lvl2pPr marL="290513" indent="0">
              <a:buNone/>
              <a:defRPr/>
            </a:lvl2pPr>
            <a:lvl3pPr marL="582613" indent="0">
              <a:buNone/>
              <a:defRPr/>
            </a:lvl3pPr>
            <a:lvl4pPr marL="855663" indent="0">
              <a:buNone/>
              <a:defRPr/>
            </a:lvl4pPr>
            <a:lvl5pPr marL="1100138" indent="0">
              <a:buNone/>
              <a:defRPr/>
            </a:lvl5pPr>
          </a:lstStyle>
          <a:p>
            <a:pPr lvl="0"/>
            <a:r>
              <a:rPr lang="en-US"/>
              <a:t>Edit Master text styles</a:t>
            </a:r>
          </a:p>
        </p:txBody>
      </p:sp>
      <p:pic>
        <p:nvPicPr>
          <p:cNvPr id="14" name="Picture 13">
            <a:extLst>
              <a:ext uri="{FF2B5EF4-FFF2-40B4-BE49-F238E27FC236}">
                <a16:creationId xmlns:a16="http://schemas.microsoft.com/office/drawing/2014/main" id="{C6B72333-1498-944B-A236-F01FCD24FF72}"/>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0959193" y="6132957"/>
            <a:ext cx="990600" cy="635000"/>
          </a:xfrm>
          <a:prstGeom prst="rect">
            <a:avLst/>
          </a:prstGeom>
        </p:spPr>
      </p:pic>
      <p:sp>
        <p:nvSpPr>
          <p:cNvPr id="4" name="Content Placeholder 3">
            <a:extLst>
              <a:ext uri="{FF2B5EF4-FFF2-40B4-BE49-F238E27FC236}">
                <a16:creationId xmlns:a16="http://schemas.microsoft.com/office/drawing/2014/main" id="{A0212F11-0FEC-0D48-98C2-450BD6561319}"/>
              </a:ext>
            </a:extLst>
          </p:cNvPr>
          <p:cNvSpPr>
            <a:spLocks noGrp="1"/>
          </p:cNvSpPr>
          <p:nvPr>
            <p:ph sz="quarter" idx="14" hasCustomPrompt="1"/>
          </p:nvPr>
        </p:nvSpPr>
        <p:spPr>
          <a:xfrm>
            <a:off x="457200" y="2159000"/>
            <a:ext cx="3646488" cy="1890713"/>
          </a:xfrm>
          <a:noFill/>
        </p:spPr>
        <p:txBody>
          <a:bodyPr anchor="ctr" anchorCtr="0"/>
          <a:lstStyle>
            <a:lvl1pPr marL="0" indent="0" algn="ctr">
              <a:buNone/>
              <a:defRPr sz="1200"/>
            </a:lvl1pPr>
          </a:lstStyle>
          <a:p>
            <a:pPr lvl="0"/>
            <a:r>
              <a:rPr lang="en-US"/>
              <a:t>Insert infographics within this area</a:t>
            </a:r>
          </a:p>
        </p:txBody>
      </p:sp>
      <p:sp>
        <p:nvSpPr>
          <p:cNvPr id="20" name="Content Placeholder 3">
            <a:extLst>
              <a:ext uri="{FF2B5EF4-FFF2-40B4-BE49-F238E27FC236}">
                <a16:creationId xmlns:a16="http://schemas.microsoft.com/office/drawing/2014/main" id="{742E0F13-9A85-0646-BF08-9D103A90B11B}"/>
              </a:ext>
            </a:extLst>
          </p:cNvPr>
          <p:cNvSpPr>
            <a:spLocks noGrp="1"/>
          </p:cNvSpPr>
          <p:nvPr>
            <p:ph sz="quarter" idx="15" hasCustomPrompt="1"/>
          </p:nvPr>
        </p:nvSpPr>
        <p:spPr>
          <a:xfrm>
            <a:off x="4272322" y="2159000"/>
            <a:ext cx="3646488" cy="1890713"/>
          </a:xfrm>
          <a:noFill/>
        </p:spPr>
        <p:txBody>
          <a:bodyPr anchor="ctr" anchorCtr="0"/>
          <a:lstStyle>
            <a:lvl1pPr marL="0" indent="0" algn="ctr">
              <a:buNone/>
              <a:defRPr sz="1200"/>
            </a:lvl1pPr>
          </a:lstStyle>
          <a:p>
            <a:pPr lvl="0"/>
            <a:r>
              <a:rPr lang="en-US"/>
              <a:t>Insert infographics within this area</a:t>
            </a:r>
          </a:p>
        </p:txBody>
      </p:sp>
      <p:sp>
        <p:nvSpPr>
          <p:cNvPr id="21" name="Content Placeholder 3">
            <a:extLst>
              <a:ext uri="{FF2B5EF4-FFF2-40B4-BE49-F238E27FC236}">
                <a16:creationId xmlns:a16="http://schemas.microsoft.com/office/drawing/2014/main" id="{15059411-4DD2-BF4A-B40A-09062DE7428F}"/>
              </a:ext>
            </a:extLst>
          </p:cNvPr>
          <p:cNvSpPr>
            <a:spLocks noGrp="1"/>
          </p:cNvSpPr>
          <p:nvPr>
            <p:ph sz="quarter" idx="16" hasCustomPrompt="1"/>
          </p:nvPr>
        </p:nvSpPr>
        <p:spPr>
          <a:xfrm>
            <a:off x="8087445" y="2159000"/>
            <a:ext cx="3646488" cy="1890713"/>
          </a:xfrm>
          <a:noFill/>
        </p:spPr>
        <p:txBody>
          <a:bodyPr anchor="ctr" anchorCtr="0"/>
          <a:lstStyle>
            <a:lvl1pPr marL="0" indent="0" algn="ctr">
              <a:buNone/>
              <a:defRPr sz="1200"/>
            </a:lvl1pPr>
          </a:lstStyle>
          <a:p>
            <a:pPr lvl="0"/>
            <a:r>
              <a:rPr lang="en-US"/>
              <a:t>Insert infographics within this area</a:t>
            </a:r>
          </a:p>
        </p:txBody>
      </p:sp>
      <p:sp>
        <p:nvSpPr>
          <p:cNvPr id="22" name="Content Placeholder 3">
            <a:extLst>
              <a:ext uri="{FF2B5EF4-FFF2-40B4-BE49-F238E27FC236}">
                <a16:creationId xmlns:a16="http://schemas.microsoft.com/office/drawing/2014/main" id="{F43E6FA5-304B-6C45-B371-90C06A62E29D}"/>
              </a:ext>
            </a:extLst>
          </p:cNvPr>
          <p:cNvSpPr>
            <a:spLocks noGrp="1"/>
          </p:cNvSpPr>
          <p:nvPr>
            <p:ph sz="quarter" idx="17" hasCustomPrompt="1"/>
          </p:nvPr>
        </p:nvSpPr>
        <p:spPr>
          <a:xfrm>
            <a:off x="457200" y="4195268"/>
            <a:ext cx="3646488" cy="1890713"/>
          </a:xfrm>
          <a:noFill/>
        </p:spPr>
        <p:txBody>
          <a:bodyPr anchor="ctr" anchorCtr="0"/>
          <a:lstStyle>
            <a:lvl1pPr marL="0" indent="0" algn="ctr">
              <a:buNone/>
              <a:defRPr sz="1200"/>
            </a:lvl1pPr>
          </a:lstStyle>
          <a:p>
            <a:pPr lvl="0"/>
            <a:r>
              <a:rPr lang="en-US"/>
              <a:t>Insert infographics within this area</a:t>
            </a:r>
          </a:p>
        </p:txBody>
      </p:sp>
      <p:sp>
        <p:nvSpPr>
          <p:cNvPr id="23" name="Content Placeholder 3">
            <a:extLst>
              <a:ext uri="{FF2B5EF4-FFF2-40B4-BE49-F238E27FC236}">
                <a16:creationId xmlns:a16="http://schemas.microsoft.com/office/drawing/2014/main" id="{2679A949-03FB-C84F-8BB4-A59204838C82}"/>
              </a:ext>
            </a:extLst>
          </p:cNvPr>
          <p:cNvSpPr>
            <a:spLocks noGrp="1"/>
          </p:cNvSpPr>
          <p:nvPr>
            <p:ph sz="quarter" idx="18" hasCustomPrompt="1"/>
          </p:nvPr>
        </p:nvSpPr>
        <p:spPr>
          <a:xfrm>
            <a:off x="4272322" y="4195268"/>
            <a:ext cx="3646488" cy="1890713"/>
          </a:xfrm>
          <a:noFill/>
        </p:spPr>
        <p:txBody>
          <a:bodyPr anchor="ctr" anchorCtr="0"/>
          <a:lstStyle>
            <a:lvl1pPr marL="0" indent="0" algn="ctr">
              <a:buNone/>
              <a:defRPr sz="1200"/>
            </a:lvl1pPr>
          </a:lstStyle>
          <a:p>
            <a:pPr lvl="0"/>
            <a:r>
              <a:rPr lang="en-US"/>
              <a:t>Insert infographics within this area</a:t>
            </a:r>
          </a:p>
        </p:txBody>
      </p:sp>
      <p:sp>
        <p:nvSpPr>
          <p:cNvPr id="24" name="Content Placeholder 3">
            <a:extLst>
              <a:ext uri="{FF2B5EF4-FFF2-40B4-BE49-F238E27FC236}">
                <a16:creationId xmlns:a16="http://schemas.microsoft.com/office/drawing/2014/main" id="{6617106F-B15C-3C47-9852-86708E908130}"/>
              </a:ext>
            </a:extLst>
          </p:cNvPr>
          <p:cNvSpPr>
            <a:spLocks noGrp="1"/>
          </p:cNvSpPr>
          <p:nvPr>
            <p:ph sz="quarter" idx="19" hasCustomPrompt="1"/>
          </p:nvPr>
        </p:nvSpPr>
        <p:spPr>
          <a:xfrm>
            <a:off x="8087445" y="4195268"/>
            <a:ext cx="3646488" cy="1890713"/>
          </a:xfrm>
          <a:noFill/>
        </p:spPr>
        <p:txBody>
          <a:bodyPr anchor="ctr" anchorCtr="0"/>
          <a:lstStyle>
            <a:lvl1pPr marL="0" indent="0" algn="ctr">
              <a:buNone/>
              <a:defRPr sz="1200"/>
            </a:lvl1pPr>
          </a:lstStyle>
          <a:p>
            <a:pPr lvl="0"/>
            <a:r>
              <a:rPr lang="en-US"/>
              <a:t>Insert infographics within this area</a:t>
            </a:r>
          </a:p>
        </p:txBody>
      </p:sp>
      <p:sp>
        <p:nvSpPr>
          <p:cNvPr id="13" name="TextBox 12">
            <a:extLst>
              <a:ext uri="{FF2B5EF4-FFF2-40B4-BE49-F238E27FC236}">
                <a16:creationId xmlns:a16="http://schemas.microsoft.com/office/drawing/2014/main" id="{D663F792-37B2-40DE-9910-263492A8B1F9}"/>
              </a:ext>
            </a:extLst>
          </p:cNvPr>
          <p:cNvSpPr txBox="1"/>
          <p:nvPr userDrawn="1"/>
        </p:nvSpPr>
        <p:spPr>
          <a:xfrm>
            <a:off x="8058098" y="6405091"/>
            <a:ext cx="2446699" cy="215444"/>
          </a:xfrm>
          <a:prstGeom prst="rect">
            <a:avLst/>
          </a:prstGeom>
          <a:noFill/>
        </p:spPr>
        <p:txBody>
          <a:bodyPr wrap="square">
            <a:spAutoFit/>
          </a:body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Calibri" panose="020F0502020204030204"/>
                <a:ea typeface="+mn-ea"/>
                <a:cs typeface="+mn-cs"/>
              </a:rPr>
              <a:t>©2021 ExlService Holdings, Inc. All rights reserved.</a:t>
            </a:r>
          </a:p>
        </p:txBody>
      </p:sp>
      <p:sp>
        <p:nvSpPr>
          <p:cNvPr id="15" name="TextBox 14">
            <a:extLst>
              <a:ext uri="{FF2B5EF4-FFF2-40B4-BE49-F238E27FC236}">
                <a16:creationId xmlns:a16="http://schemas.microsoft.com/office/drawing/2014/main" id="{79CA41CA-50B8-41C8-9F5D-B95403A7C9CD}"/>
              </a:ext>
            </a:extLst>
          </p:cNvPr>
          <p:cNvSpPr txBox="1"/>
          <p:nvPr userDrawn="1"/>
        </p:nvSpPr>
        <p:spPr>
          <a:xfrm>
            <a:off x="10388823" y="6412461"/>
            <a:ext cx="579422" cy="215444"/>
          </a:xfrm>
          <a:prstGeom prst="rect">
            <a:avLst/>
          </a:prstGeom>
          <a:noFill/>
        </p:spPr>
        <p:txBody>
          <a:bodyPr wrap="square" rtlCol="0">
            <a:spAutoFit/>
          </a:bodyPr>
          <a:lstStyle/>
          <a:p>
            <a:fld id="{85EF08C3-6068-49A5-A83C-FDA0DDA2EDAF}" type="slidenum">
              <a:rPr lang="en-US" sz="800" smtClean="0">
                <a:solidFill>
                  <a:schemeClr val="tx2"/>
                </a:solidFill>
              </a:rPr>
              <a:t>‹#›</a:t>
            </a:fld>
            <a:endParaRPr lang="en-US" sz="800">
              <a:solidFill>
                <a:schemeClr val="tx2"/>
              </a:solidFill>
            </a:endParaRPr>
          </a:p>
        </p:txBody>
      </p:sp>
    </p:spTree>
    <p:extLst>
      <p:ext uri="{BB962C8B-B14F-4D97-AF65-F5344CB8AC3E}">
        <p14:creationId xmlns:p14="http://schemas.microsoft.com/office/powerpoint/2010/main" val="1175378689"/>
      </p:ext>
    </p:extLst>
  </p:cSld>
  <p:clrMapOvr>
    <a:overrideClrMapping bg1="lt1" tx1="dk1" bg2="lt2" tx2="dk2" accent1="accent1" accent2="accent2" accent3="accent3" accent4="accent4" accent5="accent5" accent6="accent6" hlink="hlink" folHlink="folHlink"/>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Title Six Infographic Boxes w/ heading">
    <p:bg>
      <p:bgRef idx="1001">
        <a:schemeClr val="bg1"/>
      </p:bgRef>
    </p:bg>
    <p:spTree>
      <p:nvGrpSpPr>
        <p:cNvPr id="1" name=""/>
        <p:cNvGrpSpPr/>
        <p:nvPr/>
      </p:nvGrpSpPr>
      <p:grpSpPr>
        <a:xfrm>
          <a:off x="0" y="0"/>
          <a:ext cx="0" cy="0"/>
          <a:chOff x="0" y="0"/>
          <a:chExt cx="0" cy="0"/>
        </a:xfrm>
      </p:grpSpPr>
      <p:sp>
        <p:nvSpPr>
          <p:cNvPr id="2" name="Title 1"/>
          <p:cNvSpPr>
            <a:spLocks noGrp="1"/>
          </p:cNvSpPr>
          <p:nvPr>
            <p:ph type="ctrTitle"/>
          </p:nvPr>
        </p:nvSpPr>
        <p:spPr>
          <a:xfrm>
            <a:off x="457200" y="958363"/>
            <a:ext cx="11277600" cy="635000"/>
          </a:xfrm>
        </p:spPr>
        <p:txBody>
          <a:bodyPr anchor="t" anchorCtr="0">
            <a:noAutofit/>
          </a:bodyPr>
          <a:lstStyle>
            <a:lvl1pPr algn="l">
              <a:lnSpc>
                <a:spcPct val="80000"/>
              </a:lnSpc>
              <a:defRPr sz="4400">
                <a:solidFill>
                  <a:schemeClr val="tx1"/>
                </a:solidFill>
              </a:defRPr>
            </a:lvl1pPr>
          </a:lstStyle>
          <a:p>
            <a:r>
              <a:rPr lang="en-US"/>
              <a:t>Click to edit Master title style</a:t>
            </a:r>
          </a:p>
        </p:txBody>
      </p:sp>
      <p:sp>
        <p:nvSpPr>
          <p:cNvPr id="5" name="Text Placeholder 4">
            <a:extLst>
              <a:ext uri="{FF2B5EF4-FFF2-40B4-BE49-F238E27FC236}">
                <a16:creationId xmlns:a16="http://schemas.microsoft.com/office/drawing/2014/main" id="{6F2622D0-EB8A-9645-97E8-A571F63A1F37}"/>
              </a:ext>
            </a:extLst>
          </p:cNvPr>
          <p:cNvSpPr>
            <a:spLocks noGrp="1"/>
          </p:cNvSpPr>
          <p:nvPr>
            <p:ph type="body" sz="quarter" idx="13"/>
          </p:nvPr>
        </p:nvSpPr>
        <p:spPr>
          <a:xfrm>
            <a:off x="457200" y="457200"/>
            <a:ext cx="5638800" cy="401483"/>
          </a:xfrm>
        </p:spPr>
        <p:txBody>
          <a:bodyPr>
            <a:noAutofit/>
          </a:bodyPr>
          <a:lstStyle>
            <a:lvl1pPr marL="0" indent="0">
              <a:spcBef>
                <a:spcPts val="0"/>
              </a:spcBef>
              <a:buNone/>
              <a:defRPr sz="1400" b="1" i="0">
                <a:solidFill>
                  <a:schemeClr val="tx1"/>
                </a:solidFill>
                <a:latin typeface="Calibri" panose="020F0502020204030204" pitchFamily="34" charset="0"/>
                <a:cs typeface="Calibri" panose="020F0502020204030204" pitchFamily="34" charset="0"/>
              </a:defRPr>
            </a:lvl1pPr>
            <a:lvl2pPr marL="290513" indent="0">
              <a:buNone/>
              <a:defRPr/>
            </a:lvl2pPr>
            <a:lvl3pPr marL="582613" indent="0">
              <a:buNone/>
              <a:defRPr/>
            </a:lvl3pPr>
            <a:lvl4pPr marL="855663" indent="0">
              <a:buNone/>
              <a:defRPr/>
            </a:lvl4pPr>
            <a:lvl5pPr marL="1100138" indent="0">
              <a:buNone/>
              <a:defRPr/>
            </a:lvl5pPr>
          </a:lstStyle>
          <a:p>
            <a:pPr lvl="0"/>
            <a:r>
              <a:rPr lang="en-US"/>
              <a:t>Edit Master text styles</a:t>
            </a:r>
          </a:p>
        </p:txBody>
      </p:sp>
      <p:pic>
        <p:nvPicPr>
          <p:cNvPr id="14" name="Picture 13">
            <a:extLst>
              <a:ext uri="{FF2B5EF4-FFF2-40B4-BE49-F238E27FC236}">
                <a16:creationId xmlns:a16="http://schemas.microsoft.com/office/drawing/2014/main" id="{C6B72333-1498-944B-A236-F01FCD24FF72}"/>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0959193" y="6132957"/>
            <a:ext cx="990600" cy="635000"/>
          </a:xfrm>
          <a:prstGeom prst="rect">
            <a:avLst/>
          </a:prstGeom>
        </p:spPr>
      </p:pic>
      <p:sp>
        <p:nvSpPr>
          <p:cNvPr id="4" name="Content Placeholder 3">
            <a:extLst>
              <a:ext uri="{FF2B5EF4-FFF2-40B4-BE49-F238E27FC236}">
                <a16:creationId xmlns:a16="http://schemas.microsoft.com/office/drawing/2014/main" id="{A0212F11-0FEC-0D48-98C2-450BD6561319}"/>
              </a:ext>
            </a:extLst>
          </p:cNvPr>
          <p:cNvSpPr>
            <a:spLocks noGrp="1"/>
          </p:cNvSpPr>
          <p:nvPr>
            <p:ph sz="quarter" idx="14" hasCustomPrompt="1"/>
          </p:nvPr>
        </p:nvSpPr>
        <p:spPr>
          <a:xfrm>
            <a:off x="457200" y="1948039"/>
            <a:ext cx="3646488" cy="1890713"/>
          </a:xfrm>
          <a:noFill/>
        </p:spPr>
        <p:txBody>
          <a:bodyPr anchor="ctr" anchorCtr="0"/>
          <a:lstStyle>
            <a:lvl1pPr marL="0" indent="0" algn="ctr">
              <a:buNone/>
              <a:defRPr sz="1200"/>
            </a:lvl1pPr>
          </a:lstStyle>
          <a:p>
            <a:pPr lvl="0"/>
            <a:r>
              <a:rPr lang="en-US"/>
              <a:t>Insert infographics within this area</a:t>
            </a:r>
          </a:p>
        </p:txBody>
      </p:sp>
      <p:sp>
        <p:nvSpPr>
          <p:cNvPr id="20" name="Content Placeholder 3">
            <a:extLst>
              <a:ext uri="{FF2B5EF4-FFF2-40B4-BE49-F238E27FC236}">
                <a16:creationId xmlns:a16="http://schemas.microsoft.com/office/drawing/2014/main" id="{742E0F13-9A85-0646-BF08-9D103A90B11B}"/>
              </a:ext>
            </a:extLst>
          </p:cNvPr>
          <p:cNvSpPr>
            <a:spLocks noGrp="1"/>
          </p:cNvSpPr>
          <p:nvPr>
            <p:ph sz="quarter" idx="15" hasCustomPrompt="1"/>
          </p:nvPr>
        </p:nvSpPr>
        <p:spPr>
          <a:xfrm>
            <a:off x="4272322" y="1948039"/>
            <a:ext cx="3646488" cy="1890713"/>
          </a:xfrm>
          <a:noFill/>
        </p:spPr>
        <p:txBody>
          <a:bodyPr anchor="ctr" anchorCtr="0"/>
          <a:lstStyle>
            <a:lvl1pPr marL="0" indent="0" algn="ctr">
              <a:buNone/>
              <a:defRPr sz="1200"/>
            </a:lvl1pPr>
          </a:lstStyle>
          <a:p>
            <a:pPr lvl="0"/>
            <a:r>
              <a:rPr lang="en-US"/>
              <a:t>Insert infographics within this area</a:t>
            </a:r>
          </a:p>
        </p:txBody>
      </p:sp>
      <p:sp>
        <p:nvSpPr>
          <p:cNvPr id="21" name="Content Placeholder 3">
            <a:extLst>
              <a:ext uri="{FF2B5EF4-FFF2-40B4-BE49-F238E27FC236}">
                <a16:creationId xmlns:a16="http://schemas.microsoft.com/office/drawing/2014/main" id="{15059411-4DD2-BF4A-B40A-09062DE7428F}"/>
              </a:ext>
            </a:extLst>
          </p:cNvPr>
          <p:cNvSpPr>
            <a:spLocks noGrp="1"/>
          </p:cNvSpPr>
          <p:nvPr>
            <p:ph sz="quarter" idx="16" hasCustomPrompt="1"/>
          </p:nvPr>
        </p:nvSpPr>
        <p:spPr>
          <a:xfrm>
            <a:off x="8087445" y="1948039"/>
            <a:ext cx="3646488" cy="1890713"/>
          </a:xfrm>
          <a:noFill/>
        </p:spPr>
        <p:txBody>
          <a:bodyPr anchor="ctr" anchorCtr="0"/>
          <a:lstStyle>
            <a:lvl1pPr marL="0" indent="0" algn="ctr">
              <a:buNone/>
              <a:defRPr sz="1200"/>
            </a:lvl1pPr>
          </a:lstStyle>
          <a:p>
            <a:pPr lvl="0"/>
            <a:r>
              <a:rPr lang="en-US"/>
              <a:t>Insert infographics within this area</a:t>
            </a:r>
          </a:p>
        </p:txBody>
      </p:sp>
      <p:sp>
        <p:nvSpPr>
          <p:cNvPr id="22" name="Content Placeholder 3">
            <a:extLst>
              <a:ext uri="{FF2B5EF4-FFF2-40B4-BE49-F238E27FC236}">
                <a16:creationId xmlns:a16="http://schemas.microsoft.com/office/drawing/2014/main" id="{F43E6FA5-304B-6C45-B371-90C06A62E29D}"/>
              </a:ext>
            </a:extLst>
          </p:cNvPr>
          <p:cNvSpPr>
            <a:spLocks noGrp="1"/>
          </p:cNvSpPr>
          <p:nvPr>
            <p:ph sz="quarter" idx="17" hasCustomPrompt="1"/>
          </p:nvPr>
        </p:nvSpPr>
        <p:spPr>
          <a:xfrm>
            <a:off x="457200" y="4195268"/>
            <a:ext cx="3646488" cy="1890713"/>
          </a:xfrm>
          <a:noFill/>
        </p:spPr>
        <p:txBody>
          <a:bodyPr anchor="ctr" anchorCtr="0"/>
          <a:lstStyle>
            <a:lvl1pPr marL="0" indent="0" algn="ctr">
              <a:buNone/>
              <a:defRPr sz="1200"/>
            </a:lvl1pPr>
          </a:lstStyle>
          <a:p>
            <a:pPr lvl="0"/>
            <a:r>
              <a:rPr lang="en-US"/>
              <a:t>Insert infographics within this area</a:t>
            </a:r>
          </a:p>
        </p:txBody>
      </p:sp>
      <p:sp>
        <p:nvSpPr>
          <p:cNvPr id="23" name="Content Placeholder 3">
            <a:extLst>
              <a:ext uri="{FF2B5EF4-FFF2-40B4-BE49-F238E27FC236}">
                <a16:creationId xmlns:a16="http://schemas.microsoft.com/office/drawing/2014/main" id="{2679A949-03FB-C84F-8BB4-A59204838C82}"/>
              </a:ext>
            </a:extLst>
          </p:cNvPr>
          <p:cNvSpPr>
            <a:spLocks noGrp="1"/>
          </p:cNvSpPr>
          <p:nvPr>
            <p:ph sz="quarter" idx="18" hasCustomPrompt="1"/>
          </p:nvPr>
        </p:nvSpPr>
        <p:spPr>
          <a:xfrm>
            <a:off x="4272322" y="4195268"/>
            <a:ext cx="3646488" cy="1890713"/>
          </a:xfrm>
          <a:noFill/>
        </p:spPr>
        <p:txBody>
          <a:bodyPr anchor="ctr" anchorCtr="0"/>
          <a:lstStyle>
            <a:lvl1pPr marL="0" indent="0" algn="ctr">
              <a:buNone/>
              <a:defRPr sz="1200"/>
            </a:lvl1pPr>
          </a:lstStyle>
          <a:p>
            <a:pPr lvl="0"/>
            <a:r>
              <a:rPr lang="en-US"/>
              <a:t>Insert infographics within this area</a:t>
            </a:r>
          </a:p>
        </p:txBody>
      </p:sp>
      <p:sp>
        <p:nvSpPr>
          <p:cNvPr id="24" name="Content Placeholder 3">
            <a:extLst>
              <a:ext uri="{FF2B5EF4-FFF2-40B4-BE49-F238E27FC236}">
                <a16:creationId xmlns:a16="http://schemas.microsoft.com/office/drawing/2014/main" id="{6617106F-B15C-3C47-9852-86708E908130}"/>
              </a:ext>
            </a:extLst>
          </p:cNvPr>
          <p:cNvSpPr>
            <a:spLocks noGrp="1"/>
          </p:cNvSpPr>
          <p:nvPr>
            <p:ph sz="quarter" idx="19" hasCustomPrompt="1"/>
          </p:nvPr>
        </p:nvSpPr>
        <p:spPr>
          <a:xfrm>
            <a:off x="8087445" y="4195268"/>
            <a:ext cx="3646488" cy="1890713"/>
          </a:xfrm>
          <a:noFill/>
        </p:spPr>
        <p:txBody>
          <a:bodyPr anchor="ctr" anchorCtr="0"/>
          <a:lstStyle>
            <a:lvl1pPr marL="0" indent="0" algn="ctr">
              <a:buNone/>
              <a:defRPr sz="1200"/>
            </a:lvl1pPr>
          </a:lstStyle>
          <a:p>
            <a:pPr lvl="0"/>
            <a:r>
              <a:rPr lang="en-US"/>
              <a:t>Insert infographics within this area</a:t>
            </a:r>
          </a:p>
        </p:txBody>
      </p:sp>
      <p:sp>
        <p:nvSpPr>
          <p:cNvPr id="11" name="Text Placeholder 10">
            <a:extLst>
              <a:ext uri="{FF2B5EF4-FFF2-40B4-BE49-F238E27FC236}">
                <a16:creationId xmlns:a16="http://schemas.microsoft.com/office/drawing/2014/main" id="{3C84ABE0-31CF-D648-940C-63E5DA921106}"/>
              </a:ext>
            </a:extLst>
          </p:cNvPr>
          <p:cNvSpPr>
            <a:spLocks noGrp="1"/>
          </p:cNvSpPr>
          <p:nvPr>
            <p:ph type="body" sz="quarter" idx="20"/>
          </p:nvPr>
        </p:nvSpPr>
        <p:spPr>
          <a:xfrm>
            <a:off x="457201" y="1693043"/>
            <a:ext cx="3646488" cy="241300"/>
          </a:xfrm>
        </p:spPr>
        <p:txBody>
          <a:bodyPr/>
          <a:lstStyle>
            <a:lvl1pPr marL="0" indent="0">
              <a:buNone/>
              <a:defRPr sz="1200" b="1" i="0">
                <a:latin typeface="Calibri" panose="020F0502020204030204" pitchFamily="34" charset="0"/>
                <a:cs typeface="Calibri" panose="020F0502020204030204" pitchFamily="34" charset="0"/>
              </a:defRPr>
            </a:lvl1pPr>
            <a:lvl2pPr marL="290513" indent="0">
              <a:buNone/>
              <a:defRPr/>
            </a:lvl2pPr>
            <a:lvl3pPr marL="582613" indent="0">
              <a:buNone/>
              <a:defRPr/>
            </a:lvl3pPr>
            <a:lvl4pPr marL="855663" indent="0">
              <a:buNone/>
              <a:defRPr/>
            </a:lvl4pPr>
            <a:lvl5pPr marL="1100138" indent="0">
              <a:buNone/>
              <a:defRPr/>
            </a:lvl5pPr>
          </a:lstStyle>
          <a:p>
            <a:pPr lvl="0"/>
            <a:r>
              <a:rPr lang="en-US"/>
              <a:t>Edit Master text styles</a:t>
            </a:r>
          </a:p>
        </p:txBody>
      </p:sp>
      <p:sp>
        <p:nvSpPr>
          <p:cNvPr id="19" name="Text Placeholder 10">
            <a:extLst>
              <a:ext uri="{FF2B5EF4-FFF2-40B4-BE49-F238E27FC236}">
                <a16:creationId xmlns:a16="http://schemas.microsoft.com/office/drawing/2014/main" id="{CA55A367-F7E2-A24B-850F-F41F079B4DE0}"/>
              </a:ext>
            </a:extLst>
          </p:cNvPr>
          <p:cNvSpPr>
            <a:spLocks noGrp="1"/>
          </p:cNvSpPr>
          <p:nvPr>
            <p:ph type="body" sz="quarter" idx="21"/>
          </p:nvPr>
        </p:nvSpPr>
        <p:spPr>
          <a:xfrm>
            <a:off x="4272756" y="1693043"/>
            <a:ext cx="3646488" cy="241300"/>
          </a:xfrm>
        </p:spPr>
        <p:txBody>
          <a:bodyPr/>
          <a:lstStyle>
            <a:lvl1pPr marL="0" indent="0">
              <a:buNone/>
              <a:defRPr sz="1200" b="1" i="0">
                <a:latin typeface="Calibri" panose="020F0502020204030204" pitchFamily="34" charset="0"/>
                <a:cs typeface="Calibri" panose="020F0502020204030204" pitchFamily="34" charset="0"/>
              </a:defRPr>
            </a:lvl1pPr>
            <a:lvl2pPr marL="290513" indent="0">
              <a:buNone/>
              <a:defRPr/>
            </a:lvl2pPr>
            <a:lvl3pPr marL="582613" indent="0">
              <a:buNone/>
              <a:defRPr/>
            </a:lvl3pPr>
            <a:lvl4pPr marL="855663" indent="0">
              <a:buNone/>
              <a:defRPr/>
            </a:lvl4pPr>
            <a:lvl5pPr marL="1100138" indent="0">
              <a:buNone/>
              <a:defRPr/>
            </a:lvl5pPr>
          </a:lstStyle>
          <a:p>
            <a:pPr lvl="0"/>
            <a:r>
              <a:rPr lang="en-US"/>
              <a:t>Edit Master text styles</a:t>
            </a:r>
          </a:p>
        </p:txBody>
      </p:sp>
      <p:sp>
        <p:nvSpPr>
          <p:cNvPr id="25" name="Text Placeholder 10">
            <a:extLst>
              <a:ext uri="{FF2B5EF4-FFF2-40B4-BE49-F238E27FC236}">
                <a16:creationId xmlns:a16="http://schemas.microsoft.com/office/drawing/2014/main" id="{2A77CC42-5D2C-AD42-A4E0-14DCA9D6AD67}"/>
              </a:ext>
            </a:extLst>
          </p:cNvPr>
          <p:cNvSpPr>
            <a:spLocks noGrp="1"/>
          </p:cNvSpPr>
          <p:nvPr>
            <p:ph type="body" sz="quarter" idx="22"/>
          </p:nvPr>
        </p:nvSpPr>
        <p:spPr>
          <a:xfrm>
            <a:off x="8085339" y="1693043"/>
            <a:ext cx="3646488" cy="241300"/>
          </a:xfrm>
        </p:spPr>
        <p:txBody>
          <a:bodyPr/>
          <a:lstStyle>
            <a:lvl1pPr marL="0" indent="0">
              <a:buNone/>
              <a:defRPr sz="1200" b="1" i="0">
                <a:latin typeface="Calibri" panose="020F0502020204030204" pitchFamily="34" charset="0"/>
                <a:cs typeface="Calibri" panose="020F0502020204030204" pitchFamily="34" charset="0"/>
              </a:defRPr>
            </a:lvl1pPr>
            <a:lvl2pPr marL="290513" indent="0">
              <a:buNone/>
              <a:defRPr/>
            </a:lvl2pPr>
            <a:lvl3pPr marL="582613" indent="0">
              <a:buNone/>
              <a:defRPr/>
            </a:lvl3pPr>
            <a:lvl4pPr marL="855663" indent="0">
              <a:buNone/>
              <a:defRPr/>
            </a:lvl4pPr>
            <a:lvl5pPr marL="1100138" indent="0">
              <a:buNone/>
              <a:defRPr/>
            </a:lvl5pPr>
          </a:lstStyle>
          <a:p>
            <a:pPr lvl="0"/>
            <a:r>
              <a:rPr lang="en-US"/>
              <a:t>Edit Master text styles</a:t>
            </a:r>
          </a:p>
        </p:txBody>
      </p:sp>
      <p:sp>
        <p:nvSpPr>
          <p:cNvPr id="26" name="Text Placeholder 10">
            <a:extLst>
              <a:ext uri="{FF2B5EF4-FFF2-40B4-BE49-F238E27FC236}">
                <a16:creationId xmlns:a16="http://schemas.microsoft.com/office/drawing/2014/main" id="{BCF0045D-2B71-B84E-B96F-7032EFE40BF4}"/>
              </a:ext>
            </a:extLst>
          </p:cNvPr>
          <p:cNvSpPr>
            <a:spLocks noGrp="1"/>
          </p:cNvSpPr>
          <p:nvPr>
            <p:ph type="body" sz="quarter" idx="23"/>
          </p:nvPr>
        </p:nvSpPr>
        <p:spPr>
          <a:xfrm>
            <a:off x="457201" y="3945463"/>
            <a:ext cx="3646488" cy="241300"/>
          </a:xfrm>
        </p:spPr>
        <p:txBody>
          <a:bodyPr/>
          <a:lstStyle>
            <a:lvl1pPr marL="0" indent="0">
              <a:buNone/>
              <a:defRPr sz="1200" b="1" i="0">
                <a:latin typeface="Calibri" panose="020F0502020204030204" pitchFamily="34" charset="0"/>
                <a:cs typeface="Calibri" panose="020F0502020204030204" pitchFamily="34" charset="0"/>
              </a:defRPr>
            </a:lvl1pPr>
            <a:lvl2pPr marL="290513" indent="0">
              <a:buNone/>
              <a:defRPr/>
            </a:lvl2pPr>
            <a:lvl3pPr marL="582613" indent="0">
              <a:buNone/>
              <a:defRPr/>
            </a:lvl3pPr>
            <a:lvl4pPr marL="855663" indent="0">
              <a:buNone/>
              <a:defRPr/>
            </a:lvl4pPr>
            <a:lvl5pPr marL="1100138" indent="0">
              <a:buNone/>
              <a:defRPr/>
            </a:lvl5pPr>
          </a:lstStyle>
          <a:p>
            <a:pPr lvl="0"/>
            <a:r>
              <a:rPr lang="en-US"/>
              <a:t>Edit Master text styles</a:t>
            </a:r>
          </a:p>
        </p:txBody>
      </p:sp>
      <p:sp>
        <p:nvSpPr>
          <p:cNvPr id="27" name="Text Placeholder 10">
            <a:extLst>
              <a:ext uri="{FF2B5EF4-FFF2-40B4-BE49-F238E27FC236}">
                <a16:creationId xmlns:a16="http://schemas.microsoft.com/office/drawing/2014/main" id="{82BD4E58-4705-054E-8E5B-494A8A662AAD}"/>
              </a:ext>
            </a:extLst>
          </p:cNvPr>
          <p:cNvSpPr>
            <a:spLocks noGrp="1"/>
          </p:cNvSpPr>
          <p:nvPr>
            <p:ph type="body" sz="quarter" idx="24"/>
          </p:nvPr>
        </p:nvSpPr>
        <p:spPr>
          <a:xfrm>
            <a:off x="4272756" y="3945463"/>
            <a:ext cx="3646488" cy="241300"/>
          </a:xfrm>
        </p:spPr>
        <p:txBody>
          <a:bodyPr/>
          <a:lstStyle>
            <a:lvl1pPr marL="0" indent="0">
              <a:buNone/>
              <a:defRPr sz="1200" b="1" i="0">
                <a:latin typeface="Calibri" panose="020F0502020204030204" pitchFamily="34" charset="0"/>
                <a:cs typeface="Calibri" panose="020F0502020204030204" pitchFamily="34" charset="0"/>
              </a:defRPr>
            </a:lvl1pPr>
            <a:lvl2pPr marL="290513" indent="0">
              <a:buNone/>
              <a:defRPr/>
            </a:lvl2pPr>
            <a:lvl3pPr marL="582613" indent="0">
              <a:buNone/>
              <a:defRPr/>
            </a:lvl3pPr>
            <a:lvl4pPr marL="855663" indent="0">
              <a:buNone/>
              <a:defRPr/>
            </a:lvl4pPr>
            <a:lvl5pPr marL="1100138" indent="0">
              <a:buNone/>
              <a:defRPr/>
            </a:lvl5pPr>
          </a:lstStyle>
          <a:p>
            <a:pPr lvl="0"/>
            <a:r>
              <a:rPr lang="en-US"/>
              <a:t>Edit Master text styles</a:t>
            </a:r>
          </a:p>
        </p:txBody>
      </p:sp>
      <p:sp>
        <p:nvSpPr>
          <p:cNvPr id="28" name="Text Placeholder 10">
            <a:extLst>
              <a:ext uri="{FF2B5EF4-FFF2-40B4-BE49-F238E27FC236}">
                <a16:creationId xmlns:a16="http://schemas.microsoft.com/office/drawing/2014/main" id="{0B3D0F63-6E1F-044B-BE7B-F876E84AE8DD}"/>
              </a:ext>
            </a:extLst>
          </p:cNvPr>
          <p:cNvSpPr>
            <a:spLocks noGrp="1"/>
          </p:cNvSpPr>
          <p:nvPr>
            <p:ph type="body" sz="quarter" idx="25"/>
          </p:nvPr>
        </p:nvSpPr>
        <p:spPr>
          <a:xfrm>
            <a:off x="8085339" y="3945463"/>
            <a:ext cx="3646488" cy="241300"/>
          </a:xfrm>
        </p:spPr>
        <p:txBody>
          <a:bodyPr/>
          <a:lstStyle>
            <a:lvl1pPr marL="0" indent="0">
              <a:buNone/>
              <a:defRPr sz="1200" b="1" i="0">
                <a:latin typeface="Calibri" panose="020F0502020204030204" pitchFamily="34" charset="0"/>
                <a:cs typeface="Calibri" panose="020F0502020204030204" pitchFamily="34" charset="0"/>
              </a:defRPr>
            </a:lvl1pPr>
            <a:lvl2pPr marL="290513" indent="0">
              <a:buNone/>
              <a:defRPr/>
            </a:lvl2pPr>
            <a:lvl3pPr marL="582613" indent="0">
              <a:buNone/>
              <a:defRPr/>
            </a:lvl3pPr>
            <a:lvl4pPr marL="855663" indent="0">
              <a:buNone/>
              <a:defRPr/>
            </a:lvl4pPr>
            <a:lvl5pPr marL="1100138" indent="0">
              <a:buNone/>
              <a:defRPr/>
            </a:lvl5pPr>
          </a:lstStyle>
          <a:p>
            <a:pPr lvl="0"/>
            <a:r>
              <a:rPr lang="en-US"/>
              <a:t>Edit Master text styles</a:t>
            </a:r>
          </a:p>
        </p:txBody>
      </p:sp>
      <p:sp>
        <p:nvSpPr>
          <p:cNvPr id="29" name="TextBox 28">
            <a:extLst>
              <a:ext uri="{FF2B5EF4-FFF2-40B4-BE49-F238E27FC236}">
                <a16:creationId xmlns:a16="http://schemas.microsoft.com/office/drawing/2014/main" id="{BA34894E-B79F-463F-BA97-84C5F3367B2E}"/>
              </a:ext>
            </a:extLst>
          </p:cNvPr>
          <p:cNvSpPr txBox="1"/>
          <p:nvPr userDrawn="1"/>
        </p:nvSpPr>
        <p:spPr>
          <a:xfrm>
            <a:off x="8058098" y="6405091"/>
            <a:ext cx="2446699" cy="215444"/>
          </a:xfrm>
          <a:prstGeom prst="rect">
            <a:avLst/>
          </a:prstGeom>
          <a:noFill/>
        </p:spPr>
        <p:txBody>
          <a:bodyPr wrap="square">
            <a:spAutoFit/>
          </a:body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Calibri" panose="020F0502020204030204"/>
                <a:ea typeface="+mn-ea"/>
                <a:cs typeface="+mn-cs"/>
              </a:rPr>
              <a:t>©2021 ExlService Holdings, Inc. All rights reserved.</a:t>
            </a:r>
          </a:p>
        </p:txBody>
      </p:sp>
      <p:sp>
        <p:nvSpPr>
          <p:cNvPr id="30" name="TextBox 29">
            <a:extLst>
              <a:ext uri="{FF2B5EF4-FFF2-40B4-BE49-F238E27FC236}">
                <a16:creationId xmlns:a16="http://schemas.microsoft.com/office/drawing/2014/main" id="{EA53703C-A54A-44E3-8138-DA5F3806C0E6}"/>
              </a:ext>
            </a:extLst>
          </p:cNvPr>
          <p:cNvSpPr txBox="1"/>
          <p:nvPr userDrawn="1"/>
        </p:nvSpPr>
        <p:spPr>
          <a:xfrm>
            <a:off x="10388823" y="6412461"/>
            <a:ext cx="579422" cy="215444"/>
          </a:xfrm>
          <a:prstGeom prst="rect">
            <a:avLst/>
          </a:prstGeom>
          <a:noFill/>
        </p:spPr>
        <p:txBody>
          <a:bodyPr wrap="square" rtlCol="0">
            <a:spAutoFit/>
          </a:bodyPr>
          <a:lstStyle/>
          <a:p>
            <a:fld id="{85EF08C3-6068-49A5-A83C-FDA0DDA2EDAF}" type="slidenum">
              <a:rPr lang="en-US" sz="800" smtClean="0">
                <a:solidFill>
                  <a:schemeClr val="tx2"/>
                </a:solidFill>
              </a:rPr>
              <a:t>‹#›</a:t>
            </a:fld>
            <a:endParaRPr lang="en-US" sz="800">
              <a:solidFill>
                <a:schemeClr val="tx2"/>
              </a:solidFill>
            </a:endParaRPr>
          </a:p>
        </p:txBody>
      </p:sp>
    </p:spTree>
    <p:extLst>
      <p:ext uri="{BB962C8B-B14F-4D97-AF65-F5344CB8AC3E}">
        <p14:creationId xmlns:p14="http://schemas.microsoft.com/office/powerpoint/2010/main" val="794768573"/>
      </p:ext>
    </p:extLst>
  </p:cSld>
  <p:clrMapOvr>
    <a:overrideClrMapping bg1="lt1" tx1="dk1" bg2="lt2" tx2="dk2" accent1="accent1" accent2="accent2" accent3="accent3" accent4="accent4" accent5="accent5" accent6="accent6" hlink="hlink" folHlink="folHlink"/>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Four Column Slide">
    <p:bg>
      <p:bgRef idx="1001">
        <a:schemeClr val="bg1"/>
      </p:bgRef>
    </p:bg>
    <p:spTree>
      <p:nvGrpSpPr>
        <p:cNvPr id="1" name=""/>
        <p:cNvGrpSpPr/>
        <p:nvPr/>
      </p:nvGrpSpPr>
      <p:grpSpPr>
        <a:xfrm>
          <a:off x="0" y="0"/>
          <a:ext cx="0" cy="0"/>
          <a:chOff x="0" y="0"/>
          <a:chExt cx="0" cy="0"/>
        </a:xfrm>
      </p:grpSpPr>
      <p:sp>
        <p:nvSpPr>
          <p:cNvPr id="2" name="Title 1"/>
          <p:cNvSpPr>
            <a:spLocks noGrp="1"/>
          </p:cNvSpPr>
          <p:nvPr>
            <p:ph type="ctrTitle"/>
          </p:nvPr>
        </p:nvSpPr>
        <p:spPr>
          <a:xfrm>
            <a:off x="457200" y="1485900"/>
            <a:ext cx="3045417" cy="1649186"/>
          </a:xfrm>
        </p:spPr>
        <p:txBody>
          <a:bodyPr anchor="t" anchorCtr="0">
            <a:noAutofit/>
          </a:bodyPr>
          <a:lstStyle>
            <a:lvl1pPr algn="l">
              <a:lnSpc>
                <a:spcPct val="80000"/>
              </a:lnSpc>
              <a:defRPr sz="4400">
                <a:solidFill>
                  <a:schemeClr val="tx1"/>
                </a:solidFill>
              </a:defRPr>
            </a:lvl1pPr>
          </a:lstStyle>
          <a:p>
            <a:r>
              <a:rPr lang="en-US"/>
              <a:t>Click to edit Master title style</a:t>
            </a:r>
          </a:p>
        </p:txBody>
      </p:sp>
      <p:sp>
        <p:nvSpPr>
          <p:cNvPr id="5" name="Text Placeholder 4">
            <a:extLst>
              <a:ext uri="{FF2B5EF4-FFF2-40B4-BE49-F238E27FC236}">
                <a16:creationId xmlns:a16="http://schemas.microsoft.com/office/drawing/2014/main" id="{6F2622D0-EB8A-9645-97E8-A571F63A1F37}"/>
              </a:ext>
            </a:extLst>
          </p:cNvPr>
          <p:cNvSpPr>
            <a:spLocks noGrp="1"/>
          </p:cNvSpPr>
          <p:nvPr>
            <p:ph type="body" sz="quarter" idx="13"/>
          </p:nvPr>
        </p:nvSpPr>
        <p:spPr>
          <a:xfrm>
            <a:off x="457200" y="457200"/>
            <a:ext cx="3679371" cy="421105"/>
          </a:xfrm>
        </p:spPr>
        <p:txBody>
          <a:bodyPr>
            <a:noAutofit/>
          </a:bodyPr>
          <a:lstStyle>
            <a:lvl1pPr marL="0" indent="0">
              <a:spcBef>
                <a:spcPts val="0"/>
              </a:spcBef>
              <a:buNone/>
              <a:defRPr sz="1400" b="1" i="0">
                <a:solidFill>
                  <a:schemeClr val="tx1"/>
                </a:solidFill>
                <a:latin typeface="Calibri" panose="020F0502020204030204" pitchFamily="34" charset="0"/>
                <a:cs typeface="Calibri" panose="020F0502020204030204" pitchFamily="34" charset="0"/>
              </a:defRPr>
            </a:lvl1pPr>
            <a:lvl2pPr marL="290513" indent="0">
              <a:buNone/>
              <a:defRPr/>
            </a:lvl2pPr>
            <a:lvl3pPr marL="582613" indent="0">
              <a:buNone/>
              <a:defRPr/>
            </a:lvl3pPr>
            <a:lvl4pPr marL="855663" indent="0">
              <a:buNone/>
              <a:defRPr/>
            </a:lvl4pPr>
            <a:lvl5pPr marL="1100138" indent="0">
              <a:buNone/>
              <a:defRPr/>
            </a:lvl5pPr>
          </a:lstStyle>
          <a:p>
            <a:pPr lvl="0"/>
            <a:r>
              <a:rPr lang="en-US"/>
              <a:t>Edit Master text styles</a:t>
            </a:r>
          </a:p>
        </p:txBody>
      </p:sp>
      <p:pic>
        <p:nvPicPr>
          <p:cNvPr id="24" name="Picture 23">
            <a:extLst>
              <a:ext uri="{FF2B5EF4-FFF2-40B4-BE49-F238E27FC236}">
                <a16:creationId xmlns:a16="http://schemas.microsoft.com/office/drawing/2014/main" id="{54BE4AA2-7A93-2244-97DF-BEAFE86FE2B8}"/>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0959193" y="6132957"/>
            <a:ext cx="990600" cy="635000"/>
          </a:xfrm>
          <a:prstGeom prst="rect">
            <a:avLst/>
          </a:prstGeom>
        </p:spPr>
      </p:pic>
      <p:sp>
        <p:nvSpPr>
          <p:cNvPr id="13" name="Text Placeholder 10">
            <a:extLst>
              <a:ext uri="{FF2B5EF4-FFF2-40B4-BE49-F238E27FC236}">
                <a16:creationId xmlns:a16="http://schemas.microsoft.com/office/drawing/2014/main" id="{F03A92C8-4D21-FB40-A217-7D7F8D3397FD}"/>
              </a:ext>
            </a:extLst>
          </p:cNvPr>
          <p:cNvSpPr>
            <a:spLocks noGrp="1"/>
          </p:cNvSpPr>
          <p:nvPr>
            <p:ph type="body" sz="quarter" idx="19"/>
          </p:nvPr>
        </p:nvSpPr>
        <p:spPr>
          <a:xfrm>
            <a:off x="3872856" y="1483669"/>
            <a:ext cx="2481449" cy="4648844"/>
          </a:xfrm>
        </p:spPr>
        <p:txBody>
          <a:bodyPr>
            <a:noAutofit/>
          </a:bodyPr>
          <a:lstStyle>
            <a:lvl1pPr marL="230188" indent="-230188">
              <a:spcBef>
                <a:spcPts val="0"/>
              </a:spcBef>
              <a:spcAft>
                <a:spcPts val="400"/>
              </a:spcAft>
              <a:buFont typeface="System Font Regular"/>
              <a:buChar char="–"/>
              <a:tabLst/>
              <a:defRPr sz="1400">
                <a:latin typeface="+mj-lt"/>
              </a:defRPr>
            </a:lvl1pPr>
            <a:lvl2pPr marL="230188" indent="-230188">
              <a:spcBef>
                <a:spcPts val="0"/>
              </a:spcBef>
              <a:spcAft>
                <a:spcPts val="400"/>
              </a:spcAft>
              <a:tabLst/>
              <a:defRPr sz="1400">
                <a:solidFill>
                  <a:schemeClr val="accent3"/>
                </a:solidFill>
                <a:latin typeface="+mj-lt"/>
              </a:defRPr>
            </a:lvl2pPr>
            <a:lvl3pPr marL="460375" indent="-223838">
              <a:spcBef>
                <a:spcPts val="0"/>
              </a:spcBef>
              <a:spcAft>
                <a:spcPts val="400"/>
              </a:spcAft>
              <a:tabLst/>
              <a:defRPr sz="1400">
                <a:solidFill>
                  <a:schemeClr val="accent3"/>
                </a:solidFill>
                <a:latin typeface="+mj-lt"/>
              </a:defRPr>
            </a:lvl3pPr>
            <a:lvl4pPr marL="690563" indent="-230188">
              <a:spcBef>
                <a:spcPts val="0"/>
              </a:spcBef>
              <a:spcAft>
                <a:spcPts val="400"/>
              </a:spcAft>
              <a:tabLst/>
              <a:defRPr sz="1400">
                <a:solidFill>
                  <a:schemeClr val="accent3"/>
                </a:solidFill>
                <a:latin typeface="+mj-lt"/>
              </a:defRPr>
            </a:lvl4pPr>
            <a:lvl5pPr marL="914400" indent="-211138">
              <a:spcBef>
                <a:spcPts val="0"/>
              </a:spcBef>
              <a:spcAft>
                <a:spcPts val="400"/>
              </a:spcAft>
              <a:tabLst/>
              <a:defRPr sz="1400">
                <a:solidFill>
                  <a:schemeClr val="accent3"/>
                </a:solidFill>
                <a:latin typeface="+mj-lt"/>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19" name="Text Placeholder 10">
            <a:extLst>
              <a:ext uri="{FF2B5EF4-FFF2-40B4-BE49-F238E27FC236}">
                <a16:creationId xmlns:a16="http://schemas.microsoft.com/office/drawing/2014/main" id="{0A07D5EE-B3F8-AA44-8D0B-DEB1CD4DD75F}"/>
              </a:ext>
            </a:extLst>
          </p:cNvPr>
          <p:cNvSpPr>
            <a:spLocks noGrp="1"/>
          </p:cNvSpPr>
          <p:nvPr>
            <p:ph type="body" sz="quarter" idx="22"/>
          </p:nvPr>
        </p:nvSpPr>
        <p:spPr>
          <a:xfrm>
            <a:off x="6556421" y="1483669"/>
            <a:ext cx="2481449" cy="4648844"/>
          </a:xfrm>
        </p:spPr>
        <p:txBody>
          <a:bodyPr>
            <a:noAutofit/>
          </a:bodyPr>
          <a:lstStyle>
            <a:lvl1pPr marL="230188" indent="-230188">
              <a:spcBef>
                <a:spcPts val="0"/>
              </a:spcBef>
              <a:spcAft>
                <a:spcPts val="400"/>
              </a:spcAft>
              <a:buFont typeface="System Font Regular"/>
              <a:buChar char="–"/>
              <a:tabLst/>
              <a:defRPr sz="1400">
                <a:latin typeface="+mj-lt"/>
              </a:defRPr>
            </a:lvl1pPr>
            <a:lvl2pPr marL="230188" indent="-230188">
              <a:spcBef>
                <a:spcPts val="0"/>
              </a:spcBef>
              <a:spcAft>
                <a:spcPts val="400"/>
              </a:spcAft>
              <a:tabLst/>
              <a:defRPr sz="1400">
                <a:solidFill>
                  <a:schemeClr val="accent3"/>
                </a:solidFill>
                <a:latin typeface="+mj-lt"/>
              </a:defRPr>
            </a:lvl2pPr>
            <a:lvl3pPr marL="460375" indent="-223838">
              <a:spcBef>
                <a:spcPts val="0"/>
              </a:spcBef>
              <a:spcAft>
                <a:spcPts val="400"/>
              </a:spcAft>
              <a:tabLst/>
              <a:defRPr sz="1400">
                <a:solidFill>
                  <a:schemeClr val="accent3"/>
                </a:solidFill>
                <a:latin typeface="+mj-lt"/>
              </a:defRPr>
            </a:lvl3pPr>
            <a:lvl4pPr marL="690563" indent="-230188">
              <a:spcBef>
                <a:spcPts val="0"/>
              </a:spcBef>
              <a:spcAft>
                <a:spcPts val="400"/>
              </a:spcAft>
              <a:tabLst/>
              <a:defRPr sz="1400">
                <a:solidFill>
                  <a:schemeClr val="accent3"/>
                </a:solidFill>
                <a:latin typeface="+mj-lt"/>
              </a:defRPr>
            </a:lvl4pPr>
            <a:lvl5pPr marL="914400" indent="-211138">
              <a:spcBef>
                <a:spcPts val="0"/>
              </a:spcBef>
              <a:spcAft>
                <a:spcPts val="400"/>
              </a:spcAft>
              <a:tabLst/>
              <a:defRPr sz="1400">
                <a:solidFill>
                  <a:schemeClr val="accent3"/>
                </a:solidFill>
                <a:latin typeface="+mj-lt"/>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20" name="Text Placeholder 10">
            <a:extLst>
              <a:ext uri="{FF2B5EF4-FFF2-40B4-BE49-F238E27FC236}">
                <a16:creationId xmlns:a16="http://schemas.microsoft.com/office/drawing/2014/main" id="{45864CBC-9FA5-F041-B465-DE00482D6D11}"/>
              </a:ext>
            </a:extLst>
          </p:cNvPr>
          <p:cNvSpPr>
            <a:spLocks noGrp="1"/>
          </p:cNvSpPr>
          <p:nvPr>
            <p:ph type="body" sz="quarter" idx="23"/>
          </p:nvPr>
        </p:nvSpPr>
        <p:spPr>
          <a:xfrm>
            <a:off x="9253238" y="1483669"/>
            <a:ext cx="2481449" cy="4648844"/>
          </a:xfrm>
        </p:spPr>
        <p:txBody>
          <a:bodyPr>
            <a:noAutofit/>
          </a:bodyPr>
          <a:lstStyle>
            <a:lvl1pPr marL="230188" indent="-230188">
              <a:spcBef>
                <a:spcPts val="0"/>
              </a:spcBef>
              <a:spcAft>
                <a:spcPts val="400"/>
              </a:spcAft>
              <a:buFont typeface="System Font Regular"/>
              <a:buChar char="–"/>
              <a:tabLst/>
              <a:defRPr sz="1400">
                <a:latin typeface="+mj-lt"/>
              </a:defRPr>
            </a:lvl1pPr>
            <a:lvl2pPr marL="230188" indent="-230188">
              <a:spcBef>
                <a:spcPts val="0"/>
              </a:spcBef>
              <a:spcAft>
                <a:spcPts val="400"/>
              </a:spcAft>
              <a:tabLst/>
              <a:defRPr sz="1400">
                <a:solidFill>
                  <a:schemeClr val="accent3"/>
                </a:solidFill>
                <a:latin typeface="+mj-lt"/>
              </a:defRPr>
            </a:lvl2pPr>
            <a:lvl3pPr marL="460375" indent="-223838">
              <a:spcBef>
                <a:spcPts val="0"/>
              </a:spcBef>
              <a:spcAft>
                <a:spcPts val="400"/>
              </a:spcAft>
              <a:tabLst/>
              <a:defRPr sz="1400">
                <a:solidFill>
                  <a:schemeClr val="accent3"/>
                </a:solidFill>
                <a:latin typeface="+mj-lt"/>
              </a:defRPr>
            </a:lvl3pPr>
            <a:lvl4pPr marL="690563" indent="-230188">
              <a:spcBef>
                <a:spcPts val="0"/>
              </a:spcBef>
              <a:spcAft>
                <a:spcPts val="400"/>
              </a:spcAft>
              <a:tabLst/>
              <a:defRPr sz="1400">
                <a:solidFill>
                  <a:schemeClr val="accent3"/>
                </a:solidFill>
                <a:latin typeface="+mj-lt"/>
              </a:defRPr>
            </a:lvl4pPr>
            <a:lvl5pPr marL="914400" indent="-211138">
              <a:spcBef>
                <a:spcPts val="0"/>
              </a:spcBef>
              <a:spcAft>
                <a:spcPts val="400"/>
              </a:spcAft>
              <a:tabLst/>
              <a:defRPr sz="1400">
                <a:solidFill>
                  <a:schemeClr val="accent3"/>
                </a:solidFill>
                <a:latin typeface="+mj-lt"/>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21" name="Text Placeholder 10">
            <a:extLst>
              <a:ext uri="{FF2B5EF4-FFF2-40B4-BE49-F238E27FC236}">
                <a16:creationId xmlns:a16="http://schemas.microsoft.com/office/drawing/2014/main" id="{ECE26F75-3860-3546-85F7-4E09E38C146B}"/>
              </a:ext>
            </a:extLst>
          </p:cNvPr>
          <p:cNvSpPr>
            <a:spLocks noGrp="1"/>
          </p:cNvSpPr>
          <p:nvPr>
            <p:ph type="body" sz="quarter" idx="24"/>
          </p:nvPr>
        </p:nvSpPr>
        <p:spPr>
          <a:xfrm>
            <a:off x="457200" y="3234978"/>
            <a:ext cx="3045417" cy="2897535"/>
          </a:xfrm>
        </p:spPr>
        <p:txBody>
          <a:bodyPr>
            <a:noAutofit/>
          </a:bodyPr>
          <a:lstStyle>
            <a:lvl1pPr marL="230188" indent="-230188">
              <a:spcBef>
                <a:spcPts val="0"/>
              </a:spcBef>
              <a:spcAft>
                <a:spcPts val="400"/>
              </a:spcAft>
              <a:buFont typeface="System Font Regular"/>
              <a:buChar char="–"/>
              <a:tabLst/>
              <a:defRPr sz="1500">
                <a:latin typeface="+mj-lt"/>
              </a:defRPr>
            </a:lvl1pPr>
            <a:lvl2pPr marL="230188" indent="-230188">
              <a:spcBef>
                <a:spcPts val="0"/>
              </a:spcBef>
              <a:spcAft>
                <a:spcPts val="400"/>
              </a:spcAft>
              <a:tabLst/>
              <a:defRPr sz="1500">
                <a:solidFill>
                  <a:schemeClr val="accent3"/>
                </a:solidFill>
                <a:latin typeface="+mj-lt"/>
              </a:defRPr>
            </a:lvl2pPr>
            <a:lvl3pPr marL="460375" indent="-223838">
              <a:spcBef>
                <a:spcPts val="0"/>
              </a:spcBef>
              <a:spcAft>
                <a:spcPts val="400"/>
              </a:spcAft>
              <a:tabLst/>
              <a:defRPr sz="1500">
                <a:solidFill>
                  <a:schemeClr val="accent3"/>
                </a:solidFill>
                <a:latin typeface="+mj-lt"/>
              </a:defRPr>
            </a:lvl3pPr>
            <a:lvl4pPr marL="690563" indent="-230188">
              <a:spcBef>
                <a:spcPts val="0"/>
              </a:spcBef>
              <a:spcAft>
                <a:spcPts val="400"/>
              </a:spcAft>
              <a:tabLst/>
              <a:defRPr sz="1500">
                <a:solidFill>
                  <a:schemeClr val="accent3"/>
                </a:solidFill>
                <a:latin typeface="+mj-lt"/>
              </a:defRPr>
            </a:lvl4pPr>
            <a:lvl5pPr marL="914400" indent="-211138">
              <a:spcBef>
                <a:spcPts val="0"/>
              </a:spcBef>
              <a:spcAft>
                <a:spcPts val="400"/>
              </a:spcAft>
              <a:tabLst/>
              <a:defRPr sz="1500">
                <a:solidFill>
                  <a:schemeClr val="accent3"/>
                </a:solidFill>
                <a:latin typeface="+mj-lt"/>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TextBox 10">
            <a:extLst>
              <a:ext uri="{FF2B5EF4-FFF2-40B4-BE49-F238E27FC236}">
                <a16:creationId xmlns:a16="http://schemas.microsoft.com/office/drawing/2014/main" id="{1B550B91-2530-453E-B0C0-1C5136AC7099}"/>
              </a:ext>
            </a:extLst>
          </p:cNvPr>
          <p:cNvSpPr txBox="1"/>
          <p:nvPr userDrawn="1"/>
        </p:nvSpPr>
        <p:spPr>
          <a:xfrm>
            <a:off x="8058098" y="6405091"/>
            <a:ext cx="2446699" cy="215444"/>
          </a:xfrm>
          <a:prstGeom prst="rect">
            <a:avLst/>
          </a:prstGeom>
          <a:noFill/>
        </p:spPr>
        <p:txBody>
          <a:bodyPr wrap="square">
            <a:spAutoFit/>
          </a:body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Calibri" panose="020F0502020204030204"/>
                <a:ea typeface="+mn-ea"/>
                <a:cs typeface="+mn-cs"/>
              </a:rPr>
              <a:t>©2021 ExlService Holdings, Inc. All rights reserved.</a:t>
            </a:r>
          </a:p>
        </p:txBody>
      </p:sp>
      <p:sp>
        <p:nvSpPr>
          <p:cNvPr id="12" name="TextBox 11">
            <a:extLst>
              <a:ext uri="{FF2B5EF4-FFF2-40B4-BE49-F238E27FC236}">
                <a16:creationId xmlns:a16="http://schemas.microsoft.com/office/drawing/2014/main" id="{C71AE373-E197-48C8-94BB-A4EE9BCBC9FC}"/>
              </a:ext>
            </a:extLst>
          </p:cNvPr>
          <p:cNvSpPr txBox="1"/>
          <p:nvPr userDrawn="1"/>
        </p:nvSpPr>
        <p:spPr>
          <a:xfrm>
            <a:off x="10388823" y="6412461"/>
            <a:ext cx="579422" cy="215444"/>
          </a:xfrm>
          <a:prstGeom prst="rect">
            <a:avLst/>
          </a:prstGeom>
          <a:noFill/>
        </p:spPr>
        <p:txBody>
          <a:bodyPr wrap="square" rtlCol="0">
            <a:spAutoFit/>
          </a:bodyPr>
          <a:lstStyle/>
          <a:p>
            <a:fld id="{85EF08C3-6068-49A5-A83C-FDA0DDA2EDAF}" type="slidenum">
              <a:rPr lang="en-US" sz="800" smtClean="0">
                <a:solidFill>
                  <a:schemeClr val="tx2"/>
                </a:solidFill>
              </a:rPr>
              <a:t>‹#›</a:t>
            </a:fld>
            <a:endParaRPr lang="en-US" sz="800">
              <a:solidFill>
                <a:schemeClr val="tx2"/>
              </a:solidFill>
            </a:endParaRPr>
          </a:p>
        </p:txBody>
      </p:sp>
    </p:spTree>
    <p:extLst>
      <p:ext uri="{BB962C8B-B14F-4D97-AF65-F5344CB8AC3E}">
        <p14:creationId xmlns:p14="http://schemas.microsoft.com/office/powerpoint/2010/main" val="949062581"/>
      </p:ext>
    </p:extLst>
  </p:cSld>
  <p:clrMapOvr>
    <a:overrideClrMapping bg1="lt1" tx1="dk1" bg2="lt2" tx2="dk2" accent1="accent1" accent2="accent2" accent3="accent3" accent4="accent4" accent5="accent5" accent6="accent6" hlink="hlink" folHlink="folHlink"/>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Two Column w/ Picture">
    <p:bg>
      <p:bgRef idx="1001">
        <a:schemeClr val="bg1"/>
      </p:bgRef>
    </p:bg>
    <p:spTree>
      <p:nvGrpSpPr>
        <p:cNvPr id="1" name=""/>
        <p:cNvGrpSpPr/>
        <p:nvPr/>
      </p:nvGrpSpPr>
      <p:grpSpPr>
        <a:xfrm>
          <a:off x="0" y="0"/>
          <a:ext cx="0" cy="0"/>
          <a:chOff x="0" y="0"/>
          <a:chExt cx="0" cy="0"/>
        </a:xfrm>
      </p:grpSpPr>
      <p:sp>
        <p:nvSpPr>
          <p:cNvPr id="2" name="Title 1"/>
          <p:cNvSpPr>
            <a:spLocks noGrp="1"/>
          </p:cNvSpPr>
          <p:nvPr>
            <p:ph type="ctrTitle"/>
          </p:nvPr>
        </p:nvSpPr>
        <p:spPr>
          <a:xfrm>
            <a:off x="457201" y="1485900"/>
            <a:ext cx="3006916" cy="1649186"/>
          </a:xfrm>
        </p:spPr>
        <p:txBody>
          <a:bodyPr anchor="t" anchorCtr="0">
            <a:noAutofit/>
          </a:bodyPr>
          <a:lstStyle>
            <a:lvl1pPr algn="l">
              <a:lnSpc>
                <a:spcPct val="80000"/>
              </a:lnSpc>
              <a:defRPr sz="4400">
                <a:solidFill>
                  <a:schemeClr val="tx1"/>
                </a:solidFill>
              </a:defRPr>
            </a:lvl1pPr>
          </a:lstStyle>
          <a:p>
            <a:r>
              <a:rPr lang="en-US"/>
              <a:t>Click to edit Master title style</a:t>
            </a:r>
          </a:p>
        </p:txBody>
      </p:sp>
      <p:sp>
        <p:nvSpPr>
          <p:cNvPr id="5" name="Text Placeholder 4">
            <a:extLst>
              <a:ext uri="{FF2B5EF4-FFF2-40B4-BE49-F238E27FC236}">
                <a16:creationId xmlns:a16="http://schemas.microsoft.com/office/drawing/2014/main" id="{6F2622D0-EB8A-9645-97E8-A571F63A1F37}"/>
              </a:ext>
            </a:extLst>
          </p:cNvPr>
          <p:cNvSpPr>
            <a:spLocks noGrp="1"/>
          </p:cNvSpPr>
          <p:nvPr>
            <p:ph type="body" sz="quarter" idx="13"/>
          </p:nvPr>
        </p:nvSpPr>
        <p:spPr>
          <a:xfrm>
            <a:off x="457200" y="457200"/>
            <a:ext cx="3679371" cy="421105"/>
          </a:xfrm>
        </p:spPr>
        <p:txBody>
          <a:bodyPr>
            <a:noAutofit/>
          </a:bodyPr>
          <a:lstStyle>
            <a:lvl1pPr marL="0" indent="0">
              <a:spcBef>
                <a:spcPts val="0"/>
              </a:spcBef>
              <a:buNone/>
              <a:defRPr sz="1400" b="1" i="0">
                <a:solidFill>
                  <a:schemeClr val="tx1"/>
                </a:solidFill>
                <a:latin typeface="Calibri" panose="020F0502020204030204" pitchFamily="34" charset="0"/>
                <a:cs typeface="Calibri" panose="020F0502020204030204" pitchFamily="34" charset="0"/>
              </a:defRPr>
            </a:lvl1pPr>
            <a:lvl2pPr marL="290513" indent="0">
              <a:buNone/>
              <a:defRPr/>
            </a:lvl2pPr>
            <a:lvl3pPr marL="582613" indent="0">
              <a:buNone/>
              <a:defRPr/>
            </a:lvl3pPr>
            <a:lvl4pPr marL="855663" indent="0">
              <a:buNone/>
              <a:defRPr/>
            </a:lvl4pPr>
            <a:lvl5pPr marL="1100138" indent="0">
              <a:buNone/>
              <a:defRPr/>
            </a:lvl5pPr>
          </a:lstStyle>
          <a:p>
            <a:pPr lvl="0"/>
            <a:r>
              <a:rPr lang="en-US"/>
              <a:t>Edit Master text styles</a:t>
            </a:r>
          </a:p>
        </p:txBody>
      </p:sp>
      <p:pic>
        <p:nvPicPr>
          <p:cNvPr id="24" name="Picture 23">
            <a:extLst>
              <a:ext uri="{FF2B5EF4-FFF2-40B4-BE49-F238E27FC236}">
                <a16:creationId xmlns:a16="http://schemas.microsoft.com/office/drawing/2014/main" id="{54BE4AA2-7A93-2244-97DF-BEAFE86FE2B8}"/>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0959193" y="6132957"/>
            <a:ext cx="990600" cy="635000"/>
          </a:xfrm>
          <a:prstGeom prst="rect">
            <a:avLst/>
          </a:prstGeom>
        </p:spPr>
      </p:pic>
      <p:sp>
        <p:nvSpPr>
          <p:cNvPr id="4" name="Content Placeholder 3">
            <a:extLst>
              <a:ext uri="{FF2B5EF4-FFF2-40B4-BE49-F238E27FC236}">
                <a16:creationId xmlns:a16="http://schemas.microsoft.com/office/drawing/2014/main" id="{F4431BF9-4DD4-B741-825E-226AABE970A3}"/>
              </a:ext>
            </a:extLst>
          </p:cNvPr>
          <p:cNvSpPr>
            <a:spLocks noGrp="1"/>
          </p:cNvSpPr>
          <p:nvPr>
            <p:ph sz="quarter" idx="17" hasCustomPrompt="1"/>
          </p:nvPr>
        </p:nvSpPr>
        <p:spPr>
          <a:xfrm>
            <a:off x="8948738" y="1484313"/>
            <a:ext cx="2786062" cy="4648200"/>
          </a:xfrm>
        </p:spPr>
        <p:txBody>
          <a:bodyPr anchor="ctr" anchorCtr="0"/>
          <a:lstStyle>
            <a:lvl1pPr marL="0" indent="0" algn="ctr">
              <a:buNone/>
              <a:defRPr sz="1200"/>
            </a:lvl1pPr>
            <a:lvl2pPr marL="290513" indent="0">
              <a:buNone/>
              <a:defRPr/>
            </a:lvl2pPr>
            <a:lvl3pPr marL="582613" indent="0">
              <a:buNone/>
              <a:defRPr/>
            </a:lvl3pPr>
            <a:lvl4pPr marL="855663" indent="0">
              <a:buNone/>
              <a:defRPr/>
            </a:lvl4pPr>
            <a:lvl5pPr marL="1100138" indent="0">
              <a:buNone/>
              <a:defRPr/>
            </a:lvl5pPr>
          </a:lstStyle>
          <a:p>
            <a:pPr lvl="0"/>
            <a:r>
              <a:rPr lang="en-US"/>
              <a:t>Insert infographics within this area</a:t>
            </a:r>
          </a:p>
        </p:txBody>
      </p:sp>
      <p:cxnSp>
        <p:nvCxnSpPr>
          <p:cNvPr id="10" name="Straight Connector 9">
            <a:extLst>
              <a:ext uri="{FF2B5EF4-FFF2-40B4-BE49-F238E27FC236}">
                <a16:creationId xmlns:a16="http://schemas.microsoft.com/office/drawing/2014/main" id="{7F2620F7-0541-0B45-B341-1E1D12D1390B}"/>
              </a:ext>
            </a:extLst>
          </p:cNvPr>
          <p:cNvCxnSpPr/>
          <p:nvPr userDrawn="1"/>
        </p:nvCxnSpPr>
        <p:spPr>
          <a:xfrm>
            <a:off x="8748793" y="1483669"/>
            <a:ext cx="0" cy="4648844"/>
          </a:xfrm>
          <a:prstGeom prst="line">
            <a:avLst/>
          </a:prstGeom>
          <a:ln w="12700"/>
        </p:spPr>
        <p:style>
          <a:lnRef idx="1">
            <a:schemeClr val="accent1"/>
          </a:lnRef>
          <a:fillRef idx="0">
            <a:schemeClr val="accent1"/>
          </a:fillRef>
          <a:effectRef idx="0">
            <a:schemeClr val="accent1"/>
          </a:effectRef>
          <a:fontRef idx="minor">
            <a:schemeClr val="tx1"/>
          </a:fontRef>
        </p:style>
      </p:cxnSp>
      <p:sp>
        <p:nvSpPr>
          <p:cNvPr id="15" name="Text Placeholder 10">
            <a:extLst>
              <a:ext uri="{FF2B5EF4-FFF2-40B4-BE49-F238E27FC236}">
                <a16:creationId xmlns:a16="http://schemas.microsoft.com/office/drawing/2014/main" id="{136AC2DB-B5C2-3A41-A570-78C62820C2A3}"/>
              </a:ext>
            </a:extLst>
          </p:cNvPr>
          <p:cNvSpPr>
            <a:spLocks noGrp="1"/>
          </p:cNvSpPr>
          <p:nvPr>
            <p:ph type="body" sz="quarter" idx="20"/>
          </p:nvPr>
        </p:nvSpPr>
        <p:spPr>
          <a:xfrm>
            <a:off x="3872856" y="1483668"/>
            <a:ext cx="4675989" cy="4648199"/>
          </a:xfrm>
        </p:spPr>
        <p:txBody>
          <a:bodyPr>
            <a:noAutofit/>
          </a:bodyPr>
          <a:lstStyle>
            <a:lvl1pPr marL="230188" indent="-230188">
              <a:spcBef>
                <a:spcPts val="0"/>
              </a:spcBef>
              <a:spcAft>
                <a:spcPts val="400"/>
              </a:spcAft>
              <a:buFont typeface="System Font Regular"/>
              <a:buChar char="–"/>
              <a:tabLst/>
              <a:defRPr sz="1400">
                <a:latin typeface="+mj-lt"/>
              </a:defRPr>
            </a:lvl1pPr>
            <a:lvl2pPr marL="230188" indent="-230188">
              <a:spcBef>
                <a:spcPts val="0"/>
              </a:spcBef>
              <a:spcAft>
                <a:spcPts val="400"/>
              </a:spcAft>
              <a:tabLst/>
              <a:defRPr sz="1400">
                <a:solidFill>
                  <a:schemeClr val="accent3"/>
                </a:solidFill>
                <a:latin typeface="+mj-lt"/>
              </a:defRPr>
            </a:lvl2pPr>
            <a:lvl3pPr marL="460375" indent="-223838">
              <a:spcBef>
                <a:spcPts val="0"/>
              </a:spcBef>
              <a:spcAft>
                <a:spcPts val="400"/>
              </a:spcAft>
              <a:tabLst/>
              <a:defRPr sz="1400">
                <a:solidFill>
                  <a:schemeClr val="accent3"/>
                </a:solidFill>
                <a:latin typeface="+mj-lt"/>
              </a:defRPr>
            </a:lvl3pPr>
            <a:lvl4pPr marL="690563" indent="-230188">
              <a:spcBef>
                <a:spcPts val="0"/>
              </a:spcBef>
              <a:spcAft>
                <a:spcPts val="400"/>
              </a:spcAft>
              <a:tabLst/>
              <a:defRPr sz="1400">
                <a:solidFill>
                  <a:schemeClr val="accent3"/>
                </a:solidFill>
                <a:latin typeface="+mj-lt"/>
              </a:defRPr>
            </a:lvl4pPr>
            <a:lvl5pPr marL="914400" indent="-211138">
              <a:spcBef>
                <a:spcPts val="0"/>
              </a:spcBef>
              <a:spcAft>
                <a:spcPts val="400"/>
              </a:spcAft>
              <a:tabLst/>
              <a:defRPr sz="1400">
                <a:solidFill>
                  <a:schemeClr val="accent3"/>
                </a:solidFill>
                <a:latin typeface="+mj-lt"/>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16" name="Text Placeholder 10">
            <a:extLst>
              <a:ext uri="{FF2B5EF4-FFF2-40B4-BE49-F238E27FC236}">
                <a16:creationId xmlns:a16="http://schemas.microsoft.com/office/drawing/2014/main" id="{824F38BC-D9BA-9143-A602-F90DC3AFC8FC}"/>
              </a:ext>
            </a:extLst>
          </p:cNvPr>
          <p:cNvSpPr>
            <a:spLocks noGrp="1"/>
          </p:cNvSpPr>
          <p:nvPr>
            <p:ph type="body" sz="quarter" idx="19"/>
          </p:nvPr>
        </p:nvSpPr>
        <p:spPr>
          <a:xfrm>
            <a:off x="457201" y="3234978"/>
            <a:ext cx="3006916" cy="2897535"/>
          </a:xfrm>
        </p:spPr>
        <p:txBody>
          <a:bodyPr>
            <a:noAutofit/>
          </a:bodyPr>
          <a:lstStyle>
            <a:lvl1pPr marL="230188" indent="-230188">
              <a:spcBef>
                <a:spcPts val="0"/>
              </a:spcBef>
              <a:spcAft>
                <a:spcPts val="400"/>
              </a:spcAft>
              <a:buFont typeface="System Font Regular"/>
              <a:buChar char="–"/>
              <a:tabLst/>
              <a:defRPr sz="1500">
                <a:latin typeface="+mj-lt"/>
              </a:defRPr>
            </a:lvl1pPr>
            <a:lvl2pPr marL="230188" indent="-230188">
              <a:spcBef>
                <a:spcPts val="0"/>
              </a:spcBef>
              <a:spcAft>
                <a:spcPts val="400"/>
              </a:spcAft>
              <a:tabLst/>
              <a:defRPr sz="1500">
                <a:solidFill>
                  <a:schemeClr val="accent3"/>
                </a:solidFill>
                <a:latin typeface="+mj-lt"/>
              </a:defRPr>
            </a:lvl2pPr>
            <a:lvl3pPr marL="460375" indent="-223838">
              <a:spcBef>
                <a:spcPts val="0"/>
              </a:spcBef>
              <a:spcAft>
                <a:spcPts val="400"/>
              </a:spcAft>
              <a:tabLst/>
              <a:defRPr sz="1500">
                <a:solidFill>
                  <a:schemeClr val="accent3"/>
                </a:solidFill>
                <a:latin typeface="+mj-lt"/>
              </a:defRPr>
            </a:lvl3pPr>
            <a:lvl4pPr marL="690563" indent="-230188">
              <a:spcBef>
                <a:spcPts val="0"/>
              </a:spcBef>
              <a:spcAft>
                <a:spcPts val="400"/>
              </a:spcAft>
              <a:tabLst/>
              <a:defRPr sz="1500">
                <a:solidFill>
                  <a:schemeClr val="accent3"/>
                </a:solidFill>
                <a:latin typeface="+mj-lt"/>
              </a:defRPr>
            </a:lvl4pPr>
            <a:lvl5pPr marL="914400" indent="-211138">
              <a:spcBef>
                <a:spcPts val="0"/>
              </a:spcBef>
              <a:spcAft>
                <a:spcPts val="400"/>
              </a:spcAft>
              <a:tabLst/>
              <a:defRPr sz="1500">
                <a:solidFill>
                  <a:schemeClr val="accent3"/>
                </a:solidFill>
                <a:latin typeface="+mj-lt"/>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TextBox 10">
            <a:extLst>
              <a:ext uri="{FF2B5EF4-FFF2-40B4-BE49-F238E27FC236}">
                <a16:creationId xmlns:a16="http://schemas.microsoft.com/office/drawing/2014/main" id="{E8E9B6FA-F86E-4D68-992A-853CE5A56F6A}"/>
              </a:ext>
            </a:extLst>
          </p:cNvPr>
          <p:cNvSpPr txBox="1"/>
          <p:nvPr userDrawn="1"/>
        </p:nvSpPr>
        <p:spPr>
          <a:xfrm>
            <a:off x="8058098" y="6405091"/>
            <a:ext cx="2446699" cy="215444"/>
          </a:xfrm>
          <a:prstGeom prst="rect">
            <a:avLst/>
          </a:prstGeom>
          <a:noFill/>
        </p:spPr>
        <p:txBody>
          <a:bodyPr wrap="square">
            <a:spAutoFit/>
          </a:body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Calibri" panose="020F0502020204030204"/>
                <a:ea typeface="+mn-ea"/>
                <a:cs typeface="+mn-cs"/>
              </a:rPr>
              <a:t>©2021 ExlService Holdings, Inc. All rights reserved.</a:t>
            </a:r>
          </a:p>
        </p:txBody>
      </p:sp>
      <p:sp>
        <p:nvSpPr>
          <p:cNvPr id="12" name="TextBox 11">
            <a:extLst>
              <a:ext uri="{FF2B5EF4-FFF2-40B4-BE49-F238E27FC236}">
                <a16:creationId xmlns:a16="http://schemas.microsoft.com/office/drawing/2014/main" id="{2EA6C07A-D95A-415D-9CA8-7D982B7879C7}"/>
              </a:ext>
            </a:extLst>
          </p:cNvPr>
          <p:cNvSpPr txBox="1"/>
          <p:nvPr userDrawn="1"/>
        </p:nvSpPr>
        <p:spPr>
          <a:xfrm>
            <a:off x="10388823" y="6412461"/>
            <a:ext cx="579422" cy="215444"/>
          </a:xfrm>
          <a:prstGeom prst="rect">
            <a:avLst/>
          </a:prstGeom>
          <a:noFill/>
        </p:spPr>
        <p:txBody>
          <a:bodyPr wrap="square" rtlCol="0">
            <a:spAutoFit/>
          </a:bodyPr>
          <a:lstStyle/>
          <a:p>
            <a:fld id="{85EF08C3-6068-49A5-A83C-FDA0DDA2EDAF}" type="slidenum">
              <a:rPr lang="en-US" sz="800" smtClean="0">
                <a:solidFill>
                  <a:schemeClr val="tx2"/>
                </a:solidFill>
              </a:rPr>
              <a:t>‹#›</a:t>
            </a:fld>
            <a:endParaRPr lang="en-US" sz="800">
              <a:solidFill>
                <a:schemeClr val="tx2"/>
              </a:solidFill>
            </a:endParaRPr>
          </a:p>
        </p:txBody>
      </p:sp>
    </p:spTree>
    <p:extLst>
      <p:ext uri="{BB962C8B-B14F-4D97-AF65-F5344CB8AC3E}">
        <p14:creationId xmlns:p14="http://schemas.microsoft.com/office/powerpoint/2010/main" val="2184646188"/>
      </p:ext>
    </p:extLst>
  </p:cSld>
  <p:clrMapOvr>
    <a:overrideClrMapping bg1="lt1" tx1="dk1" bg2="lt2" tx2="dk2" accent1="accent1" accent2="accent2" accent3="accent3" accent4="accent4" accent5="accent5" accent6="accent6" hlink="hlink" folHlink="folHlink"/>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One Column w/ Picture">
    <p:bg>
      <p:bgRef idx="1001">
        <a:schemeClr val="bg1"/>
      </p:bgRef>
    </p:bg>
    <p:spTree>
      <p:nvGrpSpPr>
        <p:cNvPr id="1" name=""/>
        <p:cNvGrpSpPr/>
        <p:nvPr/>
      </p:nvGrpSpPr>
      <p:grpSpPr>
        <a:xfrm>
          <a:off x="0" y="0"/>
          <a:ext cx="0" cy="0"/>
          <a:chOff x="0" y="0"/>
          <a:chExt cx="0" cy="0"/>
        </a:xfrm>
      </p:grpSpPr>
      <p:sp>
        <p:nvSpPr>
          <p:cNvPr id="2" name="Title 1"/>
          <p:cNvSpPr>
            <a:spLocks noGrp="1"/>
          </p:cNvSpPr>
          <p:nvPr>
            <p:ph type="ctrTitle"/>
          </p:nvPr>
        </p:nvSpPr>
        <p:spPr>
          <a:xfrm>
            <a:off x="457200" y="1485900"/>
            <a:ext cx="3192651" cy="1649186"/>
          </a:xfrm>
        </p:spPr>
        <p:txBody>
          <a:bodyPr anchor="t" anchorCtr="0">
            <a:noAutofit/>
          </a:bodyPr>
          <a:lstStyle>
            <a:lvl1pPr algn="l">
              <a:lnSpc>
                <a:spcPct val="80000"/>
              </a:lnSpc>
              <a:defRPr sz="4400">
                <a:solidFill>
                  <a:schemeClr val="tx1"/>
                </a:solidFill>
              </a:defRPr>
            </a:lvl1pPr>
          </a:lstStyle>
          <a:p>
            <a:r>
              <a:rPr lang="en-US"/>
              <a:t>Click to edit Master title style</a:t>
            </a:r>
          </a:p>
        </p:txBody>
      </p:sp>
      <p:sp>
        <p:nvSpPr>
          <p:cNvPr id="5" name="Text Placeholder 4">
            <a:extLst>
              <a:ext uri="{FF2B5EF4-FFF2-40B4-BE49-F238E27FC236}">
                <a16:creationId xmlns:a16="http://schemas.microsoft.com/office/drawing/2014/main" id="{6F2622D0-EB8A-9645-97E8-A571F63A1F37}"/>
              </a:ext>
            </a:extLst>
          </p:cNvPr>
          <p:cNvSpPr>
            <a:spLocks noGrp="1"/>
          </p:cNvSpPr>
          <p:nvPr>
            <p:ph type="body" sz="quarter" idx="13"/>
          </p:nvPr>
        </p:nvSpPr>
        <p:spPr>
          <a:xfrm>
            <a:off x="457200" y="457200"/>
            <a:ext cx="3679371" cy="421105"/>
          </a:xfrm>
        </p:spPr>
        <p:txBody>
          <a:bodyPr>
            <a:noAutofit/>
          </a:bodyPr>
          <a:lstStyle>
            <a:lvl1pPr marL="0" indent="0">
              <a:spcBef>
                <a:spcPts val="0"/>
              </a:spcBef>
              <a:buNone/>
              <a:defRPr sz="1400" b="1" i="0">
                <a:solidFill>
                  <a:schemeClr val="tx1"/>
                </a:solidFill>
                <a:latin typeface="Calibri" panose="020F0502020204030204" pitchFamily="34" charset="0"/>
                <a:cs typeface="Calibri" panose="020F0502020204030204" pitchFamily="34" charset="0"/>
              </a:defRPr>
            </a:lvl1pPr>
            <a:lvl2pPr marL="290513" indent="0">
              <a:buNone/>
              <a:defRPr/>
            </a:lvl2pPr>
            <a:lvl3pPr marL="582613" indent="0">
              <a:buNone/>
              <a:defRPr/>
            </a:lvl3pPr>
            <a:lvl4pPr marL="855663" indent="0">
              <a:buNone/>
              <a:defRPr/>
            </a:lvl4pPr>
            <a:lvl5pPr marL="1100138" indent="0">
              <a:buNone/>
              <a:defRPr/>
            </a:lvl5pPr>
          </a:lstStyle>
          <a:p>
            <a:pPr lvl="0"/>
            <a:r>
              <a:rPr lang="en-US"/>
              <a:t>Edit Master text styles</a:t>
            </a:r>
          </a:p>
        </p:txBody>
      </p:sp>
      <p:pic>
        <p:nvPicPr>
          <p:cNvPr id="24" name="Picture 23">
            <a:extLst>
              <a:ext uri="{FF2B5EF4-FFF2-40B4-BE49-F238E27FC236}">
                <a16:creationId xmlns:a16="http://schemas.microsoft.com/office/drawing/2014/main" id="{54BE4AA2-7A93-2244-97DF-BEAFE86FE2B8}"/>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0959193" y="6132957"/>
            <a:ext cx="990600" cy="635000"/>
          </a:xfrm>
          <a:prstGeom prst="rect">
            <a:avLst/>
          </a:prstGeom>
        </p:spPr>
      </p:pic>
      <p:sp>
        <p:nvSpPr>
          <p:cNvPr id="4" name="Content Placeholder 3">
            <a:extLst>
              <a:ext uri="{FF2B5EF4-FFF2-40B4-BE49-F238E27FC236}">
                <a16:creationId xmlns:a16="http://schemas.microsoft.com/office/drawing/2014/main" id="{F4431BF9-4DD4-B741-825E-226AABE970A3}"/>
              </a:ext>
            </a:extLst>
          </p:cNvPr>
          <p:cNvSpPr>
            <a:spLocks noGrp="1"/>
          </p:cNvSpPr>
          <p:nvPr>
            <p:ph sz="quarter" idx="17" hasCustomPrompt="1"/>
          </p:nvPr>
        </p:nvSpPr>
        <p:spPr>
          <a:xfrm>
            <a:off x="8948738" y="1484313"/>
            <a:ext cx="2786062" cy="4648200"/>
          </a:xfrm>
        </p:spPr>
        <p:txBody>
          <a:bodyPr anchor="ctr" anchorCtr="0"/>
          <a:lstStyle>
            <a:lvl1pPr marL="0" indent="0" algn="ctr">
              <a:buNone/>
              <a:defRPr sz="1200"/>
            </a:lvl1pPr>
            <a:lvl2pPr marL="290513" indent="0">
              <a:buNone/>
              <a:defRPr/>
            </a:lvl2pPr>
            <a:lvl3pPr marL="582613" indent="0">
              <a:buNone/>
              <a:defRPr/>
            </a:lvl3pPr>
            <a:lvl4pPr marL="855663" indent="0">
              <a:buNone/>
              <a:defRPr/>
            </a:lvl4pPr>
            <a:lvl5pPr marL="1100138" indent="0">
              <a:buNone/>
              <a:defRPr/>
            </a:lvl5pPr>
          </a:lstStyle>
          <a:p>
            <a:pPr lvl="0"/>
            <a:r>
              <a:rPr lang="en-US"/>
              <a:t>Insert infographics within this area</a:t>
            </a:r>
          </a:p>
        </p:txBody>
      </p:sp>
      <p:cxnSp>
        <p:nvCxnSpPr>
          <p:cNvPr id="10" name="Straight Connector 9">
            <a:extLst>
              <a:ext uri="{FF2B5EF4-FFF2-40B4-BE49-F238E27FC236}">
                <a16:creationId xmlns:a16="http://schemas.microsoft.com/office/drawing/2014/main" id="{7F2620F7-0541-0B45-B341-1E1D12D1390B}"/>
              </a:ext>
            </a:extLst>
          </p:cNvPr>
          <p:cNvCxnSpPr/>
          <p:nvPr userDrawn="1"/>
        </p:nvCxnSpPr>
        <p:spPr>
          <a:xfrm>
            <a:off x="8748793" y="1483669"/>
            <a:ext cx="0" cy="4648844"/>
          </a:xfrm>
          <a:prstGeom prst="line">
            <a:avLst/>
          </a:prstGeom>
          <a:ln w="12700"/>
        </p:spPr>
        <p:style>
          <a:lnRef idx="1">
            <a:schemeClr val="accent1"/>
          </a:lnRef>
          <a:fillRef idx="0">
            <a:schemeClr val="accent1"/>
          </a:fillRef>
          <a:effectRef idx="0">
            <a:schemeClr val="accent1"/>
          </a:effectRef>
          <a:fontRef idx="minor">
            <a:schemeClr val="tx1"/>
          </a:fontRef>
        </p:style>
      </p:cxnSp>
      <p:sp>
        <p:nvSpPr>
          <p:cNvPr id="11" name="Content Placeholder 3">
            <a:extLst>
              <a:ext uri="{FF2B5EF4-FFF2-40B4-BE49-F238E27FC236}">
                <a16:creationId xmlns:a16="http://schemas.microsoft.com/office/drawing/2014/main" id="{8D6F557C-3C26-B547-B21C-88ADA188DD02}"/>
              </a:ext>
            </a:extLst>
          </p:cNvPr>
          <p:cNvSpPr>
            <a:spLocks noGrp="1"/>
          </p:cNvSpPr>
          <p:nvPr>
            <p:ph sz="quarter" idx="18" hasCustomPrompt="1"/>
          </p:nvPr>
        </p:nvSpPr>
        <p:spPr>
          <a:xfrm>
            <a:off x="3865293" y="1484313"/>
            <a:ext cx="4702140" cy="4648200"/>
          </a:xfrm>
        </p:spPr>
        <p:txBody>
          <a:bodyPr anchor="ctr" anchorCtr="0"/>
          <a:lstStyle>
            <a:lvl1pPr marL="0" indent="0" algn="ctr">
              <a:buNone/>
              <a:defRPr sz="1200"/>
            </a:lvl1pPr>
            <a:lvl2pPr marL="290513" indent="0">
              <a:buNone/>
              <a:defRPr/>
            </a:lvl2pPr>
            <a:lvl3pPr marL="582613" indent="0">
              <a:buNone/>
              <a:defRPr/>
            </a:lvl3pPr>
            <a:lvl4pPr marL="855663" indent="0">
              <a:buNone/>
              <a:defRPr/>
            </a:lvl4pPr>
            <a:lvl5pPr marL="1100138" indent="0">
              <a:buNone/>
              <a:defRPr/>
            </a:lvl5pPr>
          </a:lstStyle>
          <a:p>
            <a:pPr lvl="0"/>
            <a:r>
              <a:rPr lang="en-US"/>
              <a:t>Insert infographics within this area</a:t>
            </a:r>
          </a:p>
        </p:txBody>
      </p:sp>
      <p:sp>
        <p:nvSpPr>
          <p:cNvPr id="12" name="Text Placeholder 10">
            <a:extLst>
              <a:ext uri="{FF2B5EF4-FFF2-40B4-BE49-F238E27FC236}">
                <a16:creationId xmlns:a16="http://schemas.microsoft.com/office/drawing/2014/main" id="{6A6C5533-0E3B-4A43-98F3-7F2AE6EEEA6D}"/>
              </a:ext>
            </a:extLst>
          </p:cNvPr>
          <p:cNvSpPr>
            <a:spLocks noGrp="1"/>
          </p:cNvSpPr>
          <p:nvPr>
            <p:ph type="body" sz="quarter" idx="19"/>
          </p:nvPr>
        </p:nvSpPr>
        <p:spPr>
          <a:xfrm>
            <a:off x="457200" y="3234978"/>
            <a:ext cx="3192651" cy="2897535"/>
          </a:xfrm>
        </p:spPr>
        <p:txBody>
          <a:bodyPr>
            <a:noAutofit/>
          </a:bodyPr>
          <a:lstStyle>
            <a:lvl1pPr marL="230188" indent="-230188">
              <a:spcBef>
                <a:spcPts val="0"/>
              </a:spcBef>
              <a:spcAft>
                <a:spcPts val="400"/>
              </a:spcAft>
              <a:buFont typeface="System Font Regular"/>
              <a:buChar char="–"/>
              <a:tabLst/>
              <a:defRPr sz="1500">
                <a:latin typeface="+mj-lt"/>
              </a:defRPr>
            </a:lvl1pPr>
            <a:lvl2pPr marL="230188" indent="-230188">
              <a:spcBef>
                <a:spcPts val="0"/>
              </a:spcBef>
              <a:spcAft>
                <a:spcPts val="400"/>
              </a:spcAft>
              <a:tabLst/>
              <a:defRPr sz="1500">
                <a:solidFill>
                  <a:schemeClr val="accent3"/>
                </a:solidFill>
                <a:latin typeface="+mj-lt"/>
              </a:defRPr>
            </a:lvl2pPr>
            <a:lvl3pPr marL="460375" indent="-223838">
              <a:spcBef>
                <a:spcPts val="0"/>
              </a:spcBef>
              <a:spcAft>
                <a:spcPts val="400"/>
              </a:spcAft>
              <a:tabLst/>
              <a:defRPr sz="1500">
                <a:solidFill>
                  <a:schemeClr val="accent3"/>
                </a:solidFill>
                <a:latin typeface="+mj-lt"/>
              </a:defRPr>
            </a:lvl3pPr>
            <a:lvl4pPr marL="690563" indent="-230188">
              <a:spcBef>
                <a:spcPts val="0"/>
              </a:spcBef>
              <a:spcAft>
                <a:spcPts val="400"/>
              </a:spcAft>
              <a:tabLst/>
              <a:defRPr sz="1500">
                <a:solidFill>
                  <a:schemeClr val="accent3"/>
                </a:solidFill>
                <a:latin typeface="+mj-lt"/>
              </a:defRPr>
            </a:lvl4pPr>
            <a:lvl5pPr marL="914400" indent="-211138">
              <a:spcBef>
                <a:spcPts val="0"/>
              </a:spcBef>
              <a:spcAft>
                <a:spcPts val="400"/>
              </a:spcAft>
              <a:tabLst/>
              <a:defRPr sz="1500">
                <a:solidFill>
                  <a:schemeClr val="accent3"/>
                </a:solidFill>
                <a:latin typeface="+mj-lt"/>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TextBox 12">
            <a:extLst>
              <a:ext uri="{FF2B5EF4-FFF2-40B4-BE49-F238E27FC236}">
                <a16:creationId xmlns:a16="http://schemas.microsoft.com/office/drawing/2014/main" id="{6C6C721A-E059-4746-AE6B-42D629A56883}"/>
              </a:ext>
            </a:extLst>
          </p:cNvPr>
          <p:cNvSpPr txBox="1"/>
          <p:nvPr userDrawn="1"/>
        </p:nvSpPr>
        <p:spPr>
          <a:xfrm>
            <a:off x="8058098" y="6405091"/>
            <a:ext cx="2446699" cy="215444"/>
          </a:xfrm>
          <a:prstGeom prst="rect">
            <a:avLst/>
          </a:prstGeom>
          <a:noFill/>
        </p:spPr>
        <p:txBody>
          <a:bodyPr wrap="square">
            <a:spAutoFit/>
          </a:body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Calibri" panose="020F0502020204030204"/>
                <a:ea typeface="+mn-ea"/>
                <a:cs typeface="+mn-cs"/>
              </a:rPr>
              <a:t>©2021 ExlService Holdings, Inc. All rights reserved.</a:t>
            </a:r>
          </a:p>
        </p:txBody>
      </p:sp>
      <p:sp>
        <p:nvSpPr>
          <p:cNvPr id="14" name="TextBox 13">
            <a:extLst>
              <a:ext uri="{FF2B5EF4-FFF2-40B4-BE49-F238E27FC236}">
                <a16:creationId xmlns:a16="http://schemas.microsoft.com/office/drawing/2014/main" id="{F281F594-5190-42AB-AD7C-D99FB93A2D28}"/>
              </a:ext>
            </a:extLst>
          </p:cNvPr>
          <p:cNvSpPr txBox="1"/>
          <p:nvPr userDrawn="1"/>
        </p:nvSpPr>
        <p:spPr>
          <a:xfrm>
            <a:off x="10388823" y="6412461"/>
            <a:ext cx="579422" cy="215444"/>
          </a:xfrm>
          <a:prstGeom prst="rect">
            <a:avLst/>
          </a:prstGeom>
          <a:noFill/>
        </p:spPr>
        <p:txBody>
          <a:bodyPr wrap="square" rtlCol="0">
            <a:spAutoFit/>
          </a:bodyPr>
          <a:lstStyle/>
          <a:p>
            <a:fld id="{85EF08C3-6068-49A5-A83C-FDA0DDA2EDAF}" type="slidenum">
              <a:rPr lang="en-US" sz="800" smtClean="0">
                <a:solidFill>
                  <a:schemeClr val="tx2"/>
                </a:solidFill>
              </a:rPr>
              <a:t>‹#›</a:t>
            </a:fld>
            <a:endParaRPr lang="en-US" sz="800">
              <a:solidFill>
                <a:schemeClr val="tx2"/>
              </a:solidFill>
            </a:endParaRPr>
          </a:p>
        </p:txBody>
      </p:sp>
    </p:spTree>
    <p:extLst>
      <p:ext uri="{BB962C8B-B14F-4D97-AF65-F5344CB8AC3E}">
        <p14:creationId xmlns:p14="http://schemas.microsoft.com/office/powerpoint/2010/main" val="2519235712"/>
      </p:ext>
    </p:extLst>
  </p:cSld>
  <p:clrMapOvr>
    <a:overrideClrMapping bg1="lt1" tx1="dk1" bg2="lt2" tx2="dk2" accent1="accent1" accent2="accent2" accent3="accent3" accent4="accent4" accent5="accent5" accent6="accent6" hlink="hlink" folHlink="folHlink"/>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Title Content w/ gray top">
    <p:bg>
      <p:bgRef idx="1001">
        <a:schemeClr val="bg1"/>
      </p:bgRef>
    </p:bg>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E022A485-3031-104C-93B7-435966E4994D}"/>
              </a:ext>
            </a:extLst>
          </p:cNvPr>
          <p:cNvSpPr/>
          <p:nvPr userDrawn="1"/>
        </p:nvSpPr>
        <p:spPr>
          <a:xfrm>
            <a:off x="0" y="0"/>
            <a:ext cx="12192000" cy="28448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ctrTitle" hasCustomPrompt="1"/>
          </p:nvPr>
        </p:nvSpPr>
        <p:spPr>
          <a:xfrm>
            <a:off x="457200" y="3302000"/>
            <a:ext cx="5638800" cy="1598774"/>
          </a:xfrm>
        </p:spPr>
        <p:txBody>
          <a:bodyPr anchor="t" anchorCtr="0">
            <a:noAutofit/>
          </a:bodyPr>
          <a:lstStyle>
            <a:lvl1pPr algn="l">
              <a:lnSpc>
                <a:spcPct val="80000"/>
              </a:lnSpc>
              <a:defRPr sz="4400">
                <a:solidFill>
                  <a:schemeClr val="tx1"/>
                </a:solidFill>
              </a:defRPr>
            </a:lvl1pPr>
          </a:lstStyle>
          <a:p>
            <a:r>
              <a:rPr lang="en-US"/>
              <a:t>Click to edit </a:t>
            </a:r>
            <a:br>
              <a:rPr lang="en-US"/>
            </a:br>
            <a:r>
              <a:rPr lang="en-US"/>
              <a:t>Master </a:t>
            </a:r>
            <a:br>
              <a:rPr lang="en-US"/>
            </a:br>
            <a:r>
              <a:rPr lang="en-US"/>
              <a:t>title style</a:t>
            </a:r>
          </a:p>
        </p:txBody>
      </p:sp>
      <p:sp>
        <p:nvSpPr>
          <p:cNvPr id="5" name="Text Placeholder 4">
            <a:extLst>
              <a:ext uri="{FF2B5EF4-FFF2-40B4-BE49-F238E27FC236}">
                <a16:creationId xmlns:a16="http://schemas.microsoft.com/office/drawing/2014/main" id="{6F2622D0-EB8A-9645-97E8-A571F63A1F37}"/>
              </a:ext>
            </a:extLst>
          </p:cNvPr>
          <p:cNvSpPr>
            <a:spLocks noGrp="1"/>
          </p:cNvSpPr>
          <p:nvPr>
            <p:ph type="body" sz="quarter" idx="13"/>
          </p:nvPr>
        </p:nvSpPr>
        <p:spPr>
          <a:xfrm>
            <a:off x="457200" y="457200"/>
            <a:ext cx="3679371" cy="421105"/>
          </a:xfrm>
        </p:spPr>
        <p:txBody>
          <a:bodyPr>
            <a:noAutofit/>
          </a:bodyPr>
          <a:lstStyle>
            <a:lvl1pPr marL="0" indent="0">
              <a:spcBef>
                <a:spcPts val="0"/>
              </a:spcBef>
              <a:buNone/>
              <a:defRPr sz="1400" b="1" i="0">
                <a:solidFill>
                  <a:schemeClr val="tx1"/>
                </a:solidFill>
                <a:latin typeface="Calibri" panose="020F0502020204030204" pitchFamily="34" charset="0"/>
                <a:cs typeface="Calibri" panose="020F0502020204030204" pitchFamily="34" charset="0"/>
              </a:defRPr>
            </a:lvl1pPr>
            <a:lvl2pPr marL="290513" indent="0">
              <a:buNone/>
              <a:defRPr/>
            </a:lvl2pPr>
            <a:lvl3pPr marL="582613" indent="0">
              <a:buNone/>
              <a:defRPr/>
            </a:lvl3pPr>
            <a:lvl4pPr marL="855663" indent="0">
              <a:buNone/>
              <a:defRPr/>
            </a:lvl4pPr>
            <a:lvl5pPr marL="1100138" indent="0">
              <a:buNone/>
              <a:defRPr/>
            </a:lvl5pPr>
          </a:lstStyle>
          <a:p>
            <a:pPr lvl="0"/>
            <a:r>
              <a:rPr lang="en-US"/>
              <a:t>Edit Master text styles</a:t>
            </a:r>
          </a:p>
        </p:txBody>
      </p:sp>
      <p:pic>
        <p:nvPicPr>
          <p:cNvPr id="24" name="Picture 23">
            <a:extLst>
              <a:ext uri="{FF2B5EF4-FFF2-40B4-BE49-F238E27FC236}">
                <a16:creationId xmlns:a16="http://schemas.microsoft.com/office/drawing/2014/main" id="{54BE4AA2-7A93-2244-97DF-BEAFE86FE2B8}"/>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0959193" y="6132957"/>
            <a:ext cx="990600" cy="635000"/>
          </a:xfrm>
          <a:prstGeom prst="rect">
            <a:avLst/>
          </a:prstGeom>
        </p:spPr>
      </p:pic>
      <p:sp>
        <p:nvSpPr>
          <p:cNvPr id="14" name="Text Placeholder 13">
            <a:extLst>
              <a:ext uri="{FF2B5EF4-FFF2-40B4-BE49-F238E27FC236}">
                <a16:creationId xmlns:a16="http://schemas.microsoft.com/office/drawing/2014/main" id="{B3583DCB-C2A9-8D44-82F4-C2F87B09BE52}"/>
              </a:ext>
            </a:extLst>
          </p:cNvPr>
          <p:cNvSpPr>
            <a:spLocks noGrp="1"/>
          </p:cNvSpPr>
          <p:nvPr>
            <p:ph type="body" sz="quarter" idx="15"/>
          </p:nvPr>
        </p:nvSpPr>
        <p:spPr>
          <a:xfrm>
            <a:off x="457200" y="1387475"/>
            <a:ext cx="3549650" cy="636534"/>
          </a:xfrm>
        </p:spPr>
        <p:txBody>
          <a:bodyPr/>
          <a:lstStyle>
            <a:lvl1pPr marL="0" indent="0">
              <a:buNone/>
              <a:defRPr sz="4400">
                <a:solidFill>
                  <a:schemeClr val="tx1"/>
                </a:solidFill>
                <a:latin typeface="+mj-lt"/>
              </a:defRPr>
            </a:lvl1pPr>
            <a:lvl2pPr marL="290513" indent="0">
              <a:buNone/>
              <a:defRPr/>
            </a:lvl2pPr>
            <a:lvl3pPr marL="582613" indent="0">
              <a:buNone/>
              <a:defRPr/>
            </a:lvl3pPr>
            <a:lvl4pPr marL="855663" indent="0">
              <a:buNone/>
              <a:defRPr/>
            </a:lvl4pPr>
            <a:lvl5pPr marL="1100138" indent="0">
              <a:buNone/>
              <a:defRPr/>
            </a:lvl5pPr>
          </a:lstStyle>
          <a:p>
            <a:pPr lvl="0"/>
            <a:r>
              <a:rPr lang="en-US"/>
              <a:t>Edit Master text styles</a:t>
            </a:r>
          </a:p>
        </p:txBody>
      </p:sp>
      <p:sp>
        <p:nvSpPr>
          <p:cNvPr id="17" name="Text Placeholder 13">
            <a:extLst>
              <a:ext uri="{FF2B5EF4-FFF2-40B4-BE49-F238E27FC236}">
                <a16:creationId xmlns:a16="http://schemas.microsoft.com/office/drawing/2014/main" id="{CD5564F4-F564-D243-90A4-29A81E8B1643}"/>
              </a:ext>
            </a:extLst>
          </p:cNvPr>
          <p:cNvSpPr>
            <a:spLocks noGrp="1"/>
          </p:cNvSpPr>
          <p:nvPr>
            <p:ph type="body" sz="quarter" idx="16"/>
          </p:nvPr>
        </p:nvSpPr>
        <p:spPr>
          <a:xfrm>
            <a:off x="4320283" y="1387475"/>
            <a:ext cx="3549650" cy="636534"/>
          </a:xfrm>
        </p:spPr>
        <p:txBody>
          <a:bodyPr/>
          <a:lstStyle>
            <a:lvl1pPr marL="0" indent="0">
              <a:buNone/>
              <a:defRPr sz="4400">
                <a:solidFill>
                  <a:schemeClr val="tx1"/>
                </a:solidFill>
                <a:latin typeface="+mj-lt"/>
              </a:defRPr>
            </a:lvl1pPr>
            <a:lvl2pPr marL="290513" indent="0">
              <a:buNone/>
              <a:defRPr/>
            </a:lvl2pPr>
            <a:lvl3pPr marL="582613" indent="0">
              <a:buNone/>
              <a:defRPr/>
            </a:lvl3pPr>
            <a:lvl4pPr marL="855663" indent="0">
              <a:buNone/>
              <a:defRPr/>
            </a:lvl4pPr>
            <a:lvl5pPr marL="1100138" indent="0">
              <a:buNone/>
              <a:defRPr/>
            </a:lvl5pPr>
          </a:lstStyle>
          <a:p>
            <a:pPr lvl="0"/>
            <a:r>
              <a:rPr lang="en-US"/>
              <a:t>Edit Master text styles</a:t>
            </a:r>
          </a:p>
        </p:txBody>
      </p:sp>
      <p:sp>
        <p:nvSpPr>
          <p:cNvPr id="18" name="Text Placeholder 13">
            <a:extLst>
              <a:ext uri="{FF2B5EF4-FFF2-40B4-BE49-F238E27FC236}">
                <a16:creationId xmlns:a16="http://schemas.microsoft.com/office/drawing/2014/main" id="{029C3C3B-98EF-4B44-BB0A-8940FAB64FCD}"/>
              </a:ext>
            </a:extLst>
          </p:cNvPr>
          <p:cNvSpPr>
            <a:spLocks noGrp="1"/>
          </p:cNvSpPr>
          <p:nvPr>
            <p:ph type="body" sz="quarter" idx="17"/>
          </p:nvPr>
        </p:nvSpPr>
        <p:spPr>
          <a:xfrm>
            <a:off x="8183365" y="1387475"/>
            <a:ext cx="3549650" cy="636534"/>
          </a:xfrm>
        </p:spPr>
        <p:txBody>
          <a:bodyPr/>
          <a:lstStyle>
            <a:lvl1pPr marL="0" indent="0">
              <a:buNone/>
              <a:defRPr sz="4400">
                <a:solidFill>
                  <a:schemeClr val="tx1"/>
                </a:solidFill>
                <a:latin typeface="+mj-lt"/>
              </a:defRPr>
            </a:lvl1pPr>
            <a:lvl2pPr marL="290513" indent="0">
              <a:buNone/>
              <a:defRPr/>
            </a:lvl2pPr>
            <a:lvl3pPr marL="582613" indent="0">
              <a:buNone/>
              <a:defRPr/>
            </a:lvl3pPr>
            <a:lvl4pPr marL="855663" indent="0">
              <a:buNone/>
              <a:defRPr/>
            </a:lvl4pPr>
            <a:lvl5pPr marL="1100138" indent="0">
              <a:buNone/>
              <a:defRPr/>
            </a:lvl5pPr>
          </a:lstStyle>
          <a:p>
            <a:pPr lvl="0"/>
            <a:r>
              <a:rPr lang="en-US"/>
              <a:t>Edit Master text styles</a:t>
            </a:r>
          </a:p>
        </p:txBody>
      </p:sp>
      <p:sp>
        <p:nvSpPr>
          <p:cNvPr id="19" name="Text Placeholder 5">
            <a:extLst>
              <a:ext uri="{FF2B5EF4-FFF2-40B4-BE49-F238E27FC236}">
                <a16:creationId xmlns:a16="http://schemas.microsoft.com/office/drawing/2014/main" id="{73B81C94-B4A5-5B45-9AF6-02EAAAE1B2ED}"/>
              </a:ext>
            </a:extLst>
          </p:cNvPr>
          <p:cNvSpPr>
            <a:spLocks noGrp="1"/>
          </p:cNvSpPr>
          <p:nvPr>
            <p:ph type="body" sz="quarter" idx="18"/>
          </p:nvPr>
        </p:nvSpPr>
        <p:spPr>
          <a:xfrm>
            <a:off x="457200" y="2085654"/>
            <a:ext cx="3549650" cy="447525"/>
          </a:xfrm>
        </p:spPr>
        <p:txBody>
          <a:bodyPr/>
          <a:lstStyle>
            <a:lvl1pPr marL="0" indent="0">
              <a:spcBef>
                <a:spcPts val="0"/>
              </a:spcBef>
              <a:spcAft>
                <a:spcPts val="0"/>
              </a:spcAft>
              <a:buNone/>
              <a:defRPr sz="1500" b="0" i="0">
                <a:latin typeface="+mj-lt"/>
                <a:cs typeface="Calibri" panose="020F0502020204030204" pitchFamily="34" charset="0"/>
              </a:defRPr>
            </a:lvl1pPr>
            <a:lvl2pPr marL="228600" indent="-222250">
              <a:spcBef>
                <a:spcPts val="0"/>
              </a:spcBef>
              <a:spcAft>
                <a:spcPts val="0"/>
              </a:spcAft>
              <a:tabLst/>
              <a:defRPr sz="1500">
                <a:latin typeface="+mj-lt"/>
              </a:defRPr>
            </a:lvl2pPr>
            <a:lvl3pPr marL="519113" indent="-274638">
              <a:spcBef>
                <a:spcPts val="0"/>
              </a:spcBef>
              <a:spcAft>
                <a:spcPts val="0"/>
              </a:spcAft>
              <a:tabLst/>
              <a:defRPr sz="1500">
                <a:latin typeface="+mj-lt"/>
              </a:defRPr>
            </a:lvl3pPr>
            <a:lvl4pPr marL="803275" indent="-238125">
              <a:spcBef>
                <a:spcPts val="0"/>
              </a:spcBef>
              <a:spcAft>
                <a:spcPts val="0"/>
              </a:spcAft>
              <a:tabLst/>
              <a:defRPr sz="1500">
                <a:latin typeface="+mj-lt"/>
              </a:defRPr>
            </a:lvl4pPr>
            <a:lvl5pPr marL="1085850" indent="-276225">
              <a:spcBef>
                <a:spcPts val="0"/>
              </a:spcBef>
              <a:spcAft>
                <a:spcPts val="0"/>
              </a:spcAft>
              <a:tabLst/>
              <a:defRPr sz="1500">
                <a:latin typeface="+mj-lt"/>
              </a:defRPr>
            </a:lvl5pPr>
          </a:lstStyle>
          <a:p>
            <a:pPr lvl="0"/>
            <a:r>
              <a:rPr lang="en-US"/>
              <a:t>Edit Master text styles</a:t>
            </a:r>
          </a:p>
        </p:txBody>
      </p:sp>
      <p:sp>
        <p:nvSpPr>
          <p:cNvPr id="20" name="Text Placeholder 5">
            <a:extLst>
              <a:ext uri="{FF2B5EF4-FFF2-40B4-BE49-F238E27FC236}">
                <a16:creationId xmlns:a16="http://schemas.microsoft.com/office/drawing/2014/main" id="{C134E51F-B9D7-714C-A962-DAC3EA7E9B3B}"/>
              </a:ext>
            </a:extLst>
          </p:cNvPr>
          <p:cNvSpPr>
            <a:spLocks noGrp="1"/>
          </p:cNvSpPr>
          <p:nvPr>
            <p:ph type="body" sz="quarter" idx="19"/>
          </p:nvPr>
        </p:nvSpPr>
        <p:spPr>
          <a:xfrm>
            <a:off x="4310008" y="2085654"/>
            <a:ext cx="3549650" cy="447525"/>
          </a:xfrm>
        </p:spPr>
        <p:txBody>
          <a:bodyPr/>
          <a:lstStyle>
            <a:lvl1pPr marL="0" indent="0">
              <a:spcBef>
                <a:spcPts val="0"/>
              </a:spcBef>
              <a:spcAft>
                <a:spcPts val="0"/>
              </a:spcAft>
              <a:buNone/>
              <a:defRPr sz="1500" b="0" i="0">
                <a:latin typeface="+mj-lt"/>
                <a:cs typeface="Calibri" panose="020F0502020204030204" pitchFamily="34" charset="0"/>
              </a:defRPr>
            </a:lvl1pPr>
            <a:lvl2pPr marL="228600" indent="-222250">
              <a:spcBef>
                <a:spcPts val="0"/>
              </a:spcBef>
              <a:spcAft>
                <a:spcPts val="0"/>
              </a:spcAft>
              <a:tabLst/>
              <a:defRPr sz="1500">
                <a:latin typeface="+mj-lt"/>
              </a:defRPr>
            </a:lvl2pPr>
            <a:lvl3pPr marL="519113" indent="-274638">
              <a:spcBef>
                <a:spcPts val="0"/>
              </a:spcBef>
              <a:spcAft>
                <a:spcPts val="0"/>
              </a:spcAft>
              <a:tabLst/>
              <a:defRPr sz="1500">
                <a:latin typeface="+mj-lt"/>
              </a:defRPr>
            </a:lvl3pPr>
            <a:lvl4pPr marL="803275" indent="-238125">
              <a:spcBef>
                <a:spcPts val="0"/>
              </a:spcBef>
              <a:spcAft>
                <a:spcPts val="0"/>
              </a:spcAft>
              <a:tabLst/>
              <a:defRPr sz="1500">
                <a:latin typeface="+mj-lt"/>
              </a:defRPr>
            </a:lvl4pPr>
            <a:lvl5pPr marL="1085850" indent="-276225">
              <a:spcBef>
                <a:spcPts val="0"/>
              </a:spcBef>
              <a:spcAft>
                <a:spcPts val="0"/>
              </a:spcAft>
              <a:tabLst/>
              <a:defRPr sz="1500">
                <a:latin typeface="+mj-lt"/>
              </a:defRPr>
            </a:lvl5pPr>
          </a:lstStyle>
          <a:p>
            <a:pPr lvl="0"/>
            <a:r>
              <a:rPr lang="en-US"/>
              <a:t>Edit Master text styles</a:t>
            </a:r>
          </a:p>
        </p:txBody>
      </p:sp>
      <p:sp>
        <p:nvSpPr>
          <p:cNvPr id="21" name="Text Placeholder 5">
            <a:extLst>
              <a:ext uri="{FF2B5EF4-FFF2-40B4-BE49-F238E27FC236}">
                <a16:creationId xmlns:a16="http://schemas.microsoft.com/office/drawing/2014/main" id="{B8FBFB3F-D200-8E45-A44B-EBD239092EB0}"/>
              </a:ext>
            </a:extLst>
          </p:cNvPr>
          <p:cNvSpPr>
            <a:spLocks noGrp="1"/>
          </p:cNvSpPr>
          <p:nvPr>
            <p:ph type="body" sz="quarter" idx="20"/>
          </p:nvPr>
        </p:nvSpPr>
        <p:spPr>
          <a:xfrm>
            <a:off x="8173092" y="2085654"/>
            <a:ext cx="3549650" cy="447525"/>
          </a:xfrm>
        </p:spPr>
        <p:txBody>
          <a:bodyPr/>
          <a:lstStyle>
            <a:lvl1pPr marL="0" indent="0">
              <a:spcBef>
                <a:spcPts val="0"/>
              </a:spcBef>
              <a:spcAft>
                <a:spcPts val="0"/>
              </a:spcAft>
              <a:buNone/>
              <a:defRPr sz="1500" b="0" i="0">
                <a:latin typeface="+mj-lt"/>
                <a:cs typeface="Calibri" panose="020F0502020204030204" pitchFamily="34" charset="0"/>
              </a:defRPr>
            </a:lvl1pPr>
            <a:lvl2pPr marL="228600" indent="-222250">
              <a:spcBef>
                <a:spcPts val="0"/>
              </a:spcBef>
              <a:spcAft>
                <a:spcPts val="0"/>
              </a:spcAft>
              <a:tabLst/>
              <a:defRPr sz="1500">
                <a:latin typeface="+mj-lt"/>
              </a:defRPr>
            </a:lvl2pPr>
            <a:lvl3pPr marL="519113" indent="-274638">
              <a:spcBef>
                <a:spcPts val="0"/>
              </a:spcBef>
              <a:spcAft>
                <a:spcPts val="0"/>
              </a:spcAft>
              <a:tabLst/>
              <a:defRPr sz="1500">
                <a:latin typeface="+mj-lt"/>
              </a:defRPr>
            </a:lvl3pPr>
            <a:lvl4pPr marL="803275" indent="-238125">
              <a:spcBef>
                <a:spcPts val="0"/>
              </a:spcBef>
              <a:spcAft>
                <a:spcPts val="0"/>
              </a:spcAft>
              <a:tabLst/>
              <a:defRPr sz="1500">
                <a:latin typeface="+mj-lt"/>
              </a:defRPr>
            </a:lvl4pPr>
            <a:lvl5pPr marL="1085850" indent="-276225">
              <a:spcBef>
                <a:spcPts val="0"/>
              </a:spcBef>
              <a:spcAft>
                <a:spcPts val="0"/>
              </a:spcAft>
              <a:tabLst/>
              <a:defRPr sz="1500">
                <a:latin typeface="+mj-lt"/>
              </a:defRPr>
            </a:lvl5pPr>
          </a:lstStyle>
          <a:p>
            <a:pPr lvl="0"/>
            <a:r>
              <a:rPr lang="en-US"/>
              <a:t>Edit Master text styles</a:t>
            </a:r>
          </a:p>
        </p:txBody>
      </p:sp>
      <p:sp>
        <p:nvSpPr>
          <p:cNvPr id="15" name="Text Placeholder 10">
            <a:extLst>
              <a:ext uri="{FF2B5EF4-FFF2-40B4-BE49-F238E27FC236}">
                <a16:creationId xmlns:a16="http://schemas.microsoft.com/office/drawing/2014/main" id="{DB9533FB-101C-564C-A9B2-8BBC8342D8CB}"/>
              </a:ext>
            </a:extLst>
          </p:cNvPr>
          <p:cNvSpPr>
            <a:spLocks noGrp="1"/>
          </p:cNvSpPr>
          <p:nvPr>
            <p:ph type="body" sz="quarter" idx="21"/>
          </p:nvPr>
        </p:nvSpPr>
        <p:spPr>
          <a:xfrm>
            <a:off x="457200" y="5001689"/>
            <a:ext cx="5638800" cy="1240085"/>
          </a:xfrm>
        </p:spPr>
        <p:txBody>
          <a:bodyPr>
            <a:noAutofit/>
          </a:bodyPr>
          <a:lstStyle>
            <a:lvl1pPr marL="230188" indent="-230188">
              <a:spcBef>
                <a:spcPts val="0"/>
              </a:spcBef>
              <a:spcAft>
                <a:spcPts val="400"/>
              </a:spcAft>
              <a:buFont typeface="System Font Regular"/>
              <a:buChar char="–"/>
              <a:tabLst/>
              <a:defRPr sz="1500">
                <a:latin typeface="+mj-lt"/>
              </a:defRPr>
            </a:lvl1pPr>
            <a:lvl2pPr marL="230188" indent="-230188">
              <a:spcBef>
                <a:spcPts val="0"/>
              </a:spcBef>
              <a:spcAft>
                <a:spcPts val="400"/>
              </a:spcAft>
              <a:tabLst/>
              <a:defRPr sz="1500">
                <a:solidFill>
                  <a:schemeClr val="accent3"/>
                </a:solidFill>
                <a:latin typeface="+mj-lt"/>
              </a:defRPr>
            </a:lvl2pPr>
            <a:lvl3pPr marL="460375" indent="-223838">
              <a:spcBef>
                <a:spcPts val="0"/>
              </a:spcBef>
              <a:spcAft>
                <a:spcPts val="400"/>
              </a:spcAft>
              <a:tabLst/>
              <a:defRPr sz="1500">
                <a:solidFill>
                  <a:schemeClr val="accent3"/>
                </a:solidFill>
                <a:latin typeface="+mj-lt"/>
              </a:defRPr>
            </a:lvl3pPr>
            <a:lvl4pPr marL="690563" indent="-230188">
              <a:spcBef>
                <a:spcPts val="0"/>
              </a:spcBef>
              <a:spcAft>
                <a:spcPts val="400"/>
              </a:spcAft>
              <a:tabLst/>
              <a:defRPr sz="1500">
                <a:solidFill>
                  <a:schemeClr val="accent3"/>
                </a:solidFill>
                <a:latin typeface="+mj-lt"/>
              </a:defRPr>
            </a:lvl4pPr>
            <a:lvl5pPr marL="914400" indent="-211138">
              <a:spcBef>
                <a:spcPts val="0"/>
              </a:spcBef>
              <a:spcAft>
                <a:spcPts val="400"/>
              </a:spcAft>
              <a:tabLst/>
              <a:defRPr sz="1500">
                <a:solidFill>
                  <a:schemeClr val="accent3"/>
                </a:solidFill>
                <a:latin typeface="+mj-lt"/>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16" name="TextBox 15">
            <a:extLst>
              <a:ext uri="{FF2B5EF4-FFF2-40B4-BE49-F238E27FC236}">
                <a16:creationId xmlns:a16="http://schemas.microsoft.com/office/drawing/2014/main" id="{57023BF8-94F9-4D4F-AE8F-3AB0B07713D0}"/>
              </a:ext>
            </a:extLst>
          </p:cNvPr>
          <p:cNvSpPr txBox="1"/>
          <p:nvPr userDrawn="1"/>
        </p:nvSpPr>
        <p:spPr>
          <a:xfrm>
            <a:off x="8058098" y="6405091"/>
            <a:ext cx="2446699" cy="215444"/>
          </a:xfrm>
          <a:prstGeom prst="rect">
            <a:avLst/>
          </a:prstGeom>
          <a:noFill/>
        </p:spPr>
        <p:txBody>
          <a:bodyPr wrap="square">
            <a:spAutoFit/>
          </a:body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Calibri" panose="020F0502020204030204"/>
                <a:ea typeface="+mn-ea"/>
                <a:cs typeface="+mn-cs"/>
              </a:rPr>
              <a:t>©2021 ExlService Holdings, Inc. All rights reserved.</a:t>
            </a:r>
          </a:p>
        </p:txBody>
      </p:sp>
      <p:sp>
        <p:nvSpPr>
          <p:cNvPr id="22" name="TextBox 21">
            <a:extLst>
              <a:ext uri="{FF2B5EF4-FFF2-40B4-BE49-F238E27FC236}">
                <a16:creationId xmlns:a16="http://schemas.microsoft.com/office/drawing/2014/main" id="{554628D0-DB29-484F-AE87-9BA55BF787A1}"/>
              </a:ext>
            </a:extLst>
          </p:cNvPr>
          <p:cNvSpPr txBox="1"/>
          <p:nvPr userDrawn="1"/>
        </p:nvSpPr>
        <p:spPr>
          <a:xfrm>
            <a:off x="10388823" y="6412461"/>
            <a:ext cx="579422" cy="215444"/>
          </a:xfrm>
          <a:prstGeom prst="rect">
            <a:avLst/>
          </a:prstGeom>
          <a:noFill/>
        </p:spPr>
        <p:txBody>
          <a:bodyPr wrap="square" rtlCol="0">
            <a:spAutoFit/>
          </a:bodyPr>
          <a:lstStyle/>
          <a:p>
            <a:fld id="{85EF08C3-6068-49A5-A83C-FDA0DDA2EDAF}" type="slidenum">
              <a:rPr lang="en-US" sz="800" smtClean="0">
                <a:solidFill>
                  <a:schemeClr val="tx2"/>
                </a:solidFill>
              </a:rPr>
              <a:t>‹#›</a:t>
            </a:fld>
            <a:endParaRPr lang="en-US" sz="800">
              <a:solidFill>
                <a:schemeClr val="tx2"/>
              </a:solidFill>
            </a:endParaRPr>
          </a:p>
        </p:txBody>
      </p:sp>
    </p:spTree>
    <p:extLst>
      <p:ext uri="{BB962C8B-B14F-4D97-AF65-F5344CB8AC3E}">
        <p14:creationId xmlns:p14="http://schemas.microsoft.com/office/powerpoint/2010/main" val="1362941180"/>
      </p:ext>
    </p:extLst>
  </p:cSld>
  <p:clrMapOvr>
    <a:overrideClrMapping bg1="lt1" tx1="dk1" bg2="lt2" tx2="dk2" accent1="accent1" accent2="accent2" accent3="accent3" accent4="accent4" accent5="accent5" accent6="accent6" hlink="hlink" folHlink="folHlink"/>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Quote Slide Orange">
    <p:bg>
      <p:bgRef idx="1001">
        <a:schemeClr val="bg1"/>
      </p:bgRef>
    </p:bg>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28EADA6C-4309-5F43-BB9C-F8E480357C5F}"/>
              </a:ext>
            </a:extLst>
          </p:cNvPr>
          <p:cNvSpPr/>
          <p:nvPr userDrawn="1"/>
        </p:nvSpPr>
        <p:spPr>
          <a:xfrm>
            <a:off x="0" y="0"/>
            <a:ext cx="12192000"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ctrTitle"/>
          </p:nvPr>
        </p:nvSpPr>
        <p:spPr>
          <a:xfrm>
            <a:off x="457200" y="1232900"/>
            <a:ext cx="11277600" cy="4708656"/>
          </a:xfrm>
        </p:spPr>
        <p:txBody>
          <a:bodyPr anchor="ctr" anchorCtr="0">
            <a:noAutofit/>
          </a:bodyPr>
          <a:lstStyle>
            <a:lvl1pPr algn="l">
              <a:lnSpc>
                <a:spcPct val="80000"/>
              </a:lnSpc>
              <a:defRPr sz="6000">
                <a:solidFill>
                  <a:schemeClr val="bg1"/>
                </a:solidFill>
              </a:defRPr>
            </a:lvl1pPr>
          </a:lstStyle>
          <a:p>
            <a:r>
              <a:rPr lang="en-US"/>
              <a:t>Click to edit Master title style</a:t>
            </a:r>
          </a:p>
        </p:txBody>
      </p:sp>
      <p:sp>
        <p:nvSpPr>
          <p:cNvPr id="5" name="Text Placeholder 4">
            <a:extLst>
              <a:ext uri="{FF2B5EF4-FFF2-40B4-BE49-F238E27FC236}">
                <a16:creationId xmlns:a16="http://schemas.microsoft.com/office/drawing/2014/main" id="{6F2622D0-EB8A-9645-97E8-A571F63A1F37}"/>
              </a:ext>
            </a:extLst>
          </p:cNvPr>
          <p:cNvSpPr>
            <a:spLocks noGrp="1"/>
          </p:cNvSpPr>
          <p:nvPr>
            <p:ph type="body" sz="quarter" idx="13"/>
          </p:nvPr>
        </p:nvSpPr>
        <p:spPr>
          <a:xfrm>
            <a:off x="457200" y="457200"/>
            <a:ext cx="3679371" cy="421105"/>
          </a:xfrm>
        </p:spPr>
        <p:txBody>
          <a:bodyPr>
            <a:noAutofit/>
          </a:bodyPr>
          <a:lstStyle>
            <a:lvl1pPr marL="0" indent="0">
              <a:spcBef>
                <a:spcPts val="0"/>
              </a:spcBef>
              <a:buNone/>
              <a:defRPr sz="1400" b="1" i="0">
                <a:solidFill>
                  <a:schemeClr val="bg1"/>
                </a:solidFill>
                <a:latin typeface="Calibri" panose="020F0502020204030204" pitchFamily="34" charset="0"/>
                <a:cs typeface="Calibri" panose="020F0502020204030204" pitchFamily="34" charset="0"/>
              </a:defRPr>
            </a:lvl1pPr>
            <a:lvl2pPr marL="290513" indent="0">
              <a:buNone/>
              <a:defRPr/>
            </a:lvl2pPr>
            <a:lvl3pPr marL="582613" indent="0">
              <a:buNone/>
              <a:defRPr/>
            </a:lvl3pPr>
            <a:lvl4pPr marL="855663" indent="0">
              <a:buNone/>
              <a:defRPr/>
            </a:lvl4pPr>
            <a:lvl5pPr marL="1100138" indent="0">
              <a:buNone/>
              <a:defRPr/>
            </a:lvl5pPr>
          </a:lstStyle>
          <a:p>
            <a:pPr lvl="0"/>
            <a:r>
              <a:rPr lang="en-US"/>
              <a:t>Edit Master text styles</a:t>
            </a:r>
          </a:p>
        </p:txBody>
      </p:sp>
      <p:pic>
        <p:nvPicPr>
          <p:cNvPr id="10" name="Picture 9">
            <a:extLst>
              <a:ext uri="{FF2B5EF4-FFF2-40B4-BE49-F238E27FC236}">
                <a16:creationId xmlns:a16="http://schemas.microsoft.com/office/drawing/2014/main" id="{019F8FE3-FF5A-624D-A591-97864EAB2958}"/>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0959193" y="6132957"/>
            <a:ext cx="990600" cy="635000"/>
          </a:xfrm>
          <a:prstGeom prst="rect">
            <a:avLst/>
          </a:prstGeom>
        </p:spPr>
      </p:pic>
      <p:sp>
        <p:nvSpPr>
          <p:cNvPr id="11" name="TextBox 10">
            <a:extLst>
              <a:ext uri="{FF2B5EF4-FFF2-40B4-BE49-F238E27FC236}">
                <a16:creationId xmlns:a16="http://schemas.microsoft.com/office/drawing/2014/main" id="{2EA6BAC3-AE5A-4922-A5FE-F7032937A26F}"/>
              </a:ext>
            </a:extLst>
          </p:cNvPr>
          <p:cNvSpPr txBox="1"/>
          <p:nvPr userDrawn="1"/>
        </p:nvSpPr>
        <p:spPr>
          <a:xfrm>
            <a:off x="8058098" y="6405091"/>
            <a:ext cx="2446699" cy="215444"/>
          </a:xfrm>
          <a:prstGeom prst="rect">
            <a:avLst/>
          </a:prstGeom>
          <a:noFill/>
        </p:spPr>
        <p:txBody>
          <a:bodyPr wrap="square">
            <a:spAutoFit/>
          </a:body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chemeClr val="bg1"/>
                </a:solidFill>
                <a:effectLst/>
                <a:uLnTx/>
                <a:uFillTx/>
                <a:latin typeface="Calibri" panose="020F0502020204030204"/>
                <a:ea typeface="+mn-ea"/>
                <a:cs typeface="+mn-cs"/>
              </a:rPr>
              <a:t>©2021 ExlService Holdings, Inc. All rights reserved.</a:t>
            </a:r>
          </a:p>
        </p:txBody>
      </p:sp>
      <p:sp>
        <p:nvSpPr>
          <p:cNvPr id="13" name="TextBox 12">
            <a:extLst>
              <a:ext uri="{FF2B5EF4-FFF2-40B4-BE49-F238E27FC236}">
                <a16:creationId xmlns:a16="http://schemas.microsoft.com/office/drawing/2014/main" id="{BBC54CAA-7A11-48BC-8EDA-78F72CD7A8AF}"/>
              </a:ext>
            </a:extLst>
          </p:cNvPr>
          <p:cNvSpPr txBox="1"/>
          <p:nvPr userDrawn="1"/>
        </p:nvSpPr>
        <p:spPr>
          <a:xfrm>
            <a:off x="10388823" y="6412461"/>
            <a:ext cx="579422" cy="215444"/>
          </a:xfrm>
          <a:prstGeom prst="rect">
            <a:avLst/>
          </a:prstGeom>
          <a:noFill/>
        </p:spPr>
        <p:txBody>
          <a:bodyPr wrap="square" rtlCol="0">
            <a:spAutoFit/>
          </a:bodyPr>
          <a:lstStyle/>
          <a:p>
            <a:fld id="{85EF08C3-6068-49A5-A83C-FDA0DDA2EDAF}" type="slidenum">
              <a:rPr lang="en-US" sz="800" smtClean="0">
                <a:solidFill>
                  <a:schemeClr val="bg1"/>
                </a:solidFill>
              </a:rPr>
              <a:t>‹#›</a:t>
            </a:fld>
            <a:endParaRPr lang="en-US" sz="800">
              <a:solidFill>
                <a:schemeClr val="bg1"/>
              </a:solidFill>
            </a:endParaRPr>
          </a:p>
        </p:txBody>
      </p:sp>
    </p:spTree>
    <p:extLst>
      <p:ext uri="{BB962C8B-B14F-4D97-AF65-F5344CB8AC3E}">
        <p14:creationId xmlns:p14="http://schemas.microsoft.com/office/powerpoint/2010/main" val="4247840500"/>
      </p:ext>
    </p:extLst>
  </p:cSld>
  <p:clrMapOvr>
    <a:overrideClrMapping bg1="lt1" tx1="dk1" bg2="lt2" tx2="dk2" accent1="accent1" accent2="accent2" accent3="accent3" accent4="accent4" accent5="accent5" accent6="accent6" hlink="hlink" folHlink="folHlink"/>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Quote Slide White">
    <p:spTree>
      <p:nvGrpSpPr>
        <p:cNvPr id="1" name=""/>
        <p:cNvGrpSpPr/>
        <p:nvPr/>
      </p:nvGrpSpPr>
      <p:grpSpPr>
        <a:xfrm>
          <a:off x="0" y="0"/>
          <a:ext cx="0" cy="0"/>
          <a:chOff x="0" y="0"/>
          <a:chExt cx="0" cy="0"/>
        </a:xfrm>
      </p:grpSpPr>
      <p:sp>
        <p:nvSpPr>
          <p:cNvPr id="2" name="Title 1"/>
          <p:cNvSpPr>
            <a:spLocks noGrp="1"/>
          </p:cNvSpPr>
          <p:nvPr>
            <p:ph type="ctrTitle"/>
          </p:nvPr>
        </p:nvSpPr>
        <p:spPr>
          <a:xfrm>
            <a:off x="457200" y="1232900"/>
            <a:ext cx="11277600" cy="4708656"/>
          </a:xfrm>
        </p:spPr>
        <p:txBody>
          <a:bodyPr anchor="ctr" anchorCtr="0">
            <a:noAutofit/>
          </a:bodyPr>
          <a:lstStyle>
            <a:lvl1pPr algn="l">
              <a:lnSpc>
                <a:spcPct val="80000"/>
              </a:lnSpc>
              <a:defRPr sz="6000">
                <a:solidFill>
                  <a:schemeClr val="tx2"/>
                </a:solidFill>
              </a:defRPr>
            </a:lvl1pPr>
          </a:lstStyle>
          <a:p>
            <a:r>
              <a:rPr lang="en-US"/>
              <a:t>Click to edit Master title style</a:t>
            </a:r>
          </a:p>
        </p:txBody>
      </p:sp>
      <p:sp>
        <p:nvSpPr>
          <p:cNvPr id="5" name="Text Placeholder 4">
            <a:extLst>
              <a:ext uri="{FF2B5EF4-FFF2-40B4-BE49-F238E27FC236}">
                <a16:creationId xmlns:a16="http://schemas.microsoft.com/office/drawing/2014/main" id="{6F2622D0-EB8A-9645-97E8-A571F63A1F37}"/>
              </a:ext>
            </a:extLst>
          </p:cNvPr>
          <p:cNvSpPr>
            <a:spLocks noGrp="1"/>
          </p:cNvSpPr>
          <p:nvPr>
            <p:ph type="body" sz="quarter" idx="13"/>
          </p:nvPr>
        </p:nvSpPr>
        <p:spPr>
          <a:xfrm>
            <a:off x="457200" y="457200"/>
            <a:ext cx="3679371" cy="421105"/>
          </a:xfrm>
        </p:spPr>
        <p:txBody>
          <a:bodyPr>
            <a:noAutofit/>
          </a:bodyPr>
          <a:lstStyle>
            <a:lvl1pPr marL="0" indent="0">
              <a:spcBef>
                <a:spcPts val="0"/>
              </a:spcBef>
              <a:buNone/>
              <a:defRPr sz="1400" b="1" i="0">
                <a:solidFill>
                  <a:schemeClr val="tx1"/>
                </a:solidFill>
                <a:latin typeface="Calibri" panose="020F0502020204030204" pitchFamily="34" charset="0"/>
                <a:cs typeface="Calibri" panose="020F0502020204030204" pitchFamily="34" charset="0"/>
              </a:defRPr>
            </a:lvl1pPr>
            <a:lvl2pPr marL="290513" indent="0">
              <a:buNone/>
              <a:defRPr/>
            </a:lvl2pPr>
            <a:lvl3pPr marL="582613" indent="0">
              <a:buNone/>
              <a:defRPr/>
            </a:lvl3pPr>
            <a:lvl4pPr marL="855663" indent="0">
              <a:buNone/>
              <a:defRPr/>
            </a:lvl4pPr>
            <a:lvl5pPr marL="1100138" indent="0">
              <a:buNone/>
              <a:defRPr/>
            </a:lvl5pPr>
          </a:lstStyle>
          <a:p>
            <a:pPr lvl="0"/>
            <a:r>
              <a:rPr lang="en-US"/>
              <a:t>Edit Master text styles</a:t>
            </a:r>
          </a:p>
        </p:txBody>
      </p:sp>
      <p:pic>
        <p:nvPicPr>
          <p:cNvPr id="14" name="Picture 13">
            <a:extLst>
              <a:ext uri="{FF2B5EF4-FFF2-40B4-BE49-F238E27FC236}">
                <a16:creationId xmlns:a16="http://schemas.microsoft.com/office/drawing/2014/main" id="{9DDEEA63-7DE6-284F-9F05-D9A33CE7D844}"/>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0959193" y="6132957"/>
            <a:ext cx="990600" cy="635000"/>
          </a:xfrm>
          <a:prstGeom prst="rect">
            <a:avLst/>
          </a:prstGeom>
        </p:spPr>
      </p:pic>
      <p:sp>
        <p:nvSpPr>
          <p:cNvPr id="7" name="TextBox 6">
            <a:extLst>
              <a:ext uri="{FF2B5EF4-FFF2-40B4-BE49-F238E27FC236}">
                <a16:creationId xmlns:a16="http://schemas.microsoft.com/office/drawing/2014/main" id="{5699775A-B4A8-402C-8B62-11EC3809FD4E}"/>
              </a:ext>
            </a:extLst>
          </p:cNvPr>
          <p:cNvSpPr txBox="1"/>
          <p:nvPr userDrawn="1"/>
        </p:nvSpPr>
        <p:spPr>
          <a:xfrm>
            <a:off x="8058098" y="6405091"/>
            <a:ext cx="2446699" cy="215444"/>
          </a:xfrm>
          <a:prstGeom prst="rect">
            <a:avLst/>
          </a:prstGeom>
          <a:noFill/>
        </p:spPr>
        <p:txBody>
          <a:bodyPr wrap="square">
            <a:spAutoFit/>
          </a:body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Calibri" panose="020F0502020204030204"/>
                <a:ea typeface="+mn-ea"/>
                <a:cs typeface="+mn-cs"/>
              </a:rPr>
              <a:t>©2021 ExlService Holdings, Inc. All rights reserved.</a:t>
            </a:r>
          </a:p>
        </p:txBody>
      </p:sp>
      <p:sp>
        <p:nvSpPr>
          <p:cNvPr id="10" name="TextBox 9">
            <a:extLst>
              <a:ext uri="{FF2B5EF4-FFF2-40B4-BE49-F238E27FC236}">
                <a16:creationId xmlns:a16="http://schemas.microsoft.com/office/drawing/2014/main" id="{204F0CFA-EE8B-45EF-ACB1-2C508059A024}"/>
              </a:ext>
            </a:extLst>
          </p:cNvPr>
          <p:cNvSpPr txBox="1"/>
          <p:nvPr userDrawn="1"/>
        </p:nvSpPr>
        <p:spPr>
          <a:xfrm>
            <a:off x="10388823" y="6412461"/>
            <a:ext cx="579422" cy="215444"/>
          </a:xfrm>
          <a:prstGeom prst="rect">
            <a:avLst/>
          </a:prstGeom>
          <a:noFill/>
        </p:spPr>
        <p:txBody>
          <a:bodyPr wrap="square" rtlCol="0">
            <a:spAutoFit/>
          </a:bodyPr>
          <a:lstStyle/>
          <a:p>
            <a:fld id="{85EF08C3-6068-49A5-A83C-FDA0DDA2EDAF}" type="slidenum">
              <a:rPr lang="en-US" sz="800" smtClean="0">
                <a:solidFill>
                  <a:schemeClr val="tx2"/>
                </a:solidFill>
              </a:rPr>
              <a:t>‹#›</a:t>
            </a:fld>
            <a:endParaRPr lang="en-US" sz="800">
              <a:solidFill>
                <a:schemeClr val="tx2"/>
              </a:solidFill>
            </a:endParaRPr>
          </a:p>
        </p:txBody>
      </p:sp>
    </p:spTree>
    <p:extLst>
      <p:ext uri="{BB962C8B-B14F-4D97-AF65-F5344CB8AC3E}">
        <p14:creationId xmlns:p14="http://schemas.microsoft.com/office/powerpoint/2010/main" val="3711059925"/>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userDrawn="1">
  <p:cSld name="One Column Twe Picture Boxes">
    <p:bg>
      <p:bgRef idx="1001">
        <a:schemeClr val="bg1"/>
      </p:bgRef>
    </p:bg>
    <p:spTree>
      <p:nvGrpSpPr>
        <p:cNvPr id="1" name=""/>
        <p:cNvGrpSpPr/>
        <p:nvPr/>
      </p:nvGrpSpPr>
      <p:grpSpPr>
        <a:xfrm>
          <a:off x="0" y="0"/>
          <a:ext cx="0" cy="0"/>
          <a:chOff x="0" y="0"/>
          <a:chExt cx="0" cy="0"/>
        </a:xfrm>
      </p:grpSpPr>
      <p:sp>
        <p:nvSpPr>
          <p:cNvPr id="4" name="Picture Placeholder 3">
            <a:extLst>
              <a:ext uri="{FF2B5EF4-FFF2-40B4-BE49-F238E27FC236}">
                <a16:creationId xmlns:a16="http://schemas.microsoft.com/office/drawing/2014/main" id="{B3B1206E-A64A-F045-95E1-24068C9F08E7}"/>
              </a:ext>
            </a:extLst>
          </p:cNvPr>
          <p:cNvSpPr>
            <a:spLocks noGrp="1"/>
          </p:cNvSpPr>
          <p:nvPr>
            <p:ph type="pic" sz="quarter" idx="15" hasCustomPrompt="1"/>
          </p:nvPr>
        </p:nvSpPr>
        <p:spPr>
          <a:xfrm>
            <a:off x="4309118" y="1485900"/>
            <a:ext cx="3849205" cy="3572061"/>
          </a:xfrm>
          <a:solidFill>
            <a:schemeClr val="accent6"/>
          </a:solidFill>
        </p:spPr>
        <p:txBody>
          <a:bodyPr anchor="ctr" anchorCtr="0"/>
          <a:lstStyle>
            <a:lvl1pPr marL="0" indent="0" algn="ctr">
              <a:buNone/>
              <a:defRPr sz="1500"/>
            </a:lvl1pPr>
          </a:lstStyle>
          <a:p>
            <a:r>
              <a:rPr lang="en-US"/>
              <a:t>Insert Picture</a:t>
            </a:r>
          </a:p>
        </p:txBody>
      </p:sp>
      <p:sp>
        <p:nvSpPr>
          <p:cNvPr id="2" name="Title 1"/>
          <p:cNvSpPr>
            <a:spLocks noGrp="1"/>
          </p:cNvSpPr>
          <p:nvPr>
            <p:ph type="ctrTitle"/>
          </p:nvPr>
        </p:nvSpPr>
        <p:spPr>
          <a:xfrm>
            <a:off x="457200" y="1485900"/>
            <a:ext cx="3679371" cy="1649186"/>
          </a:xfrm>
        </p:spPr>
        <p:txBody>
          <a:bodyPr anchor="t" anchorCtr="0">
            <a:noAutofit/>
          </a:bodyPr>
          <a:lstStyle>
            <a:lvl1pPr algn="l">
              <a:lnSpc>
                <a:spcPct val="80000"/>
              </a:lnSpc>
              <a:defRPr sz="4400">
                <a:solidFill>
                  <a:schemeClr val="tx2"/>
                </a:solidFill>
              </a:defRPr>
            </a:lvl1pPr>
          </a:lstStyle>
          <a:p>
            <a:r>
              <a:rPr lang="en-US"/>
              <a:t>Click to edit Master title style</a:t>
            </a:r>
          </a:p>
        </p:txBody>
      </p:sp>
      <p:sp>
        <p:nvSpPr>
          <p:cNvPr id="5" name="Text Placeholder 4">
            <a:extLst>
              <a:ext uri="{FF2B5EF4-FFF2-40B4-BE49-F238E27FC236}">
                <a16:creationId xmlns:a16="http://schemas.microsoft.com/office/drawing/2014/main" id="{6F2622D0-EB8A-9645-97E8-A571F63A1F37}"/>
              </a:ext>
            </a:extLst>
          </p:cNvPr>
          <p:cNvSpPr>
            <a:spLocks noGrp="1"/>
          </p:cNvSpPr>
          <p:nvPr>
            <p:ph type="body" sz="quarter" idx="13"/>
          </p:nvPr>
        </p:nvSpPr>
        <p:spPr>
          <a:xfrm>
            <a:off x="457200" y="457200"/>
            <a:ext cx="3679371" cy="421105"/>
          </a:xfrm>
        </p:spPr>
        <p:txBody>
          <a:bodyPr>
            <a:noAutofit/>
          </a:bodyPr>
          <a:lstStyle>
            <a:lvl1pPr marL="0" indent="0">
              <a:spcBef>
                <a:spcPts val="0"/>
              </a:spcBef>
              <a:buNone/>
              <a:defRPr sz="1400" b="1" i="0">
                <a:solidFill>
                  <a:schemeClr val="tx1"/>
                </a:solidFill>
                <a:latin typeface="Calibri" panose="020F0502020204030204" pitchFamily="34" charset="0"/>
                <a:cs typeface="Calibri" panose="020F0502020204030204" pitchFamily="34" charset="0"/>
              </a:defRPr>
            </a:lvl1pPr>
            <a:lvl2pPr marL="290513" indent="0">
              <a:buNone/>
              <a:defRPr/>
            </a:lvl2pPr>
            <a:lvl3pPr marL="582613" indent="0">
              <a:buNone/>
              <a:defRPr/>
            </a:lvl3pPr>
            <a:lvl4pPr marL="855663" indent="0">
              <a:buNone/>
              <a:defRPr/>
            </a:lvl4pPr>
            <a:lvl5pPr marL="1100138" indent="0">
              <a:buNone/>
              <a:defRPr/>
            </a:lvl5pPr>
          </a:lstStyle>
          <a:p>
            <a:pPr lvl="0"/>
            <a:r>
              <a:rPr lang="en-US"/>
              <a:t>Edit Master text styles</a:t>
            </a:r>
          </a:p>
        </p:txBody>
      </p:sp>
      <p:pic>
        <p:nvPicPr>
          <p:cNvPr id="12" name="Picture 11">
            <a:extLst>
              <a:ext uri="{FF2B5EF4-FFF2-40B4-BE49-F238E27FC236}">
                <a16:creationId xmlns:a16="http://schemas.microsoft.com/office/drawing/2014/main" id="{82DC73AC-0C8F-B04D-AA36-CBBE9383694E}"/>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0959193" y="6132957"/>
            <a:ext cx="990600" cy="635000"/>
          </a:xfrm>
          <a:prstGeom prst="rect">
            <a:avLst/>
          </a:prstGeom>
        </p:spPr>
      </p:pic>
      <p:sp>
        <p:nvSpPr>
          <p:cNvPr id="7" name="Text Placeholder 6">
            <a:extLst>
              <a:ext uri="{FF2B5EF4-FFF2-40B4-BE49-F238E27FC236}">
                <a16:creationId xmlns:a16="http://schemas.microsoft.com/office/drawing/2014/main" id="{755F2D2C-2732-3F46-8B67-8714402C7FF4}"/>
              </a:ext>
            </a:extLst>
          </p:cNvPr>
          <p:cNvSpPr>
            <a:spLocks noGrp="1"/>
          </p:cNvSpPr>
          <p:nvPr>
            <p:ph type="body" sz="quarter" idx="16"/>
          </p:nvPr>
        </p:nvSpPr>
        <p:spPr>
          <a:xfrm>
            <a:off x="4308475" y="5170489"/>
            <a:ext cx="3849688" cy="245574"/>
          </a:xfrm>
        </p:spPr>
        <p:txBody>
          <a:bodyPr/>
          <a:lstStyle>
            <a:lvl1pPr marL="0" indent="0">
              <a:buNone/>
              <a:defRPr sz="1200" b="0" i="0">
                <a:latin typeface="+mj-lt"/>
                <a:cs typeface="Calibri" panose="020F0502020204030204" pitchFamily="34" charset="0"/>
              </a:defRPr>
            </a:lvl1pPr>
            <a:lvl2pPr marL="290513" indent="0">
              <a:buNone/>
              <a:defRPr sz="1200"/>
            </a:lvl2pPr>
            <a:lvl3pPr marL="582613" indent="0">
              <a:buNone/>
              <a:defRPr sz="1200"/>
            </a:lvl3pPr>
            <a:lvl4pPr marL="855663" indent="0">
              <a:buNone/>
              <a:defRPr sz="1200"/>
            </a:lvl4pPr>
            <a:lvl5pPr marL="1100138" indent="0">
              <a:buNone/>
              <a:defRPr sz="1200"/>
            </a:lvl5pPr>
          </a:lstStyle>
          <a:p>
            <a:pPr lvl="0"/>
            <a:r>
              <a:rPr lang="en-US"/>
              <a:t>Edit Master text styles</a:t>
            </a:r>
          </a:p>
        </p:txBody>
      </p:sp>
      <p:sp>
        <p:nvSpPr>
          <p:cNvPr id="13" name="Picture Placeholder 3">
            <a:extLst>
              <a:ext uri="{FF2B5EF4-FFF2-40B4-BE49-F238E27FC236}">
                <a16:creationId xmlns:a16="http://schemas.microsoft.com/office/drawing/2014/main" id="{B04BC302-BF6F-9F4A-B866-30F63178BDC2}"/>
              </a:ext>
            </a:extLst>
          </p:cNvPr>
          <p:cNvSpPr>
            <a:spLocks noGrp="1"/>
          </p:cNvSpPr>
          <p:nvPr>
            <p:ph type="pic" sz="quarter" idx="17" hasCustomPrompt="1"/>
          </p:nvPr>
        </p:nvSpPr>
        <p:spPr>
          <a:xfrm>
            <a:off x="8341856" y="1485900"/>
            <a:ext cx="3849205" cy="3572061"/>
          </a:xfrm>
          <a:solidFill>
            <a:schemeClr val="accent6"/>
          </a:solidFill>
        </p:spPr>
        <p:txBody>
          <a:bodyPr anchor="ctr" anchorCtr="0"/>
          <a:lstStyle>
            <a:lvl1pPr marL="0" indent="0" algn="ctr">
              <a:buNone/>
              <a:defRPr sz="1500"/>
            </a:lvl1pPr>
          </a:lstStyle>
          <a:p>
            <a:r>
              <a:rPr lang="en-US"/>
              <a:t>Insert Picture</a:t>
            </a:r>
          </a:p>
        </p:txBody>
      </p:sp>
      <p:sp>
        <p:nvSpPr>
          <p:cNvPr id="14" name="Text Placeholder 6">
            <a:extLst>
              <a:ext uri="{FF2B5EF4-FFF2-40B4-BE49-F238E27FC236}">
                <a16:creationId xmlns:a16="http://schemas.microsoft.com/office/drawing/2014/main" id="{862EB926-2F74-D64F-A4CD-EC5E10070E64}"/>
              </a:ext>
            </a:extLst>
          </p:cNvPr>
          <p:cNvSpPr>
            <a:spLocks noGrp="1"/>
          </p:cNvSpPr>
          <p:nvPr>
            <p:ph type="body" sz="quarter" idx="18"/>
          </p:nvPr>
        </p:nvSpPr>
        <p:spPr>
          <a:xfrm>
            <a:off x="8341213" y="5170489"/>
            <a:ext cx="3849688" cy="245574"/>
          </a:xfrm>
        </p:spPr>
        <p:txBody>
          <a:bodyPr/>
          <a:lstStyle>
            <a:lvl1pPr marL="0" indent="0">
              <a:buNone/>
              <a:defRPr sz="1200" b="0" i="0">
                <a:latin typeface="+mj-lt"/>
                <a:cs typeface="Calibri" panose="020F0502020204030204" pitchFamily="34" charset="0"/>
              </a:defRPr>
            </a:lvl1pPr>
            <a:lvl2pPr marL="290513" indent="0">
              <a:buNone/>
              <a:defRPr sz="1200"/>
            </a:lvl2pPr>
            <a:lvl3pPr marL="582613" indent="0">
              <a:buNone/>
              <a:defRPr sz="1200"/>
            </a:lvl3pPr>
            <a:lvl4pPr marL="855663" indent="0">
              <a:buNone/>
              <a:defRPr sz="1200"/>
            </a:lvl4pPr>
            <a:lvl5pPr marL="1100138" indent="0">
              <a:buNone/>
              <a:defRPr sz="1200"/>
            </a:lvl5pPr>
          </a:lstStyle>
          <a:p>
            <a:pPr lvl="0"/>
            <a:r>
              <a:rPr lang="en-US"/>
              <a:t>Edit Master text styles</a:t>
            </a:r>
          </a:p>
        </p:txBody>
      </p:sp>
      <p:sp>
        <p:nvSpPr>
          <p:cNvPr id="15" name="Text Placeholder 10">
            <a:extLst>
              <a:ext uri="{FF2B5EF4-FFF2-40B4-BE49-F238E27FC236}">
                <a16:creationId xmlns:a16="http://schemas.microsoft.com/office/drawing/2014/main" id="{6C2F399F-28D4-9E43-B164-5A6B7AA1442D}"/>
              </a:ext>
            </a:extLst>
          </p:cNvPr>
          <p:cNvSpPr>
            <a:spLocks noGrp="1"/>
          </p:cNvSpPr>
          <p:nvPr>
            <p:ph type="body" sz="quarter" idx="19"/>
          </p:nvPr>
        </p:nvSpPr>
        <p:spPr>
          <a:xfrm>
            <a:off x="457200" y="3234978"/>
            <a:ext cx="3667742" cy="1822983"/>
          </a:xfrm>
        </p:spPr>
        <p:txBody>
          <a:bodyPr>
            <a:noAutofit/>
          </a:bodyPr>
          <a:lstStyle>
            <a:lvl1pPr marL="230188" indent="-230188">
              <a:spcBef>
                <a:spcPts val="0"/>
              </a:spcBef>
              <a:spcAft>
                <a:spcPts val="400"/>
              </a:spcAft>
              <a:buFont typeface="System Font Regular"/>
              <a:buChar char="–"/>
              <a:tabLst/>
              <a:defRPr sz="1500">
                <a:latin typeface="+mj-lt"/>
              </a:defRPr>
            </a:lvl1pPr>
            <a:lvl2pPr marL="230188" indent="-230188">
              <a:spcBef>
                <a:spcPts val="0"/>
              </a:spcBef>
              <a:spcAft>
                <a:spcPts val="400"/>
              </a:spcAft>
              <a:tabLst/>
              <a:defRPr sz="1500">
                <a:solidFill>
                  <a:schemeClr val="accent3"/>
                </a:solidFill>
                <a:latin typeface="+mj-lt"/>
              </a:defRPr>
            </a:lvl2pPr>
            <a:lvl3pPr marL="460375" indent="-223838">
              <a:spcBef>
                <a:spcPts val="0"/>
              </a:spcBef>
              <a:spcAft>
                <a:spcPts val="400"/>
              </a:spcAft>
              <a:tabLst/>
              <a:defRPr sz="1500">
                <a:solidFill>
                  <a:schemeClr val="accent3"/>
                </a:solidFill>
                <a:latin typeface="+mj-lt"/>
              </a:defRPr>
            </a:lvl3pPr>
            <a:lvl4pPr marL="690563" indent="-230188">
              <a:spcBef>
                <a:spcPts val="0"/>
              </a:spcBef>
              <a:spcAft>
                <a:spcPts val="400"/>
              </a:spcAft>
              <a:tabLst/>
              <a:defRPr sz="1500">
                <a:solidFill>
                  <a:schemeClr val="accent3"/>
                </a:solidFill>
                <a:latin typeface="+mj-lt"/>
              </a:defRPr>
            </a:lvl4pPr>
            <a:lvl5pPr marL="914400" indent="-211138">
              <a:spcBef>
                <a:spcPts val="0"/>
              </a:spcBef>
              <a:spcAft>
                <a:spcPts val="400"/>
              </a:spcAft>
              <a:tabLst/>
              <a:defRPr sz="1500">
                <a:solidFill>
                  <a:schemeClr val="accent3"/>
                </a:solidFill>
                <a:latin typeface="+mj-lt"/>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16" name="TextBox 15">
            <a:extLst>
              <a:ext uri="{FF2B5EF4-FFF2-40B4-BE49-F238E27FC236}">
                <a16:creationId xmlns:a16="http://schemas.microsoft.com/office/drawing/2014/main" id="{8A1D0406-CCAB-4DC1-A3C0-510BDC9622FF}"/>
              </a:ext>
            </a:extLst>
          </p:cNvPr>
          <p:cNvSpPr txBox="1"/>
          <p:nvPr userDrawn="1"/>
        </p:nvSpPr>
        <p:spPr>
          <a:xfrm>
            <a:off x="8058098" y="6405091"/>
            <a:ext cx="2446699" cy="215444"/>
          </a:xfrm>
          <a:prstGeom prst="rect">
            <a:avLst/>
          </a:prstGeom>
          <a:noFill/>
        </p:spPr>
        <p:txBody>
          <a:bodyPr wrap="square">
            <a:spAutoFit/>
          </a:body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Calibri" panose="020F0502020204030204"/>
                <a:ea typeface="+mn-ea"/>
                <a:cs typeface="+mn-cs"/>
              </a:rPr>
              <a:t>©2021 ExlService Holdings, Inc. All rights reserved.</a:t>
            </a:r>
          </a:p>
        </p:txBody>
      </p:sp>
      <p:sp>
        <p:nvSpPr>
          <p:cNvPr id="17" name="TextBox 16">
            <a:extLst>
              <a:ext uri="{FF2B5EF4-FFF2-40B4-BE49-F238E27FC236}">
                <a16:creationId xmlns:a16="http://schemas.microsoft.com/office/drawing/2014/main" id="{BA7FAE1C-267D-48D6-A326-B3BD85046225}"/>
              </a:ext>
            </a:extLst>
          </p:cNvPr>
          <p:cNvSpPr txBox="1"/>
          <p:nvPr userDrawn="1"/>
        </p:nvSpPr>
        <p:spPr>
          <a:xfrm>
            <a:off x="10388823" y="6412461"/>
            <a:ext cx="579422" cy="215444"/>
          </a:xfrm>
          <a:prstGeom prst="rect">
            <a:avLst/>
          </a:prstGeom>
          <a:noFill/>
        </p:spPr>
        <p:txBody>
          <a:bodyPr wrap="square" rtlCol="0">
            <a:spAutoFit/>
          </a:bodyPr>
          <a:lstStyle/>
          <a:p>
            <a:fld id="{85EF08C3-6068-49A5-A83C-FDA0DDA2EDAF}" type="slidenum">
              <a:rPr lang="en-US" sz="800" smtClean="0">
                <a:solidFill>
                  <a:schemeClr val="tx2"/>
                </a:solidFill>
              </a:rPr>
              <a:t>‹#›</a:t>
            </a:fld>
            <a:endParaRPr lang="en-US" sz="800">
              <a:solidFill>
                <a:schemeClr val="tx2"/>
              </a:solidFill>
            </a:endParaRPr>
          </a:p>
        </p:txBody>
      </p:sp>
    </p:spTree>
    <p:extLst>
      <p:ext uri="{BB962C8B-B14F-4D97-AF65-F5344CB8AC3E}">
        <p14:creationId xmlns:p14="http://schemas.microsoft.com/office/powerpoint/2010/main" val="463470646"/>
      </p:ext>
    </p:extLst>
  </p:cSld>
  <p:clrMapOvr>
    <a:overrideClrMapping bg1="lt1" tx1="dk1" bg2="lt2" tx2="dk2" accent1="accent1" accent2="accent2" accent3="accent3" accent4="accent4" accent5="accent5" accent6="accent6" hlink="hlink" folHlink="folHlink"/>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One Column Infographic Box">
    <p:bg>
      <p:bgRef idx="1001">
        <a:schemeClr val="bg1"/>
      </p:bgRef>
    </p:bg>
    <p:spTree>
      <p:nvGrpSpPr>
        <p:cNvPr id="1" name=""/>
        <p:cNvGrpSpPr/>
        <p:nvPr/>
      </p:nvGrpSpPr>
      <p:grpSpPr>
        <a:xfrm>
          <a:off x="0" y="0"/>
          <a:ext cx="0" cy="0"/>
          <a:chOff x="0" y="0"/>
          <a:chExt cx="0" cy="0"/>
        </a:xfrm>
      </p:grpSpPr>
      <p:pic>
        <p:nvPicPr>
          <p:cNvPr id="19" name="Picture 18">
            <a:extLst>
              <a:ext uri="{FF2B5EF4-FFF2-40B4-BE49-F238E27FC236}">
                <a16:creationId xmlns:a16="http://schemas.microsoft.com/office/drawing/2014/main" id="{ECC097AF-8898-DE4D-B869-55313A58DB81}"/>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0959193" y="6132957"/>
            <a:ext cx="990600" cy="635000"/>
          </a:xfrm>
          <a:prstGeom prst="rect">
            <a:avLst/>
          </a:prstGeom>
        </p:spPr>
      </p:pic>
      <p:sp>
        <p:nvSpPr>
          <p:cNvPr id="5" name="Text Placeholder 4">
            <a:extLst>
              <a:ext uri="{FF2B5EF4-FFF2-40B4-BE49-F238E27FC236}">
                <a16:creationId xmlns:a16="http://schemas.microsoft.com/office/drawing/2014/main" id="{6F2622D0-EB8A-9645-97E8-A571F63A1F37}"/>
              </a:ext>
            </a:extLst>
          </p:cNvPr>
          <p:cNvSpPr>
            <a:spLocks noGrp="1"/>
          </p:cNvSpPr>
          <p:nvPr>
            <p:ph type="body" sz="quarter" idx="13"/>
          </p:nvPr>
        </p:nvSpPr>
        <p:spPr>
          <a:xfrm>
            <a:off x="457200" y="457200"/>
            <a:ext cx="3679371" cy="421105"/>
          </a:xfrm>
        </p:spPr>
        <p:txBody>
          <a:bodyPr>
            <a:noAutofit/>
          </a:bodyPr>
          <a:lstStyle>
            <a:lvl1pPr marL="0" indent="0">
              <a:spcBef>
                <a:spcPts val="0"/>
              </a:spcBef>
              <a:buNone/>
              <a:defRPr sz="1400" b="1" i="0">
                <a:solidFill>
                  <a:schemeClr val="tx1"/>
                </a:solidFill>
                <a:latin typeface="Calibri" panose="020F0502020204030204" pitchFamily="34" charset="0"/>
                <a:cs typeface="Calibri" panose="020F0502020204030204" pitchFamily="34" charset="0"/>
              </a:defRPr>
            </a:lvl1pPr>
            <a:lvl2pPr marL="290513" indent="0">
              <a:buNone/>
              <a:defRPr/>
            </a:lvl2pPr>
            <a:lvl3pPr marL="582613" indent="0">
              <a:buNone/>
              <a:defRPr/>
            </a:lvl3pPr>
            <a:lvl4pPr marL="855663" indent="0">
              <a:buNone/>
              <a:defRPr/>
            </a:lvl4pPr>
            <a:lvl5pPr marL="1100138" indent="0">
              <a:buNone/>
              <a:defRPr/>
            </a:lvl5pPr>
          </a:lstStyle>
          <a:p>
            <a:pPr lvl="0"/>
            <a:r>
              <a:rPr lang="en-US"/>
              <a:t>Edit Master text styles</a:t>
            </a:r>
          </a:p>
        </p:txBody>
      </p:sp>
      <p:sp>
        <p:nvSpPr>
          <p:cNvPr id="4" name="Content Placeholder 3">
            <a:extLst>
              <a:ext uri="{FF2B5EF4-FFF2-40B4-BE49-F238E27FC236}">
                <a16:creationId xmlns:a16="http://schemas.microsoft.com/office/drawing/2014/main" id="{1CE9CC39-2615-554C-ADE2-A30C02888996}"/>
              </a:ext>
            </a:extLst>
          </p:cNvPr>
          <p:cNvSpPr>
            <a:spLocks noGrp="1"/>
          </p:cNvSpPr>
          <p:nvPr>
            <p:ph sz="quarter" idx="14" hasCustomPrompt="1"/>
          </p:nvPr>
        </p:nvSpPr>
        <p:spPr>
          <a:xfrm>
            <a:off x="4433888" y="1485900"/>
            <a:ext cx="7300912" cy="4456113"/>
          </a:xfrm>
          <a:noFill/>
        </p:spPr>
        <p:txBody>
          <a:bodyPr anchor="ctr" anchorCtr="0"/>
          <a:lstStyle>
            <a:lvl1pPr marL="0" indent="0" algn="ctr">
              <a:buNone/>
              <a:defRPr sz="1600"/>
            </a:lvl1pPr>
          </a:lstStyle>
          <a:p>
            <a:pPr lvl="0"/>
            <a:r>
              <a:rPr lang="en-US"/>
              <a:t>Insert infographics within this area</a:t>
            </a:r>
          </a:p>
        </p:txBody>
      </p:sp>
      <p:sp>
        <p:nvSpPr>
          <p:cNvPr id="10" name="Title 1">
            <a:extLst>
              <a:ext uri="{FF2B5EF4-FFF2-40B4-BE49-F238E27FC236}">
                <a16:creationId xmlns:a16="http://schemas.microsoft.com/office/drawing/2014/main" id="{1ACA16BD-E4B6-9444-B185-131F327A874C}"/>
              </a:ext>
            </a:extLst>
          </p:cNvPr>
          <p:cNvSpPr>
            <a:spLocks noGrp="1"/>
          </p:cNvSpPr>
          <p:nvPr>
            <p:ph type="ctrTitle"/>
          </p:nvPr>
        </p:nvSpPr>
        <p:spPr>
          <a:xfrm>
            <a:off x="457200" y="1485900"/>
            <a:ext cx="3679371" cy="1649186"/>
          </a:xfrm>
        </p:spPr>
        <p:txBody>
          <a:bodyPr anchor="t" anchorCtr="0">
            <a:noAutofit/>
          </a:bodyPr>
          <a:lstStyle>
            <a:lvl1pPr algn="l">
              <a:lnSpc>
                <a:spcPct val="80000"/>
              </a:lnSpc>
              <a:defRPr sz="4400">
                <a:solidFill>
                  <a:schemeClr val="tx2"/>
                </a:solidFill>
              </a:defRPr>
            </a:lvl1pPr>
          </a:lstStyle>
          <a:p>
            <a:r>
              <a:rPr lang="en-US"/>
              <a:t>Click to edit Master title style</a:t>
            </a:r>
          </a:p>
        </p:txBody>
      </p:sp>
      <p:sp>
        <p:nvSpPr>
          <p:cNvPr id="6" name="Text Placeholder 5">
            <a:extLst>
              <a:ext uri="{FF2B5EF4-FFF2-40B4-BE49-F238E27FC236}">
                <a16:creationId xmlns:a16="http://schemas.microsoft.com/office/drawing/2014/main" id="{B9479803-0328-0048-8006-F62792C416FF}"/>
              </a:ext>
            </a:extLst>
          </p:cNvPr>
          <p:cNvSpPr>
            <a:spLocks noGrp="1"/>
          </p:cNvSpPr>
          <p:nvPr>
            <p:ph type="body" sz="quarter" idx="16"/>
          </p:nvPr>
        </p:nvSpPr>
        <p:spPr>
          <a:xfrm>
            <a:off x="457200" y="6265985"/>
            <a:ext cx="3679825" cy="311028"/>
          </a:xfrm>
        </p:spPr>
        <p:txBody>
          <a:bodyPr anchor="b" anchorCtr="0"/>
          <a:lstStyle>
            <a:lvl1pPr marL="0" indent="0">
              <a:spcBef>
                <a:spcPts val="0"/>
              </a:spcBef>
              <a:buNone/>
              <a:defRPr sz="800">
                <a:latin typeface="+mj-lt"/>
              </a:defRPr>
            </a:lvl1pPr>
            <a:lvl2pPr marL="290513" indent="0">
              <a:spcBef>
                <a:spcPts val="0"/>
              </a:spcBef>
              <a:buNone/>
              <a:defRPr sz="1050"/>
            </a:lvl2pPr>
            <a:lvl3pPr marL="582613" indent="0">
              <a:spcBef>
                <a:spcPts val="0"/>
              </a:spcBef>
              <a:buNone/>
              <a:defRPr sz="1050"/>
            </a:lvl3pPr>
            <a:lvl4pPr marL="855663" indent="0">
              <a:spcBef>
                <a:spcPts val="0"/>
              </a:spcBef>
              <a:buNone/>
              <a:defRPr sz="1050"/>
            </a:lvl4pPr>
            <a:lvl5pPr marL="1100138" indent="0">
              <a:spcBef>
                <a:spcPts val="0"/>
              </a:spcBef>
              <a:buNone/>
              <a:defRPr sz="1050"/>
            </a:lvl5pPr>
          </a:lstStyle>
          <a:p>
            <a:pPr lvl="0"/>
            <a:r>
              <a:rPr lang="en-US"/>
              <a:t>Edit Master text styles</a:t>
            </a:r>
          </a:p>
        </p:txBody>
      </p:sp>
      <p:sp>
        <p:nvSpPr>
          <p:cNvPr id="12" name="Text Placeholder 10">
            <a:extLst>
              <a:ext uri="{FF2B5EF4-FFF2-40B4-BE49-F238E27FC236}">
                <a16:creationId xmlns:a16="http://schemas.microsoft.com/office/drawing/2014/main" id="{6CEDD1B3-BEED-F34A-B2B4-FB9C258BD230}"/>
              </a:ext>
            </a:extLst>
          </p:cNvPr>
          <p:cNvSpPr>
            <a:spLocks noGrp="1"/>
          </p:cNvSpPr>
          <p:nvPr>
            <p:ph type="body" sz="quarter" idx="19"/>
          </p:nvPr>
        </p:nvSpPr>
        <p:spPr>
          <a:xfrm>
            <a:off x="457200" y="3234978"/>
            <a:ext cx="3667742" cy="1822983"/>
          </a:xfrm>
        </p:spPr>
        <p:txBody>
          <a:bodyPr>
            <a:noAutofit/>
          </a:bodyPr>
          <a:lstStyle>
            <a:lvl1pPr marL="230188" indent="-230188">
              <a:spcBef>
                <a:spcPts val="0"/>
              </a:spcBef>
              <a:spcAft>
                <a:spcPts val="400"/>
              </a:spcAft>
              <a:buFont typeface="System Font Regular"/>
              <a:buChar char="–"/>
              <a:tabLst/>
              <a:defRPr sz="1500">
                <a:latin typeface="+mj-lt"/>
              </a:defRPr>
            </a:lvl1pPr>
            <a:lvl2pPr marL="460375" indent="-223838">
              <a:spcBef>
                <a:spcPts val="0"/>
              </a:spcBef>
              <a:spcAft>
                <a:spcPts val="400"/>
              </a:spcAft>
              <a:tabLst/>
              <a:defRPr sz="1500">
                <a:solidFill>
                  <a:schemeClr val="accent3"/>
                </a:solidFill>
                <a:latin typeface="+mj-lt"/>
              </a:defRPr>
            </a:lvl2pPr>
            <a:lvl3pPr marL="690563" indent="-223838">
              <a:spcBef>
                <a:spcPts val="0"/>
              </a:spcBef>
              <a:spcAft>
                <a:spcPts val="400"/>
              </a:spcAft>
              <a:tabLst/>
              <a:defRPr sz="1500">
                <a:solidFill>
                  <a:schemeClr val="accent3"/>
                </a:solidFill>
                <a:latin typeface="+mj-lt"/>
              </a:defRPr>
            </a:lvl3pPr>
            <a:lvl4pPr marL="914400" indent="-230188">
              <a:spcBef>
                <a:spcPts val="0"/>
              </a:spcBef>
              <a:spcAft>
                <a:spcPts val="400"/>
              </a:spcAft>
              <a:tabLst/>
              <a:defRPr sz="1500">
                <a:solidFill>
                  <a:schemeClr val="accent3"/>
                </a:solidFill>
                <a:latin typeface="+mj-lt"/>
              </a:defRPr>
            </a:lvl4pPr>
            <a:lvl5pPr marL="1144588" indent="-211138">
              <a:spcBef>
                <a:spcPts val="0"/>
              </a:spcBef>
              <a:spcAft>
                <a:spcPts val="400"/>
              </a:spcAft>
              <a:tabLst/>
              <a:defRPr sz="1500">
                <a:solidFill>
                  <a:schemeClr val="accent3"/>
                </a:solidFill>
                <a:latin typeface="+mj-lt"/>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TextBox 10">
            <a:extLst>
              <a:ext uri="{FF2B5EF4-FFF2-40B4-BE49-F238E27FC236}">
                <a16:creationId xmlns:a16="http://schemas.microsoft.com/office/drawing/2014/main" id="{BE405EF5-67A3-467C-B557-30C099F3F7D8}"/>
              </a:ext>
            </a:extLst>
          </p:cNvPr>
          <p:cNvSpPr txBox="1"/>
          <p:nvPr userDrawn="1"/>
        </p:nvSpPr>
        <p:spPr>
          <a:xfrm>
            <a:off x="8058098" y="6405091"/>
            <a:ext cx="2446699" cy="215444"/>
          </a:xfrm>
          <a:prstGeom prst="rect">
            <a:avLst/>
          </a:prstGeom>
          <a:noFill/>
        </p:spPr>
        <p:txBody>
          <a:bodyPr wrap="square">
            <a:spAutoFit/>
          </a:body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Calibri" panose="020F0502020204030204"/>
                <a:ea typeface="+mn-ea"/>
                <a:cs typeface="+mn-cs"/>
              </a:rPr>
              <a:t>©2021 ExlService Holdings, Inc. All rights reserved.</a:t>
            </a:r>
          </a:p>
        </p:txBody>
      </p:sp>
      <p:sp>
        <p:nvSpPr>
          <p:cNvPr id="13" name="TextBox 12">
            <a:extLst>
              <a:ext uri="{FF2B5EF4-FFF2-40B4-BE49-F238E27FC236}">
                <a16:creationId xmlns:a16="http://schemas.microsoft.com/office/drawing/2014/main" id="{F7E476FB-F1EB-4325-8567-72CD95BF0CAA}"/>
              </a:ext>
            </a:extLst>
          </p:cNvPr>
          <p:cNvSpPr txBox="1"/>
          <p:nvPr userDrawn="1"/>
        </p:nvSpPr>
        <p:spPr>
          <a:xfrm>
            <a:off x="10388823" y="6412461"/>
            <a:ext cx="579422" cy="215444"/>
          </a:xfrm>
          <a:prstGeom prst="rect">
            <a:avLst/>
          </a:prstGeom>
          <a:noFill/>
        </p:spPr>
        <p:txBody>
          <a:bodyPr wrap="square" rtlCol="0">
            <a:spAutoFit/>
          </a:bodyPr>
          <a:lstStyle/>
          <a:p>
            <a:fld id="{85EF08C3-6068-49A5-A83C-FDA0DDA2EDAF}" type="slidenum">
              <a:rPr lang="en-US" sz="800" smtClean="0">
                <a:solidFill>
                  <a:schemeClr val="tx2"/>
                </a:solidFill>
              </a:rPr>
              <a:t>‹#›</a:t>
            </a:fld>
            <a:endParaRPr lang="en-US" sz="800">
              <a:solidFill>
                <a:schemeClr val="tx2"/>
              </a:solidFill>
            </a:endParaRPr>
          </a:p>
        </p:txBody>
      </p:sp>
    </p:spTree>
    <p:extLst>
      <p:ext uri="{BB962C8B-B14F-4D97-AF65-F5344CB8AC3E}">
        <p14:creationId xmlns:p14="http://schemas.microsoft.com/office/powerpoint/2010/main" val="1233374570"/>
      </p:ext>
    </p:extLst>
  </p:cSld>
  <p:clrMapOvr>
    <a:overrideClrMapping bg1="lt1" tx1="dk1" bg2="lt2" tx2="dk2" accent1="accent1" accent2="accent2" accent3="accent3" accent4="accent4" accent5="accent5" accent6="accent6" hlink="hlink" folHlink="folHlink"/>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userDrawn="1">
  <p:cSld name="Two Picture Boxes Slide">
    <p:bg>
      <p:bgRef idx="1001">
        <a:schemeClr val="bg1"/>
      </p:bgRef>
    </p:bg>
    <p:spTree>
      <p:nvGrpSpPr>
        <p:cNvPr id="1" name=""/>
        <p:cNvGrpSpPr/>
        <p:nvPr/>
      </p:nvGrpSpPr>
      <p:grpSpPr>
        <a:xfrm>
          <a:off x="0" y="0"/>
          <a:ext cx="0" cy="0"/>
          <a:chOff x="0" y="0"/>
          <a:chExt cx="0" cy="0"/>
        </a:xfrm>
      </p:grpSpPr>
      <p:sp>
        <p:nvSpPr>
          <p:cNvPr id="4" name="Picture Placeholder 3">
            <a:extLst>
              <a:ext uri="{FF2B5EF4-FFF2-40B4-BE49-F238E27FC236}">
                <a16:creationId xmlns:a16="http://schemas.microsoft.com/office/drawing/2014/main" id="{B3B1206E-A64A-F045-95E1-24068C9F08E7}"/>
              </a:ext>
            </a:extLst>
          </p:cNvPr>
          <p:cNvSpPr>
            <a:spLocks noGrp="1"/>
          </p:cNvSpPr>
          <p:nvPr>
            <p:ph type="pic" sz="quarter" idx="15" hasCustomPrompt="1"/>
          </p:nvPr>
        </p:nvSpPr>
        <p:spPr>
          <a:xfrm>
            <a:off x="457200" y="2214542"/>
            <a:ext cx="7701124" cy="3488834"/>
          </a:xfrm>
          <a:solidFill>
            <a:schemeClr val="accent6"/>
          </a:solidFill>
        </p:spPr>
        <p:txBody>
          <a:bodyPr anchor="ctr" anchorCtr="0"/>
          <a:lstStyle>
            <a:lvl1pPr marL="0" indent="0" algn="ctr">
              <a:buNone/>
              <a:defRPr sz="1500"/>
            </a:lvl1pPr>
          </a:lstStyle>
          <a:p>
            <a:r>
              <a:rPr lang="en-US"/>
              <a:t>Insert Picture</a:t>
            </a:r>
          </a:p>
        </p:txBody>
      </p:sp>
      <p:sp>
        <p:nvSpPr>
          <p:cNvPr id="2" name="Title 1"/>
          <p:cNvSpPr>
            <a:spLocks noGrp="1"/>
          </p:cNvSpPr>
          <p:nvPr>
            <p:ph type="ctrTitle"/>
          </p:nvPr>
        </p:nvSpPr>
        <p:spPr>
          <a:xfrm>
            <a:off x="457199" y="1485900"/>
            <a:ext cx="7700963" cy="728642"/>
          </a:xfrm>
        </p:spPr>
        <p:txBody>
          <a:bodyPr anchor="t" anchorCtr="0">
            <a:noAutofit/>
          </a:bodyPr>
          <a:lstStyle>
            <a:lvl1pPr algn="l">
              <a:lnSpc>
                <a:spcPct val="80000"/>
              </a:lnSpc>
              <a:defRPr sz="4400">
                <a:solidFill>
                  <a:schemeClr val="tx2"/>
                </a:solidFill>
              </a:defRPr>
            </a:lvl1pPr>
          </a:lstStyle>
          <a:p>
            <a:r>
              <a:rPr lang="en-US"/>
              <a:t>Click to edit Master title style</a:t>
            </a:r>
          </a:p>
        </p:txBody>
      </p:sp>
      <p:sp>
        <p:nvSpPr>
          <p:cNvPr id="5" name="Text Placeholder 4">
            <a:extLst>
              <a:ext uri="{FF2B5EF4-FFF2-40B4-BE49-F238E27FC236}">
                <a16:creationId xmlns:a16="http://schemas.microsoft.com/office/drawing/2014/main" id="{6F2622D0-EB8A-9645-97E8-A571F63A1F37}"/>
              </a:ext>
            </a:extLst>
          </p:cNvPr>
          <p:cNvSpPr>
            <a:spLocks noGrp="1"/>
          </p:cNvSpPr>
          <p:nvPr>
            <p:ph type="body" sz="quarter" idx="13"/>
          </p:nvPr>
        </p:nvSpPr>
        <p:spPr>
          <a:xfrm>
            <a:off x="457200" y="457200"/>
            <a:ext cx="3679371" cy="421105"/>
          </a:xfrm>
        </p:spPr>
        <p:txBody>
          <a:bodyPr>
            <a:noAutofit/>
          </a:bodyPr>
          <a:lstStyle>
            <a:lvl1pPr marL="0" indent="0">
              <a:spcBef>
                <a:spcPts val="0"/>
              </a:spcBef>
              <a:buNone/>
              <a:defRPr sz="1400" b="1" i="0">
                <a:solidFill>
                  <a:schemeClr val="tx1"/>
                </a:solidFill>
                <a:latin typeface="Calibri" panose="020F0502020204030204" pitchFamily="34" charset="0"/>
                <a:cs typeface="Calibri" panose="020F0502020204030204" pitchFamily="34" charset="0"/>
              </a:defRPr>
            </a:lvl1pPr>
            <a:lvl2pPr marL="290513" indent="0">
              <a:buNone/>
              <a:defRPr/>
            </a:lvl2pPr>
            <a:lvl3pPr marL="582613" indent="0">
              <a:buNone/>
              <a:defRPr/>
            </a:lvl3pPr>
            <a:lvl4pPr marL="855663" indent="0">
              <a:buNone/>
              <a:defRPr/>
            </a:lvl4pPr>
            <a:lvl5pPr marL="1100138" indent="0">
              <a:buNone/>
              <a:defRPr/>
            </a:lvl5pPr>
          </a:lstStyle>
          <a:p>
            <a:pPr lvl="0"/>
            <a:r>
              <a:rPr lang="en-US"/>
              <a:t>Edit Master text styles</a:t>
            </a:r>
          </a:p>
        </p:txBody>
      </p:sp>
      <p:pic>
        <p:nvPicPr>
          <p:cNvPr id="12" name="Picture 11">
            <a:extLst>
              <a:ext uri="{FF2B5EF4-FFF2-40B4-BE49-F238E27FC236}">
                <a16:creationId xmlns:a16="http://schemas.microsoft.com/office/drawing/2014/main" id="{82DC73AC-0C8F-B04D-AA36-CBBE9383694E}"/>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0959193" y="6132957"/>
            <a:ext cx="990600" cy="635000"/>
          </a:xfrm>
          <a:prstGeom prst="rect">
            <a:avLst/>
          </a:prstGeom>
        </p:spPr>
      </p:pic>
      <p:sp>
        <p:nvSpPr>
          <p:cNvPr id="7" name="Text Placeholder 6">
            <a:extLst>
              <a:ext uri="{FF2B5EF4-FFF2-40B4-BE49-F238E27FC236}">
                <a16:creationId xmlns:a16="http://schemas.microsoft.com/office/drawing/2014/main" id="{755F2D2C-2732-3F46-8B67-8714402C7FF4}"/>
              </a:ext>
            </a:extLst>
          </p:cNvPr>
          <p:cNvSpPr>
            <a:spLocks noGrp="1"/>
          </p:cNvSpPr>
          <p:nvPr>
            <p:ph type="body" sz="quarter" idx="16"/>
          </p:nvPr>
        </p:nvSpPr>
        <p:spPr>
          <a:xfrm>
            <a:off x="457200" y="5841830"/>
            <a:ext cx="7700963" cy="245574"/>
          </a:xfrm>
        </p:spPr>
        <p:txBody>
          <a:bodyPr/>
          <a:lstStyle>
            <a:lvl1pPr marL="0" indent="0">
              <a:buNone/>
              <a:defRPr sz="1200" b="0" i="0">
                <a:latin typeface="+mj-lt"/>
                <a:cs typeface="Calibri" panose="020F0502020204030204" pitchFamily="34" charset="0"/>
              </a:defRPr>
            </a:lvl1pPr>
            <a:lvl2pPr marL="290513" indent="0">
              <a:buNone/>
              <a:defRPr sz="1200"/>
            </a:lvl2pPr>
            <a:lvl3pPr marL="582613" indent="0">
              <a:buNone/>
              <a:defRPr sz="1200"/>
            </a:lvl3pPr>
            <a:lvl4pPr marL="855663" indent="0">
              <a:buNone/>
              <a:defRPr sz="1200"/>
            </a:lvl4pPr>
            <a:lvl5pPr marL="1100138" indent="0">
              <a:buNone/>
              <a:defRPr sz="1200"/>
            </a:lvl5pPr>
          </a:lstStyle>
          <a:p>
            <a:pPr lvl="0"/>
            <a:r>
              <a:rPr lang="en-US"/>
              <a:t>Edit Master text styles</a:t>
            </a:r>
          </a:p>
        </p:txBody>
      </p:sp>
      <p:sp>
        <p:nvSpPr>
          <p:cNvPr id="13" name="Picture Placeholder 3">
            <a:extLst>
              <a:ext uri="{FF2B5EF4-FFF2-40B4-BE49-F238E27FC236}">
                <a16:creationId xmlns:a16="http://schemas.microsoft.com/office/drawing/2014/main" id="{B04BC302-BF6F-9F4A-B866-30F63178BDC2}"/>
              </a:ext>
            </a:extLst>
          </p:cNvPr>
          <p:cNvSpPr>
            <a:spLocks noGrp="1"/>
          </p:cNvSpPr>
          <p:nvPr>
            <p:ph type="pic" sz="quarter" idx="17" hasCustomPrompt="1"/>
          </p:nvPr>
        </p:nvSpPr>
        <p:spPr>
          <a:xfrm>
            <a:off x="8341856" y="2214542"/>
            <a:ext cx="3849205" cy="3488834"/>
          </a:xfrm>
          <a:solidFill>
            <a:schemeClr val="accent6"/>
          </a:solidFill>
        </p:spPr>
        <p:txBody>
          <a:bodyPr anchor="ctr" anchorCtr="0"/>
          <a:lstStyle>
            <a:lvl1pPr marL="0" indent="0" algn="ctr">
              <a:buNone/>
              <a:defRPr sz="1500"/>
            </a:lvl1pPr>
          </a:lstStyle>
          <a:p>
            <a:r>
              <a:rPr lang="en-US"/>
              <a:t>Insert Picture</a:t>
            </a:r>
          </a:p>
        </p:txBody>
      </p:sp>
      <p:sp>
        <p:nvSpPr>
          <p:cNvPr id="14" name="Text Placeholder 6">
            <a:extLst>
              <a:ext uri="{FF2B5EF4-FFF2-40B4-BE49-F238E27FC236}">
                <a16:creationId xmlns:a16="http://schemas.microsoft.com/office/drawing/2014/main" id="{862EB926-2F74-D64F-A4CD-EC5E10070E64}"/>
              </a:ext>
            </a:extLst>
          </p:cNvPr>
          <p:cNvSpPr>
            <a:spLocks noGrp="1"/>
          </p:cNvSpPr>
          <p:nvPr>
            <p:ph type="body" sz="quarter" idx="18"/>
          </p:nvPr>
        </p:nvSpPr>
        <p:spPr>
          <a:xfrm>
            <a:off x="8341213" y="5841830"/>
            <a:ext cx="3849688" cy="245574"/>
          </a:xfrm>
        </p:spPr>
        <p:txBody>
          <a:bodyPr/>
          <a:lstStyle>
            <a:lvl1pPr marL="0" indent="0">
              <a:buNone/>
              <a:defRPr sz="1200" b="0" i="0">
                <a:latin typeface="+mj-lt"/>
                <a:cs typeface="Calibri" panose="020F0502020204030204" pitchFamily="34" charset="0"/>
              </a:defRPr>
            </a:lvl1pPr>
            <a:lvl2pPr marL="290513" indent="0">
              <a:buNone/>
              <a:defRPr sz="1200"/>
            </a:lvl2pPr>
            <a:lvl3pPr marL="582613" indent="0">
              <a:buNone/>
              <a:defRPr sz="1200"/>
            </a:lvl3pPr>
            <a:lvl4pPr marL="855663" indent="0">
              <a:buNone/>
              <a:defRPr sz="1200"/>
            </a:lvl4pPr>
            <a:lvl5pPr marL="1100138" indent="0">
              <a:buNone/>
              <a:defRPr sz="1200"/>
            </a:lvl5pPr>
          </a:lstStyle>
          <a:p>
            <a:pPr lvl="0"/>
            <a:r>
              <a:rPr lang="en-US"/>
              <a:t>Edit Master text styles</a:t>
            </a:r>
          </a:p>
        </p:txBody>
      </p:sp>
      <p:sp>
        <p:nvSpPr>
          <p:cNvPr id="16" name="Text Placeholder 15">
            <a:extLst>
              <a:ext uri="{FF2B5EF4-FFF2-40B4-BE49-F238E27FC236}">
                <a16:creationId xmlns:a16="http://schemas.microsoft.com/office/drawing/2014/main" id="{C3C935CB-FC55-5340-B422-F68ABAB4969C}"/>
              </a:ext>
            </a:extLst>
          </p:cNvPr>
          <p:cNvSpPr>
            <a:spLocks noGrp="1"/>
          </p:cNvSpPr>
          <p:nvPr>
            <p:ph type="body" sz="quarter" idx="19"/>
          </p:nvPr>
        </p:nvSpPr>
        <p:spPr>
          <a:xfrm>
            <a:off x="8340725" y="1485900"/>
            <a:ext cx="3394075" cy="614363"/>
          </a:xfrm>
        </p:spPr>
        <p:txBody>
          <a:bodyPr/>
          <a:lstStyle>
            <a:lvl1pPr marL="0" indent="0">
              <a:spcBef>
                <a:spcPts val="0"/>
              </a:spcBef>
              <a:buNone/>
              <a:defRPr sz="1500">
                <a:latin typeface="+mj-lt"/>
              </a:defRPr>
            </a:lvl1pPr>
            <a:lvl2pPr marL="290513" indent="0">
              <a:spcBef>
                <a:spcPts val="0"/>
              </a:spcBef>
              <a:buNone/>
              <a:defRPr sz="1500">
                <a:latin typeface="+mj-lt"/>
              </a:defRPr>
            </a:lvl2pPr>
            <a:lvl3pPr marL="582613" indent="0">
              <a:spcBef>
                <a:spcPts val="0"/>
              </a:spcBef>
              <a:buNone/>
              <a:defRPr sz="1500">
                <a:latin typeface="+mj-lt"/>
              </a:defRPr>
            </a:lvl3pPr>
            <a:lvl4pPr marL="855663" indent="0">
              <a:spcBef>
                <a:spcPts val="0"/>
              </a:spcBef>
              <a:buNone/>
              <a:defRPr sz="1500">
                <a:latin typeface="+mj-lt"/>
              </a:defRPr>
            </a:lvl4pPr>
            <a:lvl5pPr marL="1100138" indent="0">
              <a:spcBef>
                <a:spcPts val="0"/>
              </a:spcBef>
              <a:buNone/>
              <a:defRPr sz="1500">
                <a:latin typeface="+mj-lt"/>
              </a:defRPr>
            </a:lvl5pPr>
          </a:lstStyle>
          <a:p>
            <a:pPr lvl="0"/>
            <a:r>
              <a:rPr lang="en-US"/>
              <a:t>Edit Master text styles</a:t>
            </a:r>
          </a:p>
        </p:txBody>
      </p:sp>
      <p:sp>
        <p:nvSpPr>
          <p:cNvPr id="15" name="TextBox 14">
            <a:extLst>
              <a:ext uri="{FF2B5EF4-FFF2-40B4-BE49-F238E27FC236}">
                <a16:creationId xmlns:a16="http://schemas.microsoft.com/office/drawing/2014/main" id="{E455CA8D-D85C-4F87-A72B-E505E8448094}"/>
              </a:ext>
            </a:extLst>
          </p:cNvPr>
          <p:cNvSpPr txBox="1"/>
          <p:nvPr userDrawn="1"/>
        </p:nvSpPr>
        <p:spPr>
          <a:xfrm>
            <a:off x="8058098" y="6405091"/>
            <a:ext cx="2446699" cy="215444"/>
          </a:xfrm>
          <a:prstGeom prst="rect">
            <a:avLst/>
          </a:prstGeom>
          <a:noFill/>
        </p:spPr>
        <p:txBody>
          <a:bodyPr wrap="square">
            <a:spAutoFit/>
          </a:body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Calibri" panose="020F0502020204030204"/>
                <a:ea typeface="+mn-ea"/>
                <a:cs typeface="+mn-cs"/>
              </a:rPr>
              <a:t>©2021 ExlService Holdings, Inc. All rights reserved.</a:t>
            </a:r>
          </a:p>
        </p:txBody>
      </p:sp>
      <p:sp>
        <p:nvSpPr>
          <p:cNvPr id="17" name="TextBox 16">
            <a:extLst>
              <a:ext uri="{FF2B5EF4-FFF2-40B4-BE49-F238E27FC236}">
                <a16:creationId xmlns:a16="http://schemas.microsoft.com/office/drawing/2014/main" id="{C917C56B-37CB-4D76-AF28-BE94C7A1A020}"/>
              </a:ext>
            </a:extLst>
          </p:cNvPr>
          <p:cNvSpPr txBox="1"/>
          <p:nvPr userDrawn="1"/>
        </p:nvSpPr>
        <p:spPr>
          <a:xfrm>
            <a:off x="10388823" y="6412461"/>
            <a:ext cx="579422" cy="215444"/>
          </a:xfrm>
          <a:prstGeom prst="rect">
            <a:avLst/>
          </a:prstGeom>
          <a:noFill/>
        </p:spPr>
        <p:txBody>
          <a:bodyPr wrap="square" rtlCol="0">
            <a:spAutoFit/>
          </a:bodyPr>
          <a:lstStyle/>
          <a:p>
            <a:fld id="{85EF08C3-6068-49A5-A83C-FDA0DDA2EDAF}" type="slidenum">
              <a:rPr lang="en-US" sz="800" smtClean="0">
                <a:solidFill>
                  <a:schemeClr val="tx2"/>
                </a:solidFill>
              </a:rPr>
              <a:t>‹#›</a:t>
            </a:fld>
            <a:endParaRPr lang="en-US" sz="800">
              <a:solidFill>
                <a:schemeClr val="tx2"/>
              </a:solidFill>
            </a:endParaRPr>
          </a:p>
        </p:txBody>
      </p:sp>
    </p:spTree>
    <p:extLst>
      <p:ext uri="{BB962C8B-B14F-4D97-AF65-F5344CB8AC3E}">
        <p14:creationId xmlns:p14="http://schemas.microsoft.com/office/powerpoint/2010/main" val="4284917607"/>
      </p:ext>
    </p:extLst>
  </p:cSld>
  <p:clrMapOvr>
    <a:overrideClrMapping bg1="lt1" tx1="dk1" bg2="lt2" tx2="dk2" accent1="accent1" accent2="accent2" accent3="accent3" accent4="accent4" accent5="accent5" accent6="accent6" hlink="hlink" folHlink="folHlink"/>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userDrawn="1">
  <p:cSld name="End Slide Orange">
    <p:bg>
      <p:bgRef idx="1001">
        <a:schemeClr val="bg1"/>
      </p:bgRef>
    </p:bg>
    <p:spTree>
      <p:nvGrpSpPr>
        <p:cNvPr id="1" name=""/>
        <p:cNvGrpSpPr/>
        <p:nvPr/>
      </p:nvGrpSpPr>
      <p:grpSpPr>
        <a:xfrm>
          <a:off x="0" y="0"/>
          <a:ext cx="0" cy="0"/>
          <a:chOff x="0" y="0"/>
          <a:chExt cx="0" cy="0"/>
        </a:xfrm>
      </p:grpSpPr>
      <p:sp>
        <p:nvSpPr>
          <p:cNvPr id="2" name="Title 1"/>
          <p:cNvSpPr>
            <a:spLocks noGrp="1"/>
          </p:cNvSpPr>
          <p:nvPr>
            <p:ph type="ctrTitle"/>
          </p:nvPr>
        </p:nvSpPr>
        <p:spPr>
          <a:xfrm>
            <a:off x="457200" y="1705356"/>
            <a:ext cx="11277600" cy="3447288"/>
          </a:xfrm>
        </p:spPr>
        <p:txBody>
          <a:bodyPr anchor="ctr" anchorCtr="0">
            <a:noAutofit/>
          </a:bodyPr>
          <a:lstStyle>
            <a:lvl1pPr algn="l">
              <a:lnSpc>
                <a:spcPct val="80000"/>
              </a:lnSpc>
              <a:defRPr sz="8800">
                <a:solidFill>
                  <a:schemeClr val="tx1"/>
                </a:solidFill>
              </a:defRPr>
            </a:lvl1pPr>
          </a:lstStyle>
          <a:p>
            <a:r>
              <a:rPr lang="en-US"/>
              <a:t>Click to edit Master title style</a:t>
            </a:r>
          </a:p>
        </p:txBody>
      </p:sp>
      <p:pic>
        <p:nvPicPr>
          <p:cNvPr id="19" name="Picture 18">
            <a:extLst>
              <a:ext uri="{FF2B5EF4-FFF2-40B4-BE49-F238E27FC236}">
                <a16:creationId xmlns:a16="http://schemas.microsoft.com/office/drawing/2014/main" id="{ECC097AF-8898-DE4D-B869-55313A58DB81}"/>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0959193" y="6132957"/>
            <a:ext cx="990600" cy="635000"/>
          </a:xfrm>
          <a:prstGeom prst="rect">
            <a:avLst/>
          </a:prstGeom>
        </p:spPr>
      </p:pic>
    </p:spTree>
    <p:extLst>
      <p:ext uri="{BB962C8B-B14F-4D97-AF65-F5344CB8AC3E}">
        <p14:creationId xmlns:p14="http://schemas.microsoft.com/office/powerpoint/2010/main" val="2675810869"/>
      </p:ext>
    </p:extLst>
  </p:cSld>
  <p:clrMapOvr>
    <a:overrideClrMapping bg1="dk1" tx1="lt1" bg2="dk2" tx2="lt2" accent1="accent1" accent2="accent2" accent3="accent3" accent4="accent4" accent5="accent5" accent6="accent6" hlink="hlink" folHlink="folHlink"/>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userDrawn="1">
  <p:cSld name="End Slide White">
    <p:spTree>
      <p:nvGrpSpPr>
        <p:cNvPr id="1" name=""/>
        <p:cNvGrpSpPr/>
        <p:nvPr/>
      </p:nvGrpSpPr>
      <p:grpSpPr>
        <a:xfrm>
          <a:off x="0" y="0"/>
          <a:ext cx="0" cy="0"/>
          <a:chOff x="0" y="0"/>
          <a:chExt cx="0" cy="0"/>
        </a:xfrm>
      </p:grpSpPr>
      <p:sp>
        <p:nvSpPr>
          <p:cNvPr id="2" name="Title 1"/>
          <p:cNvSpPr>
            <a:spLocks noGrp="1"/>
          </p:cNvSpPr>
          <p:nvPr>
            <p:ph type="ctrTitle"/>
          </p:nvPr>
        </p:nvSpPr>
        <p:spPr>
          <a:xfrm>
            <a:off x="457200" y="1705356"/>
            <a:ext cx="11277600" cy="3447288"/>
          </a:xfrm>
        </p:spPr>
        <p:txBody>
          <a:bodyPr anchor="ctr" anchorCtr="0">
            <a:noAutofit/>
          </a:bodyPr>
          <a:lstStyle>
            <a:lvl1pPr algn="l">
              <a:lnSpc>
                <a:spcPct val="80000"/>
              </a:lnSpc>
              <a:defRPr sz="8800">
                <a:solidFill>
                  <a:schemeClr val="tx2"/>
                </a:solidFill>
              </a:defRPr>
            </a:lvl1pPr>
          </a:lstStyle>
          <a:p>
            <a:r>
              <a:rPr lang="en-US"/>
              <a:t>Click to edit Master title style</a:t>
            </a:r>
          </a:p>
        </p:txBody>
      </p:sp>
      <p:pic>
        <p:nvPicPr>
          <p:cNvPr id="4" name="Picture 3">
            <a:extLst>
              <a:ext uri="{FF2B5EF4-FFF2-40B4-BE49-F238E27FC236}">
                <a16:creationId xmlns:a16="http://schemas.microsoft.com/office/drawing/2014/main" id="{3134B387-8E5D-BC42-B9C5-15885C27AF8E}"/>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0959193" y="6132957"/>
            <a:ext cx="990600" cy="635000"/>
          </a:xfrm>
          <a:prstGeom prst="rect">
            <a:avLst/>
          </a:prstGeom>
        </p:spPr>
      </p:pic>
    </p:spTree>
    <p:extLst>
      <p:ext uri="{BB962C8B-B14F-4D97-AF65-F5344CB8AC3E}">
        <p14:creationId xmlns:p14="http://schemas.microsoft.com/office/powerpoint/2010/main" val="1417173041"/>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userDrawn="1">
  <p:cSld name="Contact Slide White">
    <p:bg>
      <p:bgRef idx="1001">
        <a:schemeClr val="bg1"/>
      </p:bgRef>
    </p:bg>
    <p:spTree>
      <p:nvGrpSpPr>
        <p:cNvPr id="1" name=""/>
        <p:cNvGrpSpPr/>
        <p:nvPr/>
      </p:nvGrpSpPr>
      <p:grpSpPr>
        <a:xfrm>
          <a:off x="0" y="0"/>
          <a:ext cx="0" cy="0"/>
          <a:chOff x="0" y="0"/>
          <a:chExt cx="0" cy="0"/>
        </a:xfrm>
      </p:grpSpPr>
      <p:sp>
        <p:nvSpPr>
          <p:cNvPr id="5" name="Text Placeholder 4">
            <a:extLst>
              <a:ext uri="{FF2B5EF4-FFF2-40B4-BE49-F238E27FC236}">
                <a16:creationId xmlns:a16="http://schemas.microsoft.com/office/drawing/2014/main" id="{B941A1EF-1130-0847-A890-759BB7F11D76}"/>
              </a:ext>
            </a:extLst>
          </p:cNvPr>
          <p:cNvSpPr>
            <a:spLocks noGrp="1"/>
          </p:cNvSpPr>
          <p:nvPr>
            <p:ph type="body" sz="quarter" idx="10"/>
          </p:nvPr>
        </p:nvSpPr>
        <p:spPr>
          <a:xfrm>
            <a:off x="457200" y="2941639"/>
            <a:ext cx="3807869" cy="281142"/>
          </a:xfrm>
        </p:spPr>
        <p:txBody>
          <a:bodyPr/>
          <a:lstStyle>
            <a:lvl1pPr marL="0" indent="0">
              <a:buNone/>
              <a:defRPr sz="2000">
                <a:latin typeface="+mj-lt"/>
              </a:defRPr>
            </a:lvl1pPr>
            <a:lvl2pPr marL="290513" indent="0">
              <a:buNone/>
              <a:defRPr>
                <a:latin typeface="+mj-lt"/>
              </a:defRPr>
            </a:lvl2pPr>
            <a:lvl3pPr marL="582613" indent="0">
              <a:buNone/>
              <a:defRPr>
                <a:latin typeface="+mj-lt"/>
              </a:defRPr>
            </a:lvl3pPr>
            <a:lvl4pPr marL="855663" indent="0">
              <a:buNone/>
              <a:defRPr>
                <a:latin typeface="+mj-lt"/>
              </a:defRPr>
            </a:lvl4pPr>
            <a:lvl5pPr marL="1100138" indent="0">
              <a:buNone/>
              <a:defRPr>
                <a:latin typeface="+mj-lt"/>
              </a:defRPr>
            </a:lvl5pPr>
          </a:lstStyle>
          <a:p>
            <a:pPr lvl="0"/>
            <a:r>
              <a:rPr lang="en-US"/>
              <a:t>Edit Master text styles</a:t>
            </a:r>
          </a:p>
        </p:txBody>
      </p:sp>
      <p:sp>
        <p:nvSpPr>
          <p:cNvPr id="10" name="Text Placeholder 4">
            <a:extLst>
              <a:ext uri="{FF2B5EF4-FFF2-40B4-BE49-F238E27FC236}">
                <a16:creationId xmlns:a16="http://schemas.microsoft.com/office/drawing/2014/main" id="{D1B4C41C-FB42-AD48-A6C4-FD4FE1D148B0}"/>
              </a:ext>
            </a:extLst>
          </p:cNvPr>
          <p:cNvSpPr>
            <a:spLocks noGrp="1"/>
          </p:cNvSpPr>
          <p:nvPr>
            <p:ph type="body" sz="quarter" idx="11"/>
          </p:nvPr>
        </p:nvSpPr>
        <p:spPr>
          <a:xfrm>
            <a:off x="457200" y="3293332"/>
            <a:ext cx="3807869" cy="236380"/>
          </a:xfrm>
        </p:spPr>
        <p:txBody>
          <a:bodyPr/>
          <a:lstStyle>
            <a:lvl1pPr marL="0" indent="0">
              <a:buNone/>
              <a:defRPr sz="1500" b="1" i="0">
                <a:latin typeface="Calibri" panose="020F0502020204030204" pitchFamily="34" charset="0"/>
                <a:cs typeface="Calibri" panose="020F0502020204030204" pitchFamily="34" charset="0"/>
              </a:defRPr>
            </a:lvl1pPr>
            <a:lvl2pPr marL="290513" indent="0">
              <a:buNone/>
              <a:defRPr>
                <a:latin typeface="+mj-lt"/>
              </a:defRPr>
            </a:lvl2pPr>
            <a:lvl3pPr marL="582613" indent="0">
              <a:buNone/>
              <a:defRPr>
                <a:latin typeface="+mj-lt"/>
              </a:defRPr>
            </a:lvl3pPr>
            <a:lvl4pPr marL="855663" indent="0">
              <a:buNone/>
              <a:defRPr>
                <a:latin typeface="+mj-lt"/>
              </a:defRPr>
            </a:lvl4pPr>
            <a:lvl5pPr marL="1100138" indent="0">
              <a:buNone/>
              <a:defRPr>
                <a:latin typeface="+mj-lt"/>
              </a:defRPr>
            </a:lvl5pPr>
          </a:lstStyle>
          <a:p>
            <a:pPr lvl="0"/>
            <a:r>
              <a:rPr lang="en-US"/>
              <a:t>Edit Master text styles</a:t>
            </a:r>
          </a:p>
        </p:txBody>
      </p:sp>
      <p:sp>
        <p:nvSpPr>
          <p:cNvPr id="11" name="Text Placeholder 4">
            <a:extLst>
              <a:ext uri="{FF2B5EF4-FFF2-40B4-BE49-F238E27FC236}">
                <a16:creationId xmlns:a16="http://schemas.microsoft.com/office/drawing/2014/main" id="{F2667988-617F-004D-B13E-69F23C6018E9}"/>
              </a:ext>
            </a:extLst>
          </p:cNvPr>
          <p:cNvSpPr>
            <a:spLocks noGrp="1"/>
          </p:cNvSpPr>
          <p:nvPr>
            <p:ph type="body" sz="quarter" idx="12"/>
          </p:nvPr>
        </p:nvSpPr>
        <p:spPr>
          <a:xfrm>
            <a:off x="457200" y="3568293"/>
            <a:ext cx="3807869" cy="870124"/>
          </a:xfrm>
        </p:spPr>
        <p:txBody>
          <a:bodyPr/>
          <a:lstStyle>
            <a:lvl1pPr marL="0" indent="0">
              <a:spcBef>
                <a:spcPts val="300"/>
              </a:spcBef>
              <a:buNone/>
              <a:defRPr sz="1500">
                <a:latin typeface="+mj-lt"/>
              </a:defRPr>
            </a:lvl1pPr>
            <a:lvl2pPr marL="290513" indent="0">
              <a:buNone/>
              <a:defRPr>
                <a:latin typeface="+mj-lt"/>
              </a:defRPr>
            </a:lvl2pPr>
            <a:lvl3pPr marL="582613" indent="0">
              <a:buNone/>
              <a:defRPr>
                <a:latin typeface="+mj-lt"/>
              </a:defRPr>
            </a:lvl3pPr>
            <a:lvl4pPr marL="855663" indent="0">
              <a:buNone/>
              <a:defRPr>
                <a:latin typeface="+mj-lt"/>
              </a:defRPr>
            </a:lvl4pPr>
            <a:lvl5pPr marL="1100138" indent="0">
              <a:buNone/>
              <a:defRPr>
                <a:latin typeface="+mj-lt"/>
              </a:defRPr>
            </a:lvl5pPr>
          </a:lstStyle>
          <a:p>
            <a:pPr lvl="0"/>
            <a:r>
              <a:rPr lang="en-US"/>
              <a:t>Edit Master text styles</a:t>
            </a:r>
          </a:p>
        </p:txBody>
      </p:sp>
      <p:sp>
        <p:nvSpPr>
          <p:cNvPr id="12" name="Text Placeholder 4">
            <a:extLst>
              <a:ext uri="{FF2B5EF4-FFF2-40B4-BE49-F238E27FC236}">
                <a16:creationId xmlns:a16="http://schemas.microsoft.com/office/drawing/2014/main" id="{6FE5633E-57AE-5F4C-8DC4-A6A36A5A6C1D}"/>
              </a:ext>
            </a:extLst>
          </p:cNvPr>
          <p:cNvSpPr>
            <a:spLocks noGrp="1"/>
          </p:cNvSpPr>
          <p:nvPr>
            <p:ph type="body" sz="quarter" idx="13"/>
          </p:nvPr>
        </p:nvSpPr>
        <p:spPr>
          <a:xfrm>
            <a:off x="457200" y="4597790"/>
            <a:ext cx="3807869" cy="281142"/>
          </a:xfrm>
        </p:spPr>
        <p:txBody>
          <a:bodyPr/>
          <a:lstStyle>
            <a:lvl1pPr marL="0" indent="0">
              <a:buNone/>
              <a:defRPr sz="2000">
                <a:latin typeface="+mj-lt"/>
              </a:defRPr>
            </a:lvl1pPr>
            <a:lvl2pPr marL="290513" indent="0">
              <a:buNone/>
              <a:defRPr>
                <a:latin typeface="+mj-lt"/>
              </a:defRPr>
            </a:lvl2pPr>
            <a:lvl3pPr marL="582613" indent="0">
              <a:buNone/>
              <a:defRPr>
                <a:latin typeface="+mj-lt"/>
              </a:defRPr>
            </a:lvl3pPr>
            <a:lvl4pPr marL="855663" indent="0">
              <a:buNone/>
              <a:defRPr>
                <a:latin typeface="+mj-lt"/>
              </a:defRPr>
            </a:lvl4pPr>
            <a:lvl5pPr marL="1100138" indent="0">
              <a:buNone/>
              <a:defRPr>
                <a:latin typeface="+mj-lt"/>
              </a:defRPr>
            </a:lvl5pPr>
          </a:lstStyle>
          <a:p>
            <a:pPr lvl="0"/>
            <a:r>
              <a:rPr lang="en-US"/>
              <a:t>Edit Master text styles</a:t>
            </a:r>
          </a:p>
        </p:txBody>
      </p:sp>
      <p:sp>
        <p:nvSpPr>
          <p:cNvPr id="13" name="Text Placeholder 4">
            <a:extLst>
              <a:ext uri="{FF2B5EF4-FFF2-40B4-BE49-F238E27FC236}">
                <a16:creationId xmlns:a16="http://schemas.microsoft.com/office/drawing/2014/main" id="{3CD5681D-08CD-CE43-A482-97B6B98B3172}"/>
              </a:ext>
            </a:extLst>
          </p:cNvPr>
          <p:cNvSpPr>
            <a:spLocks noGrp="1"/>
          </p:cNvSpPr>
          <p:nvPr>
            <p:ph type="body" sz="quarter" idx="14"/>
          </p:nvPr>
        </p:nvSpPr>
        <p:spPr>
          <a:xfrm>
            <a:off x="457200" y="4949483"/>
            <a:ext cx="3807869" cy="236380"/>
          </a:xfrm>
        </p:spPr>
        <p:txBody>
          <a:bodyPr/>
          <a:lstStyle>
            <a:lvl1pPr marL="0" indent="0">
              <a:buNone/>
              <a:defRPr sz="1500" b="1" i="0">
                <a:latin typeface="Calibri" panose="020F0502020204030204" pitchFamily="34" charset="0"/>
                <a:cs typeface="Calibri" panose="020F0502020204030204" pitchFamily="34" charset="0"/>
              </a:defRPr>
            </a:lvl1pPr>
            <a:lvl2pPr marL="290513" indent="0">
              <a:buNone/>
              <a:defRPr>
                <a:latin typeface="+mj-lt"/>
              </a:defRPr>
            </a:lvl2pPr>
            <a:lvl3pPr marL="582613" indent="0">
              <a:buNone/>
              <a:defRPr>
                <a:latin typeface="+mj-lt"/>
              </a:defRPr>
            </a:lvl3pPr>
            <a:lvl4pPr marL="855663" indent="0">
              <a:buNone/>
              <a:defRPr>
                <a:latin typeface="+mj-lt"/>
              </a:defRPr>
            </a:lvl4pPr>
            <a:lvl5pPr marL="1100138" indent="0">
              <a:buNone/>
              <a:defRPr>
                <a:latin typeface="+mj-lt"/>
              </a:defRPr>
            </a:lvl5pPr>
          </a:lstStyle>
          <a:p>
            <a:pPr lvl="0"/>
            <a:r>
              <a:rPr lang="en-US"/>
              <a:t>Edit Master text styles</a:t>
            </a:r>
          </a:p>
        </p:txBody>
      </p:sp>
      <p:sp>
        <p:nvSpPr>
          <p:cNvPr id="14" name="Text Placeholder 4">
            <a:extLst>
              <a:ext uri="{FF2B5EF4-FFF2-40B4-BE49-F238E27FC236}">
                <a16:creationId xmlns:a16="http://schemas.microsoft.com/office/drawing/2014/main" id="{A24ABB26-7301-E846-A462-7610E217F0BE}"/>
              </a:ext>
            </a:extLst>
          </p:cNvPr>
          <p:cNvSpPr>
            <a:spLocks noGrp="1"/>
          </p:cNvSpPr>
          <p:nvPr>
            <p:ph type="body" sz="quarter" idx="15"/>
          </p:nvPr>
        </p:nvSpPr>
        <p:spPr>
          <a:xfrm>
            <a:off x="457200" y="5224444"/>
            <a:ext cx="3807869" cy="870124"/>
          </a:xfrm>
        </p:spPr>
        <p:txBody>
          <a:bodyPr/>
          <a:lstStyle>
            <a:lvl1pPr marL="0" indent="0">
              <a:spcBef>
                <a:spcPts val="300"/>
              </a:spcBef>
              <a:buNone/>
              <a:defRPr sz="1500">
                <a:latin typeface="+mj-lt"/>
              </a:defRPr>
            </a:lvl1pPr>
            <a:lvl2pPr marL="290513" indent="0">
              <a:buNone/>
              <a:defRPr>
                <a:latin typeface="+mj-lt"/>
              </a:defRPr>
            </a:lvl2pPr>
            <a:lvl3pPr marL="582613" indent="0">
              <a:buNone/>
              <a:defRPr>
                <a:latin typeface="+mj-lt"/>
              </a:defRPr>
            </a:lvl3pPr>
            <a:lvl4pPr marL="855663" indent="0">
              <a:buNone/>
              <a:defRPr>
                <a:latin typeface="+mj-lt"/>
              </a:defRPr>
            </a:lvl4pPr>
            <a:lvl5pPr marL="1100138" indent="0">
              <a:buNone/>
              <a:defRPr>
                <a:latin typeface="+mj-lt"/>
              </a:defRPr>
            </a:lvl5pPr>
          </a:lstStyle>
          <a:p>
            <a:pPr lvl="0"/>
            <a:r>
              <a:rPr lang="en-US"/>
              <a:t>Edit Master text styles</a:t>
            </a:r>
          </a:p>
        </p:txBody>
      </p:sp>
      <p:sp>
        <p:nvSpPr>
          <p:cNvPr id="15" name="Text Placeholder 4">
            <a:extLst>
              <a:ext uri="{FF2B5EF4-FFF2-40B4-BE49-F238E27FC236}">
                <a16:creationId xmlns:a16="http://schemas.microsoft.com/office/drawing/2014/main" id="{1903EF78-E55B-BE4C-9CF2-0175C0D0E832}"/>
              </a:ext>
            </a:extLst>
          </p:cNvPr>
          <p:cNvSpPr>
            <a:spLocks noGrp="1"/>
          </p:cNvSpPr>
          <p:nvPr>
            <p:ph type="body" sz="quarter" idx="16"/>
          </p:nvPr>
        </p:nvSpPr>
        <p:spPr>
          <a:xfrm>
            <a:off x="4792607" y="2941639"/>
            <a:ext cx="3807869" cy="281142"/>
          </a:xfrm>
        </p:spPr>
        <p:txBody>
          <a:bodyPr/>
          <a:lstStyle>
            <a:lvl1pPr marL="0" indent="0">
              <a:buNone/>
              <a:defRPr sz="1500">
                <a:latin typeface="+mj-lt"/>
              </a:defRPr>
            </a:lvl1pPr>
            <a:lvl2pPr marL="290513" indent="0">
              <a:buNone/>
              <a:defRPr>
                <a:latin typeface="+mj-lt"/>
              </a:defRPr>
            </a:lvl2pPr>
            <a:lvl3pPr marL="582613" indent="0">
              <a:buNone/>
              <a:defRPr>
                <a:latin typeface="+mj-lt"/>
              </a:defRPr>
            </a:lvl3pPr>
            <a:lvl4pPr marL="855663" indent="0">
              <a:buNone/>
              <a:defRPr>
                <a:latin typeface="+mj-lt"/>
              </a:defRPr>
            </a:lvl4pPr>
            <a:lvl5pPr marL="1100138" indent="0">
              <a:buNone/>
              <a:defRPr>
                <a:latin typeface="+mj-lt"/>
              </a:defRPr>
            </a:lvl5pPr>
          </a:lstStyle>
          <a:p>
            <a:pPr lvl="0"/>
            <a:r>
              <a:rPr lang="en-US"/>
              <a:t>Edit Master text styles</a:t>
            </a:r>
          </a:p>
        </p:txBody>
      </p:sp>
      <p:sp>
        <p:nvSpPr>
          <p:cNvPr id="16" name="Text Placeholder 4">
            <a:extLst>
              <a:ext uri="{FF2B5EF4-FFF2-40B4-BE49-F238E27FC236}">
                <a16:creationId xmlns:a16="http://schemas.microsoft.com/office/drawing/2014/main" id="{5EC6E547-EACF-304E-A8A1-B89AA8072024}"/>
              </a:ext>
            </a:extLst>
          </p:cNvPr>
          <p:cNvSpPr>
            <a:spLocks noGrp="1"/>
          </p:cNvSpPr>
          <p:nvPr>
            <p:ph type="body" sz="quarter" idx="17"/>
          </p:nvPr>
        </p:nvSpPr>
        <p:spPr>
          <a:xfrm>
            <a:off x="4792607" y="3293332"/>
            <a:ext cx="3807869" cy="236380"/>
          </a:xfrm>
        </p:spPr>
        <p:txBody>
          <a:bodyPr/>
          <a:lstStyle>
            <a:lvl1pPr marL="0" indent="0">
              <a:buNone/>
              <a:defRPr sz="1500" b="1" i="0">
                <a:latin typeface="Calibri" panose="020F0502020204030204" pitchFamily="34" charset="0"/>
                <a:cs typeface="Calibri" panose="020F0502020204030204" pitchFamily="34" charset="0"/>
              </a:defRPr>
            </a:lvl1pPr>
            <a:lvl2pPr marL="290513" indent="0">
              <a:buNone/>
              <a:defRPr>
                <a:latin typeface="+mj-lt"/>
              </a:defRPr>
            </a:lvl2pPr>
            <a:lvl3pPr marL="582613" indent="0">
              <a:buNone/>
              <a:defRPr>
                <a:latin typeface="+mj-lt"/>
              </a:defRPr>
            </a:lvl3pPr>
            <a:lvl4pPr marL="855663" indent="0">
              <a:buNone/>
              <a:defRPr>
                <a:latin typeface="+mj-lt"/>
              </a:defRPr>
            </a:lvl4pPr>
            <a:lvl5pPr marL="1100138" indent="0">
              <a:buNone/>
              <a:defRPr>
                <a:latin typeface="+mj-lt"/>
              </a:defRPr>
            </a:lvl5pPr>
          </a:lstStyle>
          <a:p>
            <a:pPr lvl="0"/>
            <a:r>
              <a:rPr lang="en-US"/>
              <a:t>Edit Master text styles</a:t>
            </a:r>
          </a:p>
        </p:txBody>
      </p:sp>
      <p:sp>
        <p:nvSpPr>
          <p:cNvPr id="17" name="Text Placeholder 4">
            <a:extLst>
              <a:ext uri="{FF2B5EF4-FFF2-40B4-BE49-F238E27FC236}">
                <a16:creationId xmlns:a16="http://schemas.microsoft.com/office/drawing/2014/main" id="{032E99CF-0040-9145-B590-C27DD73EAEAC}"/>
              </a:ext>
            </a:extLst>
          </p:cNvPr>
          <p:cNvSpPr>
            <a:spLocks noGrp="1"/>
          </p:cNvSpPr>
          <p:nvPr>
            <p:ph type="body" sz="quarter" idx="18"/>
          </p:nvPr>
        </p:nvSpPr>
        <p:spPr>
          <a:xfrm>
            <a:off x="4792607" y="3568293"/>
            <a:ext cx="3807869" cy="870124"/>
          </a:xfrm>
        </p:spPr>
        <p:txBody>
          <a:bodyPr/>
          <a:lstStyle>
            <a:lvl1pPr marL="0" indent="0">
              <a:spcBef>
                <a:spcPts val="300"/>
              </a:spcBef>
              <a:buNone/>
              <a:defRPr sz="1500">
                <a:latin typeface="+mj-lt"/>
              </a:defRPr>
            </a:lvl1pPr>
            <a:lvl2pPr marL="290513" indent="0">
              <a:buNone/>
              <a:defRPr>
                <a:latin typeface="+mj-lt"/>
              </a:defRPr>
            </a:lvl2pPr>
            <a:lvl3pPr marL="582613" indent="0">
              <a:buNone/>
              <a:defRPr>
                <a:latin typeface="+mj-lt"/>
              </a:defRPr>
            </a:lvl3pPr>
            <a:lvl4pPr marL="855663" indent="0">
              <a:buNone/>
              <a:defRPr>
                <a:latin typeface="+mj-lt"/>
              </a:defRPr>
            </a:lvl4pPr>
            <a:lvl5pPr marL="1100138" indent="0">
              <a:buNone/>
              <a:defRPr>
                <a:latin typeface="+mj-lt"/>
              </a:defRPr>
            </a:lvl5pPr>
          </a:lstStyle>
          <a:p>
            <a:pPr lvl="0"/>
            <a:r>
              <a:rPr lang="en-US"/>
              <a:t>Edit Master text styles</a:t>
            </a:r>
          </a:p>
        </p:txBody>
      </p:sp>
      <p:sp>
        <p:nvSpPr>
          <p:cNvPr id="21" name="Text Placeholder 4">
            <a:extLst>
              <a:ext uri="{FF2B5EF4-FFF2-40B4-BE49-F238E27FC236}">
                <a16:creationId xmlns:a16="http://schemas.microsoft.com/office/drawing/2014/main" id="{28F4786A-0F68-1A46-8E73-D7568095F32D}"/>
              </a:ext>
            </a:extLst>
          </p:cNvPr>
          <p:cNvSpPr>
            <a:spLocks noGrp="1"/>
          </p:cNvSpPr>
          <p:nvPr>
            <p:ph type="body" sz="quarter" idx="21"/>
          </p:nvPr>
        </p:nvSpPr>
        <p:spPr>
          <a:xfrm>
            <a:off x="4792607" y="4597790"/>
            <a:ext cx="3807869" cy="1496778"/>
          </a:xfrm>
        </p:spPr>
        <p:txBody>
          <a:bodyPr/>
          <a:lstStyle>
            <a:lvl1pPr marL="0" indent="0">
              <a:spcBef>
                <a:spcPts val="300"/>
              </a:spcBef>
              <a:buNone/>
              <a:defRPr sz="1500">
                <a:latin typeface="+mj-lt"/>
              </a:defRPr>
            </a:lvl1pPr>
            <a:lvl2pPr marL="290513" indent="0">
              <a:buNone/>
              <a:defRPr>
                <a:latin typeface="+mj-lt"/>
              </a:defRPr>
            </a:lvl2pPr>
            <a:lvl3pPr marL="582613" indent="0">
              <a:buNone/>
              <a:defRPr>
                <a:latin typeface="+mj-lt"/>
              </a:defRPr>
            </a:lvl3pPr>
            <a:lvl4pPr marL="855663" indent="0">
              <a:buNone/>
              <a:defRPr>
                <a:latin typeface="+mj-lt"/>
              </a:defRPr>
            </a:lvl4pPr>
            <a:lvl5pPr marL="1100138" indent="0">
              <a:buNone/>
              <a:defRPr>
                <a:latin typeface="+mj-lt"/>
              </a:defRPr>
            </a:lvl5pPr>
          </a:lstStyle>
          <a:p>
            <a:pPr lvl="0"/>
            <a:r>
              <a:rPr lang="en-US"/>
              <a:t>Edit Master text styles</a:t>
            </a:r>
          </a:p>
        </p:txBody>
      </p:sp>
      <p:pic>
        <p:nvPicPr>
          <p:cNvPr id="23" name="Picture 22">
            <a:extLst>
              <a:ext uri="{FF2B5EF4-FFF2-40B4-BE49-F238E27FC236}">
                <a16:creationId xmlns:a16="http://schemas.microsoft.com/office/drawing/2014/main" id="{E31D6697-EB49-1144-B5F3-9918FB7982C7}"/>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75684" y="1133447"/>
            <a:ext cx="1797646" cy="1152337"/>
          </a:xfrm>
          <a:prstGeom prst="rect">
            <a:avLst/>
          </a:prstGeom>
        </p:spPr>
      </p:pic>
    </p:spTree>
    <p:extLst>
      <p:ext uri="{BB962C8B-B14F-4D97-AF65-F5344CB8AC3E}">
        <p14:creationId xmlns:p14="http://schemas.microsoft.com/office/powerpoint/2010/main" val="2944828985"/>
      </p:ext>
    </p:extLst>
  </p:cSld>
  <p:clrMapOvr>
    <a:overrideClrMapping bg1="lt1" tx1="dk1" bg2="lt2" tx2="dk2" accent1="accent1" accent2="accent2" accent3="accent3" accent4="accent4" accent5="accent5" accent6="accent6" hlink="hlink" folHlink="folHlink"/>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userDrawn="1">
  <p:cSld name="Contact Slide Orange">
    <p:bg>
      <p:bgRef idx="1001">
        <a:schemeClr val="bg1"/>
      </p:bgRef>
    </p:bg>
    <p:spTree>
      <p:nvGrpSpPr>
        <p:cNvPr id="1" name=""/>
        <p:cNvGrpSpPr/>
        <p:nvPr/>
      </p:nvGrpSpPr>
      <p:grpSpPr>
        <a:xfrm>
          <a:off x="0" y="0"/>
          <a:ext cx="0" cy="0"/>
          <a:chOff x="0" y="0"/>
          <a:chExt cx="0" cy="0"/>
        </a:xfrm>
      </p:grpSpPr>
      <p:sp>
        <p:nvSpPr>
          <p:cNvPr id="5" name="Text Placeholder 4">
            <a:extLst>
              <a:ext uri="{FF2B5EF4-FFF2-40B4-BE49-F238E27FC236}">
                <a16:creationId xmlns:a16="http://schemas.microsoft.com/office/drawing/2014/main" id="{B941A1EF-1130-0847-A890-759BB7F11D76}"/>
              </a:ext>
            </a:extLst>
          </p:cNvPr>
          <p:cNvSpPr>
            <a:spLocks noGrp="1"/>
          </p:cNvSpPr>
          <p:nvPr>
            <p:ph type="body" sz="quarter" idx="10"/>
          </p:nvPr>
        </p:nvSpPr>
        <p:spPr>
          <a:xfrm>
            <a:off x="457200" y="2941639"/>
            <a:ext cx="3807869" cy="281142"/>
          </a:xfrm>
        </p:spPr>
        <p:txBody>
          <a:bodyPr/>
          <a:lstStyle>
            <a:lvl1pPr marL="0" indent="0">
              <a:buNone/>
              <a:defRPr sz="2000">
                <a:solidFill>
                  <a:schemeClr val="tx1"/>
                </a:solidFill>
                <a:latin typeface="+mj-lt"/>
              </a:defRPr>
            </a:lvl1pPr>
            <a:lvl2pPr marL="290513" indent="0">
              <a:buNone/>
              <a:defRPr>
                <a:latin typeface="+mj-lt"/>
              </a:defRPr>
            </a:lvl2pPr>
            <a:lvl3pPr marL="582613" indent="0">
              <a:buNone/>
              <a:defRPr>
                <a:latin typeface="+mj-lt"/>
              </a:defRPr>
            </a:lvl3pPr>
            <a:lvl4pPr marL="855663" indent="0">
              <a:buNone/>
              <a:defRPr>
                <a:latin typeface="+mj-lt"/>
              </a:defRPr>
            </a:lvl4pPr>
            <a:lvl5pPr marL="1100138" indent="0">
              <a:buNone/>
              <a:defRPr>
                <a:latin typeface="+mj-lt"/>
              </a:defRPr>
            </a:lvl5pPr>
          </a:lstStyle>
          <a:p>
            <a:pPr lvl="0"/>
            <a:r>
              <a:rPr lang="en-US"/>
              <a:t>Edit Master text styles</a:t>
            </a:r>
          </a:p>
        </p:txBody>
      </p:sp>
      <p:sp>
        <p:nvSpPr>
          <p:cNvPr id="10" name="Text Placeholder 4">
            <a:extLst>
              <a:ext uri="{FF2B5EF4-FFF2-40B4-BE49-F238E27FC236}">
                <a16:creationId xmlns:a16="http://schemas.microsoft.com/office/drawing/2014/main" id="{D1B4C41C-FB42-AD48-A6C4-FD4FE1D148B0}"/>
              </a:ext>
            </a:extLst>
          </p:cNvPr>
          <p:cNvSpPr>
            <a:spLocks noGrp="1"/>
          </p:cNvSpPr>
          <p:nvPr>
            <p:ph type="body" sz="quarter" idx="11"/>
          </p:nvPr>
        </p:nvSpPr>
        <p:spPr>
          <a:xfrm>
            <a:off x="457200" y="3293332"/>
            <a:ext cx="3807869" cy="236380"/>
          </a:xfrm>
        </p:spPr>
        <p:txBody>
          <a:bodyPr/>
          <a:lstStyle>
            <a:lvl1pPr marL="0" indent="0">
              <a:buNone/>
              <a:defRPr sz="1500" b="1" i="0">
                <a:solidFill>
                  <a:schemeClr val="tx1"/>
                </a:solidFill>
                <a:latin typeface="Calibri" panose="020F0502020204030204" pitchFamily="34" charset="0"/>
                <a:cs typeface="Calibri" panose="020F0502020204030204" pitchFamily="34" charset="0"/>
              </a:defRPr>
            </a:lvl1pPr>
            <a:lvl2pPr marL="290513" indent="0">
              <a:buNone/>
              <a:defRPr>
                <a:latin typeface="+mj-lt"/>
              </a:defRPr>
            </a:lvl2pPr>
            <a:lvl3pPr marL="582613" indent="0">
              <a:buNone/>
              <a:defRPr>
                <a:latin typeface="+mj-lt"/>
              </a:defRPr>
            </a:lvl3pPr>
            <a:lvl4pPr marL="855663" indent="0">
              <a:buNone/>
              <a:defRPr>
                <a:latin typeface="+mj-lt"/>
              </a:defRPr>
            </a:lvl4pPr>
            <a:lvl5pPr marL="1100138" indent="0">
              <a:buNone/>
              <a:defRPr>
                <a:latin typeface="+mj-lt"/>
              </a:defRPr>
            </a:lvl5pPr>
          </a:lstStyle>
          <a:p>
            <a:pPr lvl="0"/>
            <a:r>
              <a:rPr lang="en-US"/>
              <a:t>Edit Master text styles</a:t>
            </a:r>
          </a:p>
        </p:txBody>
      </p:sp>
      <p:sp>
        <p:nvSpPr>
          <p:cNvPr id="11" name="Text Placeholder 4">
            <a:extLst>
              <a:ext uri="{FF2B5EF4-FFF2-40B4-BE49-F238E27FC236}">
                <a16:creationId xmlns:a16="http://schemas.microsoft.com/office/drawing/2014/main" id="{F2667988-617F-004D-B13E-69F23C6018E9}"/>
              </a:ext>
            </a:extLst>
          </p:cNvPr>
          <p:cNvSpPr>
            <a:spLocks noGrp="1"/>
          </p:cNvSpPr>
          <p:nvPr>
            <p:ph type="body" sz="quarter" idx="12"/>
          </p:nvPr>
        </p:nvSpPr>
        <p:spPr>
          <a:xfrm>
            <a:off x="457200" y="3568293"/>
            <a:ext cx="3807869" cy="870124"/>
          </a:xfrm>
        </p:spPr>
        <p:txBody>
          <a:bodyPr/>
          <a:lstStyle>
            <a:lvl1pPr marL="0" indent="0">
              <a:spcBef>
                <a:spcPts val="300"/>
              </a:spcBef>
              <a:buNone/>
              <a:defRPr sz="1500">
                <a:solidFill>
                  <a:schemeClr val="tx1"/>
                </a:solidFill>
                <a:latin typeface="+mj-lt"/>
              </a:defRPr>
            </a:lvl1pPr>
            <a:lvl2pPr marL="290513" indent="0">
              <a:buNone/>
              <a:defRPr>
                <a:latin typeface="+mj-lt"/>
              </a:defRPr>
            </a:lvl2pPr>
            <a:lvl3pPr marL="582613" indent="0">
              <a:buNone/>
              <a:defRPr>
                <a:latin typeface="+mj-lt"/>
              </a:defRPr>
            </a:lvl3pPr>
            <a:lvl4pPr marL="855663" indent="0">
              <a:buNone/>
              <a:defRPr>
                <a:latin typeface="+mj-lt"/>
              </a:defRPr>
            </a:lvl4pPr>
            <a:lvl5pPr marL="1100138" indent="0">
              <a:buNone/>
              <a:defRPr>
                <a:latin typeface="+mj-lt"/>
              </a:defRPr>
            </a:lvl5pPr>
          </a:lstStyle>
          <a:p>
            <a:pPr lvl="0"/>
            <a:r>
              <a:rPr lang="en-US"/>
              <a:t>Edit Master text styles</a:t>
            </a:r>
          </a:p>
        </p:txBody>
      </p:sp>
      <p:sp>
        <p:nvSpPr>
          <p:cNvPr id="12" name="Text Placeholder 4">
            <a:extLst>
              <a:ext uri="{FF2B5EF4-FFF2-40B4-BE49-F238E27FC236}">
                <a16:creationId xmlns:a16="http://schemas.microsoft.com/office/drawing/2014/main" id="{6FE5633E-57AE-5F4C-8DC4-A6A36A5A6C1D}"/>
              </a:ext>
            </a:extLst>
          </p:cNvPr>
          <p:cNvSpPr>
            <a:spLocks noGrp="1"/>
          </p:cNvSpPr>
          <p:nvPr>
            <p:ph type="body" sz="quarter" idx="13"/>
          </p:nvPr>
        </p:nvSpPr>
        <p:spPr>
          <a:xfrm>
            <a:off x="457200" y="4597790"/>
            <a:ext cx="3807869" cy="281142"/>
          </a:xfrm>
        </p:spPr>
        <p:txBody>
          <a:bodyPr/>
          <a:lstStyle>
            <a:lvl1pPr marL="0" indent="0">
              <a:buNone/>
              <a:defRPr sz="2000">
                <a:solidFill>
                  <a:schemeClr val="tx1"/>
                </a:solidFill>
                <a:latin typeface="+mj-lt"/>
              </a:defRPr>
            </a:lvl1pPr>
            <a:lvl2pPr marL="290513" indent="0">
              <a:buNone/>
              <a:defRPr>
                <a:latin typeface="+mj-lt"/>
              </a:defRPr>
            </a:lvl2pPr>
            <a:lvl3pPr marL="582613" indent="0">
              <a:buNone/>
              <a:defRPr>
                <a:latin typeface="+mj-lt"/>
              </a:defRPr>
            </a:lvl3pPr>
            <a:lvl4pPr marL="855663" indent="0">
              <a:buNone/>
              <a:defRPr>
                <a:latin typeface="+mj-lt"/>
              </a:defRPr>
            </a:lvl4pPr>
            <a:lvl5pPr marL="1100138" indent="0">
              <a:buNone/>
              <a:defRPr>
                <a:latin typeface="+mj-lt"/>
              </a:defRPr>
            </a:lvl5pPr>
          </a:lstStyle>
          <a:p>
            <a:pPr lvl="0"/>
            <a:r>
              <a:rPr lang="en-US"/>
              <a:t>Edit Master text styles</a:t>
            </a:r>
          </a:p>
        </p:txBody>
      </p:sp>
      <p:sp>
        <p:nvSpPr>
          <p:cNvPr id="13" name="Text Placeholder 4">
            <a:extLst>
              <a:ext uri="{FF2B5EF4-FFF2-40B4-BE49-F238E27FC236}">
                <a16:creationId xmlns:a16="http://schemas.microsoft.com/office/drawing/2014/main" id="{3CD5681D-08CD-CE43-A482-97B6B98B3172}"/>
              </a:ext>
            </a:extLst>
          </p:cNvPr>
          <p:cNvSpPr>
            <a:spLocks noGrp="1"/>
          </p:cNvSpPr>
          <p:nvPr>
            <p:ph type="body" sz="quarter" idx="14"/>
          </p:nvPr>
        </p:nvSpPr>
        <p:spPr>
          <a:xfrm>
            <a:off x="457200" y="4949483"/>
            <a:ext cx="3807869" cy="236380"/>
          </a:xfrm>
        </p:spPr>
        <p:txBody>
          <a:bodyPr/>
          <a:lstStyle>
            <a:lvl1pPr marL="0" indent="0">
              <a:buNone/>
              <a:defRPr sz="1500" b="1" i="0">
                <a:solidFill>
                  <a:schemeClr val="tx1"/>
                </a:solidFill>
                <a:latin typeface="Calibri" panose="020F0502020204030204" pitchFamily="34" charset="0"/>
                <a:cs typeface="Calibri" panose="020F0502020204030204" pitchFamily="34" charset="0"/>
              </a:defRPr>
            </a:lvl1pPr>
            <a:lvl2pPr marL="290513" indent="0">
              <a:buNone/>
              <a:defRPr>
                <a:latin typeface="+mj-lt"/>
              </a:defRPr>
            </a:lvl2pPr>
            <a:lvl3pPr marL="582613" indent="0">
              <a:buNone/>
              <a:defRPr>
                <a:latin typeface="+mj-lt"/>
              </a:defRPr>
            </a:lvl3pPr>
            <a:lvl4pPr marL="855663" indent="0">
              <a:buNone/>
              <a:defRPr>
                <a:latin typeface="+mj-lt"/>
              </a:defRPr>
            </a:lvl4pPr>
            <a:lvl5pPr marL="1100138" indent="0">
              <a:buNone/>
              <a:defRPr>
                <a:latin typeface="+mj-lt"/>
              </a:defRPr>
            </a:lvl5pPr>
          </a:lstStyle>
          <a:p>
            <a:pPr lvl="0"/>
            <a:r>
              <a:rPr lang="en-US"/>
              <a:t>Edit Master text styles</a:t>
            </a:r>
          </a:p>
        </p:txBody>
      </p:sp>
      <p:sp>
        <p:nvSpPr>
          <p:cNvPr id="14" name="Text Placeholder 4">
            <a:extLst>
              <a:ext uri="{FF2B5EF4-FFF2-40B4-BE49-F238E27FC236}">
                <a16:creationId xmlns:a16="http://schemas.microsoft.com/office/drawing/2014/main" id="{A24ABB26-7301-E846-A462-7610E217F0BE}"/>
              </a:ext>
            </a:extLst>
          </p:cNvPr>
          <p:cNvSpPr>
            <a:spLocks noGrp="1"/>
          </p:cNvSpPr>
          <p:nvPr>
            <p:ph type="body" sz="quarter" idx="15"/>
          </p:nvPr>
        </p:nvSpPr>
        <p:spPr>
          <a:xfrm>
            <a:off x="457200" y="5224444"/>
            <a:ext cx="3807869" cy="870124"/>
          </a:xfrm>
        </p:spPr>
        <p:txBody>
          <a:bodyPr/>
          <a:lstStyle>
            <a:lvl1pPr marL="0" indent="0">
              <a:spcBef>
                <a:spcPts val="300"/>
              </a:spcBef>
              <a:buNone/>
              <a:defRPr sz="1500">
                <a:solidFill>
                  <a:schemeClr val="tx1"/>
                </a:solidFill>
                <a:latin typeface="+mj-lt"/>
              </a:defRPr>
            </a:lvl1pPr>
            <a:lvl2pPr marL="290513" indent="0">
              <a:buNone/>
              <a:defRPr>
                <a:latin typeface="+mj-lt"/>
              </a:defRPr>
            </a:lvl2pPr>
            <a:lvl3pPr marL="582613" indent="0">
              <a:buNone/>
              <a:defRPr>
                <a:latin typeface="+mj-lt"/>
              </a:defRPr>
            </a:lvl3pPr>
            <a:lvl4pPr marL="855663" indent="0">
              <a:buNone/>
              <a:defRPr>
                <a:latin typeface="+mj-lt"/>
              </a:defRPr>
            </a:lvl4pPr>
            <a:lvl5pPr marL="1100138" indent="0">
              <a:buNone/>
              <a:defRPr>
                <a:latin typeface="+mj-lt"/>
              </a:defRPr>
            </a:lvl5pPr>
          </a:lstStyle>
          <a:p>
            <a:pPr lvl="0"/>
            <a:r>
              <a:rPr lang="en-US"/>
              <a:t>Edit Master text styles</a:t>
            </a:r>
          </a:p>
        </p:txBody>
      </p:sp>
      <p:sp>
        <p:nvSpPr>
          <p:cNvPr id="15" name="Text Placeholder 4">
            <a:extLst>
              <a:ext uri="{FF2B5EF4-FFF2-40B4-BE49-F238E27FC236}">
                <a16:creationId xmlns:a16="http://schemas.microsoft.com/office/drawing/2014/main" id="{1903EF78-E55B-BE4C-9CF2-0175C0D0E832}"/>
              </a:ext>
            </a:extLst>
          </p:cNvPr>
          <p:cNvSpPr>
            <a:spLocks noGrp="1"/>
          </p:cNvSpPr>
          <p:nvPr>
            <p:ph type="body" sz="quarter" idx="16"/>
          </p:nvPr>
        </p:nvSpPr>
        <p:spPr>
          <a:xfrm>
            <a:off x="4792607" y="2941639"/>
            <a:ext cx="3807869" cy="281142"/>
          </a:xfrm>
        </p:spPr>
        <p:txBody>
          <a:bodyPr/>
          <a:lstStyle>
            <a:lvl1pPr marL="0" indent="0">
              <a:buNone/>
              <a:defRPr sz="1500">
                <a:solidFill>
                  <a:schemeClr val="tx1"/>
                </a:solidFill>
                <a:latin typeface="+mj-lt"/>
              </a:defRPr>
            </a:lvl1pPr>
            <a:lvl2pPr marL="290513" indent="0">
              <a:buNone/>
              <a:defRPr>
                <a:latin typeface="+mj-lt"/>
              </a:defRPr>
            </a:lvl2pPr>
            <a:lvl3pPr marL="582613" indent="0">
              <a:buNone/>
              <a:defRPr>
                <a:latin typeface="+mj-lt"/>
              </a:defRPr>
            </a:lvl3pPr>
            <a:lvl4pPr marL="855663" indent="0">
              <a:buNone/>
              <a:defRPr>
                <a:latin typeface="+mj-lt"/>
              </a:defRPr>
            </a:lvl4pPr>
            <a:lvl5pPr marL="1100138" indent="0">
              <a:buNone/>
              <a:defRPr>
                <a:latin typeface="+mj-lt"/>
              </a:defRPr>
            </a:lvl5pPr>
          </a:lstStyle>
          <a:p>
            <a:pPr lvl="0"/>
            <a:r>
              <a:rPr lang="en-US"/>
              <a:t>Edit Master text styles</a:t>
            </a:r>
          </a:p>
        </p:txBody>
      </p:sp>
      <p:sp>
        <p:nvSpPr>
          <p:cNvPr id="16" name="Text Placeholder 4">
            <a:extLst>
              <a:ext uri="{FF2B5EF4-FFF2-40B4-BE49-F238E27FC236}">
                <a16:creationId xmlns:a16="http://schemas.microsoft.com/office/drawing/2014/main" id="{5EC6E547-EACF-304E-A8A1-B89AA8072024}"/>
              </a:ext>
            </a:extLst>
          </p:cNvPr>
          <p:cNvSpPr>
            <a:spLocks noGrp="1"/>
          </p:cNvSpPr>
          <p:nvPr>
            <p:ph type="body" sz="quarter" idx="17"/>
          </p:nvPr>
        </p:nvSpPr>
        <p:spPr>
          <a:xfrm>
            <a:off x="4792607" y="3293332"/>
            <a:ext cx="3807869" cy="236380"/>
          </a:xfrm>
        </p:spPr>
        <p:txBody>
          <a:bodyPr/>
          <a:lstStyle>
            <a:lvl1pPr marL="0" indent="0">
              <a:buNone/>
              <a:defRPr sz="1500" b="1" i="0">
                <a:solidFill>
                  <a:schemeClr val="tx1"/>
                </a:solidFill>
                <a:latin typeface="Calibri" panose="020F0502020204030204" pitchFamily="34" charset="0"/>
                <a:cs typeface="Calibri" panose="020F0502020204030204" pitchFamily="34" charset="0"/>
              </a:defRPr>
            </a:lvl1pPr>
            <a:lvl2pPr marL="290513" indent="0">
              <a:buNone/>
              <a:defRPr>
                <a:latin typeface="+mj-lt"/>
              </a:defRPr>
            </a:lvl2pPr>
            <a:lvl3pPr marL="582613" indent="0">
              <a:buNone/>
              <a:defRPr>
                <a:latin typeface="+mj-lt"/>
              </a:defRPr>
            </a:lvl3pPr>
            <a:lvl4pPr marL="855663" indent="0">
              <a:buNone/>
              <a:defRPr>
                <a:latin typeface="+mj-lt"/>
              </a:defRPr>
            </a:lvl4pPr>
            <a:lvl5pPr marL="1100138" indent="0">
              <a:buNone/>
              <a:defRPr>
                <a:latin typeface="+mj-lt"/>
              </a:defRPr>
            </a:lvl5pPr>
          </a:lstStyle>
          <a:p>
            <a:pPr lvl="0"/>
            <a:r>
              <a:rPr lang="en-US"/>
              <a:t>Edit Master text styles</a:t>
            </a:r>
          </a:p>
        </p:txBody>
      </p:sp>
      <p:sp>
        <p:nvSpPr>
          <p:cNvPr id="17" name="Text Placeholder 4">
            <a:extLst>
              <a:ext uri="{FF2B5EF4-FFF2-40B4-BE49-F238E27FC236}">
                <a16:creationId xmlns:a16="http://schemas.microsoft.com/office/drawing/2014/main" id="{032E99CF-0040-9145-B590-C27DD73EAEAC}"/>
              </a:ext>
            </a:extLst>
          </p:cNvPr>
          <p:cNvSpPr>
            <a:spLocks noGrp="1"/>
          </p:cNvSpPr>
          <p:nvPr>
            <p:ph type="body" sz="quarter" idx="18"/>
          </p:nvPr>
        </p:nvSpPr>
        <p:spPr>
          <a:xfrm>
            <a:off x="4792607" y="3568293"/>
            <a:ext cx="3807869" cy="870124"/>
          </a:xfrm>
        </p:spPr>
        <p:txBody>
          <a:bodyPr/>
          <a:lstStyle>
            <a:lvl1pPr marL="0" indent="0">
              <a:spcBef>
                <a:spcPts val="300"/>
              </a:spcBef>
              <a:buNone/>
              <a:defRPr sz="1500">
                <a:solidFill>
                  <a:schemeClr val="tx1"/>
                </a:solidFill>
                <a:latin typeface="+mj-lt"/>
              </a:defRPr>
            </a:lvl1pPr>
            <a:lvl2pPr marL="290513" indent="0">
              <a:buNone/>
              <a:defRPr>
                <a:latin typeface="+mj-lt"/>
              </a:defRPr>
            </a:lvl2pPr>
            <a:lvl3pPr marL="582613" indent="0">
              <a:buNone/>
              <a:defRPr>
                <a:latin typeface="+mj-lt"/>
              </a:defRPr>
            </a:lvl3pPr>
            <a:lvl4pPr marL="855663" indent="0">
              <a:buNone/>
              <a:defRPr>
                <a:latin typeface="+mj-lt"/>
              </a:defRPr>
            </a:lvl4pPr>
            <a:lvl5pPr marL="1100138" indent="0">
              <a:buNone/>
              <a:defRPr>
                <a:latin typeface="+mj-lt"/>
              </a:defRPr>
            </a:lvl5pPr>
          </a:lstStyle>
          <a:p>
            <a:pPr lvl="0"/>
            <a:r>
              <a:rPr lang="en-US"/>
              <a:t>Edit Master text styles</a:t>
            </a:r>
          </a:p>
        </p:txBody>
      </p:sp>
      <p:sp>
        <p:nvSpPr>
          <p:cNvPr id="21" name="Text Placeholder 4">
            <a:extLst>
              <a:ext uri="{FF2B5EF4-FFF2-40B4-BE49-F238E27FC236}">
                <a16:creationId xmlns:a16="http://schemas.microsoft.com/office/drawing/2014/main" id="{28F4786A-0F68-1A46-8E73-D7568095F32D}"/>
              </a:ext>
            </a:extLst>
          </p:cNvPr>
          <p:cNvSpPr>
            <a:spLocks noGrp="1"/>
          </p:cNvSpPr>
          <p:nvPr>
            <p:ph type="body" sz="quarter" idx="21"/>
          </p:nvPr>
        </p:nvSpPr>
        <p:spPr>
          <a:xfrm>
            <a:off x="4792607" y="4597790"/>
            <a:ext cx="3807869" cy="1496778"/>
          </a:xfrm>
        </p:spPr>
        <p:txBody>
          <a:bodyPr/>
          <a:lstStyle>
            <a:lvl1pPr marL="0" indent="0">
              <a:spcBef>
                <a:spcPts val="300"/>
              </a:spcBef>
              <a:buNone/>
              <a:defRPr sz="1500">
                <a:solidFill>
                  <a:schemeClr val="tx1"/>
                </a:solidFill>
                <a:latin typeface="+mj-lt"/>
              </a:defRPr>
            </a:lvl1pPr>
            <a:lvl2pPr marL="290513" indent="0">
              <a:buNone/>
              <a:defRPr>
                <a:latin typeface="+mj-lt"/>
              </a:defRPr>
            </a:lvl2pPr>
            <a:lvl3pPr marL="582613" indent="0">
              <a:buNone/>
              <a:defRPr>
                <a:latin typeface="+mj-lt"/>
              </a:defRPr>
            </a:lvl3pPr>
            <a:lvl4pPr marL="855663" indent="0">
              <a:buNone/>
              <a:defRPr>
                <a:latin typeface="+mj-lt"/>
              </a:defRPr>
            </a:lvl4pPr>
            <a:lvl5pPr marL="1100138" indent="0">
              <a:buNone/>
              <a:defRPr>
                <a:latin typeface="+mj-lt"/>
              </a:defRPr>
            </a:lvl5pPr>
          </a:lstStyle>
          <a:p>
            <a:pPr lvl="0"/>
            <a:r>
              <a:rPr lang="en-US"/>
              <a:t>Edit Master text styles</a:t>
            </a:r>
          </a:p>
        </p:txBody>
      </p:sp>
      <p:pic>
        <p:nvPicPr>
          <p:cNvPr id="23" name="Picture 22">
            <a:extLst>
              <a:ext uri="{FF2B5EF4-FFF2-40B4-BE49-F238E27FC236}">
                <a16:creationId xmlns:a16="http://schemas.microsoft.com/office/drawing/2014/main" id="{E31D6697-EB49-1144-B5F3-9918FB7982C7}"/>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75684" y="1133447"/>
            <a:ext cx="1797645" cy="1152337"/>
          </a:xfrm>
          <a:prstGeom prst="rect">
            <a:avLst/>
          </a:prstGeom>
        </p:spPr>
      </p:pic>
    </p:spTree>
    <p:extLst>
      <p:ext uri="{BB962C8B-B14F-4D97-AF65-F5344CB8AC3E}">
        <p14:creationId xmlns:p14="http://schemas.microsoft.com/office/powerpoint/2010/main" val="2472508924"/>
      </p:ext>
    </p:extLst>
  </p:cSld>
  <p:clrMapOvr>
    <a:overrideClrMapping bg1="dk1" tx1="lt1" bg2="dk2" tx2="lt2" accent1="accent1" accent2="accent2" accent3="accent3" accent4="accent4" accent5="accent5" accent6="accent6" hlink="hlink" folHlink="folHlink"/>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3" Type="http://schemas.openxmlformats.org/officeDocument/2006/relationships/theme" Target="../theme/theme2.xml"/><Relationship Id="rId2" Type="http://schemas.openxmlformats.org/officeDocument/2006/relationships/slideLayout" Target="../slideLayouts/slideLayout5.xml"/><Relationship Id="rId1" Type="http://schemas.openxmlformats.org/officeDocument/2006/relationships/slideLayout" Target="../slideLayouts/slideLayout4.xml"/></Relationships>
</file>

<file path=ppt/slideMasters/_rels/slideMaster3.xml.rels><?xml version="1.0" encoding="UTF-8" standalone="yes"?>
<Relationships xmlns="http://schemas.openxmlformats.org/package/2006/relationships"><Relationship Id="rId3" Type="http://schemas.openxmlformats.org/officeDocument/2006/relationships/slideLayout" Target="../slideLayouts/slideLayout8.xml"/><Relationship Id="rId2" Type="http://schemas.openxmlformats.org/officeDocument/2006/relationships/slideLayout" Target="../slideLayouts/slideLayout7.xml"/><Relationship Id="rId1" Type="http://schemas.openxmlformats.org/officeDocument/2006/relationships/slideLayout" Target="../slideLayouts/slideLayout6.xml"/><Relationship Id="rId4" Type="http://schemas.openxmlformats.org/officeDocument/2006/relationships/theme" Target="../theme/theme3.xml"/></Relationships>
</file>

<file path=ppt/slideMasters/_rels/slideMaster4.xml.rels><?xml version="1.0" encoding="UTF-8" standalone="yes"?>
<Relationships xmlns="http://schemas.openxmlformats.org/package/2006/relationships"><Relationship Id="rId3" Type="http://schemas.openxmlformats.org/officeDocument/2006/relationships/slideLayout" Target="../slideLayouts/slideLayout11.xml"/><Relationship Id="rId2" Type="http://schemas.openxmlformats.org/officeDocument/2006/relationships/slideLayout" Target="../slideLayouts/slideLayout10.xml"/><Relationship Id="rId1" Type="http://schemas.openxmlformats.org/officeDocument/2006/relationships/slideLayout" Target="../slideLayouts/slideLayout9.xml"/><Relationship Id="rId5" Type="http://schemas.openxmlformats.org/officeDocument/2006/relationships/theme" Target="../theme/theme4.xml"/><Relationship Id="rId4" Type="http://schemas.openxmlformats.org/officeDocument/2006/relationships/slideLayout" Target="../slideLayouts/slideLayout12.xml"/></Relationships>
</file>

<file path=ppt/slideMasters/_rels/slideMaster5.xml.rels><?xml version="1.0" encoding="UTF-8" standalone="yes"?>
<Relationships xmlns="http://schemas.openxmlformats.org/package/2006/relationships"><Relationship Id="rId3" Type="http://schemas.openxmlformats.org/officeDocument/2006/relationships/theme" Target="../theme/theme5.xml"/><Relationship Id="rId2" Type="http://schemas.openxmlformats.org/officeDocument/2006/relationships/slideLayout" Target="../slideLayouts/slideLayout14.xml"/><Relationship Id="rId1" Type="http://schemas.openxmlformats.org/officeDocument/2006/relationships/slideLayout" Target="../slideLayouts/slideLayout13.xml"/><Relationship Id="rId4" Type="http://schemas.openxmlformats.org/officeDocument/2006/relationships/image" Target="../media/image7.png"/></Relationships>
</file>

<file path=ppt/slideMasters/_rels/slideMaster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theme" Target="../theme/theme6.xml"/><Relationship Id="rId1" Type="http://schemas.openxmlformats.org/officeDocument/2006/relationships/slideLayout" Target="../slideLayouts/slideLayout15.xml"/></Relationships>
</file>

<file path=ppt/slideMasters/_rels/slideMaster7.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20.svg"/><Relationship Id="rId2" Type="http://schemas.openxmlformats.org/officeDocument/2006/relationships/theme" Target="../theme/theme7.xml"/><Relationship Id="rId1" Type="http://schemas.openxmlformats.org/officeDocument/2006/relationships/slideLayout" Target="../slideLayouts/slideLayout16.xml"/><Relationship Id="rId6" Type="http://schemas.openxmlformats.org/officeDocument/2006/relationships/image" Target="../media/image19.png"/><Relationship Id="rId5" Type="http://schemas.openxmlformats.org/officeDocument/2006/relationships/image" Target="../media/image18.svg"/><Relationship Id="rId4" Type="http://schemas.openxmlformats.org/officeDocument/2006/relationships/image" Target="../media/image17.png"/></Relationships>
</file>

<file path=ppt/slideMasters/_rels/slideMaster8.xml.rels><?xml version="1.0" encoding="UTF-8" standalone="yes"?>
<Relationships xmlns="http://schemas.openxmlformats.org/package/2006/relationships"><Relationship Id="rId13" Type="http://schemas.openxmlformats.org/officeDocument/2006/relationships/slideLayout" Target="../slideLayouts/slideLayout29.xml"/><Relationship Id="rId18" Type="http://schemas.openxmlformats.org/officeDocument/2006/relationships/slideLayout" Target="../slideLayouts/slideLayout34.xml"/><Relationship Id="rId26" Type="http://schemas.openxmlformats.org/officeDocument/2006/relationships/slideLayout" Target="../slideLayouts/slideLayout42.xml"/><Relationship Id="rId39" Type="http://schemas.openxmlformats.org/officeDocument/2006/relationships/slideLayout" Target="../slideLayouts/slideLayout55.xml"/><Relationship Id="rId21" Type="http://schemas.openxmlformats.org/officeDocument/2006/relationships/slideLayout" Target="../slideLayouts/slideLayout37.xml"/><Relationship Id="rId34" Type="http://schemas.openxmlformats.org/officeDocument/2006/relationships/slideLayout" Target="../slideLayouts/slideLayout50.xml"/><Relationship Id="rId7" Type="http://schemas.openxmlformats.org/officeDocument/2006/relationships/slideLayout" Target="../slideLayouts/slideLayout23.xml"/><Relationship Id="rId12" Type="http://schemas.openxmlformats.org/officeDocument/2006/relationships/slideLayout" Target="../slideLayouts/slideLayout28.xml"/><Relationship Id="rId17" Type="http://schemas.openxmlformats.org/officeDocument/2006/relationships/slideLayout" Target="../slideLayouts/slideLayout33.xml"/><Relationship Id="rId25" Type="http://schemas.openxmlformats.org/officeDocument/2006/relationships/slideLayout" Target="../slideLayouts/slideLayout41.xml"/><Relationship Id="rId33" Type="http://schemas.openxmlformats.org/officeDocument/2006/relationships/slideLayout" Target="../slideLayouts/slideLayout49.xml"/><Relationship Id="rId38" Type="http://schemas.openxmlformats.org/officeDocument/2006/relationships/slideLayout" Target="../slideLayouts/slideLayout54.xml"/><Relationship Id="rId2" Type="http://schemas.openxmlformats.org/officeDocument/2006/relationships/slideLayout" Target="../slideLayouts/slideLayout18.xml"/><Relationship Id="rId16" Type="http://schemas.openxmlformats.org/officeDocument/2006/relationships/slideLayout" Target="../slideLayouts/slideLayout32.xml"/><Relationship Id="rId20" Type="http://schemas.openxmlformats.org/officeDocument/2006/relationships/slideLayout" Target="../slideLayouts/slideLayout36.xml"/><Relationship Id="rId29" Type="http://schemas.openxmlformats.org/officeDocument/2006/relationships/slideLayout" Target="../slideLayouts/slideLayout45.xml"/><Relationship Id="rId1" Type="http://schemas.openxmlformats.org/officeDocument/2006/relationships/slideLayout" Target="../slideLayouts/slideLayout17.xml"/><Relationship Id="rId6" Type="http://schemas.openxmlformats.org/officeDocument/2006/relationships/slideLayout" Target="../slideLayouts/slideLayout22.xml"/><Relationship Id="rId11" Type="http://schemas.openxmlformats.org/officeDocument/2006/relationships/slideLayout" Target="../slideLayouts/slideLayout27.xml"/><Relationship Id="rId24" Type="http://schemas.openxmlformats.org/officeDocument/2006/relationships/slideLayout" Target="../slideLayouts/slideLayout40.xml"/><Relationship Id="rId32" Type="http://schemas.openxmlformats.org/officeDocument/2006/relationships/slideLayout" Target="../slideLayouts/slideLayout48.xml"/><Relationship Id="rId37" Type="http://schemas.openxmlformats.org/officeDocument/2006/relationships/slideLayout" Target="../slideLayouts/slideLayout53.xml"/><Relationship Id="rId40" Type="http://schemas.openxmlformats.org/officeDocument/2006/relationships/theme" Target="../theme/theme8.xml"/><Relationship Id="rId5" Type="http://schemas.openxmlformats.org/officeDocument/2006/relationships/slideLayout" Target="../slideLayouts/slideLayout21.xml"/><Relationship Id="rId15" Type="http://schemas.openxmlformats.org/officeDocument/2006/relationships/slideLayout" Target="../slideLayouts/slideLayout31.xml"/><Relationship Id="rId23" Type="http://schemas.openxmlformats.org/officeDocument/2006/relationships/slideLayout" Target="../slideLayouts/slideLayout39.xml"/><Relationship Id="rId28" Type="http://schemas.openxmlformats.org/officeDocument/2006/relationships/slideLayout" Target="../slideLayouts/slideLayout44.xml"/><Relationship Id="rId36" Type="http://schemas.openxmlformats.org/officeDocument/2006/relationships/slideLayout" Target="../slideLayouts/slideLayout52.xml"/><Relationship Id="rId10" Type="http://schemas.openxmlformats.org/officeDocument/2006/relationships/slideLayout" Target="../slideLayouts/slideLayout26.xml"/><Relationship Id="rId19" Type="http://schemas.openxmlformats.org/officeDocument/2006/relationships/slideLayout" Target="../slideLayouts/slideLayout35.xml"/><Relationship Id="rId31" Type="http://schemas.openxmlformats.org/officeDocument/2006/relationships/slideLayout" Target="../slideLayouts/slideLayout47.xml"/><Relationship Id="rId4" Type="http://schemas.openxmlformats.org/officeDocument/2006/relationships/slideLayout" Target="../slideLayouts/slideLayout20.xml"/><Relationship Id="rId9" Type="http://schemas.openxmlformats.org/officeDocument/2006/relationships/slideLayout" Target="../slideLayouts/slideLayout25.xml"/><Relationship Id="rId14" Type="http://schemas.openxmlformats.org/officeDocument/2006/relationships/slideLayout" Target="../slideLayouts/slideLayout30.xml"/><Relationship Id="rId22" Type="http://schemas.openxmlformats.org/officeDocument/2006/relationships/slideLayout" Target="../slideLayouts/slideLayout38.xml"/><Relationship Id="rId27" Type="http://schemas.openxmlformats.org/officeDocument/2006/relationships/slideLayout" Target="../slideLayouts/slideLayout43.xml"/><Relationship Id="rId30" Type="http://schemas.openxmlformats.org/officeDocument/2006/relationships/slideLayout" Target="../slideLayouts/slideLayout46.xml"/><Relationship Id="rId35" Type="http://schemas.openxmlformats.org/officeDocument/2006/relationships/slideLayout" Target="../slideLayouts/slideLayout51.xml"/><Relationship Id="rId8" Type="http://schemas.openxmlformats.org/officeDocument/2006/relationships/slideLayout" Target="../slideLayouts/slideLayout24.xml"/><Relationship Id="rId3" Type="http://schemas.openxmlformats.org/officeDocument/2006/relationships/slideLayout" Target="../slideLayouts/slideLayout19.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216115501"/>
      </p:ext>
    </p:extLst>
  </p:cSld>
  <p:clrMap bg1="lt1" tx1="dk1" bg2="lt2" tx2="dk2" accent1="accent1" accent2="accent2" accent3="accent3" accent4="accent4" accent5="accent5" accent6="accent6" hlink="hlink" folHlink="folHlink"/>
  <p:sldLayoutIdLst>
    <p:sldLayoutId id="2147483757" r:id="rId1"/>
    <p:sldLayoutId id="2147483758" r:id="rId2"/>
    <p:sldLayoutId id="2147483759" r:id="rId3"/>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GB"/>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AE4B2F8-CAF4-4D81-809B-68DEE260B526}"/>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7DE549F9-0385-4052-A3DD-546285DA715C}"/>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Footer Placeholder 4">
            <a:extLst>
              <a:ext uri="{FF2B5EF4-FFF2-40B4-BE49-F238E27FC236}">
                <a16:creationId xmlns:a16="http://schemas.microsoft.com/office/drawing/2014/main" id="{BF099D6E-52E6-492F-A030-A76FAC4B31CF}"/>
              </a:ext>
            </a:extLst>
          </p:cNvPr>
          <p:cNvSpPr txBox="1">
            <a:spLocks/>
          </p:cNvSpPr>
          <p:nvPr userDrawn="1"/>
        </p:nvSpPr>
        <p:spPr>
          <a:xfrm>
            <a:off x="6824948" y="6388636"/>
            <a:ext cx="4114800" cy="365125"/>
          </a:xfrm>
          <a:prstGeom prst="rect">
            <a:avLst/>
          </a:prstGeom>
        </p:spPr>
        <p:txBody>
          <a:bodyPr vert="horz" lIns="91440" tIns="45720" rIns="91440" bIns="45720" rtlCol="0" anchor="ctr"/>
          <a:lstStyle>
            <a:defPPr>
              <a:defRPr lang="en-GB"/>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Tree>
    <p:extLst>
      <p:ext uri="{BB962C8B-B14F-4D97-AF65-F5344CB8AC3E}">
        <p14:creationId xmlns:p14="http://schemas.microsoft.com/office/powerpoint/2010/main" val="3436379720"/>
      </p:ext>
    </p:extLst>
  </p:cSld>
  <p:clrMap bg1="lt1" tx1="dk1" bg2="lt2" tx2="dk2" accent1="accent1" accent2="accent2" accent3="accent3" accent4="accent4" accent5="accent5" accent6="accent6" hlink="hlink" folHlink="folHlink"/>
  <p:sldLayoutIdLst>
    <p:sldLayoutId id="2147483690" r:id="rId1"/>
    <p:sldLayoutId id="2147483691" r:id="rId2"/>
  </p:sldLayoutIdLst>
  <p:txStyles>
    <p:titleStyle>
      <a:lvl1pPr algn="l" defTabSz="914400" rtl="0" eaLnBrk="1" latinLnBrk="0" hangingPunct="1">
        <a:lnSpc>
          <a:spcPct val="90000"/>
        </a:lnSpc>
        <a:spcBef>
          <a:spcPct val="0"/>
        </a:spcBef>
        <a:buNone/>
        <a:defRPr sz="4000" kern="1200">
          <a:solidFill>
            <a:schemeClr val="tx1"/>
          </a:solidFill>
          <a:latin typeface="Poppins SemiBold" panose="00000700000000000000" pitchFamily="2" charset="0"/>
          <a:ea typeface="+mj-ea"/>
          <a:cs typeface="Poppins SemiBold" panose="00000700000000000000" pitchFamily="2" charset="0"/>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370616415"/>
      </p:ext>
    </p:extLst>
  </p:cSld>
  <p:clrMap bg1="lt1" tx1="dk1" bg2="lt2" tx2="dk2" accent1="accent1" accent2="accent2" accent3="accent3" accent4="accent4" accent5="accent5" accent6="accent6" hlink="hlink" folHlink="folHlink"/>
  <p:sldLayoutIdLst>
    <p:sldLayoutId id="2147483709" r:id="rId1"/>
    <p:sldLayoutId id="2147483767" r:id="rId2"/>
    <p:sldLayoutId id="2147483768" r:id="rId3"/>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529582610"/>
      </p:ext>
    </p:extLst>
  </p:cSld>
  <p:clrMap bg1="lt1" tx1="dk1" bg2="lt2" tx2="dk2" accent1="accent1" accent2="accent2" accent3="accent3" accent4="accent4" accent5="accent5" accent6="accent6" hlink="hlink" folHlink="folHlink"/>
  <p:sldLayoutIdLst>
    <p:sldLayoutId id="2147483766" r:id="rId1"/>
    <p:sldLayoutId id="2147483769" r:id="rId2"/>
    <p:sldLayoutId id="2147483702" r:id="rId3"/>
    <p:sldLayoutId id="2147483718" r:id="rId4"/>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2ED4666D-8C92-470A-9DE9-8DC02A757418}"/>
              </a:ext>
            </a:extLst>
          </p:cNvPr>
          <p:cNvPicPr>
            <a:picLocks noChangeAspect="1"/>
          </p:cNvPicPr>
          <p:nvPr userDrawn="1"/>
        </p:nvPicPr>
        <p:blipFill>
          <a:blip r:embed="rId4" cstate="print">
            <a:extLst>
              <a:ext uri="{28A0092B-C50C-407E-A947-70E740481C1C}">
                <a14:useLocalDpi xmlns:a14="http://schemas.microsoft.com/office/drawing/2010/main" val="0"/>
              </a:ext>
            </a:extLst>
          </a:blip>
          <a:srcRect/>
          <a:stretch/>
        </p:blipFill>
        <p:spPr>
          <a:xfrm>
            <a:off x="-1482" y="5531928"/>
            <a:ext cx="3050822" cy="1724495"/>
          </a:xfrm>
          <a:prstGeom prst="rect">
            <a:avLst/>
          </a:prstGeom>
        </p:spPr>
      </p:pic>
      <p:sp>
        <p:nvSpPr>
          <p:cNvPr id="4" name="TextBox 3">
            <a:extLst>
              <a:ext uri="{FF2B5EF4-FFF2-40B4-BE49-F238E27FC236}">
                <a16:creationId xmlns:a16="http://schemas.microsoft.com/office/drawing/2014/main" id="{AF42243E-0268-4438-AE10-C4727C0595C2}"/>
              </a:ext>
            </a:extLst>
          </p:cNvPr>
          <p:cNvSpPr txBox="1"/>
          <p:nvPr userDrawn="1"/>
        </p:nvSpPr>
        <p:spPr>
          <a:xfrm>
            <a:off x="8571123" y="6248388"/>
            <a:ext cx="3341987" cy="276999"/>
          </a:xfrm>
          <a:prstGeom prst="rect">
            <a:avLst/>
          </a:prstGeom>
          <a:noFill/>
        </p:spPr>
        <p:txBody>
          <a:bodyPr rot="0" spcFirstLastPara="0" vertOverflow="overflow" horzOverflow="overflow" vert="horz" wrap="square" lIns="91440" tIns="45720" rIns="91440" bIns="45720" numCol="1" spcCol="0" rtlCol="0" fromWordArt="0" anchor="ctr" anchorCtr="0" forceAA="0" compatLnSpc="1">
            <a:prstTxWarp prst="textNoShape">
              <a:avLst/>
            </a:prstTxWarp>
            <a:spAutoFit/>
          </a:bodyPr>
          <a:lstStyle/>
          <a:p>
            <a:pPr algn="r"/>
            <a:r>
              <a:rPr lang="en-GB" sz="1200" b="1" kern="1200">
                <a:solidFill>
                  <a:srgbClr val="000030"/>
                </a:solidFill>
                <a:latin typeface="Poppins SemiBold" panose="00000700000000000000" pitchFamily="2" charset="0"/>
                <a:ea typeface="+mn-ea"/>
                <a:cs typeface="Poppins SemiBold" panose="00000700000000000000" pitchFamily="2" charset="0"/>
              </a:rPr>
              <a:t>Canopius</a:t>
            </a:r>
            <a:r>
              <a:rPr lang="en-GB" sz="1200" b="1">
                <a:solidFill>
                  <a:srgbClr val="000030"/>
                </a:solidFill>
                <a:latin typeface="Poppins SemiBold" panose="00000700000000000000" pitchFamily="2" charset="0"/>
                <a:cs typeface="Poppins SemiBold" panose="00000700000000000000" pitchFamily="2" charset="0"/>
              </a:rPr>
              <a:t> </a:t>
            </a:r>
            <a:r>
              <a:rPr lang="en-GB" sz="1200" b="1" kern="1200">
                <a:solidFill>
                  <a:srgbClr val="000030"/>
                </a:solidFill>
                <a:latin typeface="Poppins SemiBold" panose="00000700000000000000" pitchFamily="2" charset="0"/>
                <a:ea typeface="+mn-ea"/>
                <a:cs typeface="Poppins SemiBold" panose="00000700000000000000" pitchFamily="2" charset="0"/>
              </a:rPr>
              <a:t>Insurance </a:t>
            </a:r>
            <a:r>
              <a:rPr lang="en-GB" sz="1200" b="1">
                <a:solidFill>
                  <a:srgbClr val="000030"/>
                </a:solidFill>
                <a:latin typeface="Poppins SemiBold" panose="00000700000000000000" pitchFamily="2" charset="0"/>
                <a:cs typeface="Poppins SemiBold" panose="00000700000000000000" pitchFamily="2" charset="0"/>
              </a:rPr>
              <a:t>| </a:t>
            </a:r>
            <a:fld id="{CD45203A-8597-40CE-B75D-10F51A417BFB}" type="slidenum">
              <a:rPr lang="en-US" sz="1200" smtClean="0">
                <a:solidFill>
                  <a:srgbClr val="000030"/>
                </a:solidFill>
                <a:latin typeface="Poppins SemiBold" panose="00000700000000000000" pitchFamily="2" charset="0"/>
                <a:cs typeface="Poppins SemiBold" panose="00000700000000000000" pitchFamily="2" charset="0"/>
              </a:rPr>
              <a:pPr algn="r"/>
              <a:t>‹#›</a:t>
            </a:fld>
            <a:r>
              <a:rPr lang="en-GB" sz="1200" b="1">
                <a:solidFill>
                  <a:srgbClr val="000030"/>
                </a:solidFill>
                <a:latin typeface="Poppins SemiBold" panose="00000700000000000000" pitchFamily="2" charset="0"/>
                <a:cs typeface="Poppins SemiBold" panose="00000700000000000000" pitchFamily="2" charset="0"/>
              </a:rPr>
              <a:t> </a:t>
            </a:r>
            <a:endParaRPr lang="en-US" sz="1200">
              <a:solidFill>
                <a:srgbClr val="000030"/>
              </a:solidFill>
              <a:latin typeface="Poppins SemiBold" panose="00000700000000000000" pitchFamily="2" charset="0"/>
              <a:cs typeface="Poppins SemiBold" panose="00000700000000000000" pitchFamily="2" charset="0"/>
            </a:endParaRPr>
          </a:p>
        </p:txBody>
      </p:sp>
    </p:spTree>
    <p:extLst>
      <p:ext uri="{BB962C8B-B14F-4D97-AF65-F5344CB8AC3E}">
        <p14:creationId xmlns:p14="http://schemas.microsoft.com/office/powerpoint/2010/main" val="687965600"/>
      </p:ext>
    </p:extLst>
  </p:cSld>
  <p:clrMap bg1="lt1" tx1="dk1" bg2="lt2" tx2="dk2" accent1="accent1" accent2="accent2" accent3="accent3" accent4="accent4" accent5="accent5" accent6="accent6" hlink="hlink" folHlink="folHlink"/>
  <p:sldLayoutIdLst>
    <p:sldLayoutId id="2147483720" r:id="rId1"/>
    <p:sldLayoutId id="2147483722" r:id="rId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2ED4666D-8C92-470A-9DE9-8DC02A757418}"/>
              </a:ext>
            </a:extLst>
          </p:cNvPr>
          <p:cNvPicPr>
            <a:picLocks noChangeAspect="1"/>
          </p:cNvPicPr>
          <p:nvPr userDrawn="1"/>
        </p:nvPicPr>
        <p:blipFill>
          <a:blip r:embed="rId3" cstate="print">
            <a:extLst>
              <a:ext uri="{28A0092B-C50C-407E-A947-70E740481C1C}">
                <a14:useLocalDpi xmlns:a14="http://schemas.microsoft.com/office/drawing/2010/main" val="0"/>
              </a:ext>
            </a:extLst>
          </a:blip>
          <a:srcRect/>
          <a:stretch/>
        </p:blipFill>
        <p:spPr>
          <a:xfrm>
            <a:off x="-1482" y="5531928"/>
            <a:ext cx="3050822" cy="1724495"/>
          </a:xfrm>
          <a:prstGeom prst="rect">
            <a:avLst/>
          </a:prstGeom>
        </p:spPr>
      </p:pic>
      <p:sp>
        <p:nvSpPr>
          <p:cNvPr id="4" name="TextBox 3">
            <a:extLst>
              <a:ext uri="{FF2B5EF4-FFF2-40B4-BE49-F238E27FC236}">
                <a16:creationId xmlns:a16="http://schemas.microsoft.com/office/drawing/2014/main" id="{268BB2E5-62BF-4C42-A915-9896D672A4F6}"/>
              </a:ext>
            </a:extLst>
          </p:cNvPr>
          <p:cNvSpPr txBox="1"/>
          <p:nvPr userDrawn="1"/>
        </p:nvSpPr>
        <p:spPr>
          <a:xfrm>
            <a:off x="8571123" y="6248388"/>
            <a:ext cx="3341987" cy="276999"/>
          </a:xfrm>
          <a:prstGeom prst="rect">
            <a:avLst/>
          </a:prstGeom>
          <a:noFill/>
        </p:spPr>
        <p:txBody>
          <a:bodyPr rot="0" spcFirstLastPara="0" vertOverflow="overflow" horzOverflow="overflow" vert="horz" wrap="square" lIns="91440" tIns="45720" rIns="91440" bIns="45720" numCol="1" spcCol="0" rtlCol="0" fromWordArt="0" anchor="ctr" anchorCtr="0" forceAA="0" compatLnSpc="1">
            <a:prstTxWarp prst="textNoShape">
              <a:avLst/>
            </a:prstTxWarp>
            <a:spAutoFit/>
          </a:bodyPr>
          <a:lstStyle/>
          <a:p>
            <a:pPr algn="r"/>
            <a:r>
              <a:rPr lang="en-GB" sz="1200" b="1" kern="1200">
                <a:solidFill>
                  <a:srgbClr val="000030"/>
                </a:solidFill>
                <a:latin typeface="Poppins SemiBold" panose="00000700000000000000" pitchFamily="2" charset="0"/>
                <a:ea typeface="+mn-ea"/>
                <a:cs typeface="Poppins SemiBold" panose="00000700000000000000" pitchFamily="2" charset="0"/>
              </a:rPr>
              <a:t>Canopius</a:t>
            </a:r>
            <a:r>
              <a:rPr lang="en-GB" sz="1200" b="1">
                <a:solidFill>
                  <a:srgbClr val="000030"/>
                </a:solidFill>
                <a:latin typeface="Poppins SemiBold" panose="00000700000000000000" pitchFamily="2" charset="0"/>
                <a:cs typeface="Poppins SemiBold" panose="00000700000000000000" pitchFamily="2" charset="0"/>
              </a:rPr>
              <a:t> </a:t>
            </a:r>
            <a:r>
              <a:rPr lang="en-GB" sz="1200" b="1" kern="1200">
                <a:solidFill>
                  <a:srgbClr val="000030"/>
                </a:solidFill>
                <a:latin typeface="Poppins SemiBold" panose="00000700000000000000" pitchFamily="2" charset="0"/>
                <a:ea typeface="+mn-ea"/>
                <a:cs typeface="Poppins SemiBold" panose="00000700000000000000" pitchFamily="2" charset="0"/>
              </a:rPr>
              <a:t>Insurance </a:t>
            </a:r>
            <a:r>
              <a:rPr lang="en-GB" sz="1200" b="1">
                <a:solidFill>
                  <a:srgbClr val="000030"/>
                </a:solidFill>
                <a:latin typeface="Poppins SemiBold" panose="00000700000000000000" pitchFamily="2" charset="0"/>
                <a:cs typeface="Poppins SemiBold" panose="00000700000000000000" pitchFamily="2" charset="0"/>
              </a:rPr>
              <a:t>| </a:t>
            </a:r>
            <a:fld id="{CD45203A-8597-40CE-B75D-10F51A417BFB}" type="slidenum">
              <a:rPr lang="en-US" sz="1200" smtClean="0">
                <a:solidFill>
                  <a:srgbClr val="000030"/>
                </a:solidFill>
                <a:latin typeface="Poppins SemiBold" panose="00000700000000000000" pitchFamily="2" charset="0"/>
                <a:cs typeface="Poppins SemiBold" panose="00000700000000000000" pitchFamily="2" charset="0"/>
              </a:rPr>
              <a:pPr algn="r"/>
              <a:t>‹#›</a:t>
            </a:fld>
            <a:r>
              <a:rPr lang="en-GB" sz="1200" b="1">
                <a:solidFill>
                  <a:srgbClr val="000030"/>
                </a:solidFill>
                <a:latin typeface="Poppins SemiBold" panose="00000700000000000000" pitchFamily="2" charset="0"/>
                <a:cs typeface="Poppins SemiBold" panose="00000700000000000000" pitchFamily="2" charset="0"/>
              </a:rPr>
              <a:t> </a:t>
            </a:r>
            <a:endParaRPr lang="en-US" sz="1200">
              <a:solidFill>
                <a:srgbClr val="000030"/>
              </a:solidFill>
              <a:latin typeface="Poppins SemiBold" panose="00000700000000000000" pitchFamily="2" charset="0"/>
              <a:cs typeface="Poppins SemiBold" panose="00000700000000000000" pitchFamily="2" charset="0"/>
            </a:endParaRPr>
          </a:p>
        </p:txBody>
      </p:sp>
    </p:spTree>
    <p:extLst>
      <p:ext uri="{BB962C8B-B14F-4D97-AF65-F5344CB8AC3E}">
        <p14:creationId xmlns:p14="http://schemas.microsoft.com/office/powerpoint/2010/main" val="3968204723"/>
      </p:ext>
    </p:extLst>
  </p:cSld>
  <p:clrMap bg1="lt1" tx1="dk1" bg2="lt2" tx2="dk2" accent1="accent1" accent2="accent2" accent3="accent3" accent4="accent4" accent5="accent5" accent6="accent6" hlink="hlink" folHlink="folHlink"/>
  <p:sldLayoutIdLst>
    <p:sldLayoutId id="2147483765"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7.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019C78-16FB-4E6C-A962-FA1B695BAADD}"/>
              </a:ext>
            </a:extLst>
          </p:cNvPr>
          <p:cNvSpPr txBox="1">
            <a:spLocks/>
          </p:cNvSpPr>
          <p:nvPr userDrawn="1"/>
        </p:nvSpPr>
        <p:spPr>
          <a:xfrm>
            <a:off x="573145" y="3517136"/>
            <a:ext cx="4850903" cy="841995"/>
          </a:xfrm>
          <a:prstGeom prst="rect">
            <a:avLst/>
          </a:prstGeom>
        </p:spPr>
        <p:txBody>
          <a:bodyP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GB" sz="5400" b="1">
                <a:solidFill>
                  <a:srgbClr val="FFFFFF"/>
                </a:solidFill>
                <a:latin typeface="Poppins Black"/>
                <a:ea typeface="+mj-lt"/>
                <a:cs typeface="Calibri"/>
              </a:rPr>
              <a:t>THANK YOU</a:t>
            </a:r>
          </a:p>
        </p:txBody>
      </p:sp>
      <p:pic>
        <p:nvPicPr>
          <p:cNvPr id="3" name="Picture 2" descr="A black and white logo&#10;&#10;Description automatically generated">
            <a:extLst>
              <a:ext uri="{FF2B5EF4-FFF2-40B4-BE49-F238E27FC236}">
                <a16:creationId xmlns:a16="http://schemas.microsoft.com/office/drawing/2014/main" id="{51A13E4D-91CC-489C-8C05-BCBBB5FD6CAB}"/>
              </a:ext>
            </a:extLst>
          </p:cNvPr>
          <p:cNvPicPr>
            <a:picLocks noChangeAspect="1"/>
          </p:cNvPicPr>
          <p:nvPr userDrawn="1"/>
        </p:nvPicPr>
        <p:blipFill>
          <a:blip r:embed="rId3"/>
          <a:stretch>
            <a:fillRect/>
          </a:stretch>
        </p:blipFill>
        <p:spPr>
          <a:xfrm>
            <a:off x="96682" y="1983327"/>
            <a:ext cx="3823608" cy="2153121"/>
          </a:xfrm>
          <a:prstGeom prst="rect">
            <a:avLst/>
          </a:prstGeom>
        </p:spPr>
      </p:pic>
      <p:pic>
        <p:nvPicPr>
          <p:cNvPr id="8" name="Picture 2" descr="Envelope outline">
            <a:extLst>
              <a:ext uri="{FF2B5EF4-FFF2-40B4-BE49-F238E27FC236}">
                <a16:creationId xmlns:a16="http://schemas.microsoft.com/office/drawing/2014/main" id="{62460144-0184-4101-A108-3B92C72049EF}"/>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a:off x="573145" y="5201083"/>
            <a:ext cx="443635" cy="443635"/>
          </a:xfrm>
          <a:prstGeom prst="rect">
            <a:avLst/>
          </a:prstGeom>
        </p:spPr>
      </p:pic>
      <p:pic>
        <p:nvPicPr>
          <p:cNvPr id="9" name="Picture 4" descr="Internet outline">
            <a:extLst>
              <a:ext uri="{FF2B5EF4-FFF2-40B4-BE49-F238E27FC236}">
                <a16:creationId xmlns:a16="http://schemas.microsoft.com/office/drawing/2014/main" id="{7EA270CD-E1A6-436A-80D4-FA58554FE5DE}"/>
              </a:ext>
            </a:extLst>
          </p:cNvPr>
          <p:cNvPicPr>
            <a:picLocks noChangeAspect="1"/>
          </p:cNvPicPr>
          <p:nvPr userDrawn="1"/>
        </p:nvPicPr>
        <p:blipFill>
          <a:blip r:embed="rId6">
            <a:extLst>
              <a:ext uri="{96DAC541-7B7A-43D3-8B79-37D633B846F1}">
                <asvg:svgBlip xmlns:asvg="http://schemas.microsoft.com/office/drawing/2016/SVG/main" r:embed="rId7"/>
              </a:ext>
            </a:extLst>
          </a:blip>
          <a:stretch>
            <a:fillRect/>
          </a:stretch>
        </p:blipFill>
        <p:spPr>
          <a:xfrm>
            <a:off x="573145" y="5737946"/>
            <a:ext cx="443635" cy="443635"/>
          </a:xfrm>
          <a:prstGeom prst="rect">
            <a:avLst/>
          </a:prstGeom>
        </p:spPr>
      </p:pic>
      <p:sp>
        <p:nvSpPr>
          <p:cNvPr id="12" name="Content Placeholder 2">
            <a:extLst>
              <a:ext uri="{FF2B5EF4-FFF2-40B4-BE49-F238E27FC236}">
                <a16:creationId xmlns:a16="http://schemas.microsoft.com/office/drawing/2014/main" id="{0AA0D6FA-8C52-4AB3-B0A4-644C4F688F9D}"/>
              </a:ext>
            </a:extLst>
          </p:cNvPr>
          <p:cNvSpPr txBox="1">
            <a:spLocks/>
          </p:cNvSpPr>
          <p:nvPr userDrawn="1"/>
        </p:nvSpPr>
        <p:spPr>
          <a:xfrm>
            <a:off x="1123949" y="5770563"/>
            <a:ext cx="4284663" cy="374650"/>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None/>
              <a:defRPr sz="2000" kern="1200">
                <a:solidFill>
                  <a:schemeClr val="bg1"/>
                </a:solidFill>
                <a:latin typeface="Poppins" panose="00000500000000000000" pitchFamily="2" charset="0"/>
                <a:ea typeface="+mn-ea"/>
                <a:cs typeface="Poppins" panose="00000500000000000000" pitchFamily="2"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a:t>www.canopius.com</a:t>
            </a:r>
          </a:p>
        </p:txBody>
      </p:sp>
    </p:spTree>
    <p:extLst>
      <p:ext uri="{BB962C8B-B14F-4D97-AF65-F5344CB8AC3E}">
        <p14:creationId xmlns:p14="http://schemas.microsoft.com/office/powerpoint/2010/main" val="4068718560"/>
      </p:ext>
    </p:extLst>
  </p:cSld>
  <p:clrMap bg1="lt1" tx1="dk1" bg2="lt2" tx2="dk2" accent1="accent1" accent2="accent2" accent3="accent3" accent4="accent4" accent5="accent5" accent6="accent6" hlink="hlink" folHlink="folHlink"/>
  <p:sldLayoutIdLst>
    <p:sldLayoutId id="2147483754"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GB"/>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8.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457200"/>
            <a:ext cx="11277600" cy="1233488"/>
          </a:xfrm>
          <a:prstGeom prst="rect">
            <a:avLst/>
          </a:prstGeom>
        </p:spPr>
        <p:txBody>
          <a:bodyPr vert="horz" lIns="0" tIns="0" rIns="0" bIns="0" rtlCol="0" anchor="t" anchorCtr="0">
            <a:noAutofit/>
          </a:bodyPr>
          <a:lstStyle/>
          <a:p>
            <a:r>
              <a:rPr lang="en-US"/>
              <a:t>Click to edit Master title style</a:t>
            </a:r>
          </a:p>
        </p:txBody>
      </p:sp>
      <p:sp>
        <p:nvSpPr>
          <p:cNvPr id="3" name="Text Placeholder 2"/>
          <p:cNvSpPr>
            <a:spLocks noGrp="1"/>
          </p:cNvSpPr>
          <p:nvPr>
            <p:ph type="body" idx="1"/>
          </p:nvPr>
        </p:nvSpPr>
        <p:spPr>
          <a:xfrm>
            <a:off x="457200" y="1825625"/>
            <a:ext cx="11277600" cy="3905872"/>
          </a:xfrm>
          <a:prstGeom prst="rect">
            <a:avLst/>
          </a:prstGeom>
        </p:spPr>
        <p:txBody>
          <a:bodyPr vert="horz" lIns="0" tIns="0" rIns="0" bIns="0" rtlCol="0">
            <a:no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176963"/>
            <a:ext cx="3124200" cy="365125"/>
          </a:xfrm>
          <a:prstGeom prst="rect">
            <a:avLst/>
          </a:prstGeom>
        </p:spPr>
        <p:txBody>
          <a:bodyPr vert="horz" lIns="0" tIns="0" rIns="0" bIns="0" rtlCol="0" anchor="b" anchorCtr="0">
            <a:noAutofit/>
          </a:bodyPr>
          <a:lstStyle>
            <a:lvl1pPr algn="l">
              <a:defRPr sz="1200">
                <a:solidFill>
                  <a:schemeClr val="tx2"/>
                </a:solidFill>
              </a:defRPr>
            </a:lvl1pPr>
          </a:lstStyle>
          <a:p>
            <a:fld id="{0CCCACD6-8279-7A43-AFDE-A51255A0F160}" type="datetime1">
              <a:rPr lang="en-US" smtClean="0"/>
              <a:t>9/16/2025</a:t>
            </a:fld>
            <a:endParaRPr lang="en-US"/>
          </a:p>
        </p:txBody>
      </p:sp>
      <p:sp>
        <p:nvSpPr>
          <p:cNvPr id="5" name="Footer Placeholder 4"/>
          <p:cNvSpPr>
            <a:spLocks noGrp="1"/>
          </p:cNvSpPr>
          <p:nvPr>
            <p:ph type="ftr" sz="quarter" idx="3"/>
          </p:nvPr>
        </p:nvSpPr>
        <p:spPr>
          <a:xfrm>
            <a:off x="4038600" y="6176963"/>
            <a:ext cx="4114800" cy="365125"/>
          </a:xfrm>
          <a:prstGeom prst="rect">
            <a:avLst/>
          </a:prstGeom>
        </p:spPr>
        <p:txBody>
          <a:bodyPr vert="horz" lIns="0" tIns="0" rIns="0" bIns="0" rtlCol="0" anchor="b" anchorCtr="0">
            <a:noAutofit/>
          </a:bodyPr>
          <a:lstStyle>
            <a:lvl1pPr algn="ctr">
              <a:defRPr sz="1200">
                <a:solidFill>
                  <a:schemeClr val="tx2"/>
                </a:solidFill>
              </a:defRPr>
            </a:lvl1pPr>
          </a:lstStyle>
          <a:p>
            <a:r>
              <a:rPr lang="en-US"/>
              <a:t>©2021 ExlService Holdings, Inc. All rights reserved.</a:t>
            </a:r>
          </a:p>
        </p:txBody>
      </p:sp>
      <p:sp>
        <p:nvSpPr>
          <p:cNvPr id="6" name="Slide Number Placeholder 5"/>
          <p:cNvSpPr>
            <a:spLocks noGrp="1"/>
          </p:cNvSpPr>
          <p:nvPr>
            <p:ph type="sldNum" sz="quarter" idx="4"/>
          </p:nvPr>
        </p:nvSpPr>
        <p:spPr>
          <a:xfrm>
            <a:off x="8991600" y="6176963"/>
            <a:ext cx="2743200" cy="365125"/>
          </a:xfrm>
          <a:prstGeom prst="rect">
            <a:avLst/>
          </a:prstGeom>
        </p:spPr>
        <p:txBody>
          <a:bodyPr vert="horz" lIns="0" tIns="0" rIns="0" bIns="0" rtlCol="0" anchor="b" anchorCtr="0">
            <a:noAutofit/>
          </a:bodyPr>
          <a:lstStyle>
            <a:lvl1pPr algn="r">
              <a:defRPr sz="1200">
                <a:solidFill>
                  <a:schemeClr val="tx2"/>
                </a:solidFill>
              </a:defRPr>
            </a:lvl1pPr>
          </a:lstStyle>
          <a:p>
            <a:fld id="{CCA08CA8-4222-D24F-ACDB-33341C247B6F}" type="slidenum">
              <a:rPr lang="en-US" smtClean="0"/>
              <a:pPr/>
              <a:t>‹#›</a:t>
            </a:fld>
            <a:endParaRPr lang="en-US"/>
          </a:p>
        </p:txBody>
      </p:sp>
    </p:spTree>
    <p:extLst>
      <p:ext uri="{BB962C8B-B14F-4D97-AF65-F5344CB8AC3E}">
        <p14:creationId xmlns:p14="http://schemas.microsoft.com/office/powerpoint/2010/main" val="1417957036"/>
      </p:ext>
    </p:extLst>
  </p:cSld>
  <p:clrMap bg1="lt1" tx1="dk1" bg2="lt2" tx2="dk2" accent1="accent1" accent2="accent2" accent3="accent3" accent4="accent4" accent5="accent5" accent6="accent6" hlink="hlink" folHlink="folHlink"/>
  <p:sldLayoutIdLst>
    <p:sldLayoutId id="2147483771" r:id="rId1"/>
    <p:sldLayoutId id="2147483772" r:id="rId2"/>
    <p:sldLayoutId id="2147483773" r:id="rId3"/>
    <p:sldLayoutId id="2147483774" r:id="rId4"/>
    <p:sldLayoutId id="2147483775" r:id="rId5"/>
    <p:sldLayoutId id="2147483776" r:id="rId6"/>
    <p:sldLayoutId id="2147483777" r:id="rId7"/>
    <p:sldLayoutId id="2147483778" r:id="rId8"/>
    <p:sldLayoutId id="2147483779" r:id="rId9"/>
    <p:sldLayoutId id="2147483780" r:id="rId10"/>
    <p:sldLayoutId id="2147483781" r:id="rId11"/>
    <p:sldLayoutId id="2147483782" r:id="rId12"/>
    <p:sldLayoutId id="2147483783" r:id="rId13"/>
    <p:sldLayoutId id="2147483784" r:id="rId14"/>
    <p:sldLayoutId id="2147483785" r:id="rId15"/>
    <p:sldLayoutId id="2147483786" r:id="rId16"/>
    <p:sldLayoutId id="2147483787" r:id="rId17"/>
    <p:sldLayoutId id="2147483788" r:id="rId18"/>
    <p:sldLayoutId id="2147483789" r:id="rId19"/>
    <p:sldLayoutId id="2147483790" r:id="rId20"/>
    <p:sldLayoutId id="2147483791" r:id="rId21"/>
    <p:sldLayoutId id="2147483792" r:id="rId22"/>
    <p:sldLayoutId id="2147483793" r:id="rId23"/>
    <p:sldLayoutId id="2147483794" r:id="rId24"/>
    <p:sldLayoutId id="2147483795" r:id="rId25"/>
    <p:sldLayoutId id="2147483796" r:id="rId26"/>
    <p:sldLayoutId id="2147483797" r:id="rId27"/>
    <p:sldLayoutId id="2147483798" r:id="rId28"/>
    <p:sldLayoutId id="2147483799" r:id="rId29"/>
    <p:sldLayoutId id="2147483800" r:id="rId30"/>
    <p:sldLayoutId id="2147483801" r:id="rId31"/>
    <p:sldLayoutId id="2147483802" r:id="rId32"/>
    <p:sldLayoutId id="2147483803" r:id="rId33"/>
    <p:sldLayoutId id="2147483804" r:id="rId34"/>
    <p:sldLayoutId id="2147483805" r:id="rId35"/>
    <p:sldLayoutId id="2147483806" r:id="rId36"/>
    <p:sldLayoutId id="2147483807" r:id="rId37"/>
    <p:sldLayoutId id="2147483808" r:id="rId38"/>
    <p:sldLayoutId id="2147483809" r:id="rId39"/>
  </p:sldLayoutIdLst>
  <p:hf hd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Clr>
          <a:schemeClr val="tx1"/>
        </a:buClr>
        <a:buFont typeface="System Font Regular"/>
        <a:buChar char="–"/>
        <a:defRPr sz="2800" kern="1200">
          <a:solidFill>
            <a:schemeClr val="tx2"/>
          </a:solidFill>
          <a:latin typeface="+mj-lt"/>
          <a:ea typeface="+mn-ea"/>
          <a:cs typeface="+mn-cs"/>
        </a:defRPr>
      </a:lvl1pPr>
      <a:lvl2pPr marL="515938" indent="-225425" algn="l" defTabSz="914400" rtl="0" eaLnBrk="1" latinLnBrk="0" hangingPunct="1">
        <a:lnSpc>
          <a:spcPct val="90000"/>
        </a:lnSpc>
        <a:spcBef>
          <a:spcPts val="500"/>
        </a:spcBef>
        <a:buFont typeface="System Font Regular"/>
        <a:buChar char="–"/>
        <a:tabLst/>
        <a:defRPr sz="2400" kern="1200">
          <a:solidFill>
            <a:schemeClr val="tx2"/>
          </a:solidFill>
          <a:latin typeface="+mj-lt"/>
          <a:ea typeface="+mn-ea"/>
          <a:cs typeface="+mn-cs"/>
        </a:defRPr>
      </a:lvl2pPr>
      <a:lvl3pPr marL="808038" indent="-225425" algn="l" defTabSz="914400" rtl="0" eaLnBrk="1" latinLnBrk="0" hangingPunct="1">
        <a:lnSpc>
          <a:spcPct val="90000"/>
        </a:lnSpc>
        <a:spcBef>
          <a:spcPts val="500"/>
        </a:spcBef>
        <a:buFont typeface="System Font Regular"/>
        <a:buChar char="–"/>
        <a:tabLst/>
        <a:defRPr sz="2000" kern="1200">
          <a:solidFill>
            <a:schemeClr val="tx2"/>
          </a:solidFill>
          <a:latin typeface="+mj-lt"/>
          <a:ea typeface="+mn-ea"/>
          <a:cs typeface="+mn-cs"/>
        </a:defRPr>
      </a:lvl3pPr>
      <a:lvl4pPr marL="1090613" indent="-234950" algn="l" defTabSz="914400" rtl="0" eaLnBrk="1" latinLnBrk="0" hangingPunct="1">
        <a:lnSpc>
          <a:spcPct val="90000"/>
        </a:lnSpc>
        <a:spcBef>
          <a:spcPts val="500"/>
        </a:spcBef>
        <a:buFont typeface="System Font Regular"/>
        <a:buChar char="–"/>
        <a:tabLst/>
        <a:defRPr sz="1800" kern="1200">
          <a:solidFill>
            <a:schemeClr val="tx2"/>
          </a:solidFill>
          <a:latin typeface="+mj-lt"/>
          <a:ea typeface="+mn-ea"/>
          <a:cs typeface="+mn-cs"/>
        </a:defRPr>
      </a:lvl4pPr>
      <a:lvl5pPr marL="1373188" indent="-273050" algn="l" defTabSz="914400" rtl="0" eaLnBrk="1" latinLnBrk="0" hangingPunct="1">
        <a:lnSpc>
          <a:spcPct val="90000"/>
        </a:lnSpc>
        <a:spcBef>
          <a:spcPts val="500"/>
        </a:spcBef>
        <a:buFont typeface="System Font Regular"/>
        <a:buChar char="–"/>
        <a:tabLst/>
        <a:defRPr sz="1800" kern="1200">
          <a:solidFill>
            <a:schemeClr val="tx2"/>
          </a:solidFill>
          <a:latin typeface="+mj-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p15:clr>
            <a:srgbClr val="F26B43"/>
          </p15:clr>
        </p15:guide>
        <p15:guide id="2" pos="3840">
          <p15:clr>
            <a:srgbClr val="F26B43"/>
          </p15:clr>
        </p15:guide>
        <p15:guide id="3" pos="288">
          <p15:clr>
            <a:srgbClr val="F26B43"/>
          </p15:clr>
        </p15:guide>
        <p15:guide id="4" pos="7392">
          <p15:clr>
            <a:srgbClr val="F26B43"/>
          </p15:clr>
        </p15:guide>
        <p15:guide id="5" orient="horz" pos="4128">
          <p15:clr>
            <a:srgbClr val="F26B43"/>
          </p15:clr>
        </p15:guide>
        <p15:guide id="6" orient="horz" pos="288">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3.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6.xml.rels><?xml version="1.0" encoding="UTF-8" standalone="yes"?>
<Relationships xmlns="http://schemas.openxmlformats.org/package/2006/relationships"><Relationship Id="rId2" Type="http://schemas.openxmlformats.org/officeDocument/2006/relationships/hyperlink" Target="https://canopius0.sharepoint.com/:x:/s/DataStrategy2/EfhRRwWlxEdAj_os7gB_qWcBJeiQhQ-Xr-5aJBDdS7EL4A?e=ln7lQp" TargetMode="External"/><Relationship Id="rId1" Type="http://schemas.openxmlformats.org/officeDocument/2006/relationships/slideLayout" Target="../slideLayouts/slideLayout24.xml"/></Relationships>
</file>

<file path=ppt/slides/_rels/slide7.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4.xml"/></Relationships>
</file>

<file path=ppt/slides/_rels/slide8.xml.rels><?xml version="1.0" encoding="UTF-8" standalone="yes"?>
<Relationships xmlns="http://schemas.openxmlformats.org/package/2006/relationships"><Relationship Id="rId8" Type="http://schemas.microsoft.com/office/2007/relationships/hdphoto" Target="../media/hdphoto3.wdp"/><Relationship Id="rId3" Type="http://schemas.openxmlformats.org/officeDocument/2006/relationships/image" Target="../media/image29.png"/><Relationship Id="rId7" Type="http://schemas.openxmlformats.org/officeDocument/2006/relationships/image" Target="../media/image31.png"/><Relationship Id="rId12" Type="http://schemas.microsoft.com/office/2007/relationships/hdphoto" Target="../media/hdphoto5.wdp"/><Relationship Id="rId2" Type="http://schemas.openxmlformats.org/officeDocument/2006/relationships/image" Target="../media/image28.png"/><Relationship Id="rId1" Type="http://schemas.openxmlformats.org/officeDocument/2006/relationships/slideLayout" Target="../slideLayouts/slideLayout24.xml"/><Relationship Id="rId6" Type="http://schemas.microsoft.com/office/2007/relationships/hdphoto" Target="../media/hdphoto2.wdp"/><Relationship Id="rId11" Type="http://schemas.openxmlformats.org/officeDocument/2006/relationships/image" Target="../media/image33.png"/><Relationship Id="rId5" Type="http://schemas.openxmlformats.org/officeDocument/2006/relationships/image" Target="../media/image30.png"/><Relationship Id="rId10" Type="http://schemas.microsoft.com/office/2007/relationships/hdphoto" Target="../media/hdphoto4.wdp"/><Relationship Id="rId4" Type="http://schemas.microsoft.com/office/2007/relationships/hdphoto" Target="../media/hdphoto1.wdp"/><Relationship Id="rId9" Type="http://schemas.openxmlformats.org/officeDocument/2006/relationships/image" Target="../media/image32.png"/></Relationships>
</file>

<file path=ppt/slides/_rels/slide9.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24.xml"/></Relationships>
</file>

<file path=ppt/slides/_rels/slide10.xml.rels><?xml version="1.0" encoding="UTF-8" standalone="yes"?>
<Relationships xmlns="http://schemas.openxmlformats.org/package/2006/relationships"><Relationship Id="rId8" Type="http://schemas.openxmlformats.org/officeDocument/2006/relationships/image" Target="../media/image36.png"/><Relationship Id="rId3" Type="http://schemas.openxmlformats.org/officeDocument/2006/relationships/image" Target="../media/image29.png"/><Relationship Id="rId7" Type="http://schemas.openxmlformats.org/officeDocument/2006/relationships/image" Target="../media/image35.png"/><Relationship Id="rId2" Type="http://schemas.openxmlformats.org/officeDocument/2006/relationships/image" Target="../media/image28.png"/><Relationship Id="rId1" Type="http://schemas.openxmlformats.org/officeDocument/2006/relationships/slideLayout" Target="../slideLayouts/slideLayout24.xml"/><Relationship Id="rId6" Type="http://schemas.microsoft.com/office/2007/relationships/hdphoto" Target="../media/hdphoto2.wdp"/><Relationship Id="rId11" Type="http://schemas.microsoft.com/office/2007/relationships/hdphoto" Target="../media/hdphoto5.wdp"/><Relationship Id="rId5" Type="http://schemas.openxmlformats.org/officeDocument/2006/relationships/image" Target="../media/image30.png"/><Relationship Id="rId10" Type="http://schemas.openxmlformats.org/officeDocument/2006/relationships/image" Target="../media/image33.png"/><Relationship Id="rId4" Type="http://schemas.microsoft.com/office/2007/relationships/hdphoto" Target="../media/hdphoto1.wdp"/><Relationship Id="rId9" Type="http://schemas.microsoft.com/office/2007/relationships/hdphoto" Target="../media/hdphoto4.wdp"/></Relationships>
</file>

<file path=ppt/slides/_rels/slide11.xml.rels><?xml version="1.0" encoding="UTF-8" standalone="yes"?>
<Relationships xmlns="http://schemas.openxmlformats.org/package/2006/relationships"><Relationship Id="rId3" Type="http://schemas.openxmlformats.org/officeDocument/2006/relationships/hyperlink" Target="https://canopius0.sharepoint.com/:x:/r/sites/DataStrategy2/_layouts/15/Doc2.aspx?action=edit&amp;sourcedoc=%7Bed0a0961-a5c2-49f5-8831-ec6787f38561%7D&amp;wdOrigin=TEAMS-MAGLEV.teamsSdk_ns.rwc&amp;wdExp=TEAMS-TREATMENT&amp;wdhostclicktime=1757447125112&amp;web=1" TargetMode="External"/><Relationship Id="rId2" Type="http://schemas.microsoft.com/office/2018/10/relationships/comments" Target="../comments/modernComment_174_CF593832.xml"/><Relationship Id="rId1" Type="http://schemas.openxmlformats.org/officeDocument/2006/relationships/slideLayout" Target="../slideLayouts/slideLayout24.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13.xml.rels><?xml version="1.0" encoding="UTF-8" standalone="yes"?>
<Relationships xmlns="http://schemas.openxmlformats.org/package/2006/relationships"><Relationship Id="rId8" Type="http://schemas.openxmlformats.org/officeDocument/2006/relationships/image" Target="../media/image37.png"/><Relationship Id="rId13" Type="http://schemas.microsoft.com/office/2007/relationships/hdphoto" Target="../media/hdphoto4.wdp"/><Relationship Id="rId3" Type="http://schemas.openxmlformats.org/officeDocument/2006/relationships/image" Target="../media/image29.png"/><Relationship Id="rId7" Type="http://schemas.openxmlformats.org/officeDocument/2006/relationships/image" Target="../media/image35.png"/><Relationship Id="rId12" Type="http://schemas.openxmlformats.org/officeDocument/2006/relationships/image" Target="../media/image36.png"/><Relationship Id="rId2" Type="http://schemas.openxmlformats.org/officeDocument/2006/relationships/image" Target="../media/image28.png"/><Relationship Id="rId1" Type="http://schemas.openxmlformats.org/officeDocument/2006/relationships/slideLayout" Target="../slideLayouts/slideLayout24.xml"/><Relationship Id="rId6" Type="http://schemas.microsoft.com/office/2007/relationships/hdphoto" Target="../media/hdphoto2.wdp"/><Relationship Id="rId11" Type="http://schemas.microsoft.com/office/2007/relationships/hdphoto" Target="../media/hdphoto5.wdp"/><Relationship Id="rId5" Type="http://schemas.openxmlformats.org/officeDocument/2006/relationships/image" Target="../media/image30.png"/><Relationship Id="rId10" Type="http://schemas.openxmlformats.org/officeDocument/2006/relationships/image" Target="../media/image33.png"/><Relationship Id="rId4" Type="http://schemas.microsoft.com/office/2007/relationships/hdphoto" Target="../media/hdphoto1.wdp"/><Relationship Id="rId9" Type="http://schemas.microsoft.com/office/2007/relationships/hdphoto" Target="../media/hdphoto6.wdp"/></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17.xml.rels><?xml version="1.0" encoding="UTF-8" standalone="yes"?>
<Relationships xmlns="http://schemas.openxmlformats.org/package/2006/relationships"><Relationship Id="rId8" Type="http://schemas.openxmlformats.org/officeDocument/2006/relationships/image" Target="../media/image37.png"/><Relationship Id="rId13" Type="http://schemas.microsoft.com/office/2007/relationships/hdphoto" Target="../media/hdphoto4.wdp"/><Relationship Id="rId3" Type="http://schemas.openxmlformats.org/officeDocument/2006/relationships/image" Target="../media/image29.png"/><Relationship Id="rId7" Type="http://schemas.openxmlformats.org/officeDocument/2006/relationships/image" Target="../media/image35.png"/><Relationship Id="rId12" Type="http://schemas.openxmlformats.org/officeDocument/2006/relationships/image" Target="../media/image36.png"/><Relationship Id="rId2" Type="http://schemas.openxmlformats.org/officeDocument/2006/relationships/image" Target="../media/image28.png"/><Relationship Id="rId1" Type="http://schemas.openxmlformats.org/officeDocument/2006/relationships/slideLayout" Target="../slideLayouts/slideLayout24.xml"/><Relationship Id="rId6" Type="http://schemas.microsoft.com/office/2007/relationships/hdphoto" Target="../media/hdphoto2.wdp"/><Relationship Id="rId11" Type="http://schemas.microsoft.com/office/2007/relationships/hdphoto" Target="../media/hdphoto5.wdp"/><Relationship Id="rId5" Type="http://schemas.openxmlformats.org/officeDocument/2006/relationships/image" Target="../media/image30.png"/><Relationship Id="rId10" Type="http://schemas.openxmlformats.org/officeDocument/2006/relationships/image" Target="../media/image33.png"/><Relationship Id="rId4" Type="http://schemas.microsoft.com/office/2007/relationships/hdphoto" Target="../media/hdphoto1.wdp"/><Relationship Id="rId9" Type="http://schemas.microsoft.com/office/2007/relationships/hdphoto" Target="../media/hdphoto6.wdp"/></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21.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24.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23.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24.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25.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image" Target="../media/image40.png"/><Relationship Id="rId1" Type="http://schemas.openxmlformats.org/officeDocument/2006/relationships/slideLayout" Target="../slideLayouts/slideLayout24.xml"/></Relationships>
</file>

<file path=ppt/slides/_rels/slide26.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image" Target="../media/image42.png"/><Relationship Id="rId1" Type="http://schemas.openxmlformats.org/officeDocument/2006/relationships/slideLayout" Target="../slideLayouts/slideLayout24.xml"/></Relationships>
</file>

<file path=ppt/slides/_rels/slide27.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image" Target="../media/image44.png"/><Relationship Id="rId1" Type="http://schemas.openxmlformats.org/officeDocument/2006/relationships/slideLayout" Target="../slideLayouts/slideLayout24.xml"/></Relationships>
</file>

<file path=ppt/slides/_rels/slide28.xml.rels><?xml version="1.0" encoding="UTF-8" standalone="yes"?>
<Relationships xmlns="http://schemas.openxmlformats.org/package/2006/relationships"><Relationship Id="rId3" Type="http://schemas.microsoft.com/office/2007/relationships/hdphoto" Target="../media/hdphoto7.wdp"/><Relationship Id="rId2" Type="http://schemas.openxmlformats.org/officeDocument/2006/relationships/image" Target="../media/image46.png"/><Relationship Id="rId1" Type="http://schemas.openxmlformats.org/officeDocument/2006/relationships/slideLayout" Target="../slideLayouts/slideLayout24.xml"/></Relationships>
</file>

<file path=ppt/slides/_rels/slide29.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image" Target="../media/image47.png"/><Relationship Id="rId1" Type="http://schemas.openxmlformats.org/officeDocument/2006/relationships/slideLayout" Target="../slideLayouts/slideLayout42.xml"/></Relationships>
</file>

<file path=ppt/slides/_rels/slide30.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image" Target="../media/image49.png"/><Relationship Id="rId1" Type="http://schemas.openxmlformats.org/officeDocument/2006/relationships/slideLayout" Target="../slideLayouts/slideLayout42.xml"/></Relationships>
</file>

<file path=ppt/slides/_rels/slide31.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image" Target="../media/image51.png"/><Relationship Id="rId1" Type="http://schemas.openxmlformats.org/officeDocument/2006/relationships/slideLayout" Target="../slideLayouts/slideLayout42.xml"/></Relationships>
</file>

<file path=ppt/slides/_rels/slide32.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image" Target="../media/image53.png"/><Relationship Id="rId1" Type="http://schemas.openxmlformats.org/officeDocument/2006/relationships/slideLayout" Target="../slideLayouts/slideLayout42.xml"/></Relationships>
</file>

<file path=ppt/slides/_rels/slide33.xml.rels><?xml version="1.0" encoding="UTF-8" standalone="yes"?>
<Relationships xmlns="http://schemas.openxmlformats.org/package/2006/relationships"><Relationship Id="rId3" Type="http://schemas.openxmlformats.org/officeDocument/2006/relationships/image" Target="../media/image56.png"/><Relationship Id="rId2" Type="http://schemas.openxmlformats.org/officeDocument/2006/relationships/image" Target="../media/image55.png"/><Relationship Id="rId1" Type="http://schemas.openxmlformats.org/officeDocument/2006/relationships/slideLayout" Target="../slideLayouts/slideLayout42.xml"/></Relationships>
</file>

<file path=ppt/slides/_rels/slide34.xml.rels><?xml version="1.0" encoding="UTF-8" standalone="yes"?>
<Relationships xmlns="http://schemas.openxmlformats.org/package/2006/relationships"><Relationship Id="rId3" Type="http://schemas.openxmlformats.org/officeDocument/2006/relationships/image" Target="../media/image58.png"/><Relationship Id="rId2" Type="http://schemas.openxmlformats.org/officeDocument/2006/relationships/image" Target="../media/image57.png"/><Relationship Id="rId1" Type="http://schemas.openxmlformats.org/officeDocument/2006/relationships/slideLayout" Target="../slideLayouts/slideLayout42.xml"/></Relationships>
</file>

<file path=ppt/slides/_rels/slide35.xml.rels><?xml version="1.0" encoding="UTF-8" standalone="yes"?>
<Relationships xmlns="http://schemas.openxmlformats.org/package/2006/relationships"><Relationship Id="rId3" Type="http://schemas.openxmlformats.org/officeDocument/2006/relationships/image" Target="../media/image60.png"/><Relationship Id="rId2" Type="http://schemas.openxmlformats.org/officeDocument/2006/relationships/image" Target="../media/image59.png"/><Relationship Id="rId1" Type="http://schemas.openxmlformats.org/officeDocument/2006/relationships/slideLayout" Target="../slideLayouts/slideLayout42.xml"/></Relationships>
</file>

<file path=ppt/slides/_rels/slide36.xml.rels><?xml version="1.0" encoding="UTF-8" standalone="yes"?>
<Relationships xmlns="http://schemas.openxmlformats.org/package/2006/relationships"><Relationship Id="rId2" Type="http://schemas.openxmlformats.org/officeDocument/2006/relationships/image" Target="../media/image61.png"/><Relationship Id="rId1" Type="http://schemas.openxmlformats.org/officeDocument/2006/relationships/slideLayout" Target="../slideLayouts/slideLayout24.xml"/></Relationships>
</file>

<file path=ppt/slides/_rels/slide37.xml.rels><?xml version="1.0" encoding="UTF-8" standalone="yes"?>
<Relationships xmlns="http://schemas.openxmlformats.org/package/2006/relationships"><Relationship Id="rId3" Type="http://schemas.openxmlformats.org/officeDocument/2006/relationships/hyperlink" Target="https://canopius0.sharepoint.com/:u:/s/DataStrategy2/EXxt-Q-FEG9Gtxp_XsGx6QwBecB5TVs2dkl67mAPNGhljg?e=w6K9mT" TargetMode="External"/><Relationship Id="rId2" Type="http://schemas.openxmlformats.org/officeDocument/2006/relationships/image" Target="../media/image62.jpeg"/><Relationship Id="rId1" Type="http://schemas.openxmlformats.org/officeDocument/2006/relationships/slideLayout" Target="../slideLayouts/slideLayout24.xml"/></Relationships>
</file>

<file path=ppt/slides/_rels/slide38.xml.rels><?xml version="1.0" encoding="UTF-8" standalone="yes"?>
<Relationships xmlns="http://schemas.openxmlformats.org/package/2006/relationships"><Relationship Id="rId2" Type="http://schemas.openxmlformats.org/officeDocument/2006/relationships/image" Target="../media/image63.png"/><Relationship Id="rId1" Type="http://schemas.openxmlformats.org/officeDocument/2006/relationships/slideLayout" Target="../slideLayouts/slideLayout24.xml"/></Relationships>
</file>

<file path=ppt/slides/_rels/slide39.xml.rels><?xml version="1.0" encoding="UTF-8" standalone="yes"?>
<Relationships xmlns="http://schemas.openxmlformats.org/package/2006/relationships"><Relationship Id="rId8" Type="http://schemas.openxmlformats.org/officeDocument/2006/relationships/hyperlink" Target="https://canopius0.sharepoint.com/:x:/r/sites/DataStrategy2/_layouts/15/Doc2.aspx?action=edit&amp;sourcedoc=%7Beaa3458e-f1f7-4788-a2fd-2ade649047df%7D&amp;wdOrigin=TEAMS-MAGLEV.teamsSdk_ns.rwc&amp;wdExp=TEAMS-TREATMENT&amp;wdhostclicktime=1757517122988&amp;web=1" TargetMode="External"/><Relationship Id="rId3" Type="http://schemas.openxmlformats.org/officeDocument/2006/relationships/hyperlink" Target="https://canopius0.sharepoint.com/:u:/s/DataStrategy2/EXxt-Q-FEG9Gtxp_XsGx6QwBecB5TVs2dkl67mAPNGhljg?e=NsXHTB" TargetMode="External"/><Relationship Id="rId7" Type="http://schemas.openxmlformats.org/officeDocument/2006/relationships/hyperlink" Target="https://canopius0.sharepoint.com/:x:/s/DataStrategy2/EdJR4AlIfjNChEyUpqjW1UIBRnu_fjcSTJ7u-vzyUiA4Dg?e=qUZomb" TargetMode="External"/><Relationship Id="rId2" Type="http://schemas.openxmlformats.org/officeDocument/2006/relationships/hyperlink" Target="https://canopius0.sharepoint.com/:x:/s/DataStrategy2/ETJllwmy4TxCiqcar03HyN0BSnQY8zv5T69ZTX2sAJb7dQ?e=sDQSdK" TargetMode="External"/><Relationship Id="rId1" Type="http://schemas.openxmlformats.org/officeDocument/2006/relationships/slideLayout" Target="../slideLayouts/slideLayout24.xml"/><Relationship Id="rId6" Type="http://schemas.openxmlformats.org/officeDocument/2006/relationships/hyperlink" Target="https://canopius0.sharepoint.com/:x:/s/DataStrategy2/EQio7XyJSYJHnbsuUNOG0EkB5vTYFowNPVM3fLCFFa8NRQ?e=8opSCV" TargetMode="External"/><Relationship Id="rId5" Type="http://schemas.openxmlformats.org/officeDocument/2006/relationships/hyperlink" Target="https://canopius0.sharepoint.com/:x:/r/sites/DataStrategy2/_layouts/15/Doc2.aspx?action=edit&amp;sourcedoc=%7Bba151a13-c38a-4de6-9168-7914ed7c47c2%7D&amp;wdOrigin=TEAMS-MAGLEV.teamsSdk_ns.rwc&amp;wdExp=TEAMS-TREATMENT&amp;wdhostclicktime=1757516717007&amp;web=1" TargetMode="External"/><Relationship Id="rId4" Type="http://schemas.openxmlformats.org/officeDocument/2006/relationships/hyperlink" Target="https://canopius0.sharepoint.com/:w:/s/DataStrategy2/Ee9b4zvESKpHotT9wYZpT78BzmorFl1534WdT2u9I3NSvw?e=LB8YSS" TargetMode="External"/><Relationship Id="rId9" Type="http://schemas.openxmlformats.org/officeDocument/2006/relationships/hyperlink" Target="https://dev.azure.com/Canopius-IT/ATL%20DevOps/_wiki/wikis/DevOps.wiki/936/Build-and-Data-load" TargetMode="Externa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A66AC9-B4F0-4C9E-B13A-73FB42FB5498}"/>
              </a:ext>
            </a:extLst>
          </p:cNvPr>
          <p:cNvSpPr>
            <a:spLocks noGrp="1"/>
          </p:cNvSpPr>
          <p:nvPr>
            <p:ph type="ctrTitle"/>
          </p:nvPr>
        </p:nvSpPr>
        <p:spPr/>
        <p:txBody>
          <a:bodyPr/>
          <a:lstStyle/>
          <a:p>
            <a:r>
              <a:rPr lang="en-GB"/>
              <a:t>Knowledge Transfer Workshop</a:t>
            </a:r>
            <a:endParaRPr lang="en-US"/>
          </a:p>
        </p:txBody>
      </p:sp>
      <p:sp>
        <p:nvSpPr>
          <p:cNvPr id="3" name="Content Placeholder 2">
            <a:extLst>
              <a:ext uri="{FF2B5EF4-FFF2-40B4-BE49-F238E27FC236}">
                <a16:creationId xmlns:a16="http://schemas.microsoft.com/office/drawing/2014/main" id="{754621B5-4B2D-47F9-954C-BD9A729B7F9A}"/>
              </a:ext>
            </a:extLst>
          </p:cNvPr>
          <p:cNvSpPr>
            <a:spLocks noGrp="1"/>
          </p:cNvSpPr>
          <p:nvPr>
            <p:ph sz="quarter" idx="13"/>
          </p:nvPr>
        </p:nvSpPr>
        <p:spPr/>
        <p:txBody>
          <a:bodyPr/>
          <a:lstStyle/>
          <a:p>
            <a:r>
              <a:rPr lang="en-US"/>
              <a:t>09/09/2024</a:t>
            </a:r>
          </a:p>
        </p:txBody>
      </p:sp>
      <p:sp>
        <p:nvSpPr>
          <p:cNvPr id="4" name="Text Placeholder 3">
            <a:extLst>
              <a:ext uri="{FF2B5EF4-FFF2-40B4-BE49-F238E27FC236}">
                <a16:creationId xmlns:a16="http://schemas.microsoft.com/office/drawing/2014/main" id="{26D0D9F7-4553-4231-AE3C-3213E42D315F}"/>
              </a:ext>
            </a:extLst>
          </p:cNvPr>
          <p:cNvSpPr>
            <a:spLocks noGrp="1"/>
          </p:cNvSpPr>
          <p:nvPr>
            <p:ph type="body" sz="quarter" idx="10"/>
          </p:nvPr>
        </p:nvSpPr>
        <p:spPr>
          <a:xfrm>
            <a:off x="762935" y="3917822"/>
            <a:ext cx="7466012" cy="944563"/>
          </a:xfrm>
        </p:spPr>
        <p:txBody>
          <a:bodyPr/>
          <a:lstStyle/>
          <a:p>
            <a:r>
              <a:rPr lang="en-GB"/>
              <a:t>Overview</a:t>
            </a:r>
          </a:p>
        </p:txBody>
      </p:sp>
    </p:spTree>
    <p:extLst>
      <p:ext uri="{BB962C8B-B14F-4D97-AF65-F5344CB8AC3E}">
        <p14:creationId xmlns:p14="http://schemas.microsoft.com/office/powerpoint/2010/main" val="158802986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A9FA03-9FF1-4A48-A014-255ED368AC35}"/>
              </a:ext>
            </a:extLst>
          </p:cNvPr>
          <p:cNvSpPr>
            <a:spLocks noGrp="1"/>
          </p:cNvSpPr>
          <p:nvPr>
            <p:ph type="ctrTitle"/>
          </p:nvPr>
        </p:nvSpPr>
        <p:spPr>
          <a:xfrm>
            <a:off x="457200" y="448158"/>
            <a:ext cx="11277600" cy="636059"/>
          </a:xfrm>
        </p:spPr>
        <p:txBody>
          <a:bodyPr/>
          <a:lstStyle/>
          <a:p>
            <a:r>
              <a:rPr lang="en-US" b="1">
                <a:solidFill>
                  <a:srgbClr val="CD2883"/>
                </a:solidFill>
              </a:rPr>
              <a:t>Agenda</a:t>
            </a:r>
          </a:p>
        </p:txBody>
      </p:sp>
      <p:sp>
        <p:nvSpPr>
          <p:cNvPr id="3" name="Subtitle 2">
            <a:extLst>
              <a:ext uri="{FF2B5EF4-FFF2-40B4-BE49-F238E27FC236}">
                <a16:creationId xmlns:a16="http://schemas.microsoft.com/office/drawing/2014/main" id="{7A442DD2-3BFE-5E40-BB93-999D3BC3B3D8}"/>
              </a:ext>
            </a:extLst>
          </p:cNvPr>
          <p:cNvSpPr>
            <a:spLocks noGrp="1"/>
          </p:cNvSpPr>
          <p:nvPr>
            <p:ph type="subTitle" idx="1"/>
          </p:nvPr>
        </p:nvSpPr>
        <p:spPr>
          <a:xfrm>
            <a:off x="1293221" y="1439817"/>
            <a:ext cx="4664233" cy="5156926"/>
          </a:xfrm>
        </p:spPr>
        <p:txBody>
          <a:bodyPr vert="horz" lIns="0" tIns="0" rIns="0" bIns="0" rtlCol="0" anchor="t">
            <a:noAutofit/>
          </a:bodyPr>
          <a:lstStyle/>
          <a:p>
            <a:pPr indent="-342900">
              <a:lnSpc>
                <a:spcPct val="100000"/>
              </a:lnSpc>
              <a:spcAft>
                <a:spcPts val="0"/>
              </a:spcAft>
              <a:buFont typeface="+mj-lt"/>
              <a:buAutoNum type="arabicPeriod"/>
            </a:pPr>
            <a:r>
              <a:rPr lang="en-US">
                <a:cs typeface="Calibri"/>
              </a:rPr>
              <a:t>Architecture</a:t>
            </a:r>
          </a:p>
          <a:p>
            <a:pPr indent="-342900">
              <a:lnSpc>
                <a:spcPct val="100000"/>
              </a:lnSpc>
              <a:spcAft>
                <a:spcPts val="0"/>
              </a:spcAft>
              <a:buFont typeface="+mj-lt"/>
              <a:buAutoNum type="arabicPeriod"/>
            </a:pPr>
            <a:r>
              <a:rPr lang="en-US">
                <a:cs typeface="Calibri"/>
              </a:rPr>
              <a:t>Data Source</a:t>
            </a:r>
            <a:endParaRPr lang="en-US">
              <a:ea typeface="Calibri"/>
              <a:cs typeface="Calibri"/>
            </a:endParaRPr>
          </a:p>
          <a:p>
            <a:pPr indent="-342900">
              <a:lnSpc>
                <a:spcPct val="100000"/>
              </a:lnSpc>
              <a:spcAft>
                <a:spcPts val="0"/>
              </a:spcAft>
              <a:buFont typeface="+mj-lt"/>
              <a:buAutoNum type="arabicPeriod"/>
            </a:pPr>
            <a:r>
              <a:rPr lang="en-US">
                <a:cs typeface="Calibri"/>
              </a:rPr>
              <a:t>Data Flow &amp; Layers</a:t>
            </a:r>
            <a:r>
              <a:rPr lang="en-IN">
                <a:cs typeface="Calibri"/>
              </a:rPr>
              <a:t> </a:t>
            </a:r>
            <a:endParaRPr lang="en-US">
              <a:ea typeface="Calibri"/>
              <a:cs typeface="Calibri"/>
            </a:endParaRPr>
          </a:p>
          <a:p>
            <a:pPr marL="914400" lvl="3" indent="-514350" algn="l">
              <a:lnSpc>
                <a:spcPct val="100000"/>
              </a:lnSpc>
              <a:spcBef>
                <a:spcPts val="0"/>
              </a:spcBef>
              <a:buFont typeface="+mj-lt"/>
              <a:buAutoNum type="romanLcPeriod"/>
            </a:pPr>
            <a:r>
              <a:rPr lang="en-IN">
                <a:solidFill>
                  <a:srgbClr val="000000"/>
                </a:solidFill>
                <a:latin typeface="Calibri" panose="020F0502020204030204"/>
                <a:cs typeface="Calibri"/>
              </a:rPr>
              <a:t>Source to Raw DLT / Source to Raw</a:t>
            </a:r>
            <a:endParaRPr lang="en-IN">
              <a:solidFill>
                <a:srgbClr val="000000"/>
              </a:solidFill>
              <a:latin typeface="Calibri" panose="020F0502020204030204"/>
              <a:ea typeface="Calibri"/>
              <a:cs typeface="Calibri"/>
            </a:endParaRPr>
          </a:p>
          <a:p>
            <a:pPr marL="914400" lvl="3" indent="-514350" algn="l">
              <a:lnSpc>
                <a:spcPct val="100000"/>
              </a:lnSpc>
              <a:spcBef>
                <a:spcPts val="0"/>
              </a:spcBef>
              <a:buFont typeface="+mj-lt"/>
              <a:buAutoNum type="romanLcPeriod"/>
            </a:pPr>
            <a:r>
              <a:rPr lang="en-US">
                <a:solidFill>
                  <a:srgbClr val="000000"/>
                </a:solidFill>
                <a:latin typeface="Calibri" panose="020F0502020204030204"/>
                <a:cs typeface="Calibri"/>
              </a:rPr>
              <a:t>Raw to </a:t>
            </a:r>
            <a:r>
              <a:rPr lang="en-US" err="1">
                <a:solidFill>
                  <a:srgbClr val="000000"/>
                </a:solidFill>
                <a:latin typeface="Calibri" panose="020F0502020204030204"/>
                <a:cs typeface="Calibri"/>
              </a:rPr>
              <a:t>Standardised</a:t>
            </a:r>
            <a:r>
              <a:rPr lang="en-US">
                <a:solidFill>
                  <a:srgbClr val="000000"/>
                </a:solidFill>
                <a:latin typeface="Calibri" panose="020F0502020204030204"/>
                <a:cs typeface="Calibri"/>
              </a:rPr>
              <a:t> (includes ODA)</a:t>
            </a:r>
            <a:endParaRPr lang="en-US">
              <a:solidFill>
                <a:srgbClr val="000000"/>
              </a:solidFill>
              <a:latin typeface="Calibri" panose="020F0502020204030204"/>
              <a:ea typeface="Calibri"/>
              <a:cs typeface="Calibri"/>
            </a:endParaRPr>
          </a:p>
          <a:p>
            <a:pPr marL="914400" lvl="3" indent="-514350" algn="l">
              <a:lnSpc>
                <a:spcPct val="100000"/>
              </a:lnSpc>
              <a:spcBef>
                <a:spcPts val="0"/>
              </a:spcBef>
              <a:buFont typeface="+mj-lt"/>
              <a:buAutoNum type="romanLcPeriod"/>
            </a:pPr>
            <a:r>
              <a:rPr lang="en-US" err="1">
                <a:solidFill>
                  <a:srgbClr val="000000"/>
                </a:solidFill>
                <a:latin typeface="Calibri" panose="020F0502020204030204"/>
                <a:cs typeface="Calibri"/>
              </a:rPr>
              <a:t>Standardised</a:t>
            </a:r>
            <a:r>
              <a:rPr lang="en-IN">
                <a:solidFill>
                  <a:srgbClr val="000000"/>
                </a:solidFill>
                <a:latin typeface="Calibri" panose="020F0502020204030204"/>
                <a:cs typeface="Calibri"/>
              </a:rPr>
              <a:t> to Conformed (includes BED)</a:t>
            </a:r>
            <a:endParaRPr lang="en-IN">
              <a:latin typeface="+mn-lt"/>
              <a:cs typeface="Calibri"/>
            </a:endParaRPr>
          </a:p>
          <a:p>
            <a:pPr marL="914400" lvl="3" indent="-514350" algn="l">
              <a:lnSpc>
                <a:spcPct val="100000"/>
              </a:lnSpc>
              <a:spcBef>
                <a:spcPts val="0"/>
              </a:spcBef>
              <a:buFont typeface="+mj-lt"/>
              <a:buAutoNum type="romanLcPeriod"/>
            </a:pPr>
            <a:r>
              <a:rPr lang="en-IN">
                <a:solidFill>
                  <a:srgbClr val="000000"/>
                </a:solidFill>
                <a:latin typeface="Calibri" panose="020F0502020204030204"/>
                <a:cs typeface="Calibri"/>
              </a:rPr>
              <a:t>Conformed to DW (Dim -&gt; Bridge -&gt; Fact</a:t>
            </a:r>
            <a:r>
              <a:rPr lang="en-IN">
                <a:solidFill>
                  <a:srgbClr val="000000"/>
                </a:solidFill>
                <a:latin typeface="Calibri" panose="020F0502020204030204"/>
              </a:rPr>
              <a:t>)</a:t>
            </a:r>
            <a:endParaRPr lang="en-IN">
              <a:solidFill>
                <a:srgbClr val="000000"/>
              </a:solidFill>
              <a:latin typeface="Calibri" panose="020F0502020204030204"/>
              <a:ea typeface="Calibri"/>
              <a:cs typeface="Calibri"/>
            </a:endParaRPr>
          </a:p>
          <a:p>
            <a:pPr marL="342900" indent="-342900">
              <a:lnSpc>
                <a:spcPct val="100000"/>
              </a:lnSpc>
              <a:spcAft>
                <a:spcPts val="0"/>
              </a:spcAft>
              <a:buFont typeface="+mj-lt"/>
              <a:buAutoNum type="arabicPeriod"/>
            </a:pPr>
            <a:r>
              <a:rPr lang="en-IN">
                <a:cs typeface="Calibri"/>
              </a:rPr>
              <a:t>Metadata Usage and Task Overlap</a:t>
            </a:r>
            <a:endParaRPr lang="en-US">
              <a:solidFill>
                <a:srgbClr val="FB4D0A"/>
              </a:solidFill>
              <a:ea typeface="Calibri" panose="020F0502020204030204"/>
              <a:cs typeface="Calibri"/>
            </a:endParaRPr>
          </a:p>
          <a:p>
            <a:pPr marL="342900" indent="-342900">
              <a:lnSpc>
                <a:spcPct val="100000"/>
              </a:lnSpc>
              <a:spcAft>
                <a:spcPts val="0"/>
              </a:spcAft>
              <a:buAutoNum type="arabicPeriod"/>
            </a:pPr>
            <a:r>
              <a:rPr lang="en-IN">
                <a:ea typeface="Calibri"/>
                <a:cs typeface="Calibri"/>
              </a:rPr>
              <a:t>Metadata Tables (Config &amp; Audit)</a:t>
            </a:r>
            <a:endParaRPr lang="en-IN">
              <a:cs typeface="Calibri"/>
            </a:endParaRPr>
          </a:p>
          <a:p>
            <a:pPr marL="342900" indent="-342900">
              <a:lnSpc>
                <a:spcPct val="100000"/>
              </a:lnSpc>
              <a:spcAft>
                <a:spcPts val="0"/>
              </a:spcAft>
              <a:buAutoNum type="arabicPeriod"/>
            </a:pPr>
            <a:r>
              <a:rPr lang="en-IN">
                <a:cs typeface="Calibri"/>
              </a:rPr>
              <a:t>Load Schedules</a:t>
            </a:r>
            <a:endParaRPr lang="en-IN">
              <a:ea typeface="Calibri"/>
              <a:cs typeface="Calibri"/>
            </a:endParaRPr>
          </a:p>
          <a:p>
            <a:pPr marL="342900" indent="-342900">
              <a:lnSpc>
                <a:spcPct val="100000"/>
              </a:lnSpc>
              <a:spcAft>
                <a:spcPts val="0"/>
              </a:spcAft>
              <a:buAutoNum type="arabicPeriod"/>
            </a:pPr>
            <a:r>
              <a:rPr lang="en-IN">
                <a:cs typeface="Calibri"/>
              </a:rPr>
              <a:t>Orchestration</a:t>
            </a:r>
            <a:endParaRPr lang="en-US">
              <a:solidFill>
                <a:srgbClr val="FB4D0A"/>
              </a:solidFill>
              <a:cs typeface="Calibri"/>
            </a:endParaRPr>
          </a:p>
          <a:p>
            <a:pPr marL="342900" indent="-342900">
              <a:lnSpc>
                <a:spcPct val="100000"/>
              </a:lnSpc>
              <a:spcAft>
                <a:spcPts val="0"/>
              </a:spcAft>
              <a:buAutoNum type="arabicPeriod"/>
            </a:pPr>
            <a:r>
              <a:rPr lang="en-IN">
                <a:cs typeface="Calibri"/>
              </a:rPr>
              <a:t>Reconciliation</a:t>
            </a:r>
            <a:endParaRPr lang="en-IN"/>
          </a:p>
          <a:p>
            <a:pPr indent="-342900">
              <a:lnSpc>
                <a:spcPct val="100000"/>
              </a:lnSpc>
              <a:spcAft>
                <a:spcPts val="0"/>
              </a:spcAft>
              <a:buFont typeface="+mj-lt"/>
              <a:buAutoNum type="arabicPeriod"/>
            </a:pPr>
            <a:r>
              <a:rPr lang="en-IN">
                <a:cs typeface="Calibri"/>
              </a:rPr>
              <a:t>Pull Requests &amp; Release Pipelines</a:t>
            </a:r>
            <a:endParaRPr lang="en-IN">
              <a:ea typeface="Calibri"/>
              <a:cs typeface="Calibri"/>
            </a:endParaRPr>
          </a:p>
          <a:p>
            <a:pPr indent="-342900">
              <a:lnSpc>
                <a:spcPct val="100000"/>
              </a:lnSpc>
              <a:spcAft>
                <a:spcPts val="0"/>
              </a:spcAft>
              <a:buAutoNum type="arabicPeriod"/>
            </a:pPr>
            <a:r>
              <a:rPr lang="en-IN" err="1">
                <a:ea typeface="Calibri"/>
                <a:cs typeface="Calibri"/>
              </a:rPr>
              <a:t>Catalogs</a:t>
            </a:r>
            <a:r>
              <a:rPr lang="en-IN">
                <a:ea typeface="Calibri"/>
                <a:cs typeface="Calibri"/>
              </a:rPr>
              <a:t> and Squads</a:t>
            </a:r>
            <a:endParaRPr lang="en-IN">
              <a:ea typeface="Calibri"/>
            </a:endParaRPr>
          </a:p>
          <a:p>
            <a:pPr indent="-342900">
              <a:lnSpc>
                <a:spcPct val="100000"/>
              </a:lnSpc>
              <a:spcAft>
                <a:spcPts val="0"/>
              </a:spcAft>
              <a:buFont typeface="Calibri Light" panose="020F0302020204030204"/>
              <a:buAutoNum type="arabicPeriod"/>
            </a:pPr>
            <a:endParaRPr lang="en-IN">
              <a:ea typeface="Calibri"/>
            </a:endParaRPr>
          </a:p>
          <a:p>
            <a:pPr indent="-342900">
              <a:lnSpc>
                <a:spcPct val="100000"/>
              </a:lnSpc>
              <a:spcAft>
                <a:spcPts val="0"/>
              </a:spcAft>
              <a:buClr>
                <a:srgbClr val="000000"/>
              </a:buClr>
              <a:buFont typeface="Calibri Light" panose="020F0302020204030204"/>
              <a:buAutoNum type="arabicPeriod"/>
            </a:pPr>
            <a:endParaRPr lang="en-IN">
              <a:latin typeface="Calibri" panose="020F0502020204030204"/>
              <a:ea typeface="Calibri"/>
            </a:endParaRPr>
          </a:p>
          <a:p>
            <a:pPr marL="914400" lvl="3" indent="-514350">
              <a:lnSpc>
                <a:spcPct val="100000"/>
              </a:lnSpc>
              <a:spcAft>
                <a:spcPts val="0"/>
              </a:spcAft>
              <a:buFont typeface="+mj-lt"/>
              <a:buAutoNum type="romanLcPeriod"/>
            </a:pPr>
            <a:endParaRPr lang="en-IN">
              <a:latin typeface="Calibri Light" panose="020F0302020204030204"/>
              <a:ea typeface="Calibri"/>
              <a:cs typeface="Calibri" panose="020F0502020204030204" pitchFamily="34" charset="0"/>
            </a:endParaRPr>
          </a:p>
          <a:p>
            <a:pPr marL="914400" lvl="3" indent="-514350" algn="l">
              <a:lnSpc>
                <a:spcPct val="100000"/>
              </a:lnSpc>
              <a:spcBef>
                <a:spcPts val="0"/>
              </a:spcBef>
              <a:buFont typeface="+mj-lt"/>
              <a:buAutoNum type="romanLcPeriod"/>
            </a:pPr>
            <a:endParaRPr lang="en-US">
              <a:latin typeface="Calibri" panose="020F0502020204030204"/>
              <a:ea typeface="Calibri"/>
              <a:cs typeface="Calibri" panose="020F0502020204030204" pitchFamily="34" charset="0"/>
            </a:endParaRPr>
          </a:p>
        </p:txBody>
      </p:sp>
      <p:sp>
        <p:nvSpPr>
          <p:cNvPr id="5" name="Rectangle 4">
            <a:extLst>
              <a:ext uri="{FF2B5EF4-FFF2-40B4-BE49-F238E27FC236}">
                <a16:creationId xmlns:a16="http://schemas.microsoft.com/office/drawing/2014/main" id="{E3008B6E-768D-71EE-AE58-5077EFB7E4B5}"/>
              </a:ext>
            </a:extLst>
          </p:cNvPr>
          <p:cNvSpPr/>
          <p:nvPr/>
        </p:nvSpPr>
        <p:spPr>
          <a:xfrm>
            <a:off x="8211523" y="6472409"/>
            <a:ext cx="2728225" cy="302964"/>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 name="Rectangle 6">
            <a:extLst>
              <a:ext uri="{FF2B5EF4-FFF2-40B4-BE49-F238E27FC236}">
                <a16:creationId xmlns:a16="http://schemas.microsoft.com/office/drawing/2014/main" id="{D388D5D6-E307-1262-C720-D10796BBE984}"/>
              </a:ext>
            </a:extLst>
          </p:cNvPr>
          <p:cNvSpPr/>
          <p:nvPr/>
        </p:nvSpPr>
        <p:spPr>
          <a:xfrm>
            <a:off x="11005851" y="6290631"/>
            <a:ext cx="837282" cy="35254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173079785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ACC82C90-666D-3DA3-0CF6-A8581EEB3F09}"/>
              </a:ext>
            </a:extLst>
          </p:cNvPr>
          <p:cNvSpPr/>
          <p:nvPr/>
        </p:nvSpPr>
        <p:spPr>
          <a:xfrm>
            <a:off x="8211523" y="6472409"/>
            <a:ext cx="2728225" cy="302964"/>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 name="Rectangle 6">
            <a:extLst>
              <a:ext uri="{FF2B5EF4-FFF2-40B4-BE49-F238E27FC236}">
                <a16:creationId xmlns:a16="http://schemas.microsoft.com/office/drawing/2014/main" id="{0F680E2B-130F-5563-FC28-26D7A8A05EDB}"/>
              </a:ext>
            </a:extLst>
          </p:cNvPr>
          <p:cNvSpPr/>
          <p:nvPr/>
        </p:nvSpPr>
        <p:spPr>
          <a:xfrm>
            <a:off x="11005851" y="6290631"/>
            <a:ext cx="837282" cy="35254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2" name="Picture 1" descr="A diagram of a software company&#10;&#10;AI-generated content may be incorrect.">
            <a:extLst>
              <a:ext uri="{FF2B5EF4-FFF2-40B4-BE49-F238E27FC236}">
                <a16:creationId xmlns:a16="http://schemas.microsoft.com/office/drawing/2014/main" id="{9DB287B7-74FE-DDE6-12C7-290775AA1377}"/>
              </a:ext>
            </a:extLst>
          </p:cNvPr>
          <p:cNvPicPr>
            <a:picLocks noChangeAspect="1"/>
          </p:cNvPicPr>
          <p:nvPr/>
        </p:nvPicPr>
        <p:blipFill>
          <a:blip r:embed="rId2"/>
          <a:stretch>
            <a:fillRect/>
          </a:stretch>
        </p:blipFill>
        <p:spPr>
          <a:xfrm>
            <a:off x="1945821" y="480786"/>
            <a:ext cx="8303840" cy="5887358"/>
          </a:xfrm>
          <a:prstGeom prst="rect">
            <a:avLst/>
          </a:prstGeom>
        </p:spPr>
      </p:pic>
      <p:sp>
        <p:nvSpPr>
          <p:cNvPr id="5" name="Title 1">
            <a:extLst>
              <a:ext uri="{FF2B5EF4-FFF2-40B4-BE49-F238E27FC236}">
                <a16:creationId xmlns:a16="http://schemas.microsoft.com/office/drawing/2014/main" id="{226268C5-42F0-377A-C633-B3B4CB0A59E7}"/>
              </a:ext>
            </a:extLst>
          </p:cNvPr>
          <p:cNvSpPr>
            <a:spLocks noGrp="1"/>
          </p:cNvSpPr>
          <p:nvPr>
            <p:ph type="ctrTitle"/>
          </p:nvPr>
        </p:nvSpPr>
        <p:spPr>
          <a:xfrm>
            <a:off x="457200" y="385141"/>
            <a:ext cx="11277600" cy="936386"/>
          </a:xfrm>
        </p:spPr>
        <p:txBody>
          <a:bodyPr/>
          <a:lstStyle/>
          <a:p>
            <a:r>
              <a:rPr lang="en-US" b="1">
                <a:solidFill>
                  <a:srgbClr val="CD2883"/>
                </a:solidFill>
              </a:rPr>
              <a:t>Architecture</a:t>
            </a:r>
          </a:p>
        </p:txBody>
      </p:sp>
    </p:spTree>
    <p:extLst>
      <p:ext uri="{BB962C8B-B14F-4D97-AF65-F5344CB8AC3E}">
        <p14:creationId xmlns:p14="http://schemas.microsoft.com/office/powerpoint/2010/main" val="125505565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a:spLocks noGrp="1"/>
          </p:cNvSpPr>
          <p:nvPr>
            <p:ph type="ctrTitle"/>
          </p:nvPr>
        </p:nvSpPr>
        <p:spPr>
          <a:xfrm>
            <a:off x="457200" y="385141"/>
            <a:ext cx="11277600" cy="936386"/>
          </a:xfrm>
        </p:spPr>
        <p:txBody>
          <a:bodyPr/>
          <a:lstStyle/>
          <a:p>
            <a:r>
              <a:rPr lang="en-US" b="1">
                <a:solidFill>
                  <a:srgbClr val="CD2883"/>
                </a:solidFill>
              </a:rPr>
              <a:t>Data Sources</a:t>
            </a:r>
          </a:p>
        </p:txBody>
      </p:sp>
      <p:sp>
        <p:nvSpPr>
          <p:cNvPr id="3" name="Rectangle 2">
            <a:extLst>
              <a:ext uri="{FF2B5EF4-FFF2-40B4-BE49-F238E27FC236}">
                <a16:creationId xmlns:a16="http://schemas.microsoft.com/office/drawing/2014/main" id="{5501A95E-AE35-8BF4-F596-ABF11971A7B7}"/>
              </a:ext>
            </a:extLst>
          </p:cNvPr>
          <p:cNvSpPr/>
          <p:nvPr/>
        </p:nvSpPr>
        <p:spPr>
          <a:xfrm>
            <a:off x="8211523" y="6472409"/>
            <a:ext cx="2728225" cy="302964"/>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 name="Rectangle 5">
            <a:extLst>
              <a:ext uri="{FF2B5EF4-FFF2-40B4-BE49-F238E27FC236}">
                <a16:creationId xmlns:a16="http://schemas.microsoft.com/office/drawing/2014/main" id="{AE6F97DF-0129-292A-A676-6A8755B54DDC}"/>
              </a:ext>
            </a:extLst>
          </p:cNvPr>
          <p:cNvSpPr/>
          <p:nvPr/>
        </p:nvSpPr>
        <p:spPr>
          <a:xfrm>
            <a:off x="11005851" y="6290631"/>
            <a:ext cx="837282" cy="35254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aphicFrame>
        <p:nvGraphicFramePr>
          <p:cNvPr id="2" name="Table 1">
            <a:extLst>
              <a:ext uri="{FF2B5EF4-FFF2-40B4-BE49-F238E27FC236}">
                <a16:creationId xmlns:a16="http://schemas.microsoft.com/office/drawing/2014/main" id="{64D35E74-09D4-04A0-54C2-A374218D8504}"/>
              </a:ext>
            </a:extLst>
          </p:cNvPr>
          <p:cNvGraphicFramePr>
            <a:graphicFrameLocks noGrp="1"/>
          </p:cNvGraphicFramePr>
          <p:nvPr>
            <p:extLst>
              <p:ext uri="{D42A27DB-BD31-4B8C-83A1-F6EECF244321}">
                <p14:modId xmlns:p14="http://schemas.microsoft.com/office/powerpoint/2010/main" val="2309325690"/>
              </p:ext>
            </p:extLst>
          </p:nvPr>
        </p:nvGraphicFramePr>
        <p:xfrm>
          <a:off x="2492895" y="1331976"/>
          <a:ext cx="7206208" cy="4831542"/>
        </p:xfrm>
        <a:graphic>
          <a:graphicData uri="http://schemas.openxmlformats.org/drawingml/2006/table">
            <a:tbl>
              <a:tblPr firstRow="1" bandRow="1">
                <a:tableStyleId>{5C22544A-7EE6-4342-B048-85BDC9FD1C3A}</a:tableStyleId>
              </a:tblPr>
              <a:tblGrid>
                <a:gridCol w="2172393">
                  <a:extLst>
                    <a:ext uri="{9D8B030D-6E8A-4147-A177-3AD203B41FA5}">
                      <a16:colId xmlns:a16="http://schemas.microsoft.com/office/drawing/2014/main" val="1056872303"/>
                    </a:ext>
                  </a:extLst>
                </a:gridCol>
                <a:gridCol w="1662544">
                  <a:extLst>
                    <a:ext uri="{9D8B030D-6E8A-4147-A177-3AD203B41FA5}">
                      <a16:colId xmlns:a16="http://schemas.microsoft.com/office/drawing/2014/main" val="3001603572"/>
                    </a:ext>
                  </a:extLst>
                </a:gridCol>
                <a:gridCol w="1320799">
                  <a:extLst>
                    <a:ext uri="{9D8B030D-6E8A-4147-A177-3AD203B41FA5}">
                      <a16:colId xmlns:a16="http://schemas.microsoft.com/office/drawing/2014/main" val="3347287933"/>
                    </a:ext>
                  </a:extLst>
                </a:gridCol>
                <a:gridCol w="2050472">
                  <a:extLst>
                    <a:ext uri="{9D8B030D-6E8A-4147-A177-3AD203B41FA5}">
                      <a16:colId xmlns:a16="http://schemas.microsoft.com/office/drawing/2014/main" val="1339315122"/>
                    </a:ext>
                  </a:extLst>
                </a:gridCol>
              </a:tblGrid>
              <a:tr h="616897">
                <a:tc>
                  <a:txBody>
                    <a:bodyPr/>
                    <a:lstStyle/>
                    <a:p>
                      <a:pPr algn="ctr"/>
                      <a:r>
                        <a:rPr lang="en-US"/>
                        <a:t>Source Name</a:t>
                      </a:r>
                    </a:p>
                  </a:txBody>
                  <a:tcPr anchor="ctr">
                    <a:solidFill>
                      <a:srgbClr val="E4017E"/>
                    </a:solidFill>
                  </a:tcPr>
                </a:tc>
                <a:tc>
                  <a:txBody>
                    <a:bodyPr/>
                    <a:lstStyle/>
                    <a:p>
                      <a:pPr algn="ctr"/>
                      <a:r>
                        <a:rPr lang="en-US"/>
                        <a:t>Source Platform</a:t>
                      </a:r>
                    </a:p>
                  </a:txBody>
                  <a:tcPr anchor="ctr">
                    <a:solidFill>
                      <a:srgbClr val="E4017E"/>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t>Frequency</a:t>
                      </a:r>
                    </a:p>
                  </a:txBody>
                  <a:tcPr anchor="ctr">
                    <a:solidFill>
                      <a:srgbClr val="E4017E"/>
                    </a:solidFill>
                  </a:tcPr>
                </a:tc>
                <a:tc>
                  <a:txBody>
                    <a:bodyPr/>
                    <a:lstStyle/>
                    <a:p>
                      <a:pPr algn="ctr"/>
                      <a:r>
                        <a:rPr lang="en-US"/>
                        <a:t>Subject Area</a:t>
                      </a:r>
                    </a:p>
                  </a:txBody>
                  <a:tcPr anchor="ctr">
                    <a:solidFill>
                      <a:srgbClr val="E4017E"/>
                    </a:solidFill>
                  </a:tcPr>
                </a:tc>
                <a:extLst>
                  <a:ext uri="{0D108BD9-81ED-4DB2-BD59-A6C34878D82A}">
                    <a16:rowId xmlns:a16="http://schemas.microsoft.com/office/drawing/2014/main" val="973775198"/>
                  </a:ext>
                </a:extLst>
              </a:tr>
              <a:tr h="346271">
                <a:tc>
                  <a:txBody>
                    <a:bodyPr/>
                    <a:lstStyle/>
                    <a:p>
                      <a:r>
                        <a:rPr lang="en-US">
                          <a:solidFill>
                            <a:schemeClr val="accent6">
                              <a:lumMod val="10000"/>
                            </a:schemeClr>
                          </a:solidFill>
                        </a:rPr>
                        <a:t>Subscribe</a:t>
                      </a:r>
                    </a:p>
                  </a:txBody>
                  <a:tcPr anchor="ctr"/>
                </a:tc>
                <a:tc>
                  <a:txBody>
                    <a:bodyPr/>
                    <a:lstStyle/>
                    <a:p>
                      <a:r>
                        <a:rPr lang="en-US">
                          <a:solidFill>
                            <a:schemeClr val="accent6">
                              <a:lumMod val="10000"/>
                            </a:schemeClr>
                          </a:solidFill>
                        </a:rPr>
                        <a:t>Database (HVR)</a:t>
                      </a:r>
                    </a:p>
                  </a:txBody>
                  <a:tcPr anchor="ctr"/>
                </a:tc>
                <a:tc>
                  <a:txBody>
                    <a:bodyPr/>
                    <a:lstStyle/>
                    <a:p>
                      <a:r>
                        <a:rPr lang="en-US">
                          <a:solidFill>
                            <a:schemeClr val="accent6">
                              <a:lumMod val="10000"/>
                            </a:schemeClr>
                          </a:solidFill>
                        </a:rPr>
                        <a:t>Twice a day</a:t>
                      </a:r>
                    </a:p>
                  </a:txBody>
                  <a:tcPr anchor="ctr"/>
                </a:tc>
                <a:tc>
                  <a:txBody>
                    <a:bodyPr/>
                    <a:lstStyle/>
                    <a:p>
                      <a:r>
                        <a:rPr lang="en-US">
                          <a:solidFill>
                            <a:schemeClr val="accent6">
                              <a:lumMod val="10000"/>
                            </a:schemeClr>
                          </a:solidFill>
                        </a:rPr>
                        <a:t>London Inwards Policy</a:t>
                      </a:r>
                    </a:p>
                  </a:txBody>
                  <a:tcPr anchor="ctr"/>
                </a:tc>
                <a:extLst>
                  <a:ext uri="{0D108BD9-81ED-4DB2-BD59-A6C34878D82A}">
                    <a16:rowId xmlns:a16="http://schemas.microsoft.com/office/drawing/2014/main" val="2235498560"/>
                  </a:ext>
                </a:extLst>
              </a:tr>
              <a:tr h="352737">
                <a:tc>
                  <a:txBody>
                    <a:bodyPr/>
                    <a:lstStyle/>
                    <a:p>
                      <a:r>
                        <a:rPr lang="en-US">
                          <a:solidFill>
                            <a:schemeClr val="accent6">
                              <a:lumMod val="10000"/>
                            </a:schemeClr>
                          </a:solidFill>
                        </a:rPr>
                        <a:t>Elgar</a:t>
                      </a:r>
                    </a:p>
                  </a:txBody>
                  <a:tcPr anchor="ctr"/>
                </a:tc>
                <a:tc>
                  <a:txBody>
                    <a:bodyPr/>
                    <a:lstStyle/>
                    <a:p>
                      <a:r>
                        <a:rPr lang="en-US">
                          <a:solidFill>
                            <a:schemeClr val="accent6">
                              <a:lumMod val="10000"/>
                            </a:schemeClr>
                          </a:solidFill>
                        </a:rPr>
                        <a:t>Database (HVR)</a:t>
                      </a:r>
                    </a:p>
                  </a:txBody>
                  <a:tcPr anchor="ctr"/>
                </a:tc>
                <a:tc>
                  <a:txBody>
                    <a:bodyPr/>
                    <a:lstStyle/>
                    <a:p>
                      <a:r>
                        <a:rPr lang="en-US">
                          <a:solidFill>
                            <a:schemeClr val="accent6">
                              <a:lumMod val="10000"/>
                            </a:schemeClr>
                          </a:solidFill>
                        </a:rPr>
                        <a:t>Twice a day</a:t>
                      </a:r>
                    </a:p>
                  </a:txBody>
                  <a:tcPr anchor="ctr"/>
                </a:tc>
                <a:tc>
                  <a:txBody>
                    <a:bodyPr/>
                    <a:lstStyle/>
                    <a:p>
                      <a:r>
                        <a:rPr lang="en-US">
                          <a:solidFill>
                            <a:schemeClr val="accent6">
                              <a:lumMod val="10000"/>
                            </a:schemeClr>
                          </a:solidFill>
                        </a:rPr>
                        <a:t>Outwards Policy</a:t>
                      </a:r>
                    </a:p>
                  </a:txBody>
                  <a:tcPr anchor="ctr"/>
                </a:tc>
                <a:extLst>
                  <a:ext uri="{0D108BD9-81ED-4DB2-BD59-A6C34878D82A}">
                    <a16:rowId xmlns:a16="http://schemas.microsoft.com/office/drawing/2014/main" val="4230442945"/>
                  </a:ext>
                </a:extLst>
              </a:tr>
              <a:tr h="649316">
                <a:tc>
                  <a:txBody>
                    <a:bodyPr/>
                    <a:lstStyle/>
                    <a:p>
                      <a:r>
                        <a:rPr lang="en-US">
                          <a:solidFill>
                            <a:schemeClr val="accent6">
                              <a:lumMod val="10000"/>
                            </a:schemeClr>
                          </a:solidFill>
                        </a:rPr>
                        <a:t>RI </a:t>
                      </a:r>
                    </a:p>
                    <a:p>
                      <a:r>
                        <a:rPr lang="en-US">
                          <a:solidFill>
                            <a:schemeClr val="accent6">
                              <a:lumMod val="10000"/>
                            </a:schemeClr>
                          </a:solidFill>
                        </a:rPr>
                        <a:t>(Split &amp; Spreadsheet)</a:t>
                      </a:r>
                    </a:p>
                  </a:txBody>
                  <a:tcPr anchor="ctr"/>
                </a:tc>
                <a:tc>
                  <a:txBody>
                    <a:bodyPr/>
                    <a:lstStyle/>
                    <a:p>
                      <a:r>
                        <a:rPr lang="en-US">
                          <a:solidFill>
                            <a:schemeClr val="accent6">
                              <a:lumMod val="10000"/>
                            </a:schemeClr>
                          </a:solidFill>
                        </a:rPr>
                        <a:t>Flat Files</a:t>
                      </a:r>
                    </a:p>
                  </a:txBody>
                  <a:tcPr anchor="ctr"/>
                </a:tc>
                <a:tc>
                  <a:txBody>
                    <a:bodyPr/>
                    <a:lstStyle/>
                    <a:p>
                      <a:r>
                        <a:rPr lang="en-US" err="1">
                          <a:solidFill>
                            <a:schemeClr val="accent6">
                              <a:lumMod val="10000"/>
                            </a:schemeClr>
                          </a:solidFill>
                        </a:rPr>
                        <a:t>Adhoc</a:t>
                      </a:r>
                      <a:endParaRPr lang="en-US">
                        <a:solidFill>
                          <a:schemeClr val="accent6">
                            <a:lumMod val="10000"/>
                          </a:schemeClr>
                        </a:solidFill>
                      </a:endParaRPr>
                    </a:p>
                  </a:txBody>
                  <a:tcPr anchor="ctr"/>
                </a:tc>
                <a:tc>
                  <a:txBody>
                    <a:bodyPr/>
                    <a:lstStyle/>
                    <a:p>
                      <a:r>
                        <a:rPr lang="en-US">
                          <a:solidFill>
                            <a:schemeClr val="accent6">
                              <a:lumMod val="10000"/>
                            </a:schemeClr>
                          </a:solidFill>
                        </a:rPr>
                        <a:t>Re-Insurance</a:t>
                      </a:r>
                    </a:p>
                  </a:txBody>
                  <a:tcPr anchor="ctr"/>
                </a:tc>
                <a:extLst>
                  <a:ext uri="{0D108BD9-81ED-4DB2-BD59-A6C34878D82A}">
                    <a16:rowId xmlns:a16="http://schemas.microsoft.com/office/drawing/2014/main" val="2092432871"/>
                  </a:ext>
                </a:extLst>
              </a:tr>
              <a:tr h="618837">
                <a:tc>
                  <a:txBody>
                    <a:bodyPr/>
                    <a:lstStyle/>
                    <a:p>
                      <a:r>
                        <a:rPr lang="en-US">
                          <a:solidFill>
                            <a:schemeClr val="accent6">
                              <a:lumMod val="10000"/>
                            </a:schemeClr>
                          </a:solidFill>
                        </a:rPr>
                        <a:t>FX</a:t>
                      </a:r>
                    </a:p>
                    <a:p>
                      <a:r>
                        <a:rPr lang="en-US">
                          <a:solidFill>
                            <a:schemeClr val="accent6">
                              <a:lumMod val="10000"/>
                            </a:schemeClr>
                          </a:solidFill>
                        </a:rPr>
                        <a:t>(</a:t>
                      </a:r>
                      <a:r>
                        <a:rPr lang="en-US" err="1">
                          <a:solidFill>
                            <a:schemeClr val="accent6">
                              <a:lumMod val="10000"/>
                            </a:schemeClr>
                          </a:solidFill>
                        </a:rPr>
                        <a:t>Oanda</a:t>
                      </a:r>
                      <a:r>
                        <a:rPr lang="en-US">
                          <a:solidFill>
                            <a:schemeClr val="accent6">
                              <a:lumMod val="10000"/>
                            </a:schemeClr>
                          </a:solidFill>
                        </a:rPr>
                        <a:t> API &amp; Files)</a:t>
                      </a:r>
                    </a:p>
                  </a:txBody>
                  <a:tcPr anchor="ctr"/>
                </a:tc>
                <a:tc>
                  <a:txBody>
                    <a:bodyPr/>
                    <a:lstStyle/>
                    <a:p>
                      <a:r>
                        <a:rPr lang="en-US">
                          <a:solidFill>
                            <a:schemeClr val="accent6">
                              <a:lumMod val="10000"/>
                            </a:schemeClr>
                          </a:solidFill>
                        </a:rPr>
                        <a:t>API &amp; </a:t>
                      </a:r>
                    </a:p>
                    <a:p>
                      <a:r>
                        <a:rPr lang="en-US">
                          <a:solidFill>
                            <a:schemeClr val="accent6">
                              <a:lumMod val="10000"/>
                            </a:schemeClr>
                          </a:solidFill>
                        </a:rPr>
                        <a:t>Flat</a:t>
                      </a:r>
                      <a:r>
                        <a:rPr lang="en-US" baseline="0">
                          <a:solidFill>
                            <a:schemeClr val="accent6">
                              <a:lumMod val="10000"/>
                            </a:schemeClr>
                          </a:solidFill>
                        </a:rPr>
                        <a:t> Files</a:t>
                      </a:r>
                      <a:endParaRPr lang="en-US">
                        <a:solidFill>
                          <a:schemeClr val="accent6">
                            <a:lumMod val="10000"/>
                          </a:schemeClr>
                        </a:solidFill>
                      </a:endParaRPr>
                    </a:p>
                  </a:txBody>
                  <a:tcPr anchor="ctr"/>
                </a:tc>
                <a:tc>
                  <a:txBody>
                    <a:bodyPr/>
                    <a:lstStyle/>
                    <a:p>
                      <a:r>
                        <a:rPr lang="en-US">
                          <a:solidFill>
                            <a:schemeClr val="accent6">
                              <a:lumMod val="10000"/>
                            </a:schemeClr>
                          </a:solidFill>
                        </a:rPr>
                        <a:t>Daily &amp;</a:t>
                      </a:r>
                    </a:p>
                    <a:p>
                      <a:r>
                        <a:rPr lang="en-US" err="1">
                          <a:solidFill>
                            <a:schemeClr val="accent6">
                              <a:lumMod val="10000"/>
                            </a:schemeClr>
                          </a:solidFill>
                        </a:rPr>
                        <a:t>Adhoc</a:t>
                      </a:r>
                      <a:endParaRPr lang="en-US">
                        <a:solidFill>
                          <a:schemeClr val="accent6">
                            <a:lumMod val="10000"/>
                          </a:schemeClr>
                        </a:solidFill>
                      </a:endParaRPr>
                    </a:p>
                  </a:txBody>
                  <a:tcPr anchor="ctr"/>
                </a:tc>
                <a:tc>
                  <a:txBody>
                    <a:bodyPr/>
                    <a:lstStyle/>
                    <a:p>
                      <a:r>
                        <a:rPr lang="en-US">
                          <a:solidFill>
                            <a:schemeClr val="accent6">
                              <a:lumMod val="10000"/>
                            </a:schemeClr>
                          </a:solidFill>
                        </a:rPr>
                        <a:t>Exchange</a:t>
                      </a:r>
                      <a:r>
                        <a:rPr lang="en-US" baseline="0">
                          <a:solidFill>
                            <a:schemeClr val="accent6">
                              <a:lumMod val="10000"/>
                            </a:schemeClr>
                          </a:solidFill>
                        </a:rPr>
                        <a:t> Rate</a:t>
                      </a:r>
                      <a:endParaRPr lang="en-US">
                        <a:solidFill>
                          <a:schemeClr val="accent6">
                            <a:lumMod val="10000"/>
                          </a:schemeClr>
                        </a:solidFill>
                      </a:endParaRPr>
                    </a:p>
                  </a:txBody>
                  <a:tcPr anchor="ctr"/>
                </a:tc>
                <a:extLst>
                  <a:ext uri="{0D108BD9-81ED-4DB2-BD59-A6C34878D82A}">
                    <a16:rowId xmlns:a16="http://schemas.microsoft.com/office/drawing/2014/main" val="977315425"/>
                  </a:ext>
                </a:extLst>
              </a:tr>
              <a:tr h="616066">
                <a:tc>
                  <a:txBody>
                    <a:bodyPr/>
                    <a:lstStyle/>
                    <a:p>
                      <a:r>
                        <a:rPr lang="en-US">
                          <a:solidFill>
                            <a:schemeClr val="accent6">
                              <a:lumMod val="10000"/>
                            </a:schemeClr>
                          </a:solidFill>
                        </a:rPr>
                        <a:t>MDS</a:t>
                      </a:r>
                    </a:p>
                  </a:txBody>
                  <a:tcPr anchor="ctr"/>
                </a:tc>
                <a:tc>
                  <a:txBody>
                    <a:bodyPr/>
                    <a:lstStyle/>
                    <a:p>
                      <a:r>
                        <a:rPr lang="en-US">
                          <a:solidFill>
                            <a:schemeClr val="accent6">
                              <a:lumMod val="10000"/>
                            </a:schemeClr>
                          </a:solidFill>
                        </a:rPr>
                        <a:t>Database</a:t>
                      </a:r>
                    </a:p>
                  </a:txBody>
                  <a:tcPr anchor="ctr"/>
                </a:tc>
                <a:tc>
                  <a:txBody>
                    <a:bodyPr/>
                    <a:lstStyle/>
                    <a:p>
                      <a:r>
                        <a:rPr lang="en-US">
                          <a:solidFill>
                            <a:schemeClr val="accent6">
                              <a:lumMod val="10000"/>
                            </a:schemeClr>
                          </a:solidFill>
                        </a:rPr>
                        <a:t>Daily</a:t>
                      </a:r>
                    </a:p>
                  </a:txBody>
                  <a:tcPr anchor="ctr"/>
                </a:tc>
                <a:tc>
                  <a:txBody>
                    <a:bodyPr/>
                    <a:lstStyle/>
                    <a:p>
                      <a:r>
                        <a:rPr lang="en-US">
                          <a:solidFill>
                            <a:schemeClr val="accent6">
                              <a:lumMod val="10000"/>
                            </a:schemeClr>
                          </a:solidFill>
                        </a:rPr>
                        <a:t>Master Data Service</a:t>
                      </a:r>
                    </a:p>
                  </a:txBody>
                  <a:tcPr anchor="ctr"/>
                </a:tc>
                <a:extLst>
                  <a:ext uri="{0D108BD9-81ED-4DB2-BD59-A6C34878D82A}">
                    <a16:rowId xmlns:a16="http://schemas.microsoft.com/office/drawing/2014/main" val="16136281"/>
                  </a:ext>
                </a:extLst>
              </a:tr>
              <a:tr h="606737">
                <a:tc>
                  <a:txBody>
                    <a:bodyPr/>
                    <a:lstStyle/>
                    <a:p>
                      <a:r>
                        <a:rPr lang="en-US">
                          <a:solidFill>
                            <a:schemeClr val="accent6">
                              <a:lumMod val="10000"/>
                            </a:schemeClr>
                          </a:solidFill>
                        </a:rPr>
                        <a:t>Bordereaux</a:t>
                      </a:r>
                    </a:p>
                    <a:p>
                      <a:r>
                        <a:rPr lang="en-US">
                          <a:solidFill>
                            <a:schemeClr val="accent6">
                              <a:lumMod val="10000"/>
                            </a:schemeClr>
                          </a:solidFill>
                        </a:rPr>
                        <a:t>(</a:t>
                      </a:r>
                      <a:r>
                        <a:rPr lang="en-US" err="1">
                          <a:solidFill>
                            <a:schemeClr val="accent6">
                              <a:lumMod val="10000"/>
                            </a:schemeClr>
                          </a:solidFill>
                        </a:rPr>
                        <a:t>Intrali</a:t>
                      </a:r>
                      <a:r>
                        <a:rPr lang="en-US" baseline="0">
                          <a:solidFill>
                            <a:schemeClr val="accent6">
                              <a:lumMod val="10000"/>
                            </a:schemeClr>
                          </a:solidFill>
                        </a:rPr>
                        <a:t> &amp; Viper)</a:t>
                      </a:r>
                      <a:endParaRPr lang="en-US">
                        <a:solidFill>
                          <a:schemeClr val="accent6">
                            <a:lumMod val="10000"/>
                          </a:schemeClr>
                        </a:solidFill>
                      </a:endParaRPr>
                    </a:p>
                  </a:txBody>
                  <a:tcPr anchor="ctr"/>
                </a:tc>
                <a:tc>
                  <a:txBody>
                    <a:bodyPr/>
                    <a:lstStyle/>
                    <a:p>
                      <a:r>
                        <a:rPr lang="en-US">
                          <a:solidFill>
                            <a:schemeClr val="accent6">
                              <a:lumMod val="10000"/>
                            </a:schemeClr>
                          </a:solidFill>
                        </a:rPr>
                        <a:t>Database</a:t>
                      </a:r>
                    </a:p>
                  </a:txBody>
                  <a:tcPr anchor="ctr"/>
                </a:tc>
                <a:tc>
                  <a:txBody>
                    <a:bodyPr/>
                    <a:lstStyle/>
                    <a:p>
                      <a:r>
                        <a:rPr lang="en-US">
                          <a:solidFill>
                            <a:schemeClr val="accent6">
                              <a:lumMod val="10000"/>
                            </a:schemeClr>
                          </a:solidFill>
                        </a:rPr>
                        <a:t>Daily</a:t>
                      </a:r>
                    </a:p>
                  </a:txBody>
                  <a:tcPr anchor="ctr"/>
                </a:tc>
                <a:tc>
                  <a:txBody>
                    <a:bodyPr/>
                    <a:lstStyle/>
                    <a:p>
                      <a:r>
                        <a:rPr lang="en-US">
                          <a:solidFill>
                            <a:schemeClr val="accent6">
                              <a:lumMod val="10000"/>
                            </a:schemeClr>
                          </a:solidFill>
                        </a:rPr>
                        <a:t>Bordereaux</a:t>
                      </a:r>
                    </a:p>
                  </a:txBody>
                  <a:tcPr anchor="ctr"/>
                </a:tc>
                <a:extLst>
                  <a:ext uri="{0D108BD9-81ED-4DB2-BD59-A6C34878D82A}">
                    <a16:rowId xmlns:a16="http://schemas.microsoft.com/office/drawing/2014/main" val="1102426518"/>
                  </a:ext>
                </a:extLst>
              </a:tr>
              <a:tr h="606736">
                <a:tc>
                  <a:txBody>
                    <a:bodyPr/>
                    <a:lstStyle/>
                    <a:p>
                      <a:pPr lvl="0">
                        <a:buNone/>
                      </a:pPr>
                      <a:r>
                        <a:rPr lang="en-US" sz="1800" b="0" i="0" u="none" strike="noStrike" baseline="0" noProof="0">
                          <a:solidFill>
                            <a:schemeClr val="accent6">
                              <a:lumMod val="10000"/>
                            </a:schemeClr>
                          </a:solidFill>
                          <a:latin typeface="Calibri"/>
                        </a:rPr>
                        <a:t>Overseas</a:t>
                      </a:r>
                      <a:endParaRPr lang="en-US"/>
                    </a:p>
                  </a:txBody>
                  <a:tcPr anchor="ctr"/>
                </a:tc>
                <a:tc>
                  <a:txBody>
                    <a:bodyPr/>
                    <a:lstStyle/>
                    <a:p>
                      <a:pPr lvl="0">
                        <a:buNone/>
                      </a:pPr>
                      <a:r>
                        <a:rPr lang="en-US">
                          <a:solidFill>
                            <a:schemeClr val="accent6">
                              <a:lumMod val="10000"/>
                            </a:schemeClr>
                          </a:solidFill>
                        </a:rPr>
                        <a:t>Database</a:t>
                      </a:r>
                    </a:p>
                  </a:txBody>
                  <a:tcPr anchor="ctr"/>
                </a:tc>
                <a:tc>
                  <a:txBody>
                    <a:bodyPr/>
                    <a:lstStyle/>
                    <a:p>
                      <a:pPr lvl="0">
                        <a:buNone/>
                      </a:pPr>
                      <a:r>
                        <a:rPr lang="en-US">
                          <a:solidFill>
                            <a:schemeClr val="accent6">
                              <a:lumMod val="10000"/>
                            </a:schemeClr>
                          </a:solidFill>
                        </a:rPr>
                        <a:t>Daily</a:t>
                      </a:r>
                    </a:p>
                  </a:txBody>
                  <a:tcPr anchor="ctr"/>
                </a:tc>
                <a:tc>
                  <a:txBody>
                    <a:bodyPr/>
                    <a:lstStyle/>
                    <a:p>
                      <a:pPr lvl="0">
                        <a:buNone/>
                      </a:pPr>
                      <a:r>
                        <a:rPr lang="en-US">
                          <a:solidFill>
                            <a:schemeClr val="accent6">
                              <a:lumMod val="10000"/>
                            </a:schemeClr>
                          </a:solidFill>
                        </a:rPr>
                        <a:t>Inwards Policy (</a:t>
                      </a:r>
                      <a:r>
                        <a:rPr lang="en-US" err="1">
                          <a:solidFill>
                            <a:schemeClr val="accent6">
                              <a:lumMod val="10000"/>
                            </a:schemeClr>
                          </a:solidFill>
                        </a:rPr>
                        <a:t>OVerseas</a:t>
                      </a:r>
                      <a:r>
                        <a:rPr lang="en-US">
                          <a:solidFill>
                            <a:schemeClr val="accent6">
                              <a:lumMod val="10000"/>
                            </a:schemeClr>
                          </a:solidFill>
                        </a:rPr>
                        <a:t>)</a:t>
                      </a:r>
                    </a:p>
                  </a:txBody>
                  <a:tcPr anchor="ctr"/>
                </a:tc>
                <a:extLst>
                  <a:ext uri="{0D108BD9-81ED-4DB2-BD59-A6C34878D82A}">
                    <a16:rowId xmlns:a16="http://schemas.microsoft.com/office/drawing/2014/main" val="2230588792"/>
                  </a:ext>
                </a:extLst>
              </a:tr>
            </a:tbl>
          </a:graphicData>
        </a:graphic>
      </p:graphicFrame>
    </p:spTree>
    <p:extLst>
      <p:ext uri="{BB962C8B-B14F-4D97-AF65-F5344CB8AC3E}">
        <p14:creationId xmlns:p14="http://schemas.microsoft.com/office/powerpoint/2010/main" val="245727086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a:spLocks noGrp="1"/>
          </p:cNvSpPr>
          <p:nvPr>
            <p:ph type="ctrTitle"/>
          </p:nvPr>
        </p:nvSpPr>
        <p:spPr>
          <a:xfrm>
            <a:off x="457200" y="385141"/>
            <a:ext cx="11277600" cy="936386"/>
          </a:xfrm>
        </p:spPr>
        <p:txBody>
          <a:bodyPr/>
          <a:lstStyle/>
          <a:p>
            <a:r>
              <a:rPr lang="en-US" b="1">
                <a:solidFill>
                  <a:srgbClr val="CD2883"/>
                </a:solidFill>
              </a:rPr>
              <a:t>Data Flow</a:t>
            </a:r>
          </a:p>
        </p:txBody>
      </p:sp>
      <p:sp>
        <p:nvSpPr>
          <p:cNvPr id="65" name="Rectangle 64"/>
          <p:cNvSpPr/>
          <p:nvPr/>
        </p:nvSpPr>
        <p:spPr>
          <a:xfrm>
            <a:off x="8211523" y="6472409"/>
            <a:ext cx="2728225" cy="302964"/>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6" name="Rectangle 65"/>
          <p:cNvSpPr/>
          <p:nvPr/>
        </p:nvSpPr>
        <p:spPr>
          <a:xfrm>
            <a:off x="11005851" y="6290631"/>
            <a:ext cx="837282" cy="35254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nvGrpSpPr>
          <p:cNvPr id="61" name="Group 60">
            <a:extLst>
              <a:ext uri="{FF2B5EF4-FFF2-40B4-BE49-F238E27FC236}">
                <a16:creationId xmlns:a16="http://schemas.microsoft.com/office/drawing/2014/main" id="{F0AC37F5-7670-3C4D-E1CE-8CF4EBEB7E91}"/>
              </a:ext>
            </a:extLst>
          </p:cNvPr>
          <p:cNvGrpSpPr/>
          <p:nvPr/>
        </p:nvGrpSpPr>
        <p:grpSpPr>
          <a:xfrm>
            <a:off x="1409700" y="1139631"/>
            <a:ext cx="9376536" cy="5340996"/>
            <a:chOff x="674719" y="1139631"/>
            <a:chExt cx="8930222" cy="5286569"/>
          </a:xfrm>
        </p:grpSpPr>
        <p:grpSp>
          <p:nvGrpSpPr>
            <p:cNvPr id="5" name="Group 4"/>
            <p:cNvGrpSpPr/>
            <p:nvPr/>
          </p:nvGrpSpPr>
          <p:grpSpPr>
            <a:xfrm>
              <a:off x="674719" y="1139631"/>
              <a:ext cx="8926677" cy="2205137"/>
              <a:chOff x="674719" y="1419031"/>
              <a:chExt cx="8926677" cy="2205137"/>
            </a:xfrm>
          </p:grpSpPr>
          <p:grpSp>
            <p:nvGrpSpPr>
              <p:cNvPr id="6" name="Group 5"/>
              <p:cNvGrpSpPr/>
              <p:nvPr/>
            </p:nvGrpSpPr>
            <p:grpSpPr>
              <a:xfrm>
                <a:off x="674719" y="1419032"/>
                <a:ext cx="1122994" cy="2187766"/>
                <a:chOff x="470259" y="1914334"/>
                <a:chExt cx="1122994" cy="2294629"/>
              </a:xfrm>
              <a:solidFill>
                <a:schemeClr val="accent4">
                  <a:lumMod val="20000"/>
                  <a:lumOff val="80000"/>
                </a:schemeClr>
              </a:solidFill>
            </p:grpSpPr>
            <p:sp>
              <p:nvSpPr>
                <p:cNvPr id="27" name="Rounded Rectangle 26"/>
                <p:cNvSpPr/>
                <p:nvPr/>
              </p:nvSpPr>
              <p:spPr>
                <a:xfrm>
                  <a:off x="470259" y="1914334"/>
                  <a:ext cx="1122994" cy="2294629"/>
                </a:xfrm>
                <a:prstGeom prst="roundRect">
                  <a:avLst>
                    <a:gd name="adj" fmla="val 10000"/>
                  </a:avLst>
                </a:prstGeom>
                <a:grpFill/>
                <a:ln>
                  <a:solidFill>
                    <a:schemeClr val="tx1"/>
                  </a:solid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FFFFFF"/>
                    </a:solidFill>
                    <a:effectLst/>
                    <a:uLnTx/>
                    <a:uFillTx/>
                    <a:latin typeface="Calibri" panose="020F0502020204030204"/>
                    <a:ea typeface="+mn-ea"/>
                    <a:cs typeface="+mn-cs"/>
                  </a:endParaRPr>
                </a:p>
              </p:txBody>
            </p:sp>
            <p:sp>
              <p:nvSpPr>
                <p:cNvPr id="28" name="TextBox 27"/>
                <p:cNvSpPr txBox="1"/>
                <p:nvPr/>
              </p:nvSpPr>
              <p:spPr>
                <a:xfrm>
                  <a:off x="512343" y="1986444"/>
                  <a:ext cx="1050098" cy="287569"/>
                </a:xfrm>
                <a:prstGeom prst="rect">
                  <a:avLst/>
                </a:prstGeom>
                <a:grpFill/>
              </p:spPr>
              <p:txBody>
                <a:bodyPr wrap="square" lIns="91440" tIns="45720" rIns="91440" bIns="45720" rtlCol="0" anchor="ctr">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IN" sz="1200" b="1" i="0" u="none" strike="noStrike" kern="1200" cap="none" spc="0" normalizeH="0" baseline="0" noProof="0">
                      <a:ln>
                        <a:noFill/>
                      </a:ln>
                      <a:solidFill>
                        <a:srgbClr val="FB4D0A"/>
                      </a:solidFill>
                      <a:effectLst/>
                      <a:uLnTx/>
                      <a:uFillTx/>
                      <a:latin typeface="Calibri" panose="020F0502020204030204"/>
                      <a:ea typeface="+mn-ea"/>
                      <a:cs typeface="+mn-cs"/>
                    </a:rPr>
                    <a:t>Subscribe</a:t>
                  </a:r>
                </a:p>
              </p:txBody>
            </p:sp>
            <p:sp>
              <p:nvSpPr>
                <p:cNvPr id="29" name="TextBox 28"/>
                <p:cNvSpPr txBox="1"/>
                <p:nvPr/>
              </p:nvSpPr>
              <p:spPr>
                <a:xfrm>
                  <a:off x="512343" y="3866897"/>
                  <a:ext cx="1049643" cy="287569"/>
                </a:xfrm>
                <a:prstGeom prst="rect">
                  <a:avLst/>
                </a:prstGeom>
                <a:grpFill/>
              </p:spPr>
              <p:txBody>
                <a:bodyPr wrap="square" lIns="91440" tIns="45720" rIns="91440" bIns="45720" rtlCol="0" anchor="ctr">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IN" sz="1200" b="1" i="0" u="none" strike="noStrike" kern="1200" cap="none" spc="0" normalizeH="0" baseline="0" noProof="0">
                      <a:ln>
                        <a:noFill/>
                      </a:ln>
                      <a:solidFill>
                        <a:srgbClr val="FB4D0A"/>
                      </a:solidFill>
                      <a:effectLst/>
                      <a:uLnTx/>
                      <a:uFillTx/>
                      <a:latin typeface="Calibri" panose="020F0502020204030204"/>
                      <a:ea typeface="+mn-ea"/>
                      <a:cs typeface="+mn-cs"/>
                    </a:rPr>
                    <a:t>MDS</a:t>
                  </a:r>
                </a:p>
              </p:txBody>
            </p:sp>
          </p:grpSp>
          <p:grpSp>
            <p:nvGrpSpPr>
              <p:cNvPr id="7" name="Group 6"/>
              <p:cNvGrpSpPr/>
              <p:nvPr/>
            </p:nvGrpSpPr>
            <p:grpSpPr>
              <a:xfrm>
                <a:off x="2644240" y="1436402"/>
                <a:ext cx="1071157" cy="2187766"/>
                <a:chOff x="470259" y="1914334"/>
                <a:chExt cx="1071157" cy="2294629"/>
              </a:xfrm>
              <a:solidFill>
                <a:schemeClr val="accent6"/>
              </a:solidFill>
            </p:grpSpPr>
            <p:sp>
              <p:nvSpPr>
                <p:cNvPr id="25" name="Rounded Rectangle 24"/>
                <p:cNvSpPr/>
                <p:nvPr/>
              </p:nvSpPr>
              <p:spPr>
                <a:xfrm>
                  <a:off x="470259" y="1914334"/>
                  <a:ext cx="1071157" cy="2294629"/>
                </a:xfrm>
                <a:prstGeom prst="roundRect">
                  <a:avLst>
                    <a:gd name="adj" fmla="val 10000"/>
                  </a:avLst>
                </a:prstGeom>
                <a:grpFill/>
                <a:ln>
                  <a:solidFill>
                    <a:schemeClr val="tx1"/>
                  </a:solid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FFFFFF"/>
                    </a:solidFill>
                    <a:effectLst/>
                    <a:uLnTx/>
                    <a:uFillTx/>
                    <a:latin typeface="Calibri" panose="020F0502020204030204"/>
                    <a:ea typeface="+mn-ea"/>
                    <a:cs typeface="+mn-cs"/>
                  </a:endParaRPr>
                </a:p>
              </p:txBody>
            </p:sp>
            <p:sp>
              <p:nvSpPr>
                <p:cNvPr id="26" name="TextBox 25"/>
                <p:cNvSpPr txBox="1"/>
                <p:nvPr/>
              </p:nvSpPr>
              <p:spPr>
                <a:xfrm>
                  <a:off x="555169" y="2906956"/>
                  <a:ext cx="892056" cy="276999"/>
                </a:xfrm>
                <a:prstGeom prst="rect">
                  <a:avLst/>
                </a:prstGeom>
                <a:grpFill/>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IN" sz="1200" b="0" i="0" u="none" strike="noStrike" kern="1200" cap="none" spc="0" normalizeH="0" baseline="0" noProof="0">
                      <a:ln>
                        <a:noFill/>
                      </a:ln>
                      <a:solidFill>
                        <a:srgbClr val="FB4D0A"/>
                      </a:solidFill>
                      <a:effectLst/>
                      <a:uLnTx/>
                      <a:uFillTx/>
                      <a:latin typeface="Calibri" panose="020F0502020204030204"/>
                      <a:ea typeface="+mn-ea"/>
                      <a:cs typeface="+mn-cs"/>
                    </a:rPr>
                    <a:t>Raw</a:t>
                  </a:r>
                </a:p>
              </p:txBody>
            </p:sp>
          </p:grpSp>
          <p:grpSp>
            <p:nvGrpSpPr>
              <p:cNvPr id="8" name="Group 7"/>
              <p:cNvGrpSpPr/>
              <p:nvPr/>
            </p:nvGrpSpPr>
            <p:grpSpPr>
              <a:xfrm>
                <a:off x="4613761" y="1419032"/>
                <a:ext cx="1071157" cy="2187766"/>
                <a:chOff x="4345442" y="1914331"/>
                <a:chExt cx="1071157" cy="2294629"/>
              </a:xfrm>
              <a:solidFill>
                <a:schemeClr val="accent6"/>
              </a:solidFill>
            </p:grpSpPr>
            <p:sp>
              <p:nvSpPr>
                <p:cNvPr id="23" name="Rounded Rectangle 22"/>
                <p:cNvSpPr/>
                <p:nvPr/>
              </p:nvSpPr>
              <p:spPr>
                <a:xfrm>
                  <a:off x="4345442" y="1914331"/>
                  <a:ext cx="1071157" cy="2294629"/>
                </a:xfrm>
                <a:prstGeom prst="roundRect">
                  <a:avLst>
                    <a:gd name="adj" fmla="val 10000"/>
                  </a:avLst>
                </a:prstGeom>
                <a:grpFill/>
                <a:ln>
                  <a:solidFill>
                    <a:schemeClr val="tx1"/>
                  </a:solid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FFFFFF"/>
                    </a:solidFill>
                    <a:effectLst/>
                    <a:uLnTx/>
                    <a:uFillTx/>
                    <a:latin typeface="Calibri" panose="020F0502020204030204"/>
                    <a:ea typeface="+mn-ea"/>
                    <a:cs typeface="+mn-cs"/>
                  </a:endParaRPr>
                </a:p>
              </p:txBody>
            </p:sp>
            <p:sp>
              <p:nvSpPr>
                <p:cNvPr id="24" name="TextBox 23"/>
                <p:cNvSpPr txBox="1"/>
                <p:nvPr/>
              </p:nvSpPr>
              <p:spPr>
                <a:xfrm>
                  <a:off x="4390572" y="2945013"/>
                  <a:ext cx="986291" cy="274389"/>
                </a:xfrm>
                <a:prstGeom prst="rect">
                  <a:avLst/>
                </a:prstGeom>
                <a:grpFill/>
              </p:spPr>
              <p:txBody>
                <a:bodyPr wrap="square" lIns="91440" tIns="45720" rIns="91440" bIns="45720" rtlCol="0" anchor="t">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IN" sz="1100" b="0" i="0" u="none" strike="noStrike" kern="1200" cap="none" spc="0" normalizeH="0" baseline="0" noProof="0">
                      <a:ln>
                        <a:noFill/>
                      </a:ln>
                      <a:solidFill>
                        <a:srgbClr val="FB4D0A"/>
                      </a:solidFill>
                      <a:effectLst/>
                      <a:uLnTx/>
                      <a:uFillTx/>
                      <a:latin typeface="Calibri" panose="020F0502020204030204"/>
                      <a:ea typeface="+mn-ea"/>
                      <a:cs typeface="+mn-cs"/>
                    </a:rPr>
                    <a:t>Standardised</a:t>
                  </a:r>
                  <a:endParaRPr lang="en-IN" sz="1100" b="0" i="0" u="none" strike="noStrike" kern="1200" cap="none" spc="0" normalizeH="0" baseline="0" noProof="0">
                    <a:ln>
                      <a:noFill/>
                    </a:ln>
                    <a:solidFill>
                      <a:srgbClr val="FB4D0A"/>
                    </a:solidFill>
                    <a:effectLst/>
                    <a:uLnTx/>
                    <a:uFillTx/>
                    <a:latin typeface="Calibri" panose="020F0502020204030204"/>
                    <a:ea typeface="Calibri"/>
                    <a:cs typeface="Calibri"/>
                  </a:endParaRPr>
                </a:p>
              </p:txBody>
            </p:sp>
          </p:grpSp>
          <p:grpSp>
            <p:nvGrpSpPr>
              <p:cNvPr id="9" name="Group 8"/>
              <p:cNvGrpSpPr/>
              <p:nvPr/>
            </p:nvGrpSpPr>
            <p:grpSpPr>
              <a:xfrm>
                <a:off x="6557882" y="1419031"/>
                <a:ext cx="1071157" cy="2187766"/>
                <a:chOff x="6289563" y="1914330"/>
                <a:chExt cx="1071157" cy="2294629"/>
              </a:xfrm>
              <a:solidFill>
                <a:schemeClr val="accent6"/>
              </a:solidFill>
            </p:grpSpPr>
            <p:sp>
              <p:nvSpPr>
                <p:cNvPr id="21" name="Rounded Rectangle 20"/>
                <p:cNvSpPr/>
                <p:nvPr/>
              </p:nvSpPr>
              <p:spPr>
                <a:xfrm>
                  <a:off x="6289563" y="1914330"/>
                  <a:ext cx="1071157" cy="2294629"/>
                </a:xfrm>
                <a:prstGeom prst="roundRect">
                  <a:avLst>
                    <a:gd name="adj" fmla="val 10000"/>
                  </a:avLst>
                </a:prstGeom>
                <a:grpFill/>
                <a:ln>
                  <a:solidFill>
                    <a:schemeClr val="tx1"/>
                  </a:solid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FFFFFF"/>
                    </a:solidFill>
                    <a:effectLst/>
                    <a:uLnTx/>
                    <a:uFillTx/>
                    <a:latin typeface="Calibri" panose="020F0502020204030204"/>
                    <a:ea typeface="+mn-ea"/>
                    <a:cs typeface="+mn-cs"/>
                  </a:endParaRPr>
                </a:p>
              </p:txBody>
            </p:sp>
            <p:sp>
              <p:nvSpPr>
                <p:cNvPr id="22" name="TextBox 21"/>
                <p:cNvSpPr txBox="1"/>
                <p:nvPr/>
              </p:nvSpPr>
              <p:spPr>
                <a:xfrm>
                  <a:off x="6379113" y="2913846"/>
                  <a:ext cx="892056" cy="276999"/>
                </a:xfrm>
                <a:prstGeom prst="rect">
                  <a:avLst/>
                </a:prstGeom>
                <a:grpFill/>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IN" sz="1200" b="0" i="0" u="none" strike="noStrike" kern="1200" cap="none" spc="0" normalizeH="0" baseline="0" noProof="0">
                      <a:ln>
                        <a:noFill/>
                      </a:ln>
                      <a:solidFill>
                        <a:srgbClr val="FB4D0A"/>
                      </a:solidFill>
                      <a:effectLst/>
                      <a:uLnTx/>
                      <a:uFillTx/>
                      <a:latin typeface="Calibri" panose="020F0502020204030204"/>
                      <a:ea typeface="+mn-ea"/>
                      <a:cs typeface="+mn-cs"/>
                    </a:rPr>
                    <a:t>Conformed</a:t>
                  </a:r>
                </a:p>
              </p:txBody>
            </p:sp>
          </p:grpSp>
          <p:grpSp>
            <p:nvGrpSpPr>
              <p:cNvPr id="11" name="Group 10"/>
              <p:cNvGrpSpPr/>
              <p:nvPr/>
            </p:nvGrpSpPr>
            <p:grpSpPr>
              <a:xfrm>
                <a:off x="8530239" y="1419034"/>
                <a:ext cx="1071157" cy="2187766"/>
                <a:chOff x="8261920" y="1914333"/>
                <a:chExt cx="1071157" cy="2294629"/>
              </a:xfrm>
              <a:solidFill>
                <a:schemeClr val="accent6"/>
              </a:solidFill>
            </p:grpSpPr>
            <p:sp>
              <p:nvSpPr>
                <p:cNvPr id="17" name="Rounded Rectangle 16"/>
                <p:cNvSpPr/>
                <p:nvPr/>
              </p:nvSpPr>
              <p:spPr>
                <a:xfrm>
                  <a:off x="8261920" y="1914333"/>
                  <a:ext cx="1071157" cy="2294629"/>
                </a:xfrm>
                <a:prstGeom prst="roundRect">
                  <a:avLst>
                    <a:gd name="adj" fmla="val 10000"/>
                  </a:avLst>
                </a:prstGeom>
                <a:grpFill/>
                <a:ln>
                  <a:solidFill>
                    <a:schemeClr val="tx1"/>
                  </a:solid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FFFFFF"/>
                    </a:solidFill>
                    <a:effectLst/>
                    <a:uLnTx/>
                    <a:uFillTx/>
                    <a:latin typeface="Calibri" panose="020F0502020204030204"/>
                    <a:ea typeface="+mn-ea"/>
                    <a:cs typeface="+mn-cs"/>
                  </a:endParaRPr>
                </a:p>
              </p:txBody>
            </p:sp>
            <p:sp>
              <p:nvSpPr>
                <p:cNvPr id="18" name="TextBox 17"/>
                <p:cNvSpPr txBox="1"/>
                <p:nvPr/>
              </p:nvSpPr>
              <p:spPr>
                <a:xfrm>
                  <a:off x="8351470" y="2793843"/>
                  <a:ext cx="892056" cy="1065274"/>
                </a:xfrm>
                <a:prstGeom prst="rect">
                  <a:avLst/>
                </a:prstGeom>
                <a:grpFill/>
              </p:spPr>
              <p:txBody>
                <a:bodyPr wrap="square" lIns="91440" tIns="45720" rIns="91440" bIns="45720" rtlCol="0" anchor="t">
                  <a:spAutoFit/>
                </a:bodyPr>
                <a:lstStyle/>
                <a:p>
                  <a:pPr algn="ctr" defTabSz="457200">
                    <a:defRPr/>
                  </a:pPr>
                  <a:r>
                    <a:rPr kumimoji="0" lang="en-IN" sz="1200" b="0" i="0" u="none" strike="noStrike" kern="1200" cap="none" spc="0" normalizeH="0" baseline="0" noProof="0">
                      <a:ln>
                        <a:noFill/>
                      </a:ln>
                      <a:solidFill>
                        <a:srgbClr val="FB4D0A"/>
                      </a:solidFill>
                      <a:effectLst/>
                      <a:uLnTx/>
                      <a:uFillTx/>
                      <a:latin typeface="Calibri" panose="020F0502020204030204"/>
                      <a:ea typeface="+mn-ea"/>
                      <a:cs typeface="+mn-cs"/>
                    </a:rPr>
                    <a:t>DW </a:t>
                  </a:r>
                  <a:endParaRPr lang="en-US"/>
                </a:p>
                <a:p>
                  <a:pPr algn="ctr" defTabSz="457200">
                    <a:defRPr/>
                  </a:pPr>
                  <a:r>
                    <a:rPr kumimoji="0" lang="en-IN" sz="1200" b="0" i="0" u="none" strike="noStrike" kern="1200" cap="none" spc="0" normalizeH="0" baseline="0" noProof="0">
                      <a:ln>
                        <a:noFill/>
                      </a:ln>
                      <a:solidFill>
                        <a:srgbClr val="FB4D0A"/>
                      </a:solidFill>
                      <a:effectLst/>
                      <a:uLnTx/>
                      <a:uFillTx/>
                      <a:latin typeface="Calibri" panose="020F0502020204030204"/>
                      <a:ea typeface="+mn-ea"/>
                      <a:cs typeface="+mn-cs"/>
                    </a:rPr>
                    <a:t>(</a:t>
                  </a:r>
                  <a:r>
                    <a:rPr lang="en-IN" sz="1200">
                      <a:solidFill>
                        <a:srgbClr val="FB4D0A"/>
                      </a:solidFill>
                      <a:latin typeface="Calibri" panose="020F0502020204030204"/>
                    </a:rPr>
                    <a:t>Dimension, Bridge, Fact and Reporting)</a:t>
                  </a:r>
                  <a:endParaRPr lang="en-IN">
                    <a:ea typeface="+mn-ea"/>
                    <a:cs typeface="+mn-cs"/>
                  </a:endParaRPr>
                </a:p>
              </p:txBody>
            </p:sp>
          </p:grpSp>
          <p:sp>
            <p:nvSpPr>
              <p:cNvPr id="12" name="Right Arrow 11"/>
              <p:cNvSpPr/>
              <p:nvPr/>
            </p:nvSpPr>
            <p:spPr>
              <a:xfrm>
                <a:off x="1920659" y="1710378"/>
                <a:ext cx="670492" cy="462061"/>
              </a:xfrm>
              <a:prstGeom prst="rightArrow">
                <a:avLst/>
              </a:prstGeom>
              <a:solidFill>
                <a:schemeClr val="accent6">
                  <a:lumMod val="9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IN" sz="1200" b="0" i="0" u="none" strike="noStrike" kern="1200" cap="none" spc="0" normalizeH="0" baseline="0" noProof="0">
                    <a:ln>
                      <a:noFill/>
                    </a:ln>
                    <a:solidFill>
                      <a:srgbClr val="FB4E0B"/>
                    </a:solidFill>
                    <a:effectLst/>
                    <a:uLnTx/>
                    <a:uFillTx/>
                    <a:latin typeface="Calibri" panose="020F0502020204030204"/>
                    <a:ea typeface="+mn-ea"/>
                    <a:cs typeface="+mn-cs"/>
                  </a:rPr>
                  <a:t>CDC</a:t>
                </a:r>
                <a:endParaRPr kumimoji="0" lang="en-US" sz="1200" b="0" i="0" u="none" strike="noStrike" kern="1200" cap="none" spc="0" normalizeH="0" baseline="0" noProof="0">
                  <a:ln>
                    <a:noFill/>
                  </a:ln>
                  <a:solidFill>
                    <a:srgbClr val="FB4E0B"/>
                  </a:solidFill>
                  <a:effectLst/>
                  <a:uLnTx/>
                  <a:uFillTx/>
                  <a:latin typeface="Calibri" panose="020F0502020204030204"/>
                  <a:ea typeface="+mn-ea"/>
                  <a:cs typeface="+mn-cs"/>
                </a:endParaRPr>
              </a:p>
            </p:txBody>
          </p:sp>
          <p:sp>
            <p:nvSpPr>
              <p:cNvPr id="13" name="Right Arrow 12"/>
              <p:cNvSpPr/>
              <p:nvPr/>
            </p:nvSpPr>
            <p:spPr>
              <a:xfrm>
                <a:off x="3854893" y="2281878"/>
                <a:ext cx="670492" cy="462061"/>
              </a:xfrm>
              <a:prstGeom prst="rightArrow">
                <a:avLst/>
              </a:prstGeom>
              <a:solidFill>
                <a:schemeClr val="accent6">
                  <a:lumMod val="9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panose="020F0502020204030204"/>
                  <a:ea typeface="+mn-ea"/>
                  <a:cs typeface="+mn-cs"/>
                </a:endParaRPr>
              </a:p>
            </p:txBody>
          </p:sp>
          <p:sp>
            <p:nvSpPr>
              <p:cNvPr id="14" name="Right Arrow 13"/>
              <p:cNvSpPr/>
              <p:nvPr/>
            </p:nvSpPr>
            <p:spPr>
              <a:xfrm>
                <a:off x="5802675" y="2281878"/>
                <a:ext cx="670492" cy="462061"/>
              </a:xfrm>
              <a:prstGeom prst="rightArrow">
                <a:avLst/>
              </a:prstGeom>
              <a:solidFill>
                <a:schemeClr val="accent6">
                  <a:lumMod val="9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panose="020F0502020204030204"/>
                  <a:ea typeface="+mn-ea"/>
                  <a:cs typeface="+mn-cs"/>
                </a:endParaRPr>
              </a:p>
            </p:txBody>
          </p:sp>
          <p:sp>
            <p:nvSpPr>
              <p:cNvPr id="16" name="Right Arrow 15"/>
              <p:cNvSpPr/>
              <p:nvPr/>
            </p:nvSpPr>
            <p:spPr>
              <a:xfrm>
                <a:off x="7770196" y="2281878"/>
                <a:ext cx="670492" cy="462061"/>
              </a:xfrm>
              <a:prstGeom prst="rightArrow">
                <a:avLst/>
              </a:prstGeom>
              <a:solidFill>
                <a:schemeClr val="accent6">
                  <a:lumMod val="9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panose="020F0502020204030204"/>
                  <a:ea typeface="+mn-ea"/>
                  <a:cs typeface="+mn-cs"/>
                </a:endParaRPr>
              </a:p>
            </p:txBody>
          </p:sp>
        </p:grpSp>
        <p:grpSp>
          <p:nvGrpSpPr>
            <p:cNvPr id="30" name="Group 29"/>
            <p:cNvGrpSpPr/>
            <p:nvPr/>
          </p:nvGrpSpPr>
          <p:grpSpPr>
            <a:xfrm>
              <a:off x="1212788" y="4009884"/>
              <a:ext cx="1648087" cy="2416316"/>
              <a:chOff x="955413" y="3360916"/>
              <a:chExt cx="1900646" cy="1739893"/>
            </a:xfrm>
          </p:grpSpPr>
          <p:sp>
            <p:nvSpPr>
              <p:cNvPr id="31" name="Freeform 30"/>
              <p:cNvSpPr/>
              <p:nvPr/>
            </p:nvSpPr>
            <p:spPr>
              <a:xfrm>
                <a:off x="955415" y="3360916"/>
                <a:ext cx="1900644" cy="420033"/>
              </a:xfrm>
              <a:custGeom>
                <a:avLst/>
                <a:gdLst>
                  <a:gd name="connsiteX0" fmla="*/ 209245 w 1255447"/>
                  <a:gd name="connsiteY0" fmla="*/ 0 h 6775979"/>
                  <a:gd name="connsiteX1" fmla="*/ 1046202 w 1255447"/>
                  <a:gd name="connsiteY1" fmla="*/ 0 h 6775979"/>
                  <a:gd name="connsiteX2" fmla="*/ 1255447 w 1255447"/>
                  <a:gd name="connsiteY2" fmla="*/ 209245 h 6775979"/>
                  <a:gd name="connsiteX3" fmla="*/ 1255447 w 1255447"/>
                  <a:gd name="connsiteY3" fmla="*/ 6775979 h 6775979"/>
                  <a:gd name="connsiteX4" fmla="*/ 1255447 w 1255447"/>
                  <a:gd name="connsiteY4" fmla="*/ 6775979 h 6775979"/>
                  <a:gd name="connsiteX5" fmla="*/ 0 w 1255447"/>
                  <a:gd name="connsiteY5" fmla="*/ 6775979 h 6775979"/>
                  <a:gd name="connsiteX6" fmla="*/ 0 w 1255447"/>
                  <a:gd name="connsiteY6" fmla="*/ 6775979 h 6775979"/>
                  <a:gd name="connsiteX7" fmla="*/ 0 w 1255447"/>
                  <a:gd name="connsiteY7" fmla="*/ 209245 h 6775979"/>
                  <a:gd name="connsiteX8" fmla="*/ 209245 w 1255447"/>
                  <a:gd name="connsiteY8" fmla="*/ 0 h 67759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55447" h="6775979">
                    <a:moveTo>
                      <a:pt x="1255447" y="1129352"/>
                    </a:moveTo>
                    <a:lnTo>
                      <a:pt x="1255447" y="5646627"/>
                    </a:lnTo>
                    <a:cubicBezTo>
                      <a:pt x="1255447" y="6270350"/>
                      <a:pt x="1238090" y="6775976"/>
                      <a:pt x="1216678" y="6775976"/>
                    </a:cubicBezTo>
                    <a:lnTo>
                      <a:pt x="0" y="6775976"/>
                    </a:lnTo>
                    <a:lnTo>
                      <a:pt x="0" y="6775976"/>
                    </a:lnTo>
                    <a:lnTo>
                      <a:pt x="0" y="3"/>
                    </a:lnTo>
                    <a:lnTo>
                      <a:pt x="0" y="3"/>
                    </a:lnTo>
                    <a:lnTo>
                      <a:pt x="1216678" y="3"/>
                    </a:lnTo>
                    <a:cubicBezTo>
                      <a:pt x="1238090" y="3"/>
                      <a:pt x="1255447" y="505629"/>
                      <a:pt x="1255447" y="1129352"/>
                    </a:cubicBezTo>
                    <a:close/>
                  </a:path>
                </a:pathLst>
              </a:custGeom>
            </p:spPr>
            <p:style>
              <a:lnRef idx="2">
                <a:schemeClr val="accent1">
                  <a:hueOff val="0"/>
                  <a:satOff val="0"/>
                  <a:lumOff val="0"/>
                  <a:alphaOff val="0"/>
                </a:schemeClr>
              </a:lnRef>
              <a:fillRef idx="1">
                <a:schemeClr val="lt1">
                  <a:alpha val="90000"/>
                  <a:hueOff val="0"/>
                  <a:satOff val="0"/>
                  <a:lumOff val="0"/>
                  <a:alphaOff val="0"/>
                </a:schemeClr>
              </a:fillRef>
              <a:effectRef idx="0">
                <a:schemeClr val="lt1">
                  <a:alpha val="90000"/>
                  <a:hueOff val="0"/>
                  <a:satOff val="0"/>
                  <a:lumOff val="0"/>
                  <a:alphaOff val="0"/>
                </a:schemeClr>
              </a:effectRef>
              <a:fontRef idx="minor">
                <a:schemeClr val="dk1">
                  <a:hueOff val="0"/>
                  <a:satOff val="0"/>
                  <a:lumOff val="0"/>
                  <a:alphaOff val="0"/>
                </a:schemeClr>
              </a:fontRef>
            </p:style>
            <p:txBody>
              <a:bodyPr spcFirstLastPara="0" vert="horz" wrap="square" lIns="248920" tIns="83511" rIns="83511" bIns="83511" numCol="1" spcCol="1270" anchor="ctr" anchorCtr="0">
                <a:noAutofit/>
              </a:bodyPr>
              <a:lstStyle/>
              <a:p>
                <a:pPr marL="0" marR="0" lvl="1" indent="0" algn="l" defTabSz="1555750" rtl="0" eaLnBrk="1" fontAlgn="auto" latinLnBrk="0" hangingPunct="1">
                  <a:lnSpc>
                    <a:spcPct val="90000"/>
                  </a:lnSpc>
                  <a:spcBef>
                    <a:spcPct val="0"/>
                  </a:spcBef>
                  <a:spcAft>
                    <a:spcPct val="15000"/>
                  </a:spcAft>
                  <a:buClrTx/>
                  <a:buSzTx/>
                  <a:buFontTx/>
                  <a:buNone/>
                  <a:tabLst/>
                  <a:defRPr/>
                </a:pPr>
                <a:r>
                  <a:rPr kumimoji="0" lang="en-IN" sz="1300" b="0" i="0" u="none" strike="noStrike" kern="1200" cap="none" spc="0" normalizeH="0" baseline="0" noProof="0">
                    <a:ln>
                      <a:noFill/>
                    </a:ln>
                    <a:solidFill>
                      <a:srgbClr val="000000">
                        <a:lumMod val="75000"/>
                        <a:lumOff val="25000"/>
                      </a:srgbClr>
                    </a:solidFill>
                    <a:effectLst/>
                    <a:uLnTx/>
                    <a:uFillTx/>
                    <a:latin typeface="Calibri" panose="020F0502020204030204"/>
                    <a:ea typeface="+mn-ea"/>
                    <a:cs typeface="+mn-cs"/>
                  </a:rPr>
                  <a:t>Full data extraction</a:t>
                </a:r>
                <a:endParaRPr kumimoji="0" lang="en-US" sz="1300" b="0" i="0" u="none" strike="noStrike" kern="1200" cap="none" spc="0" normalizeH="0" baseline="0" noProof="0">
                  <a:ln>
                    <a:noFill/>
                  </a:ln>
                  <a:solidFill>
                    <a:srgbClr val="000000">
                      <a:lumMod val="75000"/>
                      <a:lumOff val="25000"/>
                    </a:srgbClr>
                  </a:solidFill>
                  <a:effectLst/>
                  <a:uLnTx/>
                  <a:uFillTx/>
                  <a:latin typeface="Calibri" panose="020F0502020204030204"/>
                  <a:ea typeface="+mn-ea"/>
                  <a:cs typeface="+mn-cs"/>
                </a:endParaRPr>
              </a:p>
            </p:txBody>
          </p:sp>
          <p:sp>
            <p:nvSpPr>
              <p:cNvPr id="32" name="Freeform 31"/>
              <p:cNvSpPr/>
              <p:nvPr/>
            </p:nvSpPr>
            <p:spPr>
              <a:xfrm>
                <a:off x="955415" y="3805606"/>
                <a:ext cx="1900644" cy="420033"/>
              </a:xfrm>
              <a:custGeom>
                <a:avLst/>
                <a:gdLst>
                  <a:gd name="connsiteX0" fmla="*/ 209245 w 1255447"/>
                  <a:gd name="connsiteY0" fmla="*/ 0 h 6775979"/>
                  <a:gd name="connsiteX1" fmla="*/ 1046202 w 1255447"/>
                  <a:gd name="connsiteY1" fmla="*/ 0 h 6775979"/>
                  <a:gd name="connsiteX2" fmla="*/ 1255447 w 1255447"/>
                  <a:gd name="connsiteY2" fmla="*/ 209245 h 6775979"/>
                  <a:gd name="connsiteX3" fmla="*/ 1255447 w 1255447"/>
                  <a:gd name="connsiteY3" fmla="*/ 6775979 h 6775979"/>
                  <a:gd name="connsiteX4" fmla="*/ 1255447 w 1255447"/>
                  <a:gd name="connsiteY4" fmla="*/ 6775979 h 6775979"/>
                  <a:gd name="connsiteX5" fmla="*/ 0 w 1255447"/>
                  <a:gd name="connsiteY5" fmla="*/ 6775979 h 6775979"/>
                  <a:gd name="connsiteX6" fmla="*/ 0 w 1255447"/>
                  <a:gd name="connsiteY6" fmla="*/ 6775979 h 6775979"/>
                  <a:gd name="connsiteX7" fmla="*/ 0 w 1255447"/>
                  <a:gd name="connsiteY7" fmla="*/ 209245 h 6775979"/>
                  <a:gd name="connsiteX8" fmla="*/ 209245 w 1255447"/>
                  <a:gd name="connsiteY8" fmla="*/ 0 h 67759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55447" h="6775979">
                    <a:moveTo>
                      <a:pt x="1255447" y="1129352"/>
                    </a:moveTo>
                    <a:lnTo>
                      <a:pt x="1255447" y="5646627"/>
                    </a:lnTo>
                    <a:cubicBezTo>
                      <a:pt x="1255447" y="6270350"/>
                      <a:pt x="1238090" y="6775976"/>
                      <a:pt x="1216678" y="6775976"/>
                    </a:cubicBezTo>
                    <a:lnTo>
                      <a:pt x="0" y="6775976"/>
                    </a:lnTo>
                    <a:lnTo>
                      <a:pt x="0" y="6775976"/>
                    </a:lnTo>
                    <a:lnTo>
                      <a:pt x="0" y="3"/>
                    </a:lnTo>
                    <a:lnTo>
                      <a:pt x="0" y="3"/>
                    </a:lnTo>
                    <a:lnTo>
                      <a:pt x="1216678" y="3"/>
                    </a:lnTo>
                    <a:cubicBezTo>
                      <a:pt x="1238090" y="3"/>
                      <a:pt x="1255447" y="505629"/>
                      <a:pt x="1255447" y="1129352"/>
                    </a:cubicBezTo>
                    <a:close/>
                  </a:path>
                </a:pathLst>
              </a:custGeom>
            </p:spPr>
            <p:style>
              <a:lnRef idx="2">
                <a:schemeClr val="accent1">
                  <a:hueOff val="0"/>
                  <a:satOff val="0"/>
                  <a:lumOff val="0"/>
                  <a:alphaOff val="0"/>
                </a:schemeClr>
              </a:lnRef>
              <a:fillRef idx="1">
                <a:schemeClr val="lt1">
                  <a:alpha val="90000"/>
                  <a:hueOff val="0"/>
                  <a:satOff val="0"/>
                  <a:lumOff val="0"/>
                  <a:alphaOff val="0"/>
                </a:schemeClr>
              </a:fillRef>
              <a:effectRef idx="0">
                <a:schemeClr val="lt1">
                  <a:alpha val="90000"/>
                  <a:hueOff val="0"/>
                  <a:satOff val="0"/>
                  <a:lumOff val="0"/>
                  <a:alphaOff val="0"/>
                </a:schemeClr>
              </a:effectRef>
              <a:fontRef idx="minor">
                <a:schemeClr val="dk1">
                  <a:hueOff val="0"/>
                  <a:satOff val="0"/>
                  <a:lumOff val="0"/>
                  <a:alphaOff val="0"/>
                </a:schemeClr>
              </a:fontRef>
            </p:style>
            <p:txBody>
              <a:bodyPr spcFirstLastPara="0" vert="horz" wrap="square" lIns="248920" tIns="83511" rIns="83511" bIns="83511" numCol="1" spcCol="1270" anchor="ctr" anchorCtr="0">
                <a:noAutofit/>
              </a:bodyPr>
              <a:lstStyle/>
              <a:p>
                <a:pPr marL="0" marR="0" lvl="1" indent="0" algn="l" defTabSz="1555750" rtl="0" eaLnBrk="1" fontAlgn="auto" latinLnBrk="0" hangingPunct="1">
                  <a:lnSpc>
                    <a:spcPct val="90000"/>
                  </a:lnSpc>
                  <a:spcBef>
                    <a:spcPct val="0"/>
                  </a:spcBef>
                  <a:spcAft>
                    <a:spcPct val="15000"/>
                  </a:spcAft>
                  <a:buClrTx/>
                  <a:buSzTx/>
                  <a:buFontTx/>
                  <a:buNone/>
                  <a:tabLst/>
                  <a:defRPr/>
                </a:pPr>
                <a:r>
                  <a:rPr kumimoji="0" lang="en-IN" sz="1300" b="0" i="0" u="none" strike="noStrike" kern="1200" cap="none" spc="0" normalizeH="0" baseline="0" noProof="0">
                    <a:ln>
                      <a:noFill/>
                    </a:ln>
                    <a:solidFill>
                      <a:srgbClr val="000000">
                        <a:lumMod val="75000"/>
                        <a:lumOff val="25000"/>
                      </a:srgbClr>
                    </a:solidFill>
                    <a:effectLst/>
                    <a:uLnTx/>
                    <a:uFillTx/>
                    <a:latin typeface="Calibri" panose="020F0502020204030204"/>
                    <a:ea typeface="+mn-ea"/>
                    <a:cs typeface="+mn-cs"/>
                  </a:rPr>
                  <a:t>Each time, raw table gets truncated &amp; loaded</a:t>
                </a:r>
              </a:p>
            </p:txBody>
          </p:sp>
          <p:sp>
            <p:nvSpPr>
              <p:cNvPr id="33" name="Freeform 32"/>
              <p:cNvSpPr/>
              <p:nvPr/>
            </p:nvSpPr>
            <p:spPr>
              <a:xfrm>
                <a:off x="955415" y="4241709"/>
                <a:ext cx="1900644" cy="420033"/>
              </a:xfrm>
              <a:custGeom>
                <a:avLst/>
                <a:gdLst>
                  <a:gd name="connsiteX0" fmla="*/ 209245 w 1255447"/>
                  <a:gd name="connsiteY0" fmla="*/ 0 h 6775979"/>
                  <a:gd name="connsiteX1" fmla="*/ 1046202 w 1255447"/>
                  <a:gd name="connsiteY1" fmla="*/ 0 h 6775979"/>
                  <a:gd name="connsiteX2" fmla="*/ 1255447 w 1255447"/>
                  <a:gd name="connsiteY2" fmla="*/ 209245 h 6775979"/>
                  <a:gd name="connsiteX3" fmla="*/ 1255447 w 1255447"/>
                  <a:gd name="connsiteY3" fmla="*/ 6775979 h 6775979"/>
                  <a:gd name="connsiteX4" fmla="*/ 1255447 w 1255447"/>
                  <a:gd name="connsiteY4" fmla="*/ 6775979 h 6775979"/>
                  <a:gd name="connsiteX5" fmla="*/ 0 w 1255447"/>
                  <a:gd name="connsiteY5" fmla="*/ 6775979 h 6775979"/>
                  <a:gd name="connsiteX6" fmla="*/ 0 w 1255447"/>
                  <a:gd name="connsiteY6" fmla="*/ 6775979 h 6775979"/>
                  <a:gd name="connsiteX7" fmla="*/ 0 w 1255447"/>
                  <a:gd name="connsiteY7" fmla="*/ 209245 h 6775979"/>
                  <a:gd name="connsiteX8" fmla="*/ 209245 w 1255447"/>
                  <a:gd name="connsiteY8" fmla="*/ 0 h 67759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55447" h="6775979">
                    <a:moveTo>
                      <a:pt x="1255447" y="1129352"/>
                    </a:moveTo>
                    <a:lnTo>
                      <a:pt x="1255447" y="5646627"/>
                    </a:lnTo>
                    <a:cubicBezTo>
                      <a:pt x="1255447" y="6270350"/>
                      <a:pt x="1238090" y="6775976"/>
                      <a:pt x="1216678" y="6775976"/>
                    </a:cubicBezTo>
                    <a:lnTo>
                      <a:pt x="0" y="6775976"/>
                    </a:lnTo>
                    <a:lnTo>
                      <a:pt x="0" y="6775976"/>
                    </a:lnTo>
                    <a:lnTo>
                      <a:pt x="0" y="3"/>
                    </a:lnTo>
                    <a:lnTo>
                      <a:pt x="0" y="3"/>
                    </a:lnTo>
                    <a:lnTo>
                      <a:pt x="1216678" y="3"/>
                    </a:lnTo>
                    <a:cubicBezTo>
                      <a:pt x="1238090" y="3"/>
                      <a:pt x="1255447" y="505629"/>
                      <a:pt x="1255447" y="1129352"/>
                    </a:cubicBezTo>
                    <a:close/>
                  </a:path>
                </a:pathLst>
              </a:custGeom>
            </p:spPr>
            <p:style>
              <a:lnRef idx="2">
                <a:schemeClr val="accent1">
                  <a:hueOff val="0"/>
                  <a:satOff val="0"/>
                  <a:lumOff val="0"/>
                  <a:alphaOff val="0"/>
                </a:schemeClr>
              </a:lnRef>
              <a:fillRef idx="1">
                <a:schemeClr val="lt1">
                  <a:alpha val="90000"/>
                  <a:hueOff val="0"/>
                  <a:satOff val="0"/>
                  <a:lumOff val="0"/>
                  <a:alphaOff val="0"/>
                </a:schemeClr>
              </a:fillRef>
              <a:effectRef idx="0">
                <a:schemeClr val="lt1">
                  <a:alpha val="90000"/>
                  <a:hueOff val="0"/>
                  <a:satOff val="0"/>
                  <a:lumOff val="0"/>
                  <a:alphaOff val="0"/>
                </a:schemeClr>
              </a:effectRef>
              <a:fontRef idx="minor">
                <a:schemeClr val="dk1">
                  <a:hueOff val="0"/>
                  <a:satOff val="0"/>
                  <a:lumOff val="0"/>
                  <a:alphaOff val="0"/>
                </a:schemeClr>
              </a:fontRef>
            </p:style>
            <p:txBody>
              <a:bodyPr spcFirstLastPara="0" vert="horz" wrap="square" lIns="248920" tIns="83511" rIns="83511" bIns="83511" numCol="1" spcCol="1270" anchor="ctr" anchorCtr="0">
                <a:noAutofit/>
              </a:bodyPr>
              <a:lstStyle/>
              <a:p>
                <a:pPr marL="0" marR="0" lvl="1" indent="0" algn="l" defTabSz="1555750" rtl="0" eaLnBrk="1" fontAlgn="auto" latinLnBrk="0" hangingPunct="1">
                  <a:lnSpc>
                    <a:spcPct val="90000"/>
                  </a:lnSpc>
                  <a:spcBef>
                    <a:spcPct val="0"/>
                  </a:spcBef>
                  <a:spcAft>
                    <a:spcPct val="15000"/>
                  </a:spcAft>
                  <a:buClrTx/>
                  <a:buSzTx/>
                  <a:buFontTx/>
                  <a:buNone/>
                  <a:tabLst/>
                  <a:defRPr/>
                </a:pPr>
                <a:r>
                  <a:rPr kumimoji="0" lang="en-IN" sz="1300" b="0" i="0" u="none" strike="noStrike" kern="1200" cap="none" spc="0" normalizeH="0" baseline="0" noProof="0">
                    <a:ln>
                      <a:noFill/>
                    </a:ln>
                    <a:solidFill>
                      <a:srgbClr val="000000">
                        <a:lumMod val="75000"/>
                        <a:lumOff val="25000"/>
                      </a:srgbClr>
                    </a:solidFill>
                    <a:effectLst/>
                    <a:uLnTx/>
                    <a:uFillTx/>
                    <a:latin typeface="Calibri" panose="020F0502020204030204"/>
                    <a:ea typeface="+mn-ea"/>
                    <a:cs typeface="+mn-cs"/>
                  </a:rPr>
                  <a:t>CDC is not yet implemented</a:t>
                </a:r>
              </a:p>
            </p:txBody>
          </p:sp>
          <p:sp>
            <p:nvSpPr>
              <p:cNvPr id="34" name="Freeform 33"/>
              <p:cNvSpPr/>
              <p:nvPr/>
            </p:nvSpPr>
            <p:spPr>
              <a:xfrm>
                <a:off x="955413" y="4680776"/>
                <a:ext cx="1900645" cy="420033"/>
              </a:xfrm>
              <a:custGeom>
                <a:avLst/>
                <a:gdLst>
                  <a:gd name="connsiteX0" fmla="*/ 209245 w 1255447"/>
                  <a:gd name="connsiteY0" fmla="*/ 0 h 6775979"/>
                  <a:gd name="connsiteX1" fmla="*/ 1046202 w 1255447"/>
                  <a:gd name="connsiteY1" fmla="*/ 0 h 6775979"/>
                  <a:gd name="connsiteX2" fmla="*/ 1255447 w 1255447"/>
                  <a:gd name="connsiteY2" fmla="*/ 209245 h 6775979"/>
                  <a:gd name="connsiteX3" fmla="*/ 1255447 w 1255447"/>
                  <a:gd name="connsiteY3" fmla="*/ 6775979 h 6775979"/>
                  <a:gd name="connsiteX4" fmla="*/ 1255447 w 1255447"/>
                  <a:gd name="connsiteY4" fmla="*/ 6775979 h 6775979"/>
                  <a:gd name="connsiteX5" fmla="*/ 0 w 1255447"/>
                  <a:gd name="connsiteY5" fmla="*/ 6775979 h 6775979"/>
                  <a:gd name="connsiteX6" fmla="*/ 0 w 1255447"/>
                  <a:gd name="connsiteY6" fmla="*/ 6775979 h 6775979"/>
                  <a:gd name="connsiteX7" fmla="*/ 0 w 1255447"/>
                  <a:gd name="connsiteY7" fmla="*/ 209245 h 6775979"/>
                  <a:gd name="connsiteX8" fmla="*/ 209245 w 1255447"/>
                  <a:gd name="connsiteY8" fmla="*/ 0 h 67759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55447" h="6775979">
                    <a:moveTo>
                      <a:pt x="1255447" y="1129352"/>
                    </a:moveTo>
                    <a:lnTo>
                      <a:pt x="1255447" y="5646627"/>
                    </a:lnTo>
                    <a:cubicBezTo>
                      <a:pt x="1255447" y="6270350"/>
                      <a:pt x="1238090" y="6775976"/>
                      <a:pt x="1216678" y="6775976"/>
                    </a:cubicBezTo>
                    <a:lnTo>
                      <a:pt x="0" y="6775976"/>
                    </a:lnTo>
                    <a:lnTo>
                      <a:pt x="0" y="6775976"/>
                    </a:lnTo>
                    <a:lnTo>
                      <a:pt x="0" y="3"/>
                    </a:lnTo>
                    <a:lnTo>
                      <a:pt x="0" y="3"/>
                    </a:lnTo>
                    <a:lnTo>
                      <a:pt x="1216678" y="3"/>
                    </a:lnTo>
                    <a:cubicBezTo>
                      <a:pt x="1238090" y="3"/>
                      <a:pt x="1255447" y="505629"/>
                      <a:pt x="1255447" y="1129352"/>
                    </a:cubicBezTo>
                    <a:close/>
                  </a:path>
                </a:pathLst>
              </a:custGeom>
            </p:spPr>
            <p:style>
              <a:lnRef idx="2">
                <a:schemeClr val="accent1">
                  <a:hueOff val="0"/>
                  <a:satOff val="0"/>
                  <a:lumOff val="0"/>
                  <a:alphaOff val="0"/>
                </a:schemeClr>
              </a:lnRef>
              <a:fillRef idx="1">
                <a:schemeClr val="lt1">
                  <a:alpha val="90000"/>
                  <a:hueOff val="0"/>
                  <a:satOff val="0"/>
                  <a:lumOff val="0"/>
                  <a:alphaOff val="0"/>
                </a:schemeClr>
              </a:fillRef>
              <a:effectRef idx="0">
                <a:schemeClr val="lt1">
                  <a:alpha val="90000"/>
                  <a:hueOff val="0"/>
                  <a:satOff val="0"/>
                  <a:lumOff val="0"/>
                  <a:alphaOff val="0"/>
                </a:schemeClr>
              </a:effectRef>
              <a:fontRef idx="minor">
                <a:schemeClr val="dk1">
                  <a:hueOff val="0"/>
                  <a:satOff val="0"/>
                  <a:lumOff val="0"/>
                  <a:alphaOff val="0"/>
                </a:schemeClr>
              </a:fontRef>
            </p:style>
            <p:txBody>
              <a:bodyPr spcFirstLastPara="0" vert="horz" wrap="square" lIns="248920" tIns="83511" rIns="83511" bIns="83511" numCol="1" spcCol="1270" anchor="ctr" anchorCtr="0">
                <a:noAutofit/>
              </a:bodyPr>
              <a:lstStyle/>
              <a:p>
                <a:pPr marL="0" marR="0" lvl="1" indent="0" algn="l" defTabSz="1555750" rtl="0" eaLnBrk="1" fontAlgn="auto" latinLnBrk="0" hangingPunct="1">
                  <a:lnSpc>
                    <a:spcPct val="90000"/>
                  </a:lnSpc>
                  <a:spcBef>
                    <a:spcPct val="0"/>
                  </a:spcBef>
                  <a:spcAft>
                    <a:spcPct val="15000"/>
                  </a:spcAft>
                  <a:buClrTx/>
                  <a:buSzTx/>
                  <a:buFontTx/>
                  <a:buNone/>
                  <a:tabLst/>
                  <a:defRPr/>
                </a:pPr>
                <a:r>
                  <a:rPr kumimoji="0" lang="en-IN" sz="1300" b="0" i="0" u="none" strike="noStrike" kern="1200" cap="none" spc="0" normalizeH="0" baseline="0" noProof="0">
                    <a:ln>
                      <a:noFill/>
                    </a:ln>
                    <a:solidFill>
                      <a:srgbClr val="000000">
                        <a:lumMod val="75000"/>
                        <a:lumOff val="25000"/>
                      </a:srgbClr>
                    </a:solidFill>
                    <a:effectLst/>
                    <a:uLnTx/>
                    <a:uFillTx/>
                    <a:latin typeface="Calibri" panose="020F0502020204030204"/>
                    <a:ea typeface="+mn-ea"/>
                    <a:cs typeface="+mn-cs"/>
                  </a:rPr>
                  <a:t>1:1 column level mapping, no change in PK</a:t>
                </a:r>
              </a:p>
            </p:txBody>
          </p:sp>
        </p:grpSp>
        <p:sp>
          <p:nvSpPr>
            <p:cNvPr id="35" name="5-Point Star 34"/>
            <p:cNvSpPr/>
            <p:nvPr/>
          </p:nvSpPr>
          <p:spPr>
            <a:xfrm>
              <a:off x="1044911" y="3873527"/>
              <a:ext cx="321491" cy="264599"/>
            </a:xfrm>
            <a:prstGeom prst="star5">
              <a:avLst/>
            </a:prstGeom>
            <a:solidFill>
              <a:schemeClr val="accent5">
                <a:lumMod val="9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300" b="0" i="0" u="none" strike="noStrike" kern="1200" cap="none" spc="0" normalizeH="0" baseline="0" noProof="0">
                <a:ln>
                  <a:noFill/>
                </a:ln>
                <a:solidFill>
                  <a:srgbClr val="FFFFFF"/>
                </a:solidFill>
                <a:effectLst/>
                <a:uLnTx/>
                <a:uFillTx/>
                <a:latin typeface="Calibri" panose="020F0502020204030204"/>
                <a:ea typeface="+mn-ea"/>
                <a:cs typeface="+mn-cs"/>
              </a:endParaRPr>
            </a:p>
          </p:txBody>
        </p:sp>
        <p:grpSp>
          <p:nvGrpSpPr>
            <p:cNvPr id="36" name="Group 35"/>
            <p:cNvGrpSpPr/>
            <p:nvPr/>
          </p:nvGrpSpPr>
          <p:grpSpPr>
            <a:xfrm>
              <a:off x="3182174" y="4009884"/>
              <a:ext cx="1648087" cy="2416316"/>
              <a:chOff x="955413" y="3360916"/>
              <a:chExt cx="1900646" cy="1739893"/>
            </a:xfrm>
          </p:grpSpPr>
          <p:sp>
            <p:nvSpPr>
              <p:cNvPr id="37" name="Freeform 36"/>
              <p:cNvSpPr/>
              <p:nvPr/>
            </p:nvSpPr>
            <p:spPr>
              <a:xfrm>
                <a:off x="955415" y="3360916"/>
                <a:ext cx="1900644" cy="420033"/>
              </a:xfrm>
              <a:custGeom>
                <a:avLst/>
                <a:gdLst>
                  <a:gd name="connsiteX0" fmla="*/ 209245 w 1255447"/>
                  <a:gd name="connsiteY0" fmla="*/ 0 h 6775979"/>
                  <a:gd name="connsiteX1" fmla="*/ 1046202 w 1255447"/>
                  <a:gd name="connsiteY1" fmla="*/ 0 h 6775979"/>
                  <a:gd name="connsiteX2" fmla="*/ 1255447 w 1255447"/>
                  <a:gd name="connsiteY2" fmla="*/ 209245 h 6775979"/>
                  <a:gd name="connsiteX3" fmla="*/ 1255447 w 1255447"/>
                  <a:gd name="connsiteY3" fmla="*/ 6775979 h 6775979"/>
                  <a:gd name="connsiteX4" fmla="*/ 1255447 w 1255447"/>
                  <a:gd name="connsiteY4" fmla="*/ 6775979 h 6775979"/>
                  <a:gd name="connsiteX5" fmla="*/ 0 w 1255447"/>
                  <a:gd name="connsiteY5" fmla="*/ 6775979 h 6775979"/>
                  <a:gd name="connsiteX6" fmla="*/ 0 w 1255447"/>
                  <a:gd name="connsiteY6" fmla="*/ 6775979 h 6775979"/>
                  <a:gd name="connsiteX7" fmla="*/ 0 w 1255447"/>
                  <a:gd name="connsiteY7" fmla="*/ 209245 h 6775979"/>
                  <a:gd name="connsiteX8" fmla="*/ 209245 w 1255447"/>
                  <a:gd name="connsiteY8" fmla="*/ 0 h 67759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55447" h="6775979">
                    <a:moveTo>
                      <a:pt x="1255447" y="1129352"/>
                    </a:moveTo>
                    <a:lnTo>
                      <a:pt x="1255447" y="5646627"/>
                    </a:lnTo>
                    <a:cubicBezTo>
                      <a:pt x="1255447" y="6270350"/>
                      <a:pt x="1238090" y="6775976"/>
                      <a:pt x="1216678" y="6775976"/>
                    </a:cubicBezTo>
                    <a:lnTo>
                      <a:pt x="0" y="6775976"/>
                    </a:lnTo>
                    <a:lnTo>
                      <a:pt x="0" y="6775976"/>
                    </a:lnTo>
                    <a:lnTo>
                      <a:pt x="0" y="3"/>
                    </a:lnTo>
                    <a:lnTo>
                      <a:pt x="0" y="3"/>
                    </a:lnTo>
                    <a:lnTo>
                      <a:pt x="1216678" y="3"/>
                    </a:lnTo>
                    <a:cubicBezTo>
                      <a:pt x="1238090" y="3"/>
                      <a:pt x="1255447" y="505629"/>
                      <a:pt x="1255447" y="1129352"/>
                    </a:cubicBezTo>
                    <a:close/>
                  </a:path>
                </a:pathLst>
              </a:custGeom>
            </p:spPr>
            <p:style>
              <a:lnRef idx="2">
                <a:schemeClr val="accent1">
                  <a:hueOff val="0"/>
                  <a:satOff val="0"/>
                  <a:lumOff val="0"/>
                  <a:alphaOff val="0"/>
                </a:schemeClr>
              </a:lnRef>
              <a:fillRef idx="1">
                <a:schemeClr val="lt1">
                  <a:alpha val="90000"/>
                  <a:hueOff val="0"/>
                  <a:satOff val="0"/>
                  <a:lumOff val="0"/>
                  <a:alphaOff val="0"/>
                </a:schemeClr>
              </a:fillRef>
              <a:effectRef idx="0">
                <a:schemeClr val="lt1">
                  <a:alpha val="90000"/>
                  <a:hueOff val="0"/>
                  <a:satOff val="0"/>
                  <a:lumOff val="0"/>
                  <a:alphaOff val="0"/>
                </a:schemeClr>
              </a:effectRef>
              <a:fontRef idx="minor">
                <a:schemeClr val="dk1">
                  <a:hueOff val="0"/>
                  <a:satOff val="0"/>
                  <a:lumOff val="0"/>
                  <a:alphaOff val="0"/>
                </a:schemeClr>
              </a:fontRef>
            </p:style>
            <p:txBody>
              <a:bodyPr spcFirstLastPara="0" vert="horz" wrap="square" lIns="248920" tIns="83511" rIns="83511" bIns="83511" numCol="1" spcCol="1270" anchor="ctr" anchorCtr="0">
                <a:noAutofit/>
              </a:bodyPr>
              <a:lstStyle/>
              <a:p>
                <a:pPr marL="0" marR="0" lvl="1" indent="0" algn="l" defTabSz="1555750" rtl="0" eaLnBrk="1" fontAlgn="auto" latinLnBrk="0" hangingPunct="1">
                  <a:lnSpc>
                    <a:spcPct val="90000"/>
                  </a:lnSpc>
                  <a:spcBef>
                    <a:spcPct val="0"/>
                  </a:spcBef>
                  <a:spcAft>
                    <a:spcPct val="15000"/>
                  </a:spcAft>
                  <a:buClrTx/>
                  <a:buSzTx/>
                  <a:buFontTx/>
                  <a:buNone/>
                  <a:tabLst/>
                  <a:defRPr/>
                </a:pPr>
                <a:r>
                  <a:rPr kumimoji="0" lang="en-IN" sz="1300" b="0" i="0" u="none" strike="noStrike" kern="1200" cap="none" spc="0" normalizeH="0" baseline="0" noProof="0">
                    <a:ln>
                      <a:noFill/>
                    </a:ln>
                    <a:solidFill>
                      <a:srgbClr val="000000">
                        <a:lumMod val="75000"/>
                        <a:lumOff val="25000"/>
                      </a:srgbClr>
                    </a:solidFill>
                    <a:effectLst/>
                    <a:uLnTx/>
                    <a:uFillTx/>
                    <a:latin typeface="Calibri" panose="020F0502020204030204"/>
                    <a:ea typeface="+mn-ea"/>
                    <a:cs typeface="+mn-cs"/>
                  </a:rPr>
                  <a:t>Full data extraction</a:t>
                </a:r>
                <a:endParaRPr kumimoji="0" lang="en-US" sz="1300" b="0" i="0" u="none" strike="noStrike" kern="1200" cap="none" spc="0" normalizeH="0" baseline="0" noProof="0">
                  <a:ln>
                    <a:noFill/>
                  </a:ln>
                  <a:solidFill>
                    <a:srgbClr val="000000">
                      <a:lumMod val="75000"/>
                      <a:lumOff val="25000"/>
                    </a:srgbClr>
                  </a:solidFill>
                  <a:effectLst/>
                  <a:uLnTx/>
                  <a:uFillTx/>
                  <a:latin typeface="Calibri" panose="020F0502020204030204"/>
                  <a:ea typeface="+mn-ea"/>
                  <a:cs typeface="+mn-cs"/>
                </a:endParaRPr>
              </a:p>
            </p:txBody>
          </p:sp>
          <p:sp>
            <p:nvSpPr>
              <p:cNvPr id="38" name="Freeform 37"/>
              <p:cNvSpPr/>
              <p:nvPr/>
            </p:nvSpPr>
            <p:spPr>
              <a:xfrm>
                <a:off x="955415" y="3805606"/>
                <a:ext cx="1900644" cy="420033"/>
              </a:xfrm>
              <a:custGeom>
                <a:avLst/>
                <a:gdLst>
                  <a:gd name="connsiteX0" fmla="*/ 209245 w 1255447"/>
                  <a:gd name="connsiteY0" fmla="*/ 0 h 6775979"/>
                  <a:gd name="connsiteX1" fmla="*/ 1046202 w 1255447"/>
                  <a:gd name="connsiteY1" fmla="*/ 0 h 6775979"/>
                  <a:gd name="connsiteX2" fmla="*/ 1255447 w 1255447"/>
                  <a:gd name="connsiteY2" fmla="*/ 209245 h 6775979"/>
                  <a:gd name="connsiteX3" fmla="*/ 1255447 w 1255447"/>
                  <a:gd name="connsiteY3" fmla="*/ 6775979 h 6775979"/>
                  <a:gd name="connsiteX4" fmla="*/ 1255447 w 1255447"/>
                  <a:gd name="connsiteY4" fmla="*/ 6775979 h 6775979"/>
                  <a:gd name="connsiteX5" fmla="*/ 0 w 1255447"/>
                  <a:gd name="connsiteY5" fmla="*/ 6775979 h 6775979"/>
                  <a:gd name="connsiteX6" fmla="*/ 0 w 1255447"/>
                  <a:gd name="connsiteY6" fmla="*/ 6775979 h 6775979"/>
                  <a:gd name="connsiteX7" fmla="*/ 0 w 1255447"/>
                  <a:gd name="connsiteY7" fmla="*/ 209245 h 6775979"/>
                  <a:gd name="connsiteX8" fmla="*/ 209245 w 1255447"/>
                  <a:gd name="connsiteY8" fmla="*/ 0 h 67759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55447" h="6775979">
                    <a:moveTo>
                      <a:pt x="1255447" y="1129352"/>
                    </a:moveTo>
                    <a:lnTo>
                      <a:pt x="1255447" y="5646627"/>
                    </a:lnTo>
                    <a:cubicBezTo>
                      <a:pt x="1255447" y="6270350"/>
                      <a:pt x="1238090" y="6775976"/>
                      <a:pt x="1216678" y="6775976"/>
                    </a:cubicBezTo>
                    <a:lnTo>
                      <a:pt x="0" y="6775976"/>
                    </a:lnTo>
                    <a:lnTo>
                      <a:pt x="0" y="6775976"/>
                    </a:lnTo>
                    <a:lnTo>
                      <a:pt x="0" y="3"/>
                    </a:lnTo>
                    <a:lnTo>
                      <a:pt x="0" y="3"/>
                    </a:lnTo>
                    <a:lnTo>
                      <a:pt x="1216678" y="3"/>
                    </a:lnTo>
                    <a:cubicBezTo>
                      <a:pt x="1238090" y="3"/>
                      <a:pt x="1255447" y="505629"/>
                      <a:pt x="1255447" y="1129352"/>
                    </a:cubicBezTo>
                    <a:close/>
                  </a:path>
                </a:pathLst>
              </a:custGeom>
            </p:spPr>
            <p:style>
              <a:lnRef idx="2">
                <a:schemeClr val="accent1">
                  <a:hueOff val="0"/>
                  <a:satOff val="0"/>
                  <a:lumOff val="0"/>
                  <a:alphaOff val="0"/>
                </a:schemeClr>
              </a:lnRef>
              <a:fillRef idx="1">
                <a:schemeClr val="lt1">
                  <a:alpha val="90000"/>
                  <a:hueOff val="0"/>
                  <a:satOff val="0"/>
                  <a:lumOff val="0"/>
                  <a:alphaOff val="0"/>
                </a:schemeClr>
              </a:fillRef>
              <a:effectRef idx="0">
                <a:schemeClr val="lt1">
                  <a:alpha val="90000"/>
                  <a:hueOff val="0"/>
                  <a:satOff val="0"/>
                  <a:lumOff val="0"/>
                  <a:alphaOff val="0"/>
                </a:schemeClr>
              </a:effectRef>
              <a:fontRef idx="minor">
                <a:schemeClr val="dk1">
                  <a:hueOff val="0"/>
                  <a:satOff val="0"/>
                  <a:lumOff val="0"/>
                  <a:alphaOff val="0"/>
                </a:schemeClr>
              </a:fontRef>
            </p:style>
            <p:txBody>
              <a:bodyPr spcFirstLastPara="0" vert="horz" wrap="square" lIns="248920" tIns="83511" rIns="83511" bIns="83511" numCol="1" spcCol="1270" anchor="ctr" anchorCtr="0">
                <a:noAutofit/>
              </a:bodyPr>
              <a:lstStyle/>
              <a:p>
                <a:pPr marL="0" marR="0" lvl="1" indent="0" algn="l" defTabSz="1555750" rtl="0" eaLnBrk="1" fontAlgn="auto" latinLnBrk="0" hangingPunct="1">
                  <a:lnSpc>
                    <a:spcPct val="90000"/>
                  </a:lnSpc>
                  <a:spcBef>
                    <a:spcPct val="0"/>
                  </a:spcBef>
                  <a:spcAft>
                    <a:spcPct val="15000"/>
                  </a:spcAft>
                  <a:buClrTx/>
                  <a:buSzTx/>
                  <a:buFontTx/>
                  <a:buNone/>
                  <a:tabLst/>
                  <a:defRPr/>
                </a:pPr>
                <a:r>
                  <a:rPr kumimoji="0" lang="en-IN" sz="1300" b="0" i="0" u="none" strike="noStrike" kern="1200" cap="none" spc="0" normalizeH="0" baseline="0" noProof="0">
                    <a:ln>
                      <a:noFill/>
                    </a:ln>
                    <a:solidFill>
                      <a:srgbClr val="000000">
                        <a:lumMod val="75000"/>
                        <a:lumOff val="25000"/>
                      </a:srgbClr>
                    </a:solidFill>
                    <a:effectLst/>
                    <a:uLnTx/>
                    <a:uFillTx/>
                    <a:latin typeface="Calibri" panose="020F0502020204030204"/>
                    <a:ea typeface="+mn-ea"/>
                    <a:cs typeface="+mn-cs"/>
                  </a:rPr>
                  <a:t>History maintenance via SCD Type 2</a:t>
                </a:r>
              </a:p>
            </p:txBody>
          </p:sp>
          <p:sp>
            <p:nvSpPr>
              <p:cNvPr id="39" name="Freeform 38"/>
              <p:cNvSpPr/>
              <p:nvPr/>
            </p:nvSpPr>
            <p:spPr>
              <a:xfrm>
                <a:off x="955415" y="4241709"/>
                <a:ext cx="1900644" cy="420033"/>
              </a:xfrm>
              <a:custGeom>
                <a:avLst/>
                <a:gdLst>
                  <a:gd name="connsiteX0" fmla="*/ 209245 w 1255447"/>
                  <a:gd name="connsiteY0" fmla="*/ 0 h 6775979"/>
                  <a:gd name="connsiteX1" fmla="*/ 1046202 w 1255447"/>
                  <a:gd name="connsiteY1" fmla="*/ 0 h 6775979"/>
                  <a:gd name="connsiteX2" fmla="*/ 1255447 w 1255447"/>
                  <a:gd name="connsiteY2" fmla="*/ 209245 h 6775979"/>
                  <a:gd name="connsiteX3" fmla="*/ 1255447 w 1255447"/>
                  <a:gd name="connsiteY3" fmla="*/ 6775979 h 6775979"/>
                  <a:gd name="connsiteX4" fmla="*/ 1255447 w 1255447"/>
                  <a:gd name="connsiteY4" fmla="*/ 6775979 h 6775979"/>
                  <a:gd name="connsiteX5" fmla="*/ 0 w 1255447"/>
                  <a:gd name="connsiteY5" fmla="*/ 6775979 h 6775979"/>
                  <a:gd name="connsiteX6" fmla="*/ 0 w 1255447"/>
                  <a:gd name="connsiteY6" fmla="*/ 6775979 h 6775979"/>
                  <a:gd name="connsiteX7" fmla="*/ 0 w 1255447"/>
                  <a:gd name="connsiteY7" fmla="*/ 209245 h 6775979"/>
                  <a:gd name="connsiteX8" fmla="*/ 209245 w 1255447"/>
                  <a:gd name="connsiteY8" fmla="*/ 0 h 67759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55447" h="6775979">
                    <a:moveTo>
                      <a:pt x="1255447" y="1129352"/>
                    </a:moveTo>
                    <a:lnTo>
                      <a:pt x="1255447" y="5646627"/>
                    </a:lnTo>
                    <a:cubicBezTo>
                      <a:pt x="1255447" y="6270350"/>
                      <a:pt x="1238090" y="6775976"/>
                      <a:pt x="1216678" y="6775976"/>
                    </a:cubicBezTo>
                    <a:lnTo>
                      <a:pt x="0" y="6775976"/>
                    </a:lnTo>
                    <a:lnTo>
                      <a:pt x="0" y="6775976"/>
                    </a:lnTo>
                    <a:lnTo>
                      <a:pt x="0" y="3"/>
                    </a:lnTo>
                    <a:lnTo>
                      <a:pt x="0" y="3"/>
                    </a:lnTo>
                    <a:lnTo>
                      <a:pt x="1216678" y="3"/>
                    </a:lnTo>
                    <a:cubicBezTo>
                      <a:pt x="1238090" y="3"/>
                      <a:pt x="1255447" y="505629"/>
                      <a:pt x="1255447" y="1129352"/>
                    </a:cubicBezTo>
                    <a:close/>
                  </a:path>
                </a:pathLst>
              </a:custGeom>
            </p:spPr>
            <p:style>
              <a:lnRef idx="2">
                <a:schemeClr val="accent1">
                  <a:hueOff val="0"/>
                  <a:satOff val="0"/>
                  <a:lumOff val="0"/>
                  <a:alphaOff val="0"/>
                </a:schemeClr>
              </a:lnRef>
              <a:fillRef idx="1">
                <a:schemeClr val="lt1">
                  <a:alpha val="90000"/>
                  <a:hueOff val="0"/>
                  <a:satOff val="0"/>
                  <a:lumOff val="0"/>
                  <a:alphaOff val="0"/>
                </a:schemeClr>
              </a:fillRef>
              <a:effectRef idx="0">
                <a:schemeClr val="lt1">
                  <a:alpha val="90000"/>
                  <a:hueOff val="0"/>
                  <a:satOff val="0"/>
                  <a:lumOff val="0"/>
                  <a:alphaOff val="0"/>
                </a:schemeClr>
              </a:effectRef>
              <a:fontRef idx="minor">
                <a:schemeClr val="dk1">
                  <a:hueOff val="0"/>
                  <a:satOff val="0"/>
                  <a:lumOff val="0"/>
                  <a:alphaOff val="0"/>
                </a:schemeClr>
              </a:fontRef>
            </p:style>
            <p:txBody>
              <a:bodyPr spcFirstLastPara="0" vert="horz" wrap="square" lIns="248920" tIns="83511" rIns="83511" bIns="83511" numCol="1" spcCol="1270" anchor="ctr" anchorCtr="0">
                <a:noAutofit/>
              </a:bodyPr>
              <a:lstStyle/>
              <a:p>
                <a:pPr marL="0" marR="0" lvl="1" indent="0" algn="l" defTabSz="1555750" rtl="0" eaLnBrk="1" fontAlgn="auto" latinLnBrk="0" hangingPunct="1">
                  <a:lnSpc>
                    <a:spcPct val="90000"/>
                  </a:lnSpc>
                  <a:spcBef>
                    <a:spcPct val="0"/>
                  </a:spcBef>
                  <a:spcAft>
                    <a:spcPct val="15000"/>
                  </a:spcAft>
                  <a:buClrTx/>
                  <a:buSzTx/>
                  <a:buFontTx/>
                  <a:buNone/>
                  <a:tabLst/>
                  <a:defRPr/>
                </a:pPr>
                <a:r>
                  <a:rPr kumimoji="0" lang="en-IN" sz="1300" b="0" i="0" u="none" strike="noStrike" kern="1200" cap="none" spc="0" normalizeH="0" baseline="0" noProof="0">
                    <a:ln>
                      <a:noFill/>
                    </a:ln>
                    <a:solidFill>
                      <a:srgbClr val="000000">
                        <a:lumMod val="75000"/>
                        <a:lumOff val="25000"/>
                      </a:srgbClr>
                    </a:solidFill>
                    <a:effectLst/>
                    <a:uLnTx/>
                    <a:uFillTx/>
                    <a:latin typeface="Calibri" panose="020F0502020204030204"/>
                    <a:ea typeface="+mn-ea"/>
                    <a:cs typeface="+mn-cs"/>
                  </a:rPr>
                  <a:t>Soft Deletion of deleted records</a:t>
                </a:r>
              </a:p>
            </p:txBody>
          </p:sp>
          <p:sp>
            <p:nvSpPr>
              <p:cNvPr id="40" name="Freeform 39"/>
              <p:cNvSpPr/>
              <p:nvPr/>
            </p:nvSpPr>
            <p:spPr>
              <a:xfrm>
                <a:off x="955413" y="4680776"/>
                <a:ext cx="1900645" cy="420033"/>
              </a:xfrm>
              <a:custGeom>
                <a:avLst/>
                <a:gdLst>
                  <a:gd name="connsiteX0" fmla="*/ 209245 w 1255447"/>
                  <a:gd name="connsiteY0" fmla="*/ 0 h 6775979"/>
                  <a:gd name="connsiteX1" fmla="*/ 1046202 w 1255447"/>
                  <a:gd name="connsiteY1" fmla="*/ 0 h 6775979"/>
                  <a:gd name="connsiteX2" fmla="*/ 1255447 w 1255447"/>
                  <a:gd name="connsiteY2" fmla="*/ 209245 h 6775979"/>
                  <a:gd name="connsiteX3" fmla="*/ 1255447 w 1255447"/>
                  <a:gd name="connsiteY3" fmla="*/ 6775979 h 6775979"/>
                  <a:gd name="connsiteX4" fmla="*/ 1255447 w 1255447"/>
                  <a:gd name="connsiteY4" fmla="*/ 6775979 h 6775979"/>
                  <a:gd name="connsiteX5" fmla="*/ 0 w 1255447"/>
                  <a:gd name="connsiteY5" fmla="*/ 6775979 h 6775979"/>
                  <a:gd name="connsiteX6" fmla="*/ 0 w 1255447"/>
                  <a:gd name="connsiteY6" fmla="*/ 6775979 h 6775979"/>
                  <a:gd name="connsiteX7" fmla="*/ 0 w 1255447"/>
                  <a:gd name="connsiteY7" fmla="*/ 209245 h 6775979"/>
                  <a:gd name="connsiteX8" fmla="*/ 209245 w 1255447"/>
                  <a:gd name="connsiteY8" fmla="*/ 0 h 67759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55447" h="6775979">
                    <a:moveTo>
                      <a:pt x="1255447" y="1129352"/>
                    </a:moveTo>
                    <a:lnTo>
                      <a:pt x="1255447" y="5646627"/>
                    </a:lnTo>
                    <a:cubicBezTo>
                      <a:pt x="1255447" y="6270350"/>
                      <a:pt x="1238090" y="6775976"/>
                      <a:pt x="1216678" y="6775976"/>
                    </a:cubicBezTo>
                    <a:lnTo>
                      <a:pt x="0" y="6775976"/>
                    </a:lnTo>
                    <a:lnTo>
                      <a:pt x="0" y="6775976"/>
                    </a:lnTo>
                    <a:lnTo>
                      <a:pt x="0" y="3"/>
                    </a:lnTo>
                    <a:lnTo>
                      <a:pt x="0" y="3"/>
                    </a:lnTo>
                    <a:lnTo>
                      <a:pt x="1216678" y="3"/>
                    </a:lnTo>
                    <a:cubicBezTo>
                      <a:pt x="1238090" y="3"/>
                      <a:pt x="1255447" y="505629"/>
                      <a:pt x="1255447" y="1129352"/>
                    </a:cubicBezTo>
                    <a:close/>
                  </a:path>
                </a:pathLst>
              </a:custGeom>
            </p:spPr>
            <p:style>
              <a:lnRef idx="2">
                <a:schemeClr val="accent1">
                  <a:hueOff val="0"/>
                  <a:satOff val="0"/>
                  <a:lumOff val="0"/>
                  <a:alphaOff val="0"/>
                </a:schemeClr>
              </a:lnRef>
              <a:fillRef idx="1">
                <a:schemeClr val="lt1">
                  <a:alpha val="90000"/>
                  <a:hueOff val="0"/>
                  <a:satOff val="0"/>
                  <a:lumOff val="0"/>
                  <a:alphaOff val="0"/>
                </a:schemeClr>
              </a:fillRef>
              <a:effectRef idx="0">
                <a:schemeClr val="lt1">
                  <a:alpha val="90000"/>
                  <a:hueOff val="0"/>
                  <a:satOff val="0"/>
                  <a:lumOff val="0"/>
                  <a:alphaOff val="0"/>
                </a:schemeClr>
              </a:effectRef>
              <a:fontRef idx="minor">
                <a:schemeClr val="dk1">
                  <a:hueOff val="0"/>
                  <a:satOff val="0"/>
                  <a:lumOff val="0"/>
                  <a:alphaOff val="0"/>
                </a:schemeClr>
              </a:fontRef>
            </p:style>
            <p:txBody>
              <a:bodyPr spcFirstLastPara="0" vert="horz" wrap="square" lIns="248920" tIns="83511" rIns="83511" bIns="83511" numCol="1" spcCol="1270" anchor="ctr" anchorCtr="0">
                <a:noAutofit/>
              </a:bodyPr>
              <a:lstStyle/>
              <a:p>
                <a:pPr marL="0" marR="0" lvl="1" indent="0" algn="l" defTabSz="1555750" rtl="0" eaLnBrk="1" fontAlgn="auto" latinLnBrk="0" hangingPunct="1">
                  <a:lnSpc>
                    <a:spcPct val="90000"/>
                  </a:lnSpc>
                  <a:spcBef>
                    <a:spcPct val="0"/>
                  </a:spcBef>
                  <a:spcAft>
                    <a:spcPct val="15000"/>
                  </a:spcAft>
                  <a:buClrTx/>
                  <a:buSzTx/>
                  <a:buFontTx/>
                  <a:buNone/>
                  <a:tabLst/>
                  <a:defRPr/>
                </a:pPr>
                <a:r>
                  <a:rPr kumimoji="0" lang="en-IN" sz="1300" b="0" i="0" u="none" strike="noStrike" kern="1200" cap="none" spc="0" normalizeH="0" baseline="0" noProof="0">
                    <a:ln>
                      <a:noFill/>
                    </a:ln>
                    <a:solidFill>
                      <a:srgbClr val="000000">
                        <a:lumMod val="75000"/>
                        <a:lumOff val="25000"/>
                      </a:srgbClr>
                    </a:solidFill>
                    <a:effectLst/>
                    <a:uLnTx/>
                    <a:uFillTx/>
                    <a:latin typeface="Calibri" panose="020F0502020204030204"/>
                    <a:ea typeface="+mn-ea"/>
                    <a:cs typeface="+mn-cs"/>
                  </a:rPr>
                  <a:t>1:1 column level mapping, no change in PK </a:t>
                </a:r>
              </a:p>
            </p:txBody>
          </p:sp>
        </p:grpSp>
        <p:sp>
          <p:nvSpPr>
            <p:cNvPr id="41" name="5-Point Star 40"/>
            <p:cNvSpPr/>
            <p:nvPr/>
          </p:nvSpPr>
          <p:spPr>
            <a:xfrm>
              <a:off x="3014432" y="3873527"/>
              <a:ext cx="321491" cy="264599"/>
            </a:xfrm>
            <a:prstGeom prst="star5">
              <a:avLst/>
            </a:prstGeom>
            <a:solidFill>
              <a:schemeClr val="accent5">
                <a:lumMod val="9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300" b="0" i="0" u="none" strike="noStrike" kern="1200" cap="none" spc="0" normalizeH="0" baseline="0" noProof="0">
                <a:ln>
                  <a:noFill/>
                </a:ln>
                <a:solidFill>
                  <a:srgbClr val="FFFFFF"/>
                </a:solidFill>
                <a:effectLst/>
                <a:uLnTx/>
                <a:uFillTx/>
                <a:latin typeface="Calibri" panose="020F0502020204030204"/>
                <a:ea typeface="+mn-ea"/>
                <a:cs typeface="+mn-cs"/>
              </a:endParaRPr>
            </a:p>
          </p:txBody>
        </p:sp>
        <p:grpSp>
          <p:nvGrpSpPr>
            <p:cNvPr id="42" name="Group 41"/>
            <p:cNvGrpSpPr/>
            <p:nvPr/>
          </p:nvGrpSpPr>
          <p:grpSpPr>
            <a:xfrm>
              <a:off x="5180066" y="4009884"/>
              <a:ext cx="1648087" cy="2416316"/>
              <a:chOff x="955413" y="3360916"/>
              <a:chExt cx="1900646" cy="1739893"/>
            </a:xfrm>
          </p:grpSpPr>
          <p:sp>
            <p:nvSpPr>
              <p:cNvPr id="43" name="Freeform 42"/>
              <p:cNvSpPr/>
              <p:nvPr/>
            </p:nvSpPr>
            <p:spPr>
              <a:xfrm>
                <a:off x="955415" y="3360916"/>
                <a:ext cx="1900644" cy="420033"/>
              </a:xfrm>
              <a:custGeom>
                <a:avLst/>
                <a:gdLst>
                  <a:gd name="connsiteX0" fmla="*/ 209245 w 1255447"/>
                  <a:gd name="connsiteY0" fmla="*/ 0 h 6775979"/>
                  <a:gd name="connsiteX1" fmla="*/ 1046202 w 1255447"/>
                  <a:gd name="connsiteY1" fmla="*/ 0 h 6775979"/>
                  <a:gd name="connsiteX2" fmla="*/ 1255447 w 1255447"/>
                  <a:gd name="connsiteY2" fmla="*/ 209245 h 6775979"/>
                  <a:gd name="connsiteX3" fmla="*/ 1255447 w 1255447"/>
                  <a:gd name="connsiteY3" fmla="*/ 6775979 h 6775979"/>
                  <a:gd name="connsiteX4" fmla="*/ 1255447 w 1255447"/>
                  <a:gd name="connsiteY4" fmla="*/ 6775979 h 6775979"/>
                  <a:gd name="connsiteX5" fmla="*/ 0 w 1255447"/>
                  <a:gd name="connsiteY5" fmla="*/ 6775979 h 6775979"/>
                  <a:gd name="connsiteX6" fmla="*/ 0 w 1255447"/>
                  <a:gd name="connsiteY6" fmla="*/ 6775979 h 6775979"/>
                  <a:gd name="connsiteX7" fmla="*/ 0 w 1255447"/>
                  <a:gd name="connsiteY7" fmla="*/ 209245 h 6775979"/>
                  <a:gd name="connsiteX8" fmla="*/ 209245 w 1255447"/>
                  <a:gd name="connsiteY8" fmla="*/ 0 h 67759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55447" h="6775979">
                    <a:moveTo>
                      <a:pt x="1255447" y="1129352"/>
                    </a:moveTo>
                    <a:lnTo>
                      <a:pt x="1255447" y="5646627"/>
                    </a:lnTo>
                    <a:cubicBezTo>
                      <a:pt x="1255447" y="6270350"/>
                      <a:pt x="1238090" y="6775976"/>
                      <a:pt x="1216678" y="6775976"/>
                    </a:cubicBezTo>
                    <a:lnTo>
                      <a:pt x="0" y="6775976"/>
                    </a:lnTo>
                    <a:lnTo>
                      <a:pt x="0" y="6775976"/>
                    </a:lnTo>
                    <a:lnTo>
                      <a:pt x="0" y="3"/>
                    </a:lnTo>
                    <a:lnTo>
                      <a:pt x="0" y="3"/>
                    </a:lnTo>
                    <a:lnTo>
                      <a:pt x="1216678" y="3"/>
                    </a:lnTo>
                    <a:cubicBezTo>
                      <a:pt x="1238090" y="3"/>
                      <a:pt x="1255447" y="505629"/>
                      <a:pt x="1255447" y="1129352"/>
                    </a:cubicBezTo>
                    <a:close/>
                  </a:path>
                </a:pathLst>
              </a:custGeom>
            </p:spPr>
            <p:style>
              <a:lnRef idx="2">
                <a:schemeClr val="accent1">
                  <a:hueOff val="0"/>
                  <a:satOff val="0"/>
                  <a:lumOff val="0"/>
                  <a:alphaOff val="0"/>
                </a:schemeClr>
              </a:lnRef>
              <a:fillRef idx="1">
                <a:schemeClr val="lt1">
                  <a:alpha val="90000"/>
                  <a:hueOff val="0"/>
                  <a:satOff val="0"/>
                  <a:lumOff val="0"/>
                  <a:alphaOff val="0"/>
                </a:schemeClr>
              </a:fillRef>
              <a:effectRef idx="0">
                <a:schemeClr val="lt1">
                  <a:alpha val="90000"/>
                  <a:hueOff val="0"/>
                  <a:satOff val="0"/>
                  <a:lumOff val="0"/>
                  <a:alphaOff val="0"/>
                </a:schemeClr>
              </a:effectRef>
              <a:fontRef idx="minor">
                <a:schemeClr val="dk1">
                  <a:hueOff val="0"/>
                  <a:satOff val="0"/>
                  <a:lumOff val="0"/>
                  <a:alphaOff val="0"/>
                </a:schemeClr>
              </a:fontRef>
            </p:style>
            <p:txBody>
              <a:bodyPr spcFirstLastPara="0" vert="horz" wrap="square" lIns="248920" tIns="83511" rIns="83511" bIns="83511" numCol="1" spcCol="1270" anchor="ctr" anchorCtr="0">
                <a:noAutofit/>
              </a:bodyPr>
              <a:lstStyle/>
              <a:p>
                <a:pPr marL="0" marR="0" lvl="1" indent="0" algn="l" defTabSz="1555750" rtl="0" eaLnBrk="1" fontAlgn="auto" latinLnBrk="0" hangingPunct="1">
                  <a:lnSpc>
                    <a:spcPct val="90000"/>
                  </a:lnSpc>
                  <a:spcBef>
                    <a:spcPct val="0"/>
                  </a:spcBef>
                  <a:spcAft>
                    <a:spcPct val="15000"/>
                  </a:spcAft>
                  <a:buClrTx/>
                  <a:buSzTx/>
                  <a:buFontTx/>
                  <a:buNone/>
                  <a:tabLst/>
                  <a:defRPr/>
                </a:pPr>
                <a:r>
                  <a:rPr kumimoji="0" lang="en-IN" sz="1300" b="0" i="0" u="none" strike="noStrike" kern="1200" cap="none" spc="0" normalizeH="0" baseline="0" noProof="0">
                    <a:ln>
                      <a:noFill/>
                    </a:ln>
                    <a:solidFill>
                      <a:srgbClr val="000000">
                        <a:lumMod val="75000"/>
                        <a:lumOff val="25000"/>
                      </a:srgbClr>
                    </a:solidFill>
                    <a:effectLst/>
                    <a:uLnTx/>
                    <a:uFillTx/>
                    <a:latin typeface="Calibri" panose="020F0502020204030204"/>
                    <a:ea typeface="+mn-ea"/>
                    <a:cs typeface="+mn-cs"/>
                  </a:rPr>
                  <a:t>Data extraction based on Batch Effective Date</a:t>
                </a:r>
                <a:endParaRPr kumimoji="0" lang="en-US" sz="1300" b="0" i="0" u="none" strike="noStrike" kern="1200" cap="none" spc="0" normalizeH="0" baseline="0" noProof="0">
                  <a:ln>
                    <a:noFill/>
                  </a:ln>
                  <a:solidFill>
                    <a:srgbClr val="000000">
                      <a:lumMod val="75000"/>
                      <a:lumOff val="25000"/>
                    </a:srgbClr>
                  </a:solidFill>
                  <a:effectLst/>
                  <a:uLnTx/>
                  <a:uFillTx/>
                  <a:latin typeface="Calibri" panose="020F0502020204030204"/>
                  <a:ea typeface="+mn-ea"/>
                  <a:cs typeface="+mn-cs"/>
                </a:endParaRPr>
              </a:p>
            </p:txBody>
          </p:sp>
          <p:sp>
            <p:nvSpPr>
              <p:cNvPr id="44" name="Freeform 43"/>
              <p:cNvSpPr/>
              <p:nvPr/>
            </p:nvSpPr>
            <p:spPr>
              <a:xfrm>
                <a:off x="955415" y="3805606"/>
                <a:ext cx="1900644" cy="420033"/>
              </a:xfrm>
              <a:custGeom>
                <a:avLst/>
                <a:gdLst>
                  <a:gd name="connsiteX0" fmla="*/ 209245 w 1255447"/>
                  <a:gd name="connsiteY0" fmla="*/ 0 h 6775979"/>
                  <a:gd name="connsiteX1" fmla="*/ 1046202 w 1255447"/>
                  <a:gd name="connsiteY1" fmla="*/ 0 h 6775979"/>
                  <a:gd name="connsiteX2" fmla="*/ 1255447 w 1255447"/>
                  <a:gd name="connsiteY2" fmla="*/ 209245 h 6775979"/>
                  <a:gd name="connsiteX3" fmla="*/ 1255447 w 1255447"/>
                  <a:gd name="connsiteY3" fmla="*/ 6775979 h 6775979"/>
                  <a:gd name="connsiteX4" fmla="*/ 1255447 w 1255447"/>
                  <a:gd name="connsiteY4" fmla="*/ 6775979 h 6775979"/>
                  <a:gd name="connsiteX5" fmla="*/ 0 w 1255447"/>
                  <a:gd name="connsiteY5" fmla="*/ 6775979 h 6775979"/>
                  <a:gd name="connsiteX6" fmla="*/ 0 w 1255447"/>
                  <a:gd name="connsiteY6" fmla="*/ 6775979 h 6775979"/>
                  <a:gd name="connsiteX7" fmla="*/ 0 w 1255447"/>
                  <a:gd name="connsiteY7" fmla="*/ 209245 h 6775979"/>
                  <a:gd name="connsiteX8" fmla="*/ 209245 w 1255447"/>
                  <a:gd name="connsiteY8" fmla="*/ 0 h 67759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55447" h="6775979">
                    <a:moveTo>
                      <a:pt x="1255447" y="1129352"/>
                    </a:moveTo>
                    <a:lnTo>
                      <a:pt x="1255447" y="5646627"/>
                    </a:lnTo>
                    <a:cubicBezTo>
                      <a:pt x="1255447" y="6270350"/>
                      <a:pt x="1238090" y="6775976"/>
                      <a:pt x="1216678" y="6775976"/>
                    </a:cubicBezTo>
                    <a:lnTo>
                      <a:pt x="0" y="6775976"/>
                    </a:lnTo>
                    <a:lnTo>
                      <a:pt x="0" y="6775976"/>
                    </a:lnTo>
                    <a:lnTo>
                      <a:pt x="0" y="3"/>
                    </a:lnTo>
                    <a:lnTo>
                      <a:pt x="0" y="3"/>
                    </a:lnTo>
                    <a:lnTo>
                      <a:pt x="1216678" y="3"/>
                    </a:lnTo>
                    <a:cubicBezTo>
                      <a:pt x="1238090" y="3"/>
                      <a:pt x="1255447" y="505629"/>
                      <a:pt x="1255447" y="1129352"/>
                    </a:cubicBezTo>
                    <a:close/>
                  </a:path>
                </a:pathLst>
              </a:custGeom>
            </p:spPr>
            <p:style>
              <a:lnRef idx="2">
                <a:schemeClr val="accent1">
                  <a:hueOff val="0"/>
                  <a:satOff val="0"/>
                  <a:lumOff val="0"/>
                  <a:alphaOff val="0"/>
                </a:schemeClr>
              </a:lnRef>
              <a:fillRef idx="1">
                <a:schemeClr val="lt1">
                  <a:alpha val="90000"/>
                  <a:hueOff val="0"/>
                  <a:satOff val="0"/>
                  <a:lumOff val="0"/>
                  <a:alphaOff val="0"/>
                </a:schemeClr>
              </a:fillRef>
              <a:effectRef idx="0">
                <a:schemeClr val="lt1">
                  <a:alpha val="90000"/>
                  <a:hueOff val="0"/>
                  <a:satOff val="0"/>
                  <a:lumOff val="0"/>
                  <a:alphaOff val="0"/>
                </a:schemeClr>
              </a:effectRef>
              <a:fontRef idx="minor">
                <a:schemeClr val="dk1">
                  <a:hueOff val="0"/>
                  <a:satOff val="0"/>
                  <a:lumOff val="0"/>
                  <a:alphaOff val="0"/>
                </a:schemeClr>
              </a:fontRef>
            </p:style>
            <p:txBody>
              <a:bodyPr spcFirstLastPara="0" vert="horz" wrap="square" lIns="248920" tIns="83511" rIns="83511" bIns="83511" numCol="1" spcCol="1270" anchor="ctr" anchorCtr="0">
                <a:noAutofit/>
              </a:bodyPr>
              <a:lstStyle/>
              <a:p>
                <a:pPr marL="0" marR="0" lvl="1" indent="0" algn="l" defTabSz="1555750" rtl="0" eaLnBrk="1" fontAlgn="auto" latinLnBrk="0" hangingPunct="1">
                  <a:lnSpc>
                    <a:spcPct val="90000"/>
                  </a:lnSpc>
                  <a:spcBef>
                    <a:spcPct val="0"/>
                  </a:spcBef>
                  <a:spcAft>
                    <a:spcPct val="15000"/>
                  </a:spcAft>
                  <a:buClrTx/>
                  <a:buSzTx/>
                  <a:buFontTx/>
                  <a:buNone/>
                  <a:tabLst/>
                  <a:defRPr/>
                </a:pPr>
                <a:r>
                  <a:rPr kumimoji="0" lang="en-IN" sz="1300" b="0" i="0" u="none" strike="noStrike" kern="1200" cap="none" spc="0" normalizeH="0" baseline="0" noProof="0">
                    <a:ln>
                      <a:noFill/>
                    </a:ln>
                    <a:solidFill>
                      <a:srgbClr val="000000">
                        <a:lumMod val="75000"/>
                        <a:lumOff val="25000"/>
                      </a:srgbClr>
                    </a:solidFill>
                    <a:effectLst/>
                    <a:uLnTx/>
                    <a:uFillTx/>
                    <a:latin typeface="Calibri" panose="020F0502020204030204"/>
                    <a:ea typeface="+mn-ea"/>
                    <a:cs typeface="+mn-cs"/>
                  </a:rPr>
                  <a:t>History maintenance via SCD Type 2</a:t>
                </a:r>
              </a:p>
            </p:txBody>
          </p:sp>
          <p:sp>
            <p:nvSpPr>
              <p:cNvPr id="45" name="Freeform 44"/>
              <p:cNvSpPr/>
              <p:nvPr/>
            </p:nvSpPr>
            <p:spPr>
              <a:xfrm>
                <a:off x="955415" y="4241709"/>
                <a:ext cx="1900644" cy="420033"/>
              </a:xfrm>
              <a:custGeom>
                <a:avLst/>
                <a:gdLst>
                  <a:gd name="connsiteX0" fmla="*/ 209245 w 1255447"/>
                  <a:gd name="connsiteY0" fmla="*/ 0 h 6775979"/>
                  <a:gd name="connsiteX1" fmla="*/ 1046202 w 1255447"/>
                  <a:gd name="connsiteY1" fmla="*/ 0 h 6775979"/>
                  <a:gd name="connsiteX2" fmla="*/ 1255447 w 1255447"/>
                  <a:gd name="connsiteY2" fmla="*/ 209245 h 6775979"/>
                  <a:gd name="connsiteX3" fmla="*/ 1255447 w 1255447"/>
                  <a:gd name="connsiteY3" fmla="*/ 6775979 h 6775979"/>
                  <a:gd name="connsiteX4" fmla="*/ 1255447 w 1255447"/>
                  <a:gd name="connsiteY4" fmla="*/ 6775979 h 6775979"/>
                  <a:gd name="connsiteX5" fmla="*/ 0 w 1255447"/>
                  <a:gd name="connsiteY5" fmla="*/ 6775979 h 6775979"/>
                  <a:gd name="connsiteX6" fmla="*/ 0 w 1255447"/>
                  <a:gd name="connsiteY6" fmla="*/ 6775979 h 6775979"/>
                  <a:gd name="connsiteX7" fmla="*/ 0 w 1255447"/>
                  <a:gd name="connsiteY7" fmla="*/ 209245 h 6775979"/>
                  <a:gd name="connsiteX8" fmla="*/ 209245 w 1255447"/>
                  <a:gd name="connsiteY8" fmla="*/ 0 h 67759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55447" h="6775979">
                    <a:moveTo>
                      <a:pt x="1255447" y="1129352"/>
                    </a:moveTo>
                    <a:lnTo>
                      <a:pt x="1255447" y="5646627"/>
                    </a:lnTo>
                    <a:cubicBezTo>
                      <a:pt x="1255447" y="6270350"/>
                      <a:pt x="1238090" y="6775976"/>
                      <a:pt x="1216678" y="6775976"/>
                    </a:cubicBezTo>
                    <a:lnTo>
                      <a:pt x="0" y="6775976"/>
                    </a:lnTo>
                    <a:lnTo>
                      <a:pt x="0" y="6775976"/>
                    </a:lnTo>
                    <a:lnTo>
                      <a:pt x="0" y="3"/>
                    </a:lnTo>
                    <a:lnTo>
                      <a:pt x="0" y="3"/>
                    </a:lnTo>
                    <a:lnTo>
                      <a:pt x="1216678" y="3"/>
                    </a:lnTo>
                    <a:cubicBezTo>
                      <a:pt x="1238090" y="3"/>
                      <a:pt x="1255447" y="505629"/>
                      <a:pt x="1255447" y="1129352"/>
                    </a:cubicBezTo>
                    <a:close/>
                  </a:path>
                </a:pathLst>
              </a:custGeom>
            </p:spPr>
            <p:style>
              <a:lnRef idx="2">
                <a:schemeClr val="accent1">
                  <a:hueOff val="0"/>
                  <a:satOff val="0"/>
                  <a:lumOff val="0"/>
                  <a:alphaOff val="0"/>
                </a:schemeClr>
              </a:lnRef>
              <a:fillRef idx="1">
                <a:schemeClr val="lt1">
                  <a:alpha val="90000"/>
                  <a:hueOff val="0"/>
                  <a:satOff val="0"/>
                  <a:lumOff val="0"/>
                  <a:alphaOff val="0"/>
                </a:schemeClr>
              </a:fillRef>
              <a:effectRef idx="0">
                <a:schemeClr val="lt1">
                  <a:alpha val="90000"/>
                  <a:hueOff val="0"/>
                  <a:satOff val="0"/>
                  <a:lumOff val="0"/>
                  <a:alphaOff val="0"/>
                </a:schemeClr>
              </a:effectRef>
              <a:fontRef idx="minor">
                <a:schemeClr val="dk1">
                  <a:hueOff val="0"/>
                  <a:satOff val="0"/>
                  <a:lumOff val="0"/>
                  <a:alphaOff val="0"/>
                </a:schemeClr>
              </a:fontRef>
            </p:style>
            <p:txBody>
              <a:bodyPr spcFirstLastPara="0" vert="horz" wrap="square" lIns="248920" tIns="83511" rIns="83511" bIns="83511" numCol="1" spcCol="1270" anchor="ctr" anchorCtr="0">
                <a:noAutofit/>
              </a:bodyPr>
              <a:lstStyle/>
              <a:p>
                <a:pPr marL="0" marR="0" lvl="1" indent="0" algn="l" defTabSz="1555750" rtl="0" eaLnBrk="1" fontAlgn="auto" latinLnBrk="0" hangingPunct="1">
                  <a:lnSpc>
                    <a:spcPct val="90000"/>
                  </a:lnSpc>
                  <a:spcBef>
                    <a:spcPct val="0"/>
                  </a:spcBef>
                  <a:spcAft>
                    <a:spcPct val="15000"/>
                  </a:spcAft>
                  <a:buClrTx/>
                  <a:buSzTx/>
                  <a:buFontTx/>
                  <a:buNone/>
                  <a:tabLst/>
                  <a:defRPr/>
                </a:pPr>
                <a:r>
                  <a:rPr kumimoji="0" lang="en-IN" sz="1300" b="0" i="0" u="none" strike="noStrike" kern="1200" cap="none" spc="0" normalizeH="0" baseline="0" noProof="0">
                    <a:ln>
                      <a:noFill/>
                    </a:ln>
                    <a:solidFill>
                      <a:srgbClr val="000000">
                        <a:lumMod val="75000"/>
                        <a:lumOff val="25000"/>
                      </a:srgbClr>
                    </a:solidFill>
                    <a:effectLst/>
                    <a:uLnTx/>
                    <a:uFillTx/>
                    <a:latin typeface="Calibri" panose="020F0502020204030204"/>
                    <a:ea typeface="+mn-ea"/>
                    <a:cs typeface="+mn-cs"/>
                  </a:rPr>
                  <a:t>Soft Deletion of deleted records</a:t>
                </a:r>
              </a:p>
            </p:txBody>
          </p:sp>
          <p:sp>
            <p:nvSpPr>
              <p:cNvPr id="46" name="Freeform 45"/>
              <p:cNvSpPr/>
              <p:nvPr/>
            </p:nvSpPr>
            <p:spPr>
              <a:xfrm>
                <a:off x="955413" y="4680776"/>
                <a:ext cx="1900645" cy="420033"/>
              </a:xfrm>
              <a:custGeom>
                <a:avLst/>
                <a:gdLst>
                  <a:gd name="connsiteX0" fmla="*/ 209245 w 1255447"/>
                  <a:gd name="connsiteY0" fmla="*/ 0 h 6775979"/>
                  <a:gd name="connsiteX1" fmla="*/ 1046202 w 1255447"/>
                  <a:gd name="connsiteY1" fmla="*/ 0 h 6775979"/>
                  <a:gd name="connsiteX2" fmla="*/ 1255447 w 1255447"/>
                  <a:gd name="connsiteY2" fmla="*/ 209245 h 6775979"/>
                  <a:gd name="connsiteX3" fmla="*/ 1255447 w 1255447"/>
                  <a:gd name="connsiteY3" fmla="*/ 6775979 h 6775979"/>
                  <a:gd name="connsiteX4" fmla="*/ 1255447 w 1255447"/>
                  <a:gd name="connsiteY4" fmla="*/ 6775979 h 6775979"/>
                  <a:gd name="connsiteX5" fmla="*/ 0 w 1255447"/>
                  <a:gd name="connsiteY5" fmla="*/ 6775979 h 6775979"/>
                  <a:gd name="connsiteX6" fmla="*/ 0 w 1255447"/>
                  <a:gd name="connsiteY6" fmla="*/ 6775979 h 6775979"/>
                  <a:gd name="connsiteX7" fmla="*/ 0 w 1255447"/>
                  <a:gd name="connsiteY7" fmla="*/ 209245 h 6775979"/>
                  <a:gd name="connsiteX8" fmla="*/ 209245 w 1255447"/>
                  <a:gd name="connsiteY8" fmla="*/ 0 h 67759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55447" h="6775979">
                    <a:moveTo>
                      <a:pt x="1255447" y="1129352"/>
                    </a:moveTo>
                    <a:lnTo>
                      <a:pt x="1255447" y="5646627"/>
                    </a:lnTo>
                    <a:cubicBezTo>
                      <a:pt x="1255447" y="6270350"/>
                      <a:pt x="1238090" y="6775976"/>
                      <a:pt x="1216678" y="6775976"/>
                    </a:cubicBezTo>
                    <a:lnTo>
                      <a:pt x="0" y="6775976"/>
                    </a:lnTo>
                    <a:lnTo>
                      <a:pt x="0" y="6775976"/>
                    </a:lnTo>
                    <a:lnTo>
                      <a:pt x="0" y="3"/>
                    </a:lnTo>
                    <a:lnTo>
                      <a:pt x="0" y="3"/>
                    </a:lnTo>
                    <a:lnTo>
                      <a:pt x="1216678" y="3"/>
                    </a:lnTo>
                    <a:cubicBezTo>
                      <a:pt x="1238090" y="3"/>
                      <a:pt x="1255447" y="505629"/>
                      <a:pt x="1255447" y="1129352"/>
                    </a:cubicBezTo>
                    <a:close/>
                  </a:path>
                </a:pathLst>
              </a:custGeom>
            </p:spPr>
            <p:style>
              <a:lnRef idx="2">
                <a:schemeClr val="accent1">
                  <a:hueOff val="0"/>
                  <a:satOff val="0"/>
                  <a:lumOff val="0"/>
                  <a:alphaOff val="0"/>
                </a:schemeClr>
              </a:lnRef>
              <a:fillRef idx="1">
                <a:schemeClr val="lt1">
                  <a:alpha val="90000"/>
                  <a:hueOff val="0"/>
                  <a:satOff val="0"/>
                  <a:lumOff val="0"/>
                  <a:alphaOff val="0"/>
                </a:schemeClr>
              </a:fillRef>
              <a:effectRef idx="0">
                <a:schemeClr val="lt1">
                  <a:alpha val="90000"/>
                  <a:hueOff val="0"/>
                  <a:satOff val="0"/>
                  <a:lumOff val="0"/>
                  <a:alphaOff val="0"/>
                </a:schemeClr>
              </a:effectRef>
              <a:fontRef idx="minor">
                <a:schemeClr val="dk1">
                  <a:hueOff val="0"/>
                  <a:satOff val="0"/>
                  <a:lumOff val="0"/>
                  <a:alphaOff val="0"/>
                </a:schemeClr>
              </a:fontRef>
            </p:style>
            <p:txBody>
              <a:bodyPr spcFirstLastPara="0" vert="horz" wrap="square" lIns="248920" tIns="83511" rIns="83511" bIns="83511" numCol="1" spcCol="1270" anchor="ctr" anchorCtr="0">
                <a:noAutofit/>
              </a:bodyPr>
              <a:lstStyle/>
              <a:p>
                <a:pPr marL="0" marR="0" lvl="1" indent="0" algn="l" defTabSz="1555750" rtl="0" eaLnBrk="1" fontAlgn="auto" latinLnBrk="0" hangingPunct="1">
                  <a:lnSpc>
                    <a:spcPct val="90000"/>
                  </a:lnSpc>
                  <a:spcBef>
                    <a:spcPct val="0"/>
                  </a:spcBef>
                  <a:spcAft>
                    <a:spcPct val="15000"/>
                  </a:spcAft>
                  <a:buClrTx/>
                  <a:buSzTx/>
                  <a:buFontTx/>
                  <a:buNone/>
                  <a:tabLst/>
                  <a:defRPr/>
                </a:pPr>
                <a:r>
                  <a:rPr kumimoji="0" lang="en-IN" sz="1300" b="0" i="0" u="none" strike="noStrike" kern="1200" cap="none" spc="0" normalizeH="0" baseline="0" noProof="0">
                    <a:ln>
                      <a:noFill/>
                    </a:ln>
                    <a:solidFill>
                      <a:srgbClr val="000000">
                        <a:lumMod val="75000"/>
                        <a:lumOff val="25000"/>
                      </a:srgbClr>
                    </a:solidFill>
                    <a:effectLst/>
                    <a:uLnTx/>
                    <a:uFillTx/>
                    <a:latin typeface="Calibri" panose="020F0502020204030204"/>
                    <a:ea typeface="+mn-ea"/>
                    <a:cs typeface="+mn-cs"/>
                  </a:rPr>
                  <a:t>High level data transformation (</a:t>
                </a:r>
                <a:r>
                  <a:rPr kumimoji="0" lang="en-IN" sz="1300" b="0" i="0" u="none" strike="noStrike" kern="1200" cap="none" spc="0" normalizeH="0" baseline="0" noProof="0" err="1">
                    <a:ln>
                      <a:noFill/>
                    </a:ln>
                    <a:solidFill>
                      <a:srgbClr val="000000">
                        <a:lumMod val="75000"/>
                        <a:lumOff val="25000"/>
                      </a:srgbClr>
                    </a:solidFill>
                    <a:effectLst/>
                    <a:uLnTx/>
                    <a:uFillTx/>
                    <a:latin typeface="Calibri" panose="020F0502020204030204"/>
                    <a:ea typeface="+mn-ea"/>
                    <a:cs typeface="+mn-cs"/>
                  </a:rPr>
                  <a:t>eg</a:t>
                </a:r>
                <a:r>
                  <a:rPr kumimoji="0" lang="en-IN" sz="1300" b="0" i="0" u="none" strike="noStrike" kern="1200" cap="none" spc="0" normalizeH="0" baseline="0" noProof="0">
                    <a:ln>
                      <a:noFill/>
                    </a:ln>
                    <a:solidFill>
                      <a:srgbClr val="000000">
                        <a:lumMod val="75000"/>
                        <a:lumOff val="25000"/>
                      </a:srgbClr>
                    </a:solidFill>
                    <a:effectLst/>
                    <a:uLnTx/>
                    <a:uFillTx/>
                    <a:latin typeface="Calibri" panose="020F0502020204030204"/>
                    <a:ea typeface="+mn-ea"/>
                    <a:cs typeface="+mn-cs"/>
                  </a:rPr>
                  <a:t> </a:t>
                </a:r>
                <a:r>
                  <a:rPr kumimoji="0" lang="en-IN" sz="1300" b="0" i="0" u="none" strike="noStrike" kern="1200" cap="none" spc="0" normalizeH="0" baseline="0" noProof="0" err="1">
                    <a:ln>
                      <a:noFill/>
                    </a:ln>
                    <a:solidFill>
                      <a:srgbClr val="000000">
                        <a:lumMod val="75000"/>
                        <a:lumOff val="25000"/>
                      </a:srgbClr>
                    </a:solidFill>
                    <a:effectLst/>
                    <a:uLnTx/>
                    <a:uFillTx/>
                    <a:latin typeface="Calibri" panose="020F0502020204030204"/>
                    <a:ea typeface="+mn-ea"/>
                    <a:cs typeface="+mn-cs"/>
                  </a:rPr>
                  <a:t>unpivot</a:t>
                </a:r>
                <a:r>
                  <a:rPr kumimoji="0" lang="en-IN" sz="1300" b="0" i="0" u="none" strike="noStrike" kern="1200" cap="none" spc="0" normalizeH="0" baseline="0" noProof="0">
                    <a:ln>
                      <a:noFill/>
                    </a:ln>
                    <a:solidFill>
                      <a:srgbClr val="000000">
                        <a:lumMod val="75000"/>
                        <a:lumOff val="25000"/>
                      </a:srgbClr>
                    </a:solidFill>
                    <a:effectLst/>
                    <a:uLnTx/>
                    <a:uFillTx/>
                    <a:latin typeface="Calibri" panose="020F0502020204030204"/>
                    <a:ea typeface="+mn-ea"/>
                    <a:cs typeface="+mn-cs"/>
                  </a:rPr>
                  <a:t>)</a:t>
                </a:r>
              </a:p>
            </p:txBody>
          </p:sp>
        </p:grpSp>
        <p:sp>
          <p:nvSpPr>
            <p:cNvPr id="47" name="5-Point Star 46"/>
            <p:cNvSpPr/>
            <p:nvPr/>
          </p:nvSpPr>
          <p:spPr>
            <a:xfrm>
              <a:off x="5012324" y="3873527"/>
              <a:ext cx="321491" cy="264599"/>
            </a:xfrm>
            <a:prstGeom prst="star5">
              <a:avLst/>
            </a:prstGeom>
            <a:solidFill>
              <a:schemeClr val="accent5">
                <a:lumMod val="9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300" b="0" i="0" u="none" strike="noStrike" kern="1200" cap="none" spc="0" normalizeH="0" baseline="0" noProof="0">
                <a:ln>
                  <a:noFill/>
                </a:ln>
                <a:solidFill>
                  <a:srgbClr val="FFFFFF"/>
                </a:solidFill>
                <a:effectLst/>
                <a:uLnTx/>
                <a:uFillTx/>
                <a:latin typeface="Calibri" panose="020F0502020204030204"/>
                <a:ea typeface="+mn-ea"/>
                <a:cs typeface="+mn-cs"/>
              </a:endParaRPr>
            </a:p>
          </p:txBody>
        </p:sp>
        <p:grpSp>
          <p:nvGrpSpPr>
            <p:cNvPr id="54" name="Group 53"/>
            <p:cNvGrpSpPr/>
            <p:nvPr/>
          </p:nvGrpSpPr>
          <p:grpSpPr>
            <a:xfrm>
              <a:off x="7177029" y="3998998"/>
              <a:ext cx="1648088" cy="2416316"/>
              <a:chOff x="955413" y="3360916"/>
              <a:chExt cx="1900647" cy="1739893"/>
            </a:xfrm>
          </p:grpSpPr>
          <p:sp>
            <p:nvSpPr>
              <p:cNvPr id="55" name="Freeform 54"/>
              <p:cNvSpPr/>
              <p:nvPr/>
            </p:nvSpPr>
            <p:spPr>
              <a:xfrm>
                <a:off x="955415" y="3360916"/>
                <a:ext cx="1900645" cy="420033"/>
              </a:xfrm>
              <a:custGeom>
                <a:avLst/>
                <a:gdLst>
                  <a:gd name="connsiteX0" fmla="*/ 209245 w 1255447"/>
                  <a:gd name="connsiteY0" fmla="*/ 0 h 6775979"/>
                  <a:gd name="connsiteX1" fmla="*/ 1046202 w 1255447"/>
                  <a:gd name="connsiteY1" fmla="*/ 0 h 6775979"/>
                  <a:gd name="connsiteX2" fmla="*/ 1255447 w 1255447"/>
                  <a:gd name="connsiteY2" fmla="*/ 209245 h 6775979"/>
                  <a:gd name="connsiteX3" fmla="*/ 1255447 w 1255447"/>
                  <a:gd name="connsiteY3" fmla="*/ 6775979 h 6775979"/>
                  <a:gd name="connsiteX4" fmla="*/ 1255447 w 1255447"/>
                  <a:gd name="connsiteY4" fmla="*/ 6775979 h 6775979"/>
                  <a:gd name="connsiteX5" fmla="*/ 0 w 1255447"/>
                  <a:gd name="connsiteY5" fmla="*/ 6775979 h 6775979"/>
                  <a:gd name="connsiteX6" fmla="*/ 0 w 1255447"/>
                  <a:gd name="connsiteY6" fmla="*/ 6775979 h 6775979"/>
                  <a:gd name="connsiteX7" fmla="*/ 0 w 1255447"/>
                  <a:gd name="connsiteY7" fmla="*/ 209245 h 6775979"/>
                  <a:gd name="connsiteX8" fmla="*/ 209245 w 1255447"/>
                  <a:gd name="connsiteY8" fmla="*/ 0 h 67759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55447" h="6775979">
                    <a:moveTo>
                      <a:pt x="1255447" y="1129352"/>
                    </a:moveTo>
                    <a:lnTo>
                      <a:pt x="1255447" y="5646627"/>
                    </a:lnTo>
                    <a:cubicBezTo>
                      <a:pt x="1255447" y="6270350"/>
                      <a:pt x="1238090" y="6775976"/>
                      <a:pt x="1216678" y="6775976"/>
                    </a:cubicBezTo>
                    <a:lnTo>
                      <a:pt x="0" y="6775976"/>
                    </a:lnTo>
                    <a:lnTo>
                      <a:pt x="0" y="6775976"/>
                    </a:lnTo>
                    <a:lnTo>
                      <a:pt x="0" y="3"/>
                    </a:lnTo>
                    <a:lnTo>
                      <a:pt x="0" y="3"/>
                    </a:lnTo>
                    <a:lnTo>
                      <a:pt x="1216678" y="3"/>
                    </a:lnTo>
                    <a:cubicBezTo>
                      <a:pt x="1238090" y="3"/>
                      <a:pt x="1255447" y="505629"/>
                      <a:pt x="1255447" y="1129352"/>
                    </a:cubicBezTo>
                    <a:close/>
                  </a:path>
                </a:pathLst>
              </a:custGeom>
            </p:spPr>
            <p:style>
              <a:lnRef idx="2">
                <a:schemeClr val="accent1">
                  <a:hueOff val="0"/>
                  <a:satOff val="0"/>
                  <a:lumOff val="0"/>
                  <a:alphaOff val="0"/>
                </a:schemeClr>
              </a:lnRef>
              <a:fillRef idx="1">
                <a:schemeClr val="lt1">
                  <a:alpha val="90000"/>
                  <a:hueOff val="0"/>
                  <a:satOff val="0"/>
                  <a:lumOff val="0"/>
                  <a:alphaOff val="0"/>
                </a:schemeClr>
              </a:fillRef>
              <a:effectRef idx="0">
                <a:schemeClr val="lt1">
                  <a:alpha val="90000"/>
                  <a:hueOff val="0"/>
                  <a:satOff val="0"/>
                  <a:lumOff val="0"/>
                  <a:alphaOff val="0"/>
                </a:schemeClr>
              </a:effectRef>
              <a:fontRef idx="minor">
                <a:schemeClr val="dk1">
                  <a:hueOff val="0"/>
                  <a:satOff val="0"/>
                  <a:lumOff val="0"/>
                  <a:alphaOff val="0"/>
                </a:schemeClr>
              </a:fontRef>
            </p:style>
            <p:txBody>
              <a:bodyPr spcFirstLastPara="0" vert="horz" wrap="square" lIns="248920" tIns="83511" rIns="83511" bIns="83511" numCol="1" spcCol="1270" anchor="ctr" anchorCtr="0">
                <a:noAutofit/>
              </a:bodyPr>
              <a:lstStyle/>
              <a:p>
                <a:pPr marL="0" marR="0" lvl="1" indent="0" algn="l" defTabSz="1555750" rtl="0" eaLnBrk="1" fontAlgn="auto" latinLnBrk="0" hangingPunct="1">
                  <a:lnSpc>
                    <a:spcPct val="90000"/>
                  </a:lnSpc>
                  <a:spcBef>
                    <a:spcPct val="0"/>
                  </a:spcBef>
                  <a:spcAft>
                    <a:spcPct val="15000"/>
                  </a:spcAft>
                  <a:buClrTx/>
                  <a:buSzTx/>
                  <a:buFontTx/>
                  <a:buNone/>
                  <a:tabLst/>
                  <a:defRPr/>
                </a:pPr>
                <a:r>
                  <a:rPr kumimoji="0" lang="en-IN" sz="1300" b="0" i="0" u="none" strike="noStrike" kern="1200" cap="none" spc="0" normalizeH="0" baseline="0" noProof="0">
                    <a:ln>
                      <a:noFill/>
                    </a:ln>
                    <a:solidFill>
                      <a:srgbClr val="000000">
                        <a:lumMod val="75000"/>
                        <a:lumOff val="25000"/>
                      </a:srgbClr>
                    </a:solidFill>
                    <a:effectLst/>
                    <a:uLnTx/>
                    <a:uFillTx/>
                    <a:latin typeface="Calibri" panose="020F0502020204030204"/>
                    <a:ea typeface="+mn-ea"/>
                    <a:cs typeface="+mn-cs"/>
                  </a:rPr>
                  <a:t>Data extraction based on Batch Effective Date</a:t>
                </a:r>
                <a:endParaRPr kumimoji="0" lang="en-US" sz="1300" b="0" i="0" u="none" strike="noStrike" kern="1200" cap="none" spc="0" normalizeH="0" baseline="0" noProof="0">
                  <a:ln>
                    <a:noFill/>
                  </a:ln>
                  <a:solidFill>
                    <a:srgbClr val="000000">
                      <a:lumMod val="75000"/>
                      <a:lumOff val="25000"/>
                    </a:srgbClr>
                  </a:solidFill>
                  <a:effectLst/>
                  <a:uLnTx/>
                  <a:uFillTx/>
                  <a:latin typeface="Calibri" panose="020F0502020204030204"/>
                  <a:ea typeface="+mn-ea"/>
                  <a:cs typeface="+mn-cs"/>
                </a:endParaRPr>
              </a:p>
            </p:txBody>
          </p:sp>
          <p:sp>
            <p:nvSpPr>
              <p:cNvPr id="56" name="Freeform 55"/>
              <p:cNvSpPr/>
              <p:nvPr/>
            </p:nvSpPr>
            <p:spPr>
              <a:xfrm>
                <a:off x="955415" y="3805606"/>
                <a:ext cx="1900644" cy="420033"/>
              </a:xfrm>
              <a:custGeom>
                <a:avLst/>
                <a:gdLst>
                  <a:gd name="connsiteX0" fmla="*/ 209245 w 1255447"/>
                  <a:gd name="connsiteY0" fmla="*/ 0 h 6775979"/>
                  <a:gd name="connsiteX1" fmla="*/ 1046202 w 1255447"/>
                  <a:gd name="connsiteY1" fmla="*/ 0 h 6775979"/>
                  <a:gd name="connsiteX2" fmla="*/ 1255447 w 1255447"/>
                  <a:gd name="connsiteY2" fmla="*/ 209245 h 6775979"/>
                  <a:gd name="connsiteX3" fmla="*/ 1255447 w 1255447"/>
                  <a:gd name="connsiteY3" fmla="*/ 6775979 h 6775979"/>
                  <a:gd name="connsiteX4" fmla="*/ 1255447 w 1255447"/>
                  <a:gd name="connsiteY4" fmla="*/ 6775979 h 6775979"/>
                  <a:gd name="connsiteX5" fmla="*/ 0 w 1255447"/>
                  <a:gd name="connsiteY5" fmla="*/ 6775979 h 6775979"/>
                  <a:gd name="connsiteX6" fmla="*/ 0 w 1255447"/>
                  <a:gd name="connsiteY6" fmla="*/ 6775979 h 6775979"/>
                  <a:gd name="connsiteX7" fmla="*/ 0 w 1255447"/>
                  <a:gd name="connsiteY7" fmla="*/ 209245 h 6775979"/>
                  <a:gd name="connsiteX8" fmla="*/ 209245 w 1255447"/>
                  <a:gd name="connsiteY8" fmla="*/ 0 h 67759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55447" h="6775979">
                    <a:moveTo>
                      <a:pt x="1255447" y="1129352"/>
                    </a:moveTo>
                    <a:lnTo>
                      <a:pt x="1255447" y="5646627"/>
                    </a:lnTo>
                    <a:cubicBezTo>
                      <a:pt x="1255447" y="6270350"/>
                      <a:pt x="1238090" y="6775976"/>
                      <a:pt x="1216678" y="6775976"/>
                    </a:cubicBezTo>
                    <a:lnTo>
                      <a:pt x="0" y="6775976"/>
                    </a:lnTo>
                    <a:lnTo>
                      <a:pt x="0" y="6775976"/>
                    </a:lnTo>
                    <a:lnTo>
                      <a:pt x="0" y="3"/>
                    </a:lnTo>
                    <a:lnTo>
                      <a:pt x="0" y="3"/>
                    </a:lnTo>
                    <a:lnTo>
                      <a:pt x="1216678" y="3"/>
                    </a:lnTo>
                    <a:cubicBezTo>
                      <a:pt x="1238090" y="3"/>
                      <a:pt x="1255447" y="505629"/>
                      <a:pt x="1255447" y="1129352"/>
                    </a:cubicBezTo>
                    <a:close/>
                  </a:path>
                </a:pathLst>
              </a:custGeom>
            </p:spPr>
            <p:style>
              <a:lnRef idx="2">
                <a:schemeClr val="accent1">
                  <a:hueOff val="0"/>
                  <a:satOff val="0"/>
                  <a:lumOff val="0"/>
                  <a:alphaOff val="0"/>
                </a:schemeClr>
              </a:lnRef>
              <a:fillRef idx="1">
                <a:schemeClr val="lt1">
                  <a:alpha val="90000"/>
                  <a:hueOff val="0"/>
                  <a:satOff val="0"/>
                  <a:lumOff val="0"/>
                  <a:alphaOff val="0"/>
                </a:schemeClr>
              </a:fillRef>
              <a:effectRef idx="0">
                <a:schemeClr val="lt1">
                  <a:alpha val="90000"/>
                  <a:hueOff val="0"/>
                  <a:satOff val="0"/>
                  <a:lumOff val="0"/>
                  <a:alphaOff val="0"/>
                </a:schemeClr>
              </a:effectRef>
              <a:fontRef idx="minor">
                <a:schemeClr val="dk1">
                  <a:hueOff val="0"/>
                  <a:satOff val="0"/>
                  <a:lumOff val="0"/>
                  <a:alphaOff val="0"/>
                </a:schemeClr>
              </a:fontRef>
            </p:style>
            <p:txBody>
              <a:bodyPr spcFirstLastPara="0" vert="horz" wrap="square" lIns="248920" tIns="83511" rIns="83511" bIns="83511" numCol="1" spcCol="1270" anchor="ctr" anchorCtr="0">
                <a:noAutofit/>
              </a:bodyPr>
              <a:lstStyle/>
              <a:p>
                <a:pPr marL="0" marR="0" lvl="1" indent="0" algn="l" defTabSz="1555750" rtl="0" eaLnBrk="1" fontAlgn="auto" latinLnBrk="0" hangingPunct="1">
                  <a:lnSpc>
                    <a:spcPct val="90000"/>
                  </a:lnSpc>
                  <a:spcBef>
                    <a:spcPct val="0"/>
                  </a:spcBef>
                  <a:spcAft>
                    <a:spcPct val="15000"/>
                  </a:spcAft>
                  <a:buClrTx/>
                  <a:buSzTx/>
                  <a:buFontTx/>
                  <a:buNone/>
                  <a:tabLst/>
                  <a:defRPr/>
                </a:pPr>
                <a:r>
                  <a:rPr kumimoji="0" lang="en-IN" sz="1300" b="0" i="0" u="none" strike="noStrike" kern="1200" cap="none" spc="0" normalizeH="0" baseline="0" noProof="0">
                    <a:ln>
                      <a:noFill/>
                    </a:ln>
                    <a:solidFill>
                      <a:srgbClr val="000000">
                        <a:lumMod val="75000"/>
                        <a:lumOff val="25000"/>
                      </a:srgbClr>
                    </a:solidFill>
                    <a:effectLst/>
                    <a:uLnTx/>
                    <a:uFillTx/>
                    <a:latin typeface="Calibri" panose="020F0502020204030204"/>
                    <a:ea typeface="+mn-ea"/>
                    <a:cs typeface="+mn-cs"/>
                  </a:rPr>
                  <a:t>History maintenance via SCD Type 2</a:t>
                </a:r>
              </a:p>
            </p:txBody>
          </p:sp>
          <p:sp>
            <p:nvSpPr>
              <p:cNvPr id="57" name="Freeform 56"/>
              <p:cNvSpPr/>
              <p:nvPr/>
            </p:nvSpPr>
            <p:spPr>
              <a:xfrm>
                <a:off x="955415" y="4241709"/>
                <a:ext cx="1900644" cy="420033"/>
              </a:xfrm>
              <a:custGeom>
                <a:avLst/>
                <a:gdLst>
                  <a:gd name="connsiteX0" fmla="*/ 209245 w 1255447"/>
                  <a:gd name="connsiteY0" fmla="*/ 0 h 6775979"/>
                  <a:gd name="connsiteX1" fmla="*/ 1046202 w 1255447"/>
                  <a:gd name="connsiteY1" fmla="*/ 0 h 6775979"/>
                  <a:gd name="connsiteX2" fmla="*/ 1255447 w 1255447"/>
                  <a:gd name="connsiteY2" fmla="*/ 209245 h 6775979"/>
                  <a:gd name="connsiteX3" fmla="*/ 1255447 w 1255447"/>
                  <a:gd name="connsiteY3" fmla="*/ 6775979 h 6775979"/>
                  <a:gd name="connsiteX4" fmla="*/ 1255447 w 1255447"/>
                  <a:gd name="connsiteY4" fmla="*/ 6775979 h 6775979"/>
                  <a:gd name="connsiteX5" fmla="*/ 0 w 1255447"/>
                  <a:gd name="connsiteY5" fmla="*/ 6775979 h 6775979"/>
                  <a:gd name="connsiteX6" fmla="*/ 0 w 1255447"/>
                  <a:gd name="connsiteY6" fmla="*/ 6775979 h 6775979"/>
                  <a:gd name="connsiteX7" fmla="*/ 0 w 1255447"/>
                  <a:gd name="connsiteY7" fmla="*/ 209245 h 6775979"/>
                  <a:gd name="connsiteX8" fmla="*/ 209245 w 1255447"/>
                  <a:gd name="connsiteY8" fmla="*/ 0 h 67759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55447" h="6775979">
                    <a:moveTo>
                      <a:pt x="1255447" y="1129352"/>
                    </a:moveTo>
                    <a:lnTo>
                      <a:pt x="1255447" y="5646627"/>
                    </a:lnTo>
                    <a:cubicBezTo>
                      <a:pt x="1255447" y="6270350"/>
                      <a:pt x="1238090" y="6775976"/>
                      <a:pt x="1216678" y="6775976"/>
                    </a:cubicBezTo>
                    <a:lnTo>
                      <a:pt x="0" y="6775976"/>
                    </a:lnTo>
                    <a:lnTo>
                      <a:pt x="0" y="6775976"/>
                    </a:lnTo>
                    <a:lnTo>
                      <a:pt x="0" y="3"/>
                    </a:lnTo>
                    <a:lnTo>
                      <a:pt x="0" y="3"/>
                    </a:lnTo>
                    <a:lnTo>
                      <a:pt x="1216678" y="3"/>
                    </a:lnTo>
                    <a:cubicBezTo>
                      <a:pt x="1238090" y="3"/>
                      <a:pt x="1255447" y="505629"/>
                      <a:pt x="1255447" y="1129352"/>
                    </a:cubicBezTo>
                    <a:close/>
                  </a:path>
                </a:pathLst>
              </a:custGeom>
            </p:spPr>
            <p:style>
              <a:lnRef idx="2">
                <a:schemeClr val="accent1">
                  <a:hueOff val="0"/>
                  <a:satOff val="0"/>
                  <a:lumOff val="0"/>
                  <a:alphaOff val="0"/>
                </a:schemeClr>
              </a:lnRef>
              <a:fillRef idx="1">
                <a:schemeClr val="lt1">
                  <a:alpha val="90000"/>
                  <a:hueOff val="0"/>
                  <a:satOff val="0"/>
                  <a:lumOff val="0"/>
                  <a:alphaOff val="0"/>
                </a:schemeClr>
              </a:fillRef>
              <a:effectRef idx="0">
                <a:schemeClr val="lt1">
                  <a:alpha val="90000"/>
                  <a:hueOff val="0"/>
                  <a:satOff val="0"/>
                  <a:lumOff val="0"/>
                  <a:alphaOff val="0"/>
                </a:schemeClr>
              </a:effectRef>
              <a:fontRef idx="minor">
                <a:schemeClr val="dk1">
                  <a:hueOff val="0"/>
                  <a:satOff val="0"/>
                  <a:lumOff val="0"/>
                  <a:alphaOff val="0"/>
                </a:schemeClr>
              </a:fontRef>
            </p:style>
            <p:txBody>
              <a:bodyPr spcFirstLastPara="0" vert="horz" wrap="square" lIns="248920" tIns="83511" rIns="83511" bIns="83511" numCol="1" spcCol="1270" anchor="ctr" anchorCtr="0">
                <a:noAutofit/>
              </a:bodyPr>
              <a:lstStyle/>
              <a:p>
                <a:pPr marL="0" marR="0" lvl="1" indent="0" algn="l" defTabSz="1555750" rtl="0" eaLnBrk="1" fontAlgn="auto" latinLnBrk="0" hangingPunct="1">
                  <a:lnSpc>
                    <a:spcPct val="90000"/>
                  </a:lnSpc>
                  <a:spcBef>
                    <a:spcPct val="0"/>
                  </a:spcBef>
                  <a:spcAft>
                    <a:spcPct val="15000"/>
                  </a:spcAft>
                  <a:buClrTx/>
                  <a:buSzTx/>
                  <a:buFontTx/>
                  <a:buNone/>
                  <a:tabLst/>
                  <a:defRPr/>
                </a:pPr>
                <a:r>
                  <a:rPr kumimoji="0" lang="en-IN" sz="1300" b="0" i="0" u="none" strike="noStrike" kern="1200" cap="none" spc="0" normalizeH="0" baseline="0" noProof="0">
                    <a:ln>
                      <a:noFill/>
                    </a:ln>
                    <a:solidFill>
                      <a:srgbClr val="000000">
                        <a:lumMod val="75000"/>
                        <a:lumOff val="25000"/>
                      </a:srgbClr>
                    </a:solidFill>
                    <a:effectLst/>
                    <a:uLnTx/>
                    <a:uFillTx/>
                    <a:latin typeface="Calibri" panose="020F0502020204030204"/>
                    <a:ea typeface="+mn-ea"/>
                    <a:cs typeface="+mn-cs"/>
                  </a:rPr>
                  <a:t>Inactivation of deleted records</a:t>
                </a:r>
              </a:p>
            </p:txBody>
          </p:sp>
          <p:sp>
            <p:nvSpPr>
              <p:cNvPr id="58" name="Freeform 57"/>
              <p:cNvSpPr/>
              <p:nvPr/>
            </p:nvSpPr>
            <p:spPr>
              <a:xfrm>
                <a:off x="955413" y="4680776"/>
                <a:ext cx="1900645" cy="420033"/>
              </a:xfrm>
              <a:custGeom>
                <a:avLst/>
                <a:gdLst>
                  <a:gd name="connsiteX0" fmla="*/ 209245 w 1255447"/>
                  <a:gd name="connsiteY0" fmla="*/ 0 h 6775979"/>
                  <a:gd name="connsiteX1" fmla="*/ 1046202 w 1255447"/>
                  <a:gd name="connsiteY1" fmla="*/ 0 h 6775979"/>
                  <a:gd name="connsiteX2" fmla="*/ 1255447 w 1255447"/>
                  <a:gd name="connsiteY2" fmla="*/ 209245 h 6775979"/>
                  <a:gd name="connsiteX3" fmla="*/ 1255447 w 1255447"/>
                  <a:gd name="connsiteY3" fmla="*/ 6775979 h 6775979"/>
                  <a:gd name="connsiteX4" fmla="*/ 1255447 w 1255447"/>
                  <a:gd name="connsiteY4" fmla="*/ 6775979 h 6775979"/>
                  <a:gd name="connsiteX5" fmla="*/ 0 w 1255447"/>
                  <a:gd name="connsiteY5" fmla="*/ 6775979 h 6775979"/>
                  <a:gd name="connsiteX6" fmla="*/ 0 w 1255447"/>
                  <a:gd name="connsiteY6" fmla="*/ 6775979 h 6775979"/>
                  <a:gd name="connsiteX7" fmla="*/ 0 w 1255447"/>
                  <a:gd name="connsiteY7" fmla="*/ 209245 h 6775979"/>
                  <a:gd name="connsiteX8" fmla="*/ 209245 w 1255447"/>
                  <a:gd name="connsiteY8" fmla="*/ 0 h 67759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55447" h="6775979">
                    <a:moveTo>
                      <a:pt x="1255447" y="1129352"/>
                    </a:moveTo>
                    <a:lnTo>
                      <a:pt x="1255447" y="5646627"/>
                    </a:lnTo>
                    <a:cubicBezTo>
                      <a:pt x="1255447" y="6270350"/>
                      <a:pt x="1238090" y="6775976"/>
                      <a:pt x="1216678" y="6775976"/>
                    </a:cubicBezTo>
                    <a:lnTo>
                      <a:pt x="0" y="6775976"/>
                    </a:lnTo>
                    <a:lnTo>
                      <a:pt x="0" y="6775976"/>
                    </a:lnTo>
                    <a:lnTo>
                      <a:pt x="0" y="3"/>
                    </a:lnTo>
                    <a:lnTo>
                      <a:pt x="0" y="3"/>
                    </a:lnTo>
                    <a:lnTo>
                      <a:pt x="1216678" y="3"/>
                    </a:lnTo>
                    <a:cubicBezTo>
                      <a:pt x="1238090" y="3"/>
                      <a:pt x="1255447" y="505629"/>
                      <a:pt x="1255447" y="1129352"/>
                    </a:cubicBezTo>
                    <a:close/>
                  </a:path>
                </a:pathLst>
              </a:custGeom>
            </p:spPr>
            <p:style>
              <a:lnRef idx="2">
                <a:schemeClr val="accent1">
                  <a:hueOff val="0"/>
                  <a:satOff val="0"/>
                  <a:lumOff val="0"/>
                  <a:alphaOff val="0"/>
                </a:schemeClr>
              </a:lnRef>
              <a:fillRef idx="1">
                <a:schemeClr val="lt1">
                  <a:alpha val="90000"/>
                  <a:hueOff val="0"/>
                  <a:satOff val="0"/>
                  <a:lumOff val="0"/>
                  <a:alphaOff val="0"/>
                </a:schemeClr>
              </a:fillRef>
              <a:effectRef idx="0">
                <a:schemeClr val="lt1">
                  <a:alpha val="90000"/>
                  <a:hueOff val="0"/>
                  <a:satOff val="0"/>
                  <a:lumOff val="0"/>
                  <a:alphaOff val="0"/>
                </a:schemeClr>
              </a:effectRef>
              <a:fontRef idx="minor">
                <a:schemeClr val="dk1">
                  <a:hueOff val="0"/>
                  <a:satOff val="0"/>
                  <a:lumOff val="0"/>
                  <a:alphaOff val="0"/>
                </a:schemeClr>
              </a:fontRef>
            </p:style>
            <p:txBody>
              <a:bodyPr spcFirstLastPara="0" vert="horz" wrap="square" lIns="248920" tIns="83511" rIns="83511" bIns="83511" numCol="1" spcCol="1270" anchor="ctr" anchorCtr="0">
                <a:noAutofit/>
              </a:bodyPr>
              <a:lstStyle/>
              <a:p>
                <a:pPr marL="0" marR="0" lvl="1" indent="0" algn="l" defTabSz="1555750" rtl="0" eaLnBrk="1" fontAlgn="auto" latinLnBrk="0" hangingPunct="1">
                  <a:lnSpc>
                    <a:spcPct val="90000"/>
                  </a:lnSpc>
                  <a:spcBef>
                    <a:spcPct val="0"/>
                  </a:spcBef>
                  <a:spcAft>
                    <a:spcPct val="15000"/>
                  </a:spcAft>
                  <a:buClrTx/>
                  <a:buSzTx/>
                  <a:buFontTx/>
                  <a:buNone/>
                  <a:tabLst/>
                  <a:defRPr/>
                </a:pPr>
                <a:r>
                  <a:rPr kumimoji="0" lang="en-IN" sz="1300" b="0" i="0" u="none" strike="noStrike" kern="1200" cap="none" spc="0" normalizeH="0" baseline="0" noProof="0">
                    <a:ln>
                      <a:noFill/>
                    </a:ln>
                    <a:solidFill>
                      <a:srgbClr val="000000">
                        <a:lumMod val="75000"/>
                        <a:lumOff val="25000"/>
                      </a:srgbClr>
                    </a:solidFill>
                    <a:effectLst/>
                    <a:uLnTx/>
                    <a:uFillTx/>
                    <a:latin typeface="Calibri" panose="020F0502020204030204"/>
                    <a:ea typeface="+mn-ea"/>
                    <a:cs typeface="+mn-cs"/>
                  </a:rPr>
                  <a:t>Business specific transformation, PK is not same</a:t>
                </a:r>
              </a:p>
            </p:txBody>
          </p:sp>
        </p:grpSp>
        <p:sp>
          <p:nvSpPr>
            <p:cNvPr id="59" name="5-Point Star 58"/>
            <p:cNvSpPr/>
            <p:nvPr/>
          </p:nvSpPr>
          <p:spPr>
            <a:xfrm>
              <a:off x="7020174" y="3862641"/>
              <a:ext cx="321491" cy="264599"/>
            </a:xfrm>
            <a:prstGeom prst="star5">
              <a:avLst/>
            </a:prstGeom>
            <a:solidFill>
              <a:schemeClr val="accent5">
                <a:lumMod val="9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300" b="0" i="0" u="none" strike="noStrike" kern="1200" cap="none" spc="0" normalizeH="0" baseline="0" noProof="0">
                <a:ln>
                  <a:noFill/>
                </a:ln>
                <a:solidFill>
                  <a:srgbClr val="FFFFFF"/>
                </a:solidFill>
                <a:effectLst/>
                <a:uLnTx/>
                <a:uFillTx/>
                <a:latin typeface="Calibri" panose="020F0502020204030204"/>
                <a:ea typeface="+mn-ea"/>
                <a:cs typeface="+mn-cs"/>
              </a:endParaRPr>
            </a:p>
          </p:txBody>
        </p:sp>
        <p:sp>
          <p:nvSpPr>
            <p:cNvPr id="60" name="Left-Right Arrow 59"/>
            <p:cNvSpPr/>
            <p:nvPr/>
          </p:nvSpPr>
          <p:spPr>
            <a:xfrm>
              <a:off x="2565895" y="3419715"/>
              <a:ext cx="7039046" cy="398677"/>
            </a:xfrm>
            <a:prstGeom prst="leftRightArrow">
              <a:avLst/>
            </a:prstGeom>
          </p:spPr>
          <p:style>
            <a:lnRef idx="2">
              <a:schemeClr val="accent1">
                <a:hueOff val="0"/>
                <a:satOff val="0"/>
                <a:lumOff val="0"/>
                <a:alphaOff val="0"/>
              </a:schemeClr>
            </a:lnRef>
            <a:fillRef idx="1">
              <a:schemeClr val="lt1">
                <a:alpha val="90000"/>
                <a:hueOff val="0"/>
                <a:satOff val="0"/>
                <a:lumOff val="0"/>
                <a:alphaOff val="0"/>
              </a:schemeClr>
            </a:fillRef>
            <a:effectRef idx="0">
              <a:schemeClr val="lt1">
                <a:alpha val="90000"/>
                <a:hueOff val="0"/>
                <a:satOff val="0"/>
                <a:lumOff val="0"/>
                <a:alphaOff val="0"/>
              </a:schemeClr>
            </a:effectRef>
            <a:fontRef idx="minor">
              <a:schemeClr val="dk1">
                <a:hueOff val="0"/>
                <a:satOff val="0"/>
                <a:lumOff val="0"/>
                <a:alphaOff val="0"/>
              </a:schemeClr>
            </a:fontRef>
          </p:style>
          <p:txBody>
            <a:bodyPr spcFirstLastPara="0" vert="horz" wrap="square" lIns="248920" tIns="83511" rIns="83511" bIns="83511" numCol="1" spcCol="1270" anchor="ctr" anchorCtr="0">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IN" sz="1200" b="0" i="0" u="none" strike="noStrike" kern="1200" cap="none" spc="0" normalizeH="0" baseline="0" noProof="0">
                  <a:ln>
                    <a:noFill/>
                  </a:ln>
                  <a:solidFill>
                    <a:srgbClr val="424242"/>
                  </a:solidFill>
                  <a:effectLst/>
                  <a:uLnTx/>
                  <a:uFillTx/>
                  <a:latin typeface="Calibri" panose="020F0502020204030204"/>
                  <a:ea typeface="+mn-ea"/>
                  <a:cs typeface="+mn-cs"/>
                </a:rPr>
                <a:t>Ingestion (ADF + ADB + ADLS)</a:t>
              </a:r>
              <a:endParaRPr kumimoji="0" lang="en-US" sz="1200" b="0" i="0" u="none" strike="noStrike" kern="1200" cap="none" spc="0" normalizeH="0" baseline="0" noProof="0">
                <a:ln>
                  <a:noFill/>
                </a:ln>
                <a:solidFill>
                  <a:srgbClr val="424242"/>
                </a:solidFill>
                <a:effectLst/>
                <a:uLnTx/>
                <a:uFillTx/>
                <a:latin typeface="Calibri" panose="020F0502020204030204"/>
                <a:ea typeface="+mn-ea"/>
                <a:cs typeface="+mn-cs"/>
              </a:endParaRPr>
            </a:p>
          </p:txBody>
        </p:sp>
        <p:sp>
          <p:nvSpPr>
            <p:cNvPr id="62" name="Rounded Rectangle 61"/>
            <p:cNvSpPr/>
            <p:nvPr/>
          </p:nvSpPr>
          <p:spPr>
            <a:xfrm>
              <a:off x="6570944" y="2464539"/>
              <a:ext cx="523695" cy="862857"/>
            </a:xfrm>
            <a:prstGeom prst="roundRect">
              <a:avLst/>
            </a:prstGeom>
            <a:grpFill/>
            <a:ln>
              <a:solidFill>
                <a:schemeClr val="tx1"/>
              </a:solid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IN" sz="1000" b="0" i="0" u="none" strike="noStrike" kern="1200" cap="none" spc="0" normalizeH="0" baseline="0" noProof="0">
                  <a:ln>
                    <a:noFill/>
                  </a:ln>
                  <a:solidFill>
                    <a:srgbClr val="FB4D0A"/>
                  </a:solidFill>
                  <a:effectLst/>
                  <a:uLnTx/>
                  <a:uFillTx/>
                  <a:latin typeface="Calibri" panose="020F0502020204030204"/>
                  <a:ea typeface="+mn-ea"/>
                  <a:cs typeface="+mn-cs"/>
                </a:rPr>
                <a:t>Table</a:t>
              </a:r>
              <a:endParaRPr kumimoji="0" lang="en-US" sz="1000" b="0" i="0" u="none" strike="noStrike" kern="1200" cap="none" spc="0" normalizeH="0" baseline="0" noProof="0">
                <a:ln>
                  <a:noFill/>
                </a:ln>
                <a:solidFill>
                  <a:srgbClr val="FB4D0A"/>
                </a:solidFill>
                <a:effectLst/>
                <a:uLnTx/>
                <a:uFillTx/>
                <a:latin typeface="Calibri" panose="020F0502020204030204"/>
                <a:ea typeface="+mn-ea"/>
                <a:cs typeface="+mn-cs"/>
              </a:endParaRPr>
            </a:p>
          </p:txBody>
        </p:sp>
        <p:sp>
          <p:nvSpPr>
            <p:cNvPr id="63" name="Rounded Rectangle 62"/>
            <p:cNvSpPr/>
            <p:nvPr/>
          </p:nvSpPr>
          <p:spPr>
            <a:xfrm>
              <a:off x="7094663" y="2461723"/>
              <a:ext cx="523694" cy="862857"/>
            </a:xfrm>
            <a:prstGeom prst="roundRect">
              <a:avLst/>
            </a:prstGeom>
            <a:grpFill/>
            <a:ln>
              <a:solidFill>
                <a:schemeClr val="tx1"/>
              </a:solid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IN" sz="1000" b="0" i="0" u="none" strike="noStrike" kern="1200" cap="none" spc="0" normalizeH="0" baseline="0" noProof="0">
                  <a:ln>
                    <a:noFill/>
                  </a:ln>
                  <a:solidFill>
                    <a:srgbClr val="FB4D0A"/>
                  </a:solidFill>
                  <a:effectLst/>
                  <a:uLnTx/>
                  <a:uFillTx/>
                  <a:latin typeface="Calibri" panose="020F0502020204030204"/>
                  <a:ea typeface="+mn-ea"/>
                  <a:cs typeface="+mn-cs"/>
                </a:rPr>
                <a:t>View</a:t>
              </a:r>
              <a:endParaRPr kumimoji="0" lang="en-US" sz="1000" b="0" i="0" u="none" strike="noStrike" kern="1200" cap="none" spc="0" normalizeH="0" baseline="0" noProof="0">
                <a:ln>
                  <a:noFill/>
                </a:ln>
                <a:solidFill>
                  <a:srgbClr val="FB4D0A"/>
                </a:solidFill>
                <a:effectLst/>
                <a:uLnTx/>
                <a:uFillTx/>
                <a:latin typeface="Calibri" panose="020F0502020204030204"/>
                <a:ea typeface="+mn-ea"/>
                <a:cs typeface="+mn-cs"/>
              </a:endParaRPr>
            </a:p>
          </p:txBody>
        </p:sp>
        <p:sp>
          <p:nvSpPr>
            <p:cNvPr id="64" name="TextBox 63">
              <a:extLst>
                <a:ext uri="{FF2B5EF4-FFF2-40B4-BE49-F238E27FC236}">
                  <a16:creationId xmlns:a16="http://schemas.microsoft.com/office/drawing/2014/main" id="{14613E14-2E42-42F9-BABB-BFD8EDBB5BD5}"/>
                </a:ext>
              </a:extLst>
            </p:cNvPr>
            <p:cNvSpPr txBox="1"/>
            <p:nvPr/>
          </p:nvSpPr>
          <p:spPr>
            <a:xfrm>
              <a:off x="716803" y="2072500"/>
              <a:ext cx="1046103" cy="258944"/>
            </a:xfrm>
            <a:prstGeom prst="rect">
              <a:avLst/>
            </a:prstGeom>
            <a:solidFill>
              <a:schemeClr val="accent4">
                <a:lumMod val="20000"/>
                <a:lumOff val="80000"/>
              </a:schemeClr>
            </a:solidFill>
          </p:spPr>
          <p:txBody>
            <a:bodyPr wrap="square" lIns="91440" tIns="45720" rIns="91440" bIns="45720" rtlCol="0" anchor="ctr">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IN" sz="1100" b="1" i="0" u="none" strike="noStrike" kern="1200" cap="none" spc="0" normalizeH="0" baseline="0" noProof="0">
                  <a:ln>
                    <a:noFill/>
                  </a:ln>
                  <a:solidFill>
                    <a:srgbClr val="FB4D0A"/>
                  </a:solidFill>
                  <a:effectLst/>
                  <a:uLnTx/>
                  <a:uFillTx/>
                  <a:latin typeface="Calibri" panose="020F0502020204030204"/>
                  <a:ea typeface="+mn-ea"/>
                  <a:cs typeface="+mn-cs"/>
                </a:rPr>
                <a:t>Exchange Rate</a:t>
              </a:r>
            </a:p>
          </p:txBody>
        </p:sp>
        <p:sp>
          <p:nvSpPr>
            <p:cNvPr id="2" name="TextBox 1">
              <a:extLst>
                <a:ext uri="{FF2B5EF4-FFF2-40B4-BE49-F238E27FC236}">
                  <a16:creationId xmlns:a16="http://schemas.microsoft.com/office/drawing/2014/main" id="{085C5F1C-1A32-8A3F-FC7F-EEF2DC4F7A93}"/>
                </a:ext>
              </a:extLst>
            </p:cNvPr>
            <p:cNvSpPr txBox="1"/>
            <p:nvPr/>
          </p:nvSpPr>
          <p:spPr>
            <a:xfrm>
              <a:off x="716803" y="1755728"/>
              <a:ext cx="1049642" cy="274176"/>
            </a:xfrm>
            <a:prstGeom prst="rect">
              <a:avLst/>
            </a:prstGeom>
            <a:solidFill>
              <a:schemeClr val="accent4">
                <a:lumMod val="20000"/>
                <a:lumOff val="80000"/>
              </a:schemeClr>
            </a:solidFill>
          </p:spPr>
          <p:txBody>
            <a:bodyPr wrap="square" lIns="91440" tIns="45720" rIns="91440" bIns="45720" rtlCol="0" anchor="ctr">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IN" sz="1200" b="1" i="0" u="none" strike="noStrike" kern="1200" cap="none" spc="0" normalizeH="0" baseline="0" noProof="0">
                  <a:ln>
                    <a:noFill/>
                  </a:ln>
                  <a:solidFill>
                    <a:srgbClr val="FB4D0A"/>
                  </a:solidFill>
                  <a:effectLst/>
                  <a:uLnTx/>
                  <a:uFillTx/>
                  <a:latin typeface="Calibri" panose="020F0502020204030204"/>
                  <a:ea typeface="+mn-ea"/>
                  <a:cs typeface="+mn-cs"/>
                </a:rPr>
                <a:t>Elgar</a:t>
              </a:r>
            </a:p>
          </p:txBody>
        </p:sp>
        <p:sp>
          <p:nvSpPr>
            <p:cNvPr id="3" name="TextBox 2">
              <a:extLst>
                <a:ext uri="{FF2B5EF4-FFF2-40B4-BE49-F238E27FC236}">
                  <a16:creationId xmlns:a16="http://schemas.microsoft.com/office/drawing/2014/main" id="{0EF787A2-FA97-E1C1-3ADB-3CC88DA3CCA9}"/>
                </a:ext>
              </a:extLst>
            </p:cNvPr>
            <p:cNvSpPr txBox="1"/>
            <p:nvPr/>
          </p:nvSpPr>
          <p:spPr>
            <a:xfrm>
              <a:off x="716803" y="2378495"/>
              <a:ext cx="1049276" cy="258944"/>
            </a:xfrm>
            <a:prstGeom prst="rect">
              <a:avLst/>
            </a:prstGeom>
            <a:solidFill>
              <a:schemeClr val="accent4">
                <a:lumMod val="20000"/>
                <a:lumOff val="80000"/>
              </a:schemeClr>
            </a:solidFill>
          </p:spPr>
          <p:txBody>
            <a:bodyPr wrap="square" lIns="91440" tIns="45720" rIns="91440" bIns="45720" rtlCol="0" anchor="ctr">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IN" sz="1100" b="1" i="0" u="none" strike="noStrike" kern="1200" cap="none" spc="0" normalizeH="0" baseline="0" noProof="0">
                  <a:ln>
                    <a:noFill/>
                  </a:ln>
                  <a:solidFill>
                    <a:srgbClr val="FB4D0A"/>
                  </a:solidFill>
                  <a:effectLst/>
                  <a:uLnTx/>
                  <a:uFillTx/>
                  <a:latin typeface="Calibri" panose="020F0502020204030204"/>
                  <a:ea typeface="+mn-ea"/>
                  <a:cs typeface="+mn-cs"/>
                </a:rPr>
                <a:t>RI Split &amp; Excel</a:t>
              </a:r>
            </a:p>
          </p:txBody>
        </p:sp>
        <p:sp>
          <p:nvSpPr>
            <p:cNvPr id="68" name="Right Arrow 11">
              <a:extLst>
                <a:ext uri="{FF2B5EF4-FFF2-40B4-BE49-F238E27FC236}">
                  <a16:creationId xmlns:a16="http://schemas.microsoft.com/office/drawing/2014/main" id="{79C93316-CAC5-A245-AB01-7E846F2DBF86}"/>
                </a:ext>
              </a:extLst>
            </p:cNvPr>
            <p:cNvSpPr/>
            <p:nvPr/>
          </p:nvSpPr>
          <p:spPr>
            <a:xfrm>
              <a:off x="1893142" y="2366545"/>
              <a:ext cx="670492" cy="462061"/>
            </a:xfrm>
            <a:prstGeom prst="rightArrow">
              <a:avLst/>
            </a:prstGeom>
            <a:solidFill>
              <a:schemeClr val="accent6">
                <a:lumMod val="90000"/>
              </a:schemeClr>
            </a:solidFill>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lang="en-IN" sz="1200" b="0" i="0" u="none" strike="noStrike" kern="1200" cap="none" spc="0" normalizeH="0" baseline="0" noProof="0">
                <a:ln>
                  <a:noFill/>
                </a:ln>
                <a:solidFill>
                  <a:srgbClr val="FB4E0B"/>
                </a:solidFill>
                <a:effectLst/>
                <a:uLnTx/>
                <a:uFillTx/>
                <a:latin typeface="Calibri" panose="020F0502020204030204"/>
                <a:ea typeface="Calibri"/>
                <a:cs typeface="Calibri"/>
              </a:endParaRPr>
            </a:p>
          </p:txBody>
        </p:sp>
        <p:sp>
          <p:nvSpPr>
            <p:cNvPr id="67" name="TextBox 66">
              <a:extLst>
                <a:ext uri="{FF2B5EF4-FFF2-40B4-BE49-F238E27FC236}">
                  <a16:creationId xmlns:a16="http://schemas.microsoft.com/office/drawing/2014/main" id="{68119D5D-6233-FF8C-5594-5260F0130B9A}"/>
                </a:ext>
              </a:extLst>
            </p:cNvPr>
            <p:cNvSpPr txBox="1"/>
            <p:nvPr/>
          </p:nvSpPr>
          <p:spPr>
            <a:xfrm>
              <a:off x="716803" y="1438957"/>
              <a:ext cx="1049642" cy="274176"/>
            </a:xfrm>
            <a:prstGeom prst="rect">
              <a:avLst/>
            </a:prstGeom>
            <a:solidFill>
              <a:schemeClr val="accent4">
                <a:lumMod val="20000"/>
                <a:lumOff val="80000"/>
              </a:schemeClr>
            </a:solidFill>
          </p:spPr>
          <p:txBody>
            <a:bodyPr wrap="square" lIns="91440" tIns="45720" rIns="91440" bIns="45720" rtlCol="0" anchor="ctr">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IN" sz="1200" b="1" i="0" u="none" strike="noStrike" kern="1200" cap="none" spc="0" normalizeH="0" baseline="0" noProof="0" err="1">
                  <a:ln>
                    <a:noFill/>
                  </a:ln>
                  <a:solidFill>
                    <a:srgbClr val="FB4D0A"/>
                  </a:solidFill>
                  <a:effectLst/>
                  <a:uLnTx/>
                  <a:uFillTx/>
                  <a:latin typeface="Calibri" panose="020F0502020204030204"/>
                  <a:ea typeface="+mn-ea"/>
                  <a:cs typeface="+mn-cs"/>
                </a:rPr>
                <a:t>Intralli</a:t>
              </a:r>
              <a:endParaRPr kumimoji="0" lang="en-IN" sz="1200" b="1" i="0" u="none" strike="noStrike" kern="1200" cap="none" spc="0" normalizeH="0" baseline="0" noProof="0">
                <a:ln>
                  <a:noFill/>
                </a:ln>
                <a:solidFill>
                  <a:srgbClr val="FB4D0A"/>
                </a:solidFill>
                <a:effectLst/>
                <a:uLnTx/>
                <a:uFillTx/>
                <a:latin typeface="Calibri" panose="020F0502020204030204"/>
                <a:ea typeface="+mn-ea"/>
                <a:cs typeface="+mn-cs"/>
              </a:endParaRPr>
            </a:p>
          </p:txBody>
        </p:sp>
        <p:sp>
          <p:nvSpPr>
            <p:cNvPr id="69" name="TextBox 68">
              <a:extLst>
                <a:ext uri="{FF2B5EF4-FFF2-40B4-BE49-F238E27FC236}">
                  <a16:creationId xmlns:a16="http://schemas.microsoft.com/office/drawing/2014/main" id="{F8F96E2E-54E5-9DC9-D6DA-B4EABAEF2BAA}"/>
                </a:ext>
              </a:extLst>
            </p:cNvPr>
            <p:cNvSpPr txBox="1"/>
            <p:nvPr/>
          </p:nvSpPr>
          <p:spPr>
            <a:xfrm>
              <a:off x="716803" y="2684492"/>
              <a:ext cx="1049642" cy="274176"/>
            </a:xfrm>
            <a:prstGeom prst="rect">
              <a:avLst/>
            </a:prstGeom>
            <a:solidFill>
              <a:schemeClr val="accent4">
                <a:lumMod val="20000"/>
                <a:lumOff val="80000"/>
              </a:schemeClr>
            </a:solidFill>
          </p:spPr>
          <p:txBody>
            <a:bodyPr wrap="square" lIns="91440" tIns="45720" rIns="91440" bIns="45720" rtlCol="0" anchor="ctr">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IN" sz="1200" b="1" i="0" u="none" strike="noStrike" kern="1200" cap="none" spc="0" normalizeH="0" baseline="0" noProof="0">
                  <a:ln>
                    <a:noFill/>
                  </a:ln>
                  <a:solidFill>
                    <a:srgbClr val="FB4D0A"/>
                  </a:solidFill>
                  <a:effectLst/>
                  <a:uLnTx/>
                  <a:uFillTx/>
                  <a:latin typeface="Calibri" panose="020F0502020204030204"/>
                  <a:ea typeface="+mn-ea"/>
                  <a:cs typeface="+mn-cs"/>
                </a:rPr>
                <a:t>Overseas</a:t>
              </a:r>
            </a:p>
          </p:txBody>
        </p:sp>
      </p:grpSp>
    </p:spTree>
    <p:extLst>
      <p:ext uri="{BB962C8B-B14F-4D97-AF65-F5344CB8AC3E}">
        <p14:creationId xmlns:p14="http://schemas.microsoft.com/office/powerpoint/2010/main" val="276637217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81" name="Group 80">
            <a:extLst>
              <a:ext uri="{FF2B5EF4-FFF2-40B4-BE49-F238E27FC236}">
                <a16:creationId xmlns:a16="http://schemas.microsoft.com/office/drawing/2014/main" id="{CFD7521B-275F-C957-F6A2-1DF79CFF437D}"/>
              </a:ext>
            </a:extLst>
          </p:cNvPr>
          <p:cNvGrpSpPr/>
          <p:nvPr/>
        </p:nvGrpSpPr>
        <p:grpSpPr>
          <a:xfrm>
            <a:off x="1158239" y="2037080"/>
            <a:ext cx="9612388" cy="2082800"/>
            <a:chOff x="1158239" y="1437640"/>
            <a:chExt cx="9612388" cy="2082800"/>
          </a:xfrm>
        </p:grpSpPr>
        <p:sp>
          <p:nvSpPr>
            <p:cNvPr id="18" name="Rounded Rectangle 18">
              <a:extLst>
                <a:ext uri="{FF2B5EF4-FFF2-40B4-BE49-F238E27FC236}">
                  <a16:creationId xmlns:a16="http://schemas.microsoft.com/office/drawing/2014/main" id="{F7A90685-9B8E-C0D8-4F4A-FE408A6CC980}"/>
                </a:ext>
              </a:extLst>
            </p:cNvPr>
            <p:cNvSpPr/>
            <p:nvPr/>
          </p:nvSpPr>
          <p:spPr>
            <a:xfrm>
              <a:off x="5335989" y="1452880"/>
              <a:ext cx="1209041" cy="2067560"/>
            </a:xfrm>
            <a:prstGeom prst="roundRect">
              <a:avLst>
                <a:gd name="adj" fmla="val 10000"/>
              </a:avLst>
            </a:prstGeom>
            <a:solidFill>
              <a:schemeClr val="accent4">
                <a:lumMod val="20000"/>
                <a:lumOff val="80000"/>
              </a:schemeClr>
            </a:solidFill>
            <a:ln>
              <a:solidFill>
                <a:schemeClr val="tx1"/>
              </a:solid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FFFFFF"/>
                </a:solidFill>
                <a:effectLst/>
                <a:uLnTx/>
                <a:uFillTx/>
                <a:latin typeface="Calibri" panose="020F0502020204030204"/>
                <a:ea typeface="+mn-ea"/>
                <a:cs typeface="+mn-cs"/>
              </a:endParaRPr>
            </a:p>
          </p:txBody>
        </p:sp>
        <p:sp>
          <p:nvSpPr>
            <p:cNvPr id="15" name="Right Arrow 15">
              <a:extLst>
                <a:ext uri="{FF2B5EF4-FFF2-40B4-BE49-F238E27FC236}">
                  <a16:creationId xmlns:a16="http://schemas.microsoft.com/office/drawing/2014/main" id="{EE6DE399-234F-1344-2916-98E0C9C1A070}"/>
                </a:ext>
              </a:extLst>
            </p:cNvPr>
            <p:cNvSpPr/>
            <p:nvPr/>
          </p:nvSpPr>
          <p:spPr>
            <a:xfrm>
              <a:off x="2468056" y="2233508"/>
              <a:ext cx="670492" cy="462061"/>
            </a:xfrm>
            <a:prstGeom prst="rightArrow">
              <a:avLst/>
            </a:prstGeom>
            <a:solidFill>
              <a:schemeClr val="accent6">
                <a:lumMod val="9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panose="020F0502020204030204"/>
                <a:ea typeface="+mn-ea"/>
                <a:cs typeface="+mn-cs"/>
              </a:endParaRPr>
            </a:p>
          </p:txBody>
        </p:sp>
        <p:grpSp>
          <p:nvGrpSpPr>
            <p:cNvPr id="38" name="Group 37">
              <a:extLst>
                <a:ext uri="{FF2B5EF4-FFF2-40B4-BE49-F238E27FC236}">
                  <a16:creationId xmlns:a16="http://schemas.microsoft.com/office/drawing/2014/main" id="{51B7E125-C83B-F7AB-88BA-9E66A0B34238}"/>
                </a:ext>
              </a:extLst>
            </p:cNvPr>
            <p:cNvGrpSpPr/>
            <p:nvPr/>
          </p:nvGrpSpPr>
          <p:grpSpPr>
            <a:xfrm>
              <a:off x="1158239" y="1452880"/>
              <a:ext cx="1209041" cy="2052320"/>
              <a:chOff x="1165477" y="787049"/>
              <a:chExt cx="1476124" cy="1432560"/>
            </a:xfrm>
          </p:grpSpPr>
          <p:sp>
            <p:nvSpPr>
              <p:cNvPr id="26" name="Rounded Rectangle 26">
                <a:extLst>
                  <a:ext uri="{FF2B5EF4-FFF2-40B4-BE49-F238E27FC236}">
                    <a16:creationId xmlns:a16="http://schemas.microsoft.com/office/drawing/2014/main" id="{B32911C7-DF37-DA56-DDE2-B1BC0FCE519F}"/>
                  </a:ext>
                </a:extLst>
              </p:cNvPr>
              <p:cNvSpPr/>
              <p:nvPr/>
            </p:nvSpPr>
            <p:spPr>
              <a:xfrm>
                <a:off x="1165477" y="787049"/>
                <a:ext cx="1476124" cy="1432560"/>
              </a:xfrm>
              <a:prstGeom prst="roundRect">
                <a:avLst>
                  <a:gd name="adj" fmla="val 10000"/>
                </a:avLst>
              </a:prstGeom>
              <a:solidFill>
                <a:schemeClr val="accent4">
                  <a:lumMod val="20000"/>
                  <a:lumOff val="80000"/>
                </a:schemeClr>
              </a:solidFill>
              <a:ln>
                <a:solidFill>
                  <a:schemeClr val="tx1"/>
                </a:solid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FFFFFF"/>
                  </a:solidFill>
                  <a:effectLst/>
                  <a:uLnTx/>
                  <a:uFillTx/>
                  <a:latin typeface="Calibri" panose="020F0502020204030204"/>
                  <a:ea typeface="+mn-ea"/>
                  <a:cs typeface="+mn-cs"/>
                </a:endParaRPr>
              </a:p>
            </p:txBody>
          </p:sp>
          <p:sp>
            <p:nvSpPr>
              <p:cNvPr id="34" name="Rounded Rectangle 61">
                <a:extLst>
                  <a:ext uri="{FF2B5EF4-FFF2-40B4-BE49-F238E27FC236}">
                    <a16:creationId xmlns:a16="http://schemas.microsoft.com/office/drawing/2014/main" id="{B96AF937-49CB-AB26-BE81-1D772613432C}"/>
                  </a:ext>
                </a:extLst>
              </p:cNvPr>
              <p:cNvSpPr/>
              <p:nvPr/>
            </p:nvSpPr>
            <p:spPr>
              <a:xfrm>
                <a:off x="1271902" y="983368"/>
                <a:ext cx="1278257" cy="349612"/>
              </a:xfrm>
              <a:prstGeom prst="roundRect">
                <a:avLst/>
              </a:prstGeom>
              <a:grpFill/>
              <a:ln>
                <a:solidFill>
                  <a:schemeClr val="tx1"/>
                </a:solid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IN" sz="1000" b="0" i="0" u="none" strike="noStrike" kern="1200" cap="none" spc="0" normalizeH="0" baseline="0" noProof="0">
                    <a:ln>
                      <a:noFill/>
                    </a:ln>
                    <a:solidFill>
                      <a:srgbClr val="FB4D0A"/>
                    </a:solidFill>
                    <a:effectLst/>
                    <a:uLnTx/>
                    <a:uFillTx/>
                    <a:latin typeface="Calibri" panose="020F0502020204030204"/>
                    <a:ea typeface="+mn-ea"/>
                    <a:cs typeface="+mn-cs"/>
                  </a:rPr>
                  <a:t>Supported Platform</a:t>
                </a:r>
                <a:endParaRPr kumimoji="0" lang="en-US" sz="1000" b="0" i="0" u="none" strike="noStrike" kern="1200" cap="none" spc="0" normalizeH="0" baseline="0" noProof="0">
                  <a:ln>
                    <a:noFill/>
                  </a:ln>
                  <a:solidFill>
                    <a:srgbClr val="FB4D0A"/>
                  </a:solidFill>
                  <a:effectLst/>
                  <a:uLnTx/>
                  <a:uFillTx/>
                  <a:latin typeface="Calibri" panose="020F0502020204030204"/>
                  <a:ea typeface="+mn-ea"/>
                  <a:cs typeface="+mn-cs"/>
                </a:endParaRPr>
              </a:p>
            </p:txBody>
          </p:sp>
          <p:sp>
            <p:nvSpPr>
              <p:cNvPr id="35" name="Rounded Rectangle 61">
                <a:extLst>
                  <a:ext uri="{FF2B5EF4-FFF2-40B4-BE49-F238E27FC236}">
                    <a16:creationId xmlns:a16="http://schemas.microsoft.com/office/drawing/2014/main" id="{A08716F9-090E-1685-ADEC-0052EC6B7FC8}"/>
                  </a:ext>
                </a:extLst>
              </p:cNvPr>
              <p:cNvSpPr/>
              <p:nvPr/>
            </p:nvSpPr>
            <p:spPr>
              <a:xfrm>
                <a:off x="1271901" y="1725616"/>
                <a:ext cx="1278257" cy="349612"/>
              </a:xfrm>
              <a:prstGeom prst="roundRect">
                <a:avLst/>
              </a:prstGeom>
              <a:grpFill/>
              <a:ln>
                <a:solidFill>
                  <a:schemeClr val="tx1"/>
                </a:solid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IN" sz="1000" b="0" i="0" u="none" strike="noStrike" kern="1200" cap="none" spc="0" normalizeH="0" baseline="0" noProof="0">
                    <a:ln>
                      <a:noFill/>
                    </a:ln>
                    <a:solidFill>
                      <a:srgbClr val="FB4D0A"/>
                    </a:solidFill>
                    <a:effectLst/>
                    <a:uLnTx/>
                    <a:uFillTx/>
                    <a:latin typeface="Calibri" panose="020F0502020204030204"/>
                    <a:ea typeface="+mn-ea"/>
                    <a:cs typeface="+mn-cs"/>
                  </a:rPr>
                  <a:t>HVR Agent</a:t>
                </a:r>
                <a:endParaRPr kumimoji="0" lang="en-US" sz="1000" b="0" i="0" u="none" strike="noStrike" kern="1200" cap="none" spc="0" normalizeH="0" baseline="0" noProof="0">
                  <a:ln>
                    <a:noFill/>
                  </a:ln>
                  <a:solidFill>
                    <a:srgbClr val="FB4D0A"/>
                  </a:solidFill>
                  <a:effectLst/>
                  <a:uLnTx/>
                  <a:uFillTx/>
                  <a:latin typeface="Calibri" panose="020F0502020204030204"/>
                  <a:ea typeface="+mn-ea"/>
                  <a:cs typeface="+mn-cs"/>
                </a:endParaRPr>
              </a:p>
            </p:txBody>
          </p:sp>
        </p:grpSp>
        <p:grpSp>
          <p:nvGrpSpPr>
            <p:cNvPr id="61" name="Group 60">
              <a:extLst>
                <a:ext uri="{FF2B5EF4-FFF2-40B4-BE49-F238E27FC236}">
                  <a16:creationId xmlns:a16="http://schemas.microsoft.com/office/drawing/2014/main" id="{994DC78B-C674-85B7-A5D9-B13245A8634B}"/>
                </a:ext>
              </a:extLst>
            </p:cNvPr>
            <p:cNvGrpSpPr/>
            <p:nvPr/>
          </p:nvGrpSpPr>
          <p:grpSpPr>
            <a:xfrm>
              <a:off x="3239323" y="1437640"/>
              <a:ext cx="1209041" cy="2082800"/>
              <a:chOff x="3629829" y="1422400"/>
              <a:chExt cx="1399372" cy="2082800"/>
            </a:xfrm>
          </p:grpSpPr>
          <p:sp>
            <p:nvSpPr>
              <p:cNvPr id="39" name="Rounded Rectangle 26">
                <a:extLst>
                  <a:ext uri="{FF2B5EF4-FFF2-40B4-BE49-F238E27FC236}">
                    <a16:creationId xmlns:a16="http://schemas.microsoft.com/office/drawing/2014/main" id="{A2BF154F-B0AD-42EC-C547-82B185E53903}"/>
                  </a:ext>
                </a:extLst>
              </p:cNvPr>
              <p:cNvSpPr/>
              <p:nvPr/>
            </p:nvSpPr>
            <p:spPr>
              <a:xfrm>
                <a:off x="3629829" y="1422400"/>
                <a:ext cx="1399372" cy="2082800"/>
              </a:xfrm>
              <a:prstGeom prst="roundRect">
                <a:avLst>
                  <a:gd name="adj" fmla="val 10000"/>
                </a:avLst>
              </a:prstGeom>
              <a:solidFill>
                <a:schemeClr val="accent4">
                  <a:lumMod val="20000"/>
                  <a:lumOff val="80000"/>
                </a:schemeClr>
              </a:solidFill>
              <a:ln>
                <a:solidFill>
                  <a:schemeClr val="tx1"/>
                </a:solid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lIns="91440" tIns="45720" rIns="91440" bIns="45720" anchor="t"/>
              <a:lstStyle/>
              <a:p>
                <a:pPr algn="ctr" defTabSz="457200">
                  <a:defRPr/>
                </a:pPr>
                <a:r>
                  <a:rPr lang="en-IN" sz="1200">
                    <a:solidFill>
                      <a:schemeClr val="tx2"/>
                    </a:solidFill>
                    <a:latin typeface="Calibri" panose="020F0502020204030204"/>
                    <a:ea typeface="Calibri" panose="020F0502020204030204"/>
                    <a:cs typeface="Calibri" panose="020F0502020204030204"/>
                  </a:rPr>
                  <a:t>HVR Hub</a:t>
                </a:r>
                <a:endParaRPr lang="en-IN" sz="1200" b="0" i="0" u="none" strike="noStrike" kern="1200" cap="none" spc="0" normalizeH="0" baseline="0" noProof="0">
                  <a:ln>
                    <a:noFill/>
                  </a:ln>
                  <a:solidFill>
                    <a:schemeClr val="tx2"/>
                  </a:solidFill>
                  <a:effectLst/>
                  <a:uLnTx/>
                  <a:uFillTx/>
                  <a:latin typeface="Calibri" panose="020F0502020204030204"/>
                  <a:ea typeface="Calibri" panose="020F0502020204030204"/>
                  <a:cs typeface="Calibri" panose="020F0502020204030204"/>
                </a:endParaRPr>
              </a:p>
            </p:txBody>
          </p:sp>
          <p:sp>
            <p:nvSpPr>
              <p:cNvPr id="46" name="Rounded Rectangle 61">
                <a:extLst>
                  <a:ext uri="{FF2B5EF4-FFF2-40B4-BE49-F238E27FC236}">
                    <a16:creationId xmlns:a16="http://schemas.microsoft.com/office/drawing/2014/main" id="{4957E62C-6807-5607-18EC-D9F13F637CBA}"/>
                  </a:ext>
                </a:extLst>
              </p:cNvPr>
              <p:cNvSpPr/>
              <p:nvPr/>
            </p:nvSpPr>
            <p:spPr>
              <a:xfrm>
                <a:off x="3741586" y="1734131"/>
                <a:ext cx="1169308" cy="387021"/>
              </a:xfrm>
              <a:prstGeom prst="roundRect">
                <a:avLst/>
              </a:prstGeom>
              <a:grpFill/>
              <a:ln>
                <a:solidFill>
                  <a:schemeClr val="tx1"/>
                </a:solid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IN" sz="1000" b="0" i="0" u="none" strike="noStrike" kern="1200" cap="none" spc="0" normalizeH="0" baseline="0" noProof="0">
                    <a:ln>
                      <a:noFill/>
                    </a:ln>
                    <a:solidFill>
                      <a:srgbClr val="FB4D0A"/>
                    </a:solidFill>
                    <a:effectLst/>
                    <a:uLnTx/>
                    <a:uFillTx/>
                    <a:latin typeface="Calibri" panose="020F0502020204030204"/>
                    <a:ea typeface="+mn-ea"/>
                    <a:cs typeface="+mn-cs"/>
                  </a:rPr>
                  <a:t>Scheduler</a:t>
                </a:r>
                <a:endParaRPr kumimoji="0" lang="en-US" sz="1000" b="0" i="0" u="none" strike="noStrike" kern="1200" cap="none" spc="0" normalizeH="0" baseline="0" noProof="0">
                  <a:ln>
                    <a:noFill/>
                  </a:ln>
                  <a:solidFill>
                    <a:srgbClr val="FB4D0A"/>
                  </a:solidFill>
                  <a:effectLst/>
                  <a:uLnTx/>
                  <a:uFillTx/>
                  <a:latin typeface="Calibri" panose="020F0502020204030204"/>
                  <a:ea typeface="+mn-ea"/>
                  <a:cs typeface="+mn-cs"/>
                </a:endParaRPr>
              </a:p>
            </p:txBody>
          </p:sp>
          <p:sp>
            <p:nvSpPr>
              <p:cNvPr id="47" name="Rounded Rectangle 61">
                <a:extLst>
                  <a:ext uri="{FF2B5EF4-FFF2-40B4-BE49-F238E27FC236}">
                    <a16:creationId xmlns:a16="http://schemas.microsoft.com/office/drawing/2014/main" id="{77502BDF-7A66-DD74-3C7F-81F42D8AD489}"/>
                  </a:ext>
                </a:extLst>
              </p:cNvPr>
              <p:cNvSpPr/>
              <p:nvPr/>
            </p:nvSpPr>
            <p:spPr>
              <a:xfrm>
                <a:off x="3741586" y="2265813"/>
                <a:ext cx="1169308" cy="387021"/>
              </a:xfrm>
              <a:prstGeom prst="roundRect">
                <a:avLst/>
              </a:prstGeom>
              <a:grpFill/>
              <a:ln>
                <a:solidFill>
                  <a:schemeClr val="tx1"/>
                </a:solid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IN" sz="1000" b="0" i="0" u="none" strike="noStrike" kern="1200" cap="none" spc="0" normalizeH="0" baseline="0" noProof="0">
                    <a:ln>
                      <a:noFill/>
                    </a:ln>
                    <a:solidFill>
                      <a:srgbClr val="FB4D0A"/>
                    </a:solidFill>
                    <a:effectLst/>
                    <a:uLnTx/>
                    <a:uFillTx/>
                    <a:latin typeface="Calibri" panose="020F0502020204030204"/>
                    <a:ea typeface="+mn-ea"/>
                    <a:cs typeface="+mn-cs"/>
                  </a:rPr>
                  <a:t>HVR Jobs</a:t>
                </a:r>
                <a:endParaRPr kumimoji="0" lang="en-US" sz="1000" b="0" i="0" u="none" strike="noStrike" kern="1200" cap="none" spc="0" normalizeH="0" baseline="0" noProof="0">
                  <a:ln>
                    <a:noFill/>
                  </a:ln>
                  <a:solidFill>
                    <a:srgbClr val="FB4D0A"/>
                  </a:solidFill>
                  <a:effectLst/>
                  <a:uLnTx/>
                  <a:uFillTx/>
                  <a:latin typeface="Calibri" panose="020F0502020204030204"/>
                  <a:ea typeface="+mn-ea"/>
                  <a:cs typeface="+mn-cs"/>
                </a:endParaRPr>
              </a:p>
            </p:txBody>
          </p:sp>
          <p:sp>
            <p:nvSpPr>
              <p:cNvPr id="48" name="Rounded Rectangle 61">
                <a:extLst>
                  <a:ext uri="{FF2B5EF4-FFF2-40B4-BE49-F238E27FC236}">
                    <a16:creationId xmlns:a16="http://schemas.microsoft.com/office/drawing/2014/main" id="{6DC521FD-38BF-5C4F-E973-3C10866D9343}"/>
                  </a:ext>
                </a:extLst>
              </p:cNvPr>
              <p:cNvSpPr/>
              <p:nvPr/>
            </p:nvSpPr>
            <p:spPr>
              <a:xfrm>
                <a:off x="3741586" y="2797494"/>
                <a:ext cx="1169308" cy="387021"/>
              </a:xfrm>
              <a:prstGeom prst="roundRect">
                <a:avLst/>
              </a:prstGeom>
              <a:grpFill/>
              <a:ln>
                <a:solidFill>
                  <a:schemeClr val="tx1"/>
                </a:solid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IN" sz="1000" b="0" i="0" u="none" strike="noStrike" kern="1200" cap="none" spc="0" normalizeH="0" baseline="0" noProof="0">
                    <a:ln>
                      <a:noFill/>
                    </a:ln>
                    <a:solidFill>
                      <a:srgbClr val="FB4D0A"/>
                    </a:solidFill>
                    <a:effectLst/>
                    <a:uLnTx/>
                    <a:uFillTx/>
                    <a:latin typeface="Calibri" panose="020F0502020204030204"/>
                    <a:ea typeface="+mn-ea"/>
                    <a:cs typeface="+mn-cs"/>
                  </a:rPr>
                  <a:t>Logs &amp; Reuter Files</a:t>
                </a:r>
                <a:endParaRPr kumimoji="0" lang="en-US" sz="1000" b="0" i="0" u="none" strike="noStrike" kern="1200" cap="none" spc="0" normalizeH="0" baseline="0" noProof="0">
                  <a:ln>
                    <a:noFill/>
                  </a:ln>
                  <a:solidFill>
                    <a:srgbClr val="FB4D0A"/>
                  </a:solidFill>
                  <a:effectLst/>
                  <a:uLnTx/>
                  <a:uFillTx/>
                  <a:latin typeface="Calibri" panose="020F0502020204030204"/>
                  <a:ea typeface="+mn-ea"/>
                  <a:cs typeface="+mn-cs"/>
                </a:endParaRPr>
              </a:p>
            </p:txBody>
          </p:sp>
        </p:grpSp>
        <p:cxnSp>
          <p:nvCxnSpPr>
            <p:cNvPr id="56" name="Straight Arrow Connector 55">
              <a:extLst>
                <a:ext uri="{FF2B5EF4-FFF2-40B4-BE49-F238E27FC236}">
                  <a16:creationId xmlns:a16="http://schemas.microsoft.com/office/drawing/2014/main" id="{7B975321-E095-148B-E98A-73B71E36F40F}"/>
                </a:ext>
              </a:extLst>
            </p:cNvPr>
            <p:cNvCxnSpPr>
              <a:cxnSpLocks/>
              <a:stCxn id="34" idx="2"/>
              <a:endCxn id="35" idx="0"/>
            </p:cNvCxnSpPr>
            <p:nvPr/>
          </p:nvCxnSpPr>
          <p:spPr>
            <a:xfrm flipH="1">
              <a:off x="1768895" y="2234994"/>
              <a:ext cx="1" cy="5625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62" name="Right Arrow 15">
              <a:extLst>
                <a:ext uri="{FF2B5EF4-FFF2-40B4-BE49-F238E27FC236}">
                  <a16:creationId xmlns:a16="http://schemas.microsoft.com/office/drawing/2014/main" id="{B276F5A6-8C92-10C2-A1F6-D001BADE0B6D}"/>
                </a:ext>
              </a:extLst>
            </p:cNvPr>
            <p:cNvSpPr/>
            <p:nvPr/>
          </p:nvSpPr>
          <p:spPr>
            <a:xfrm>
              <a:off x="4571255" y="2221253"/>
              <a:ext cx="670492" cy="462061"/>
            </a:xfrm>
            <a:prstGeom prst="rightArrow">
              <a:avLst/>
            </a:prstGeom>
            <a:solidFill>
              <a:schemeClr val="accent6">
                <a:lumMod val="9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panose="020F0502020204030204"/>
                <a:ea typeface="+mn-ea"/>
                <a:cs typeface="+mn-cs"/>
              </a:endParaRPr>
            </a:p>
          </p:txBody>
        </p:sp>
        <p:sp>
          <p:nvSpPr>
            <p:cNvPr id="63" name="Rounded Rectangle 61">
              <a:extLst>
                <a:ext uri="{FF2B5EF4-FFF2-40B4-BE49-F238E27FC236}">
                  <a16:creationId xmlns:a16="http://schemas.microsoft.com/office/drawing/2014/main" id="{9D428AF3-ED20-11DE-5E35-9E93B39C1D27}"/>
                </a:ext>
              </a:extLst>
            </p:cNvPr>
            <p:cNvSpPr/>
            <p:nvPr/>
          </p:nvSpPr>
          <p:spPr>
            <a:xfrm>
              <a:off x="5451021" y="2271967"/>
              <a:ext cx="1010268" cy="387021"/>
            </a:xfrm>
            <a:prstGeom prst="roundRect">
              <a:avLst/>
            </a:prstGeom>
            <a:grpFill/>
            <a:ln>
              <a:solidFill>
                <a:schemeClr val="tx1"/>
              </a:solid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IN" sz="1000" b="0" i="0" u="none" strike="noStrike" kern="1200" cap="none" spc="0" normalizeH="0" baseline="0" noProof="0">
                  <a:ln>
                    <a:noFill/>
                  </a:ln>
                  <a:solidFill>
                    <a:srgbClr val="FB4D0A"/>
                  </a:solidFill>
                  <a:effectLst/>
                  <a:uLnTx/>
                  <a:uFillTx/>
                  <a:latin typeface="Calibri" panose="020F0502020204030204"/>
                  <a:ea typeface="+mn-ea"/>
                  <a:cs typeface="+mn-cs"/>
                </a:rPr>
                <a:t>Event Hub</a:t>
              </a:r>
              <a:endParaRPr kumimoji="0" lang="en-US" sz="1000" b="0" i="0" u="none" strike="noStrike" kern="1200" cap="none" spc="0" normalizeH="0" baseline="0" noProof="0">
                <a:ln>
                  <a:noFill/>
                </a:ln>
                <a:solidFill>
                  <a:srgbClr val="FB4D0A"/>
                </a:solidFill>
                <a:effectLst/>
                <a:uLnTx/>
                <a:uFillTx/>
                <a:latin typeface="Calibri" panose="020F0502020204030204"/>
                <a:ea typeface="+mn-ea"/>
                <a:cs typeface="+mn-cs"/>
              </a:endParaRPr>
            </a:p>
          </p:txBody>
        </p:sp>
        <p:sp>
          <p:nvSpPr>
            <p:cNvPr id="66" name="Right Arrow 15">
              <a:extLst>
                <a:ext uri="{FF2B5EF4-FFF2-40B4-BE49-F238E27FC236}">
                  <a16:creationId xmlns:a16="http://schemas.microsoft.com/office/drawing/2014/main" id="{9091D6DF-6C1D-0F43-7EFB-C61871BE1350}"/>
                </a:ext>
              </a:extLst>
            </p:cNvPr>
            <p:cNvSpPr/>
            <p:nvPr/>
          </p:nvSpPr>
          <p:spPr>
            <a:xfrm>
              <a:off x="6667921" y="2221253"/>
              <a:ext cx="670492" cy="462061"/>
            </a:xfrm>
            <a:prstGeom prst="rightArrow">
              <a:avLst/>
            </a:prstGeom>
            <a:solidFill>
              <a:schemeClr val="accent6">
                <a:lumMod val="9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panose="020F0502020204030204"/>
                <a:ea typeface="+mn-ea"/>
                <a:cs typeface="+mn-cs"/>
              </a:endParaRPr>
            </a:p>
          </p:txBody>
        </p:sp>
        <p:grpSp>
          <p:nvGrpSpPr>
            <p:cNvPr id="76" name="Group 75">
              <a:extLst>
                <a:ext uri="{FF2B5EF4-FFF2-40B4-BE49-F238E27FC236}">
                  <a16:creationId xmlns:a16="http://schemas.microsoft.com/office/drawing/2014/main" id="{9D410230-B396-AE1D-679C-AACBC216FBDA}"/>
                </a:ext>
              </a:extLst>
            </p:cNvPr>
            <p:cNvGrpSpPr/>
            <p:nvPr/>
          </p:nvGrpSpPr>
          <p:grpSpPr>
            <a:xfrm>
              <a:off x="7432655" y="1452880"/>
              <a:ext cx="1209041" cy="2067560"/>
              <a:chOff x="7432655" y="1452880"/>
              <a:chExt cx="1399372" cy="2067560"/>
            </a:xfrm>
          </p:grpSpPr>
          <p:sp>
            <p:nvSpPr>
              <p:cNvPr id="65" name="Rounded Rectangle 18">
                <a:extLst>
                  <a:ext uri="{FF2B5EF4-FFF2-40B4-BE49-F238E27FC236}">
                    <a16:creationId xmlns:a16="http://schemas.microsoft.com/office/drawing/2014/main" id="{94990DDF-1D9A-B60B-F6E8-1DBFB4ECA760}"/>
                  </a:ext>
                </a:extLst>
              </p:cNvPr>
              <p:cNvSpPr/>
              <p:nvPr/>
            </p:nvSpPr>
            <p:spPr>
              <a:xfrm>
                <a:off x="7432655" y="1452880"/>
                <a:ext cx="1399372" cy="2067560"/>
              </a:xfrm>
              <a:prstGeom prst="roundRect">
                <a:avLst>
                  <a:gd name="adj" fmla="val 10000"/>
                </a:avLst>
              </a:prstGeom>
              <a:solidFill>
                <a:schemeClr val="accent4">
                  <a:lumMod val="20000"/>
                  <a:lumOff val="80000"/>
                </a:schemeClr>
              </a:solidFill>
              <a:ln>
                <a:solidFill>
                  <a:schemeClr val="tx1"/>
                </a:solid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FFFFFF"/>
                  </a:solidFill>
                  <a:effectLst/>
                  <a:uLnTx/>
                  <a:uFillTx/>
                  <a:latin typeface="Calibri" panose="020F0502020204030204"/>
                  <a:ea typeface="+mn-ea"/>
                  <a:cs typeface="+mn-cs"/>
                </a:endParaRPr>
              </a:p>
            </p:txBody>
          </p:sp>
          <p:sp>
            <p:nvSpPr>
              <p:cNvPr id="67" name="Rounded Rectangle 61">
                <a:extLst>
                  <a:ext uri="{FF2B5EF4-FFF2-40B4-BE49-F238E27FC236}">
                    <a16:creationId xmlns:a16="http://schemas.microsoft.com/office/drawing/2014/main" id="{7B48B610-55C1-0EFE-6A77-E26BC229AFDA}"/>
                  </a:ext>
                </a:extLst>
              </p:cNvPr>
              <p:cNvSpPr/>
              <p:nvPr/>
            </p:nvSpPr>
            <p:spPr>
              <a:xfrm>
                <a:off x="7547687" y="1751519"/>
                <a:ext cx="1169308" cy="387021"/>
              </a:xfrm>
              <a:prstGeom prst="roundRect">
                <a:avLst/>
              </a:prstGeom>
              <a:grpFill/>
              <a:ln>
                <a:solidFill>
                  <a:schemeClr val="tx1"/>
                </a:solid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IN" sz="1000" b="0" i="0" u="none" strike="noStrike" kern="1200" cap="none" spc="0" normalizeH="0" baseline="0" noProof="0">
                    <a:ln>
                      <a:noFill/>
                    </a:ln>
                    <a:solidFill>
                      <a:srgbClr val="FB4D0A"/>
                    </a:solidFill>
                    <a:effectLst/>
                    <a:uLnTx/>
                    <a:uFillTx/>
                    <a:latin typeface="Calibri" panose="020F0502020204030204"/>
                    <a:ea typeface="+mn-ea"/>
                    <a:cs typeface="+mn-cs"/>
                  </a:rPr>
                  <a:t>Hive DLT</a:t>
                </a:r>
                <a:endParaRPr kumimoji="0" lang="en-US" sz="1000" b="0" i="0" u="none" strike="noStrike" kern="1200" cap="none" spc="0" normalizeH="0" baseline="0" noProof="0">
                  <a:ln>
                    <a:noFill/>
                  </a:ln>
                  <a:solidFill>
                    <a:srgbClr val="FB4D0A"/>
                  </a:solidFill>
                  <a:effectLst/>
                  <a:uLnTx/>
                  <a:uFillTx/>
                  <a:latin typeface="Calibri" panose="020F0502020204030204"/>
                  <a:ea typeface="+mn-ea"/>
                  <a:cs typeface="+mn-cs"/>
                </a:endParaRPr>
              </a:p>
            </p:txBody>
          </p:sp>
          <p:sp>
            <p:nvSpPr>
              <p:cNvPr id="68" name="Rounded Rectangle 61">
                <a:extLst>
                  <a:ext uri="{FF2B5EF4-FFF2-40B4-BE49-F238E27FC236}">
                    <a16:creationId xmlns:a16="http://schemas.microsoft.com/office/drawing/2014/main" id="{7D19D9AF-F6DE-BC41-74E2-2B6AE46541CD}"/>
                  </a:ext>
                </a:extLst>
              </p:cNvPr>
              <p:cNvSpPr/>
              <p:nvPr/>
            </p:nvSpPr>
            <p:spPr>
              <a:xfrm>
                <a:off x="7547687" y="2819021"/>
                <a:ext cx="1169308" cy="387021"/>
              </a:xfrm>
              <a:prstGeom prst="roundRect">
                <a:avLst/>
              </a:prstGeom>
              <a:grpFill/>
              <a:ln>
                <a:solidFill>
                  <a:schemeClr val="tx1"/>
                </a:solid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IN" sz="1000" b="0" i="0" u="none" strike="noStrike" kern="1200" cap="none" spc="0" normalizeH="0" baseline="0" noProof="0">
                    <a:ln>
                      <a:noFill/>
                    </a:ln>
                    <a:solidFill>
                      <a:srgbClr val="FB4D0A"/>
                    </a:solidFill>
                    <a:effectLst/>
                    <a:uLnTx/>
                    <a:uFillTx/>
                    <a:latin typeface="Calibri" panose="020F0502020204030204"/>
                    <a:ea typeface="+mn-ea"/>
                    <a:cs typeface="+mn-cs"/>
                  </a:rPr>
                  <a:t>Unit </a:t>
                </a:r>
                <a:r>
                  <a:rPr kumimoji="0" lang="en-IN" sz="1000" b="0" i="0" u="none" strike="noStrike" kern="1200" cap="none" spc="0" normalizeH="0" baseline="0" noProof="0" err="1">
                    <a:ln>
                      <a:noFill/>
                    </a:ln>
                    <a:solidFill>
                      <a:srgbClr val="FB4D0A"/>
                    </a:solidFill>
                    <a:effectLst/>
                    <a:uLnTx/>
                    <a:uFillTx/>
                    <a:latin typeface="Calibri" panose="020F0502020204030204"/>
                    <a:ea typeface="+mn-ea"/>
                    <a:cs typeface="+mn-cs"/>
                  </a:rPr>
                  <a:t>Catalog</a:t>
                </a:r>
                <a:r>
                  <a:rPr kumimoji="0" lang="en-IN" sz="1000" b="0" i="0" u="none" strike="noStrike" kern="1200" cap="none" spc="0" normalizeH="0" baseline="0" noProof="0">
                    <a:ln>
                      <a:noFill/>
                    </a:ln>
                    <a:solidFill>
                      <a:srgbClr val="FB4D0A"/>
                    </a:solidFill>
                    <a:effectLst/>
                    <a:uLnTx/>
                    <a:uFillTx/>
                    <a:latin typeface="Calibri" panose="020F0502020204030204"/>
                    <a:ea typeface="+mn-ea"/>
                    <a:cs typeface="+mn-cs"/>
                  </a:rPr>
                  <a:t> DLT</a:t>
                </a:r>
                <a:endParaRPr kumimoji="0" lang="en-US" sz="1000" b="0" i="0" u="none" strike="noStrike" kern="1200" cap="none" spc="0" normalizeH="0" baseline="0" noProof="0">
                  <a:ln>
                    <a:noFill/>
                  </a:ln>
                  <a:solidFill>
                    <a:srgbClr val="FB4D0A"/>
                  </a:solidFill>
                  <a:effectLst/>
                  <a:uLnTx/>
                  <a:uFillTx/>
                  <a:latin typeface="Calibri" panose="020F0502020204030204"/>
                  <a:ea typeface="+mn-ea"/>
                  <a:cs typeface="+mn-cs"/>
                </a:endParaRPr>
              </a:p>
            </p:txBody>
          </p:sp>
          <p:cxnSp>
            <p:nvCxnSpPr>
              <p:cNvPr id="70" name="Straight Arrow Connector 69">
                <a:extLst>
                  <a:ext uri="{FF2B5EF4-FFF2-40B4-BE49-F238E27FC236}">
                    <a16:creationId xmlns:a16="http://schemas.microsoft.com/office/drawing/2014/main" id="{3589455F-D2A3-55B8-8A3D-BDA5AF71BAB7}"/>
                  </a:ext>
                </a:extLst>
              </p:cNvPr>
              <p:cNvCxnSpPr>
                <a:stCxn id="67" idx="2"/>
                <a:endCxn id="68" idx="0"/>
              </p:cNvCxnSpPr>
              <p:nvPr/>
            </p:nvCxnSpPr>
            <p:spPr>
              <a:xfrm>
                <a:off x="8132341" y="2138540"/>
                <a:ext cx="0" cy="68048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grpSp>
        <p:sp>
          <p:nvSpPr>
            <p:cNvPr id="72" name="Right Arrow 15">
              <a:extLst>
                <a:ext uri="{FF2B5EF4-FFF2-40B4-BE49-F238E27FC236}">
                  <a16:creationId xmlns:a16="http://schemas.microsoft.com/office/drawing/2014/main" id="{1FFEC9D9-696F-F53E-5F5E-824F888FB7DE}"/>
                </a:ext>
              </a:extLst>
            </p:cNvPr>
            <p:cNvSpPr/>
            <p:nvPr/>
          </p:nvSpPr>
          <p:spPr>
            <a:xfrm>
              <a:off x="8766395" y="2221253"/>
              <a:ext cx="670492" cy="462061"/>
            </a:xfrm>
            <a:prstGeom prst="rightArrow">
              <a:avLst/>
            </a:prstGeom>
            <a:solidFill>
              <a:schemeClr val="accent6">
                <a:lumMod val="9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panose="020F0502020204030204"/>
                <a:ea typeface="+mn-ea"/>
                <a:cs typeface="+mn-cs"/>
              </a:endParaRPr>
            </a:p>
          </p:txBody>
        </p:sp>
        <p:grpSp>
          <p:nvGrpSpPr>
            <p:cNvPr id="77" name="Group 76">
              <a:extLst>
                <a:ext uri="{FF2B5EF4-FFF2-40B4-BE49-F238E27FC236}">
                  <a16:creationId xmlns:a16="http://schemas.microsoft.com/office/drawing/2014/main" id="{5121B5F0-232B-08B1-FCEC-EAE7F022E35A}"/>
                </a:ext>
              </a:extLst>
            </p:cNvPr>
            <p:cNvGrpSpPr/>
            <p:nvPr/>
          </p:nvGrpSpPr>
          <p:grpSpPr>
            <a:xfrm>
              <a:off x="9561586" y="1446719"/>
              <a:ext cx="1209041" cy="2067560"/>
              <a:chOff x="9561586" y="1446719"/>
              <a:chExt cx="1399372" cy="2067560"/>
            </a:xfrm>
          </p:grpSpPr>
          <p:sp>
            <p:nvSpPr>
              <p:cNvPr id="71" name="Rounded Rectangle 18">
                <a:extLst>
                  <a:ext uri="{FF2B5EF4-FFF2-40B4-BE49-F238E27FC236}">
                    <a16:creationId xmlns:a16="http://schemas.microsoft.com/office/drawing/2014/main" id="{82785DBC-7CB8-DDD0-BCE8-455C2D17086A}"/>
                  </a:ext>
                </a:extLst>
              </p:cNvPr>
              <p:cNvSpPr/>
              <p:nvPr/>
            </p:nvSpPr>
            <p:spPr>
              <a:xfrm>
                <a:off x="9561586" y="1446719"/>
                <a:ext cx="1399372" cy="2067560"/>
              </a:xfrm>
              <a:prstGeom prst="roundRect">
                <a:avLst>
                  <a:gd name="adj" fmla="val 10000"/>
                </a:avLst>
              </a:prstGeom>
              <a:solidFill>
                <a:schemeClr val="accent4">
                  <a:lumMod val="20000"/>
                  <a:lumOff val="80000"/>
                </a:schemeClr>
              </a:solidFill>
              <a:ln>
                <a:solidFill>
                  <a:schemeClr val="tx1"/>
                </a:solid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FFFFFF"/>
                  </a:solidFill>
                  <a:effectLst/>
                  <a:uLnTx/>
                  <a:uFillTx/>
                  <a:latin typeface="Calibri" panose="020F0502020204030204"/>
                  <a:ea typeface="+mn-ea"/>
                  <a:cs typeface="+mn-cs"/>
                </a:endParaRPr>
              </a:p>
            </p:txBody>
          </p:sp>
          <p:sp>
            <p:nvSpPr>
              <p:cNvPr id="74" name="Rounded Rectangle 61">
                <a:extLst>
                  <a:ext uri="{FF2B5EF4-FFF2-40B4-BE49-F238E27FC236}">
                    <a16:creationId xmlns:a16="http://schemas.microsoft.com/office/drawing/2014/main" id="{F6D0F9FF-4C4A-2C41-8F44-AEB6E3B884AB}"/>
                  </a:ext>
                </a:extLst>
              </p:cNvPr>
              <p:cNvSpPr/>
              <p:nvPr/>
            </p:nvSpPr>
            <p:spPr>
              <a:xfrm>
                <a:off x="9676618" y="2812860"/>
                <a:ext cx="1169308" cy="387021"/>
              </a:xfrm>
              <a:prstGeom prst="roundRect">
                <a:avLst/>
              </a:prstGeom>
              <a:grpFill/>
              <a:ln>
                <a:solidFill>
                  <a:schemeClr val="tx1"/>
                </a:solid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IN" sz="1000" b="0" i="0" u="none" strike="noStrike" kern="1200" cap="none" spc="0" normalizeH="0" baseline="0" noProof="0" err="1">
                    <a:ln>
                      <a:noFill/>
                    </a:ln>
                    <a:solidFill>
                      <a:srgbClr val="FB4D0A"/>
                    </a:solidFill>
                    <a:effectLst/>
                    <a:uLnTx/>
                    <a:uFillTx/>
                    <a:latin typeface="Calibri" panose="020F0502020204030204"/>
                    <a:ea typeface="+mn-ea"/>
                    <a:cs typeface="+mn-cs"/>
                  </a:rPr>
                  <a:t>Catalog</a:t>
                </a:r>
                <a:r>
                  <a:rPr kumimoji="0" lang="en-IN" sz="1000" b="0" i="0" u="none" strike="noStrike" kern="1200" cap="none" spc="0" normalizeH="0" baseline="0" noProof="0">
                    <a:ln>
                      <a:noFill/>
                    </a:ln>
                    <a:solidFill>
                      <a:srgbClr val="FB4D0A"/>
                    </a:solidFill>
                    <a:effectLst/>
                    <a:uLnTx/>
                    <a:uFillTx/>
                    <a:latin typeface="Calibri" panose="020F0502020204030204"/>
                    <a:ea typeface="+mn-ea"/>
                    <a:cs typeface="+mn-cs"/>
                  </a:rPr>
                  <a:t> N</a:t>
                </a:r>
                <a:endParaRPr kumimoji="0" lang="en-US" sz="1000" b="0" i="0" u="none" strike="noStrike" kern="1200" cap="none" spc="0" normalizeH="0" baseline="0" noProof="0">
                  <a:ln>
                    <a:noFill/>
                  </a:ln>
                  <a:solidFill>
                    <a:srgbClr val="FB4D0A"/>
                  </a:solidFill>
                  <a:effectLst/>
                  <a:uLnTx/>
                  <a:uFillTx/>
                  <a:latin typeface="Calibri" panose="020F0502020204030204"/>
                  <a:ea typeface="+mn-ea"/>
                  <a:cs typeface="+mn-cs"/>
                </a:endParaRPr>
              </a:p>
            </p:txBody>
          </p:sp>
        </p:grpSp>
        <p:sp>
          <p:nvSpPr>
            <p:cNvPr id="78" name="TextBox 77">
              <a:extLst>
                <a:ext uri="{FF2B5EF4-FFF2-40B4-BE49-F238E27FC236}">
                  <a16:creationId xmlns:a16="http://schemas.microsoft.com/office/drawing/2014/main" id="{F7D1B47B-7C30-C5E3-1130-A8B7DC2FDE20}"/>
                </a:ext>
              </a:extLst>
            </p:cNvPr>
            <p:cNvSpPr txBox="1"/>
            <p:nvPr/>
          </p:nvSpPr>
          <p:spPr>
            <a:xfrm>
              <a:off x="9660972" y="1482279"/>
              <a:ext cx="1010268" cy="281251"/>
            </a:xfrm>
            <a:prstGeom prst="rect">
              <a:avLst/>
            </a:prstGeom>
            <a:solidFill>
              <a:schemeClr val="accent4">
                <a:lumMod val="20000"/>
                <a:lumOff val="80000"/>
              </a:schemeClr>
            </a:solidFill>
            <a:ln>
              <a:no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a:lstStyle>
              <a:defPPr>
                <a:defRPr lang="en-US"/>
              </a:defPPr>
              <a:lvl1pPr>
                <a:defRPr>
                  <a:solidFill>
                    <a:schemeClr val="lt1"/>
                  </a:solidFill>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IN" sz="1000" b="0" i="0" u="none" strike="noStrike" kern="1200" cap="none" spc="0" normalizeH="0" baseline="0" noProof="0">
                  <a:ln>
                    <a:noFill/>
                  </a:ln>
                  <a:solidFill>
                    <a:srgbClr val="000000"/>
                  </a:solidFill>
                  <a:effectLst/>
                  <a:uLnTx/>
                  <a:uFillTx/>
                  <a:latin typeface="Calibri" panose="020F0502020204030204"/>
                  <a:ea typeface="+mn-ea"/>
                  <a:cs typeface="+mn-cs"/>
                </a:rPr>
                <a:t>Views</a:t>
              </a:r>
            </a:p>
          </p:txBody>
        </p:sp>
        <p:sp>
          <p:nvSpPr>
            <p:cNvPr id="79" name="Rounded Rectangle 61">
              <a:extLst>
                <a:ext uri="{FF2B5EF4-FFF2-40B4-BE49-F238E27FC236}">
                  <a16:creationId xmlns:a16="http://schemas.microsoft.com/office/drawing/2014/main" id="{3D57700E-DA65-FCEB-49F4-D23281C5393D}"/>
                </a:ext>
              </a:extLst>
            </p:cNvPr>
            <p:cNvSpPr/>
            <p:nvPr/>
          </p:nvSpPr>
          <p:spPr>
            <a:xfrm>
              <a:off x="9660972" y="1756239"/>
              <a:ext cx="1010268" cy="387021"/>
            </a:xfrm>
            <a:prstGeom prst="roundRect">
              <a:avLst/>
            </a:prstGeom>
            <a:grpFill/>
            <a:ln>
              <a:solidFill>
                <a:schemeClr val="tx1"/>
              </a:solid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IN" sz="1000" b="0" i="0" u="none" strike="noStrike" kern="1200" cap="none" spc="0" normalizeH="0" baseline="0" noProof="0" err="1">
                  <a:ln>
                    <a:noFill/>
                  </a:ln>
                  <a:solidFill>
                    <a:srgbClr val="FB4D0A"/>
                  </a:solidFill>
                  <a:effectLst/>
                  <a:uLnTx/>
                  <a:uFillTx/>
                  <a:latin typeface="Calibri" panose="020F0502020204030204"/>
                  <a:ea typeface="+mn-ea"/>
                  <a:cs typeface="+mn-cs"/>
                </a:rPr>
                <a:t>Catalog</a:t>
              </a:r>
              <a:r>
                <a:rPr kumimoji="0" lang="en-IN" sz="1000" b="0" i="0" u="none" strike="noStrike" kern="1200" cap="none" spc="0" normalizeH="0" baseline="0" noProof="0">
                  <a:ln>
                    <a:noFill/>
                  </a:ln>
                  <a:solidFill>
                    <a:srgbClr val="FB4D0A"/>
                  </a:solidFill>
                  <a:effectLst/>
                  <a:uLnTx/>
                  <a:uFillTx/>
                  <a:latin typeface="Calibri" panose="020F0502020204030204"/>
                  <a:ea typeface="+mn-ea"/>
                  <a:cs typeface="+mn-cs"/>
                </a:rPr>
                <a:t> 1</a:t>
              </a:r>
              <a:endParaRPr kumimoji="0" lang="en-US" sz="1000" b="0" i="0" u="none" strike="noStrike" kern="1200" cap="none" spc="0" normalizeH="0" baseline="0" noProof="0">
                <a:ln>
                  <a:noFill/>
                </a:ln>
                <a:solidFill>
                  <a:srgbClr val="FB4D0A"/>
                </a:solidFill>
                <a:effectLst/>
                <a:uLnTx/>
                <a:uFillTx/>
                <a:latin typeface="Calibri" panose="020F0502020204030204"/>
                <a:ea typeface="+mn-ea"/>
                <a:cs typeface="+mn-cs"/>
              </a:endParaRPr>
            </a:p>
          </p:txBody>
        </p:sp>
      </p:grpSp>
      <p:sp>
        <p:nvSpPr>
          <p:cNvPr id="80" name="Title 1">
            <a:extLst>
              <a:ext uri="{FF2B5EF4-FFF2-40B4-BE49-F238E27FC236}">
                <a16:creationId xmlns:a16="http://schemas.microsoft.com/office/drawing/2014/main" id="{73E633BE-733A-5928-3737-95ED84407671}"/>
              </a:ext>
            </a:extLst>
          </p:cNvPr>
          <p:cNvSpPr>
            <a:spLocks noGrp="1"/>
          </p:cNvSpPr>
          <p:nvPr>
            <p:ph type="ctrTitle"/>
          </p:nvPr>
        </p:nvSpPr>
        <p:spPr>
          <a:xfrm>
            <a:off x="457200" y="405954"/>
            <a:ext cx="11277600" cy="936386"/>
          </a:xfrm>
        </p:spPr>
        <p:txBody>
          <a:bodyPr/>
          <a:lstStyle/>
          <a:p>
            <a:r>
              <a:rPr lang="en-US" b="1">
                <a:solidFill>
                  <a:srgbClr val="CD2883"/>
                </a:solidFill>
              </a:rPr>
              <a:t>Source To Raw</a:t>
            </a:r>
            <a:r>
              <a:rPr lang="en-US" sz="4200" b="1">
                <a:solidFill>
                  <a:srgbClr val="CD2883"/>
                </a:solidFill>
              </a:rPr>
              <a:t> </a:t>
            </a:r>
            <a:r>
              <a:rPr lang="en-US" b="1">
                <a:solidFill>
                  <a:srgbClr val="CD2883"/>
                </a:solidFill>
              </a:rPr>
              <a:t>DLT</a:t>
            </a:r>
            <a:r>
              <a:rPr lang="en-US" sz="4200" b="1">
                <a:solidFill>
                  <a:srgbClr val="CD2883"/>
                </a:solidFill>
              </a:rPr>
              <a:t> (CDC using HVR)</a:t>
            </a:r>
            <a:endParaRPr lang="en-US" b="1">
              <a:solidFill>
                <a:srgbClr val="CD2883"/>
              </a:solidFill>
            </a:endParaRPr>
          </a:p>
        </p:txBody>
      </p:sp>
      <p:sp>
        <p:nvSpPr>
          <p:cNvPr id="31" name="Rectangle 30"/>
          <p:cNvSpPr/>
          <p:nvPr/>
        </p:nvSpPr>
        <p:spPr>
          <a:xfrm>
            <a:off x="8211523" y="6472409"/>
            <a:ext cx="2728225" cy="302964"/>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2" name="Rectangle 31"/>
          <p:cNvSpPr/>
          <p:nvPr/>
        </p:nvSpPr>
        <p:spPr>
          <a:xfrm>
            <a:off x="11005851" y="6290631"/>
            <a:ext cx="837282" cy="35254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 name="TextBox 1">
            <a:extLst>
              <a:ext uri="{FF2B5EF4-FFF2-40B4-BE49-F238E27FC236}">
                <a16:creationId xmlns:a16="http://schemas.microsoft.com/office/drawing/2014/main" id="{1506B9BB-DEF9-1698-F90D-08C639D702D5}"/>
              </a:ext>
            </a:extLst>
          </p:cNvPr>
          <p:cNvSpPr txBox="1"/>
          <p:nvPr/>
        </p:nvSpPr>
        <p:spPr>
          <a:xfrm>
            <a:off x="2596243" y="5344886"/>
            <a:ext cx="6999514"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ea typeface="Calibri"/>
                <a:cs typeface="Calibri"/>
              </a:rPr>
              <a:t>For more information, please refer to excel document - </a:t>
            </a:r>
            <a:r>
              <a:rPr lang="en-US">
                <a:hlinkClick r:id="rId2"/>
              </a:rPr>
              <a:t>CDC_Details.xlsx</a:t>
            </a:r>
            <a:endParaRPr lang="en-US">
              <a:ea typeface="Calibri"/>
              <a:cs typeface="Calibri"/>
            </a:endParaRPr>
          </a:p>
        </p:txBody>
      </p:sp>
    </p:spTree>
    <p:extLst>
      <p:ext uri="{BB962C8B-B14F-4D97-AF65-F5344CB8AC3E}">
        <p14:creationId xmlns:p14="http://schemas.microsoft.com/office/powerpoint/2010/main" val="317998433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5533E0-DC3B-BD6B-7ADB-6ED940651D0B}"/>
            </a:ext>
          </a:extLst>
        </p:cNvPr>
        <p:cNvGrpSpPr/>
        <p:nvPr/>
      </p:nvGrpSpPr>
      <p:grpSpPr>
        <a:xfrm>
          <a:off x="0" y="0"/>
          <a:ext cx="0" cy="0"/>
          <a:chOff x="0" y="0"/>
          <a:chExt cx="0" cy="0"/>
        </a:xfrm>
      </p:grpSpPr>
      <p:sp>
        <p:nvSpPr>
          <p:cNvPr id="80" name="Title 1">
            <a:extLst>
              <a:ext uri="{FF2B5EF4-FFF2-40B4-BE49-F238E27FC236}">
                <a16:creationId xmlns:a16="http://schemas.microsoft.com/office/drawing/2014/main" id="{F260A7FD-7F2F-8655-EAA6-B3D9E911F5C1}"/>
              </a:ext>
            </a:extLst>
          </p:cNvPr>
          <p:cNvSpPr>
            <a:spLocks noGrp="1"/>
          </p:cNvSpPr>
          <p:nvPr>
            <p:ph type="ctrTitle"/>
          </p:nvPr>
        </p:nvSpPr>
        <p:spPr>
          <a:xfrm>
            <a:off x="457200" y="405954"/>
            <a:ext cx="11277600" cy="936386"/>
          </a:xfrm>
        </p:spPr>
        <p:txBody>
          <a:bodyPr/>
          <a:lstStyle/>
          <a:p>
            <a:r>
              <a:rPr lang="en-US" b="1">
                <a:solidFill>
                  <a:srgbClr val="CD2883"/>
                </a:solidFill>
              </a:rPr>
              <a:t>Source To Raw</a:t>
            </a:r>
            <a:r>
              <a:rPr lang="en-US" sz="4200" b="1">
                <a:solidFill>
                  <a:srgbClr val="CD2883"/>
                </a:solidFill>
              </a:rPr>
              <a:t> </a:t>
            </a:r>
            <a:r>
              <a:rPr lang="en-US" b="1">
                <a:solidFill>
                  <a:srgbClr val="CD2883"/>
                </a:solidFill>
              </a:rPr>
              <a:t>DLT</a:t>
            </a:r>
            <a:r>
              <a:rPr lang="en-US" sz="4200" b="1">
                <a:solidFill>
                  <a:srgbClr val="CD2883"/>
                </a:solidFill>
              </a:rPr>
              <a:t> (CDC using HVR)</a:t>
            </a:r>
            <a:endParaRPr lang="en-US" b="1">
              <a:solidFill>
                <a:srgbClr val="CD2883"/>
              </a:solidFill>
            </a:endParaRPr>
          </a:p>
        </p:txBody>
      </p:sp>
      <p:sp>
        <p:nvSpPr>
          <p:cNvPr id="31" name="Rectangle 30">
            <a:extLst>
              <a:ext uri="{FF2B5EF4-FFF2-40B4-BE49-F238E27FC236}">
                <a16:creationId xmlns:a16="http://schemas.microsoft.com/office/drawing/2014/main" id="{56C311CE-76BB-86DF-2E5B-D96B053E3255}"/>
              </a:ext>
            </a:extLst>
          </p:cNvPr>
          <p:cNvSpPr/>
          <p:nvPr/>
        </p:nvSpPr>
        <p:spPr>
          <a:xfrm>
            <a:off x="8211523" y="6472409"/>
            <a:ext cx="2728225" cy="302964"/>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2" name="Rectangle 31">
            <a:extLst>
              <a:ext uri="{FF2B5EF4-FFF2-40B4-BE49-F238E27FC236}">
                <a16:creationId xmlns:a16="http://schemas.microsoft.com/office/drawing/2014/main" id="{E570F26C-BB9F-B895-6AF8-5FC3078B9EE4}"/>
              </a:ext>
            </a:extLst>
          </p:cNvPr>
          <p:cNvSpPr/>
          <p:nvPr/>
        </p:nvSpPr>
        <p:spPr>
          <a:xfrm>
            <a:off x="11005851" y="6290631"/>
            <a:ext cx="837282" cy="35254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3" name="Picture 2" descr="A diagram of a firewall&#10;&#10;AI-generated content may be incorrect.">
            <a:extLst>
              <a:ext uri="{FF2B5EF4-FFF2-40B4-BE49-F238E27FC236}">
                <a16:creationId xmlns:a16="http://schemas.microsoft.com/office/drawing/2014/main" id="{22E52F55-86CE-081F-0065-51056582FA07}"/>
              </a:ext>
            </a:extLst>
          </p:cNvPr>
          <p:cNvPicPr>
            <a:picLocks noChangeAspect="1"/>
          </p:cNvPicPr>
          <p:nvPr/>
        </p:nvPicPr>
        <p:blipFill>
          <a:blip r:embed="rId2"/>
          <a:stretch>
            <a:fillRect/>
          </a:stretch>
        </p:blipFill>
        <p:spPr>
          <a:xfrm>
            <a:off x="1669143" y="1288143"/>
            <a:ext cx="8848725" cy="4276725"/>
          </a:xfrm>
          <a:prstGeom prst="rect">
            <a:avLst/>
          </a:prstGeom>
        </p:spPr>
      </p:pic>
    </p:spTree>
    <p:extLst>
      <p:ext uri="{BB962C8B-B14F-4D97-AF65-F5344CB8AC3E}">
        <p14:creationId xmlns:p14="http://schemas.microsoft.com/office/powerpoint/2010/main" val="146173958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57200" y="405954"/>
            <a:ext cx="11277600" cy="936386"/>
          </a:xfrm>
        </p:spPr>
        <p:txBody>
          <a:bodyPr/>
          <a:lstStyle/>
          <a:p>
            <a:r>
              <a:rPr lang="en-US" b="1">
                <a:solidFill>
                  <a:srgbClr val="CD2883"/>
                </a:solidFill>
              </a:rPr>
              <a:t>Source To Raw</a:t>
            </a:r>
            <a:r>
              <a:rPr lang="en-US" sz="4200" b="1">
                <a:solidFill>
                  <a:srgbClr val="CD2883"/>
                </a:solidFill>
              </a:rPr>
              <a:t> (Non HVR)</a:t>
            </a:r>
          </a:p>
        </p:txBody>
      </p:sp>
      <p:grpSp>
        <p:nvGrpSpPr>
          <p:cNvPr id="13" name="Group 12"/>
          <p:cNvGrpSpPr/>
          <p:nvPr/>
        </p:nvGrpSpPr>
        <p:grpSpPr>
          <a:xfrm>
            <a:off x="1409577" y="2315608"/>
            <a:ext cx="9372846" cy="3527265"/>
            <a:chOff x="1409577" y="1342340"/>
            <a:chExt cx="9372846" cy="3527265"/>
          </a:xfrm>
        </p:grpSpPr>
        <p:grpSp>
          <p:nvGrpSpPr>
            <p:cNvPr id="8" name="Group 7"/>
            <p:cNvGrpSpPr/>
            <p:nvPr/>
          </p:nvGrpSpPr>
          <p:grpSpPr>
            <a:xfrm>
              <a:off x="1409577" y="1824458"/>
              <a:ext cx="1071154" cy="793559"/>
              <a:chOff x="999310" y="1342340"/>
              <a:chExt cx="1071154" cy="936386"/>
            </a:xfrm>
          </p:grpSpPr>
          <p:pic>
            <p:nvPicPr>
              <p:cNvPr id="6" name="Picture 5"/>
              <p:cNvPicPr>
                <a:picLocks noChangeAspect="1"/>
              </p:cNvPicPr>
              <p:nvPr/>
            </p:nvPicPr>
            <p:blipFill rotWithShape="1">
              <a:blip r:embed="rId2" cstate="print">
                <a:extLst>
                  <a:ext uri="{28A0092B-C50C-407E-A947-70E740481C1C}">
                    <a14:useLocalDpi xmlns:a14="http://schemas.microsoft.com/office/drawing/2010/main" val="0"/>
                  </a:ext>
                </a:extLst>
              </a:blip>
              <a:srcRect l="31768" r="10034"/>
              <a:stretch/>
            </p:blipFill>
            <p:spPr>
              <a:xfrm>
                <a:off x="999310" y="1920745"/>
                <a:ext cx="1071154" cy="357981"/>
              </a:xfrm>
              <a:prstGeom prst="rect">
                <a:avLst/>
              </a:prstGeom>
            </p:spPr>
          </p:pic>
          <p:pic>
            <p:nvPicPr>
              <p:cNvPr id="7" name="Picture 6"/>
              <p:cNvPicPr>
                <a:picLocks noChangeAspect="1"/>
              </p:cNvPicPr>
              <p:nvPr/>
            </p:nvPicPr>
            <p:blipFill rotWithShape="1">
              <a:blip r:embed="rId3">
                <a:extLst>
                  <a:ext uri="{BEBA8EAE-BF5A-486C-A8C5-ECC9F3942E4B}">
                    <a14:imgProps xmlns:a14="http://schemas.microsoft.com/office/drawing/2010/main">
                      <a14:imgLayer r:embed="rId4">
                        <a14:imgEffect>
                          <a14:saturation sat="0"/>
                        </a14:imgEffect>
                        <a14:imgEffect>
                          <a14:brightnessContrast contrast="20000"/>
                        </a14:imgEffect>
                      </a14:imgLayer>
                    </a14:imgProps>
                  </a:ext>
                  <a:ext uri="{28A0092B-C50C-407E-A947-70E740481C1C}">
                    <a14:useLocalDpi xmlns:a14="http://schemas.microsoft.com/office/drawing/2010/main" val="0"/>
                  </a:ext>
                </a:extLst>
              </a:blip>
              <a:srcRect l="8507" r="66705"/>
              <a:stretch/>
            </p:blipFill>
            <p:spPr>
              <a:xfrm>
                <a:off x="1201784" y="1342340"/>
                <a:ext cx="666206" cy="522736"/>
              </a:xfrm>
              <a:prstGeom prst="rect">
                <a:avLst/>
              </a:prstGeom>
            </p:spPr>
          </p:pic>
        </p:grpSp>
        <p:pic>
          <p:nvPicPr>
            <p:cNvPr id="16" name="Picture 15"/>
            <p:cNvPicPr>
              <a:picLocks noChangeAspect="1"/>
            </p:cNvPicPr>
            <p:nvPr/>
          </p:nvPicPr>
          <p:blipFill>
            <a:blip r:embed="rId5" cstate="print">
              <a:extLst>
                <a:ext uri="{BEBA8EAE-BF5A-486C-A8C5-ECC9F3942E4B}">
                  <a14:imgProps xmlns:a14="http://schemas.microsoft.com/office/drawing/2010/main">
                    <a14:imgLayer r:embed="rId6">
                      <a14:imgEffect>
                        <a14:saturation sat="0"/>
                      </a14:imgEffect>
                      <a14:imgEffect>
                        <a14:brightnessContrast contrast="20000"/>
                      </a14:imgEffect>
                    </a14:imgLayer>
                  </a14:imgProps>
                </a:ext>
                <a:ext uri="{28A0092B-C50C-407E-A947-70E740481C1C}">
                  <a14:useLocalDpi xmlns:a14="http://schemas.microsoft.com/office/drawing/2010/main" val="0"/>
                </a:ext>
              </a:extLst>
            </a:blip>
            <a:stretch>
              <a:fillRect/>
            </a:stretch>
          </p:blipFill>
          <p:spPr>
            <a:xfrm>
              <a:off x="3538733" y="1824458"/>
              <a:ext cx="936386" cy="793559"/>
            </a:xfrm>
            <a:prstGeom prst="rect">
              <a:avLst/>
            </a:prstGeom>
            <a:solidFill>
              <a:schemeClr val="tx1"/>
            </a:solidFill>
          </p:spPr>
        </p:pic>
        <p:pic>
          <p:nvPicPr>
            <p:cNvPr id="17" name="Picture 16"/>
            <p:cNvPicPr>
              <a:picLocks noChangeAspect="1"/>
            </p:cNvPicPr>
            <p:nvPr/>
          </p:nvPicPr>
          <p:blipFill>
            <a:blip r:embed="rId7">
              <a:extLst>
                <a:ext uri="{BEBA8EAE-BF5A-486C-A8C5-ECC9F3942E4B}">
                  <a14:imgProps xmlns:a14="http://schemas.microsoft.com/office/drawing/2010/main">
                    <a14:imgLayer r:embed="rId8">
                      <a14:imgEffect>
                        <a14:saturation sat="0"/>
                      </a14:imgEffect>
                      <a14:imgEffect>
                        <a14:brightnessContrast contrast="20000"/>
                      </a14:imgEffect>
                    </a14:imgLayer>
                  </a14:imgProps>
                </a:ext>
              </a:extLst>
            </a:blip>
            <a:stretch>
              <a:fillRect/>
            </a:stretch>
          </p:blipFill>
          <p:spPr>
            <a:xfrm>
              <a:off x="5533121" y="1839218"/>
              <a:ext cx="1386925" cy="778799"/>
            </a:xfrm>
            <a:prstGeom prst="rect">
              <a:avLst/>
            </a:prstGeom>
          </p:spPr>
        </p:pic>
        <p:sp>
          <p:nvSpPr>
            <p:cNvPr id="18" name="Right Arrow 17"/>
            <p:cNvSpPr/>
            <p:nvPr/>
          </p:nvSpPr>
          <p:spPr>
            <a:xfrm>
              <a:off x="2719446" y="2126060"/>
              <a:ext cx="580572" cy="190354"/>
            </a:xfrm>
            <a:prstGeom prst="rightArrow">
              <a:avLst/>
            </a:prstGeom>
            <a:solidFill>
              <a:schemeClr val="accent5">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panose="020F0502020204030204"/>
                <a:ea typeface="+mn-ea"/>
                <a:cs typeface="+mn-cs"/>
              </a:endParaRPr>
            </a:p>
          </p:txBody>
        </p:sp>
        <p:sp>
          <p:nvSpPr>
            <p:cNvPr id="19" name="Right Arrow 18"/>
            <p:cNvSpPr/>
            <p:nvPr/>
          </p:nvSpPr>
          <p:spPr>
            <a:xfrm>
              <a:off x="4713834" y="2126060"/>
              <a:ext cx="580572" cy="190354"/>
            </a:xfrm>
            <a:prstGeom prst="rightArrow">
              <a:avLst/>
            </a:prstGeom>
            <a:solidFill>
              <a:schemeClr val="accent5">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panose="020F0502020204030204"/>
                <a:ea typeface="+mn-ea"/>
                <a:cs typeface="+mn-cs"/>
              </a:endParaRPr>
            </a:p>
          </p:txBody>
        </p:sp>
        <p:sp>
          <p:nvSpPr>
            <p:cNvPr id="20" name="Right Arrow 19"/>
            <p:cNvSpPr/>
            <p:nvPr/>
          </p:nvSpPr>
          <p:spPr>
            <a:xfrm>
              <a:off x="9026750" y="2124285"/>
              <a:ext cx="580572" cy="190354"/>
            </a:xfrm>
            <a:prstGeom prst="rightArrow">
              <a:avLst/>
            </a:prstGeom>
            <a:solidFill>
              <a:schemeClr val="accent5">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panose="020F0502020204030204"/>
                <a:ea typeface="+mn-ea"/>
                <a:cs typeface="+mn-cs"/>
              </a:endParaRPr>
            </a:p>
          </p:txBody>
        </p:sp>
        <p:pic>
          <p:nvPicPr>
            <p:cNvPr id="21" name="Picture 20"/>
            <p:cNvPicPr>
              <a:picLocks noChangeAspect="1"/>
            </p:cNvPicPr>
            <p:nvPr/>
          </p:nvPicPr>
          <p:blipFill>
            <a:blip r:embed="rId5" cstate="print">
              <a:extLst>
                <a:ext uri="{BEBA8EAE-BF5A-486C-A8C5-ECC9F3942E4B}">
                  <a14:imgProps xmlns:a14="http://schemas.microsoft.com/office/drawing/2010/main">
                    <a14:imgLayer r:embed="rId6">
                      <a14:imgEffect>
                        <a14:saturation sat="0"/>
                      </a14:imgEffect>
                      <a14:imgEffect>
                        <a14:brightnessContrast contrast="20000"/>
                      </a14:imgEffect>
                    </a14:imgLayer>
                  </a14:imgProps>
                </a:ext>
                <a:ext uri="{28A0092B-C50C-407E-A947-70E740481C1C}">
                  <a14:useLocalDpi xmlns:a14="http://schemas.microsoft.com/office/drawing/2010/main" val="0"/>
                </a:ext>
              </a:extLst>
            </a:blip>
            <a:stretch>
              <a:fillRect/>
            </a:stretch>
          </p:blipFill>
          <p:spPr>
            <a:xfrm>
              <a:off x="9840825" y="1822682"/>
              <a:ext cx="936386" cy="793559"/>
            </a:xfrm>
            <a:prstGeom prst="rect">
              <a:avLst/>
            </a:prstGeom>
            <a:solidFill>
              <a:schemeClr val="tx1"/>
            </a:solidFill>
          </p:spPr>
        </p:pic>
        <p:sp>
          <p:nvSpPr>
            <p:cNvPr id="34" name="Freeform 33"/>
            <p:cNvSpPr/>
            <p:nvPr/>
          </p:nvSpPr>
          <p:spPr>
            <a:xfrm>
              <a:off x="4396519" y="3063055"/>
              <a:ext cx="1648085" cy="583330"/>
            </a:xfrm>
            <a:custGeom>
              <a:avLst/>
              <a:gdLst>
                <a:gd name="connsiteX0" fmla="*/ 209245 w 1255447"/>
                <a:gd name="connsiteY0" fmla="*/ 0 h 6775979"/>
                <a:gd name="connsiteX1" fmla="*/ 1046202 w 1255447"/>
                <a:gd name="connsiteY1" fmla="*/ 0 h 6775979"/>
                <a:gd name="connsiteX2" fmla="*/ 1255447 w 1255447"/>
                <a:gd name="connsiteY2" fmla="*/ 209245 h 6775979"/>
                <a:gd name="connsiteX3" fmla="*/ 1255447 w 1255447"/>
                <a:gd name="connsiteY3" fmla="*/ 6775979 h 6775979"/>
                <a:gd name="connsiteX4" fmla="*/ 1255447 w 1255447"/>
                <a:gd name="connsiteY4" fmla="*/ 6775979 h 6775979"/>
                <a:gd name="connsiteX5" fmla="*/ 0 w 1255447"/>
                <a:gd name="connsiteY5" fmla="*/ 6775979 h 6775979"/>
                <a:gd name="connsiteX6" fmla="*/ 0 w 1255447"/>
                <a:gd name="connsiteY6" fmla="*/ 6775979 h 6775979"/>
                <a:gd name="connsiteX7" fmla="*/ 0 w 1255447"/>
                <a:gd name="connsiteY7" fmla="*/ 209245 h 6775979"/>
                <a:gd name="connsiteX8" fmla="*/ 209245 w 1255447"/>
                <a:gd name="connsiteY8" fmla="*/ 0 h 67759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55447" h="6775979">
                  <a:moveTo>
                    <a:pt x="1255447" y="1129352"/>
                  </a:moveTo>
                  <a:lnTo>
                    <a:pt x="1255447" y="5646627"/>
                  </a:lnTo>
                  <a:cubicBezTo>
                    <a:pt x="1255447" y="6270350"/>
                    <a:pt x="1238090" y="6775976"/>
                    <a:pt x="1216678" y="6775976"/>
                  </a:cubicBezTo>
                  <a:lnTo>
                    <a:pt x="0" y="6775976"/>
                  </a:lnTo>
                  <a:lnTo>
                    <a:pt x="0" y="6775976"/>
                  </a:lnTo>
                  <a:lnTo>
                    <a:pt x="0" y="3"/>
                  </a:lnTo>
                  <a:lnTo>
                    <a:pt x="0" y="3"/>
                  </a:lnTo>
                  <a:lnTo>
                    <a:pt x="1216678" y="3"/>
                  </a:lnTo>
                  <a:cubicBezTo>
                    <a:pt x="1238090" y="3"/>
                    <a:pt x="1255447" y="505629"/>
                    <a:pt x="1255447" y="1129352"/>
                  </a:cubicBezTo>
                  <a:close/>
                </a:path>
              </a:pathLst>
            </a:custGeom>
          </p:spPr>
          <p:style>
            <a:lnRef idx="2">
              <a:schemeClr val="accent1">
                <a:hueOff val="0"/>
                <a:satOff val="0"/>
                <a:lumOff val="0"/>
                <a:alphaOff val="0"/>
              </a:schemeClr>
            </a:lnRef>
            <a:fillRef idx="1">
              <a:schemeClr val="lt1">
                <a:alpha val="90000"/>
                <a:hueOff val="0"/>
                <a:satOff val="0"/>
                <a:lumOff val="0"/>
                <a:alphaOff val="0"/>
              </a:schemeClr>
            </a:fillRef>
            <a:effectRef idx="0">
              <a:schemeClr val="lt1">
                <a:alpha val="90000"/>
                <a:hueOff val="0"/>
                <a:satOff val="0"/>
                <a:lumOff val="0"/>
                <a:alphaOff val="0"/>
              </a:schemeClr>
            </a:effectRef>
            <a:fontRef idx="minor">
              <a:schemeClr val="dk1">
                <a:hueOff val="0"/>
                <a:satOff val="0"/>
                <a:lumOff val="0"/>
                <a:alphaOff val="0"/>
              </a:schemeClr>
            </a:fontRef>
          </p:style>
          <p:txBody>
            <a:bodyPr spcFirstLastPara="0" vert="horz" wrap="square" lIns="248920" tIns="83511" rIns="83511" bIns="83511" numCol="1" spcCol="1270" anchor="ctr" anchorCtr="0">
              <a:noAutofit/>
            </a:bodyPr>
            <a:lstStyle/>
            <a:p>
              <a:pPr marL="0" marR="0" lvl="1" indent="0" algn="l" defTabSz="1555750" rtl="0" eaLnBrk="1" fontAlgn="auto" latinLnBrk="0" hangingPunct="1">
                <a:lnSpc>
                  <a:spcPct val="90000"/>
                </a:lnSpc>
                <a:spcBef>
                  <a:spcPct val="0"/>
                </a:spcBef>
                <a:spcAft>
                  <a:spcPct val="15000"/>
                </a:spcAft>
                <a:buClrTx/>
                <a:buSzTx/>
                <a:buFontTx/>
                <a:buNone/>
                <a:tabLst/>
                <a:defRPr/>
              </a:pPr>
              <a:r>
                <a:rPr kumimoji="0" lang="en-IN" sz="1300" b="0" i="0" u="none" strike="noStrike" kern="1200" cap="none" spc="0" normalizeH="0" baseline="0" noProof="0">
                  <a:ln>
                    <a:noFill/>
                  </a:ln>
                  <a:solidFill>
                    <a:srgbClr val="000000">
                      <a:lumMod val="75000"/>
                      <a:lumOff val="25000"/>
                    </a:srgbClr>
                  </a:solidFill>
                  <a:effectLst/>
                  <a:uLnTx/>
                  <a:uFillTx/>
                  <a:latin typeface="Calibri" panose="020F0502020204030204"/>
                  <a:ea typeface="+mn-ea"/>
                  <a:cs typeface="+mn-cs"/>
                </a:rPr>
                <a:t>Truncate the table in raw</a:t>
              </a:r>
              <a:endParaRPr kumimoji="0" lang="en-US" sz="1300" b="0" i="0" u="none" strike="noStrike" kern="1200" cap="none" spc="0" normalizeH="0" baseline="0" noProof="0">
                <a:ln>
                  <a:noFill/>
                </a:ln>
                <a:solidFill>
                  <a:srgbClr val="000000">
                    <a:lumMod val="75000"/>
                    <a:lumOff val="25000"/>
                  </a:srgbClr>
                </a:solidFill>
                <a:effectLst/>
                <a:uLnTx/>
                <a:uFillTx/>
                <a:latin typeface="Calibri" panose="020F0502020204030204"/>
                <a:ea typeface="+mn-ea"/>
                <a:cs typeface="+mn-cs"/>
              </a:endParaRPr>
            </a:p>
          </p:txBody>
        </p:sp>
        <p:grpSp>
          <p:nvGrpSpPr>
            <p:cNvPr id="44" name="Group 43"/>
            <p:cNvGrpSpPr/>
            <p:nvPr/>
          </p:nvGrpSpPr>
          <p:grpSpPr>
            <a:xfrm>
              <a:off x="8545691" y="3057878"/>
              <a:ext cx="1648087" cy="1203552"/>
              <a:chOff x="6065138" y="3719715"/>
              <a:chExt cx="1648087" cy="1203552"/>
            </a:xfrm>
          </p:grpSpPr>
          <p:sp>
            <p:nvSpPr>
              <p:cNvPr id="39" name="Freeform 38"/>
              <p:cNvSpPr/>
              <p:nvPr/>
            </p:nvSpPr>
            <p:spPr>
              <a:xfrm>
                <a:off x="6065140" y="3719715"/>
                <a:ext cx="1648085" cy="583330"/>
              </a:xfrm>
              <a:custGeom>
                <a:avLst/>
                <a:gdLst>
                  <a:gd name="connsiteX0" fmla="*/ 209245 w 1255447"/>
                  <a:gd name="connsiteY0" fmla="*/ 0 h 6775979"/>
                  <a:gd name="connsiteX1" fmla="*/ 1046202 w 1255447"/>
                  <a:gd name="connsiteY1" fmla="*/ 0 h 6775979"/>
                  <a:gd name="connsiteX2" fmla="*/ 1255447 w 1255447"/>
                  <a:gd name="connsiteY2" fmla="*/ 209245 h 6775979"/>
                  <a:gd name="connsiteX3" fmla="*/ 1255447 w 1255447"/>
                  <a:gd name="connsiteY3" fmla="*/ 6775979 h 6775979"/>
                  <a:gd name="connsiteX4" fmla="*/ 1255447 w 1255447"/>
                  <a:gd name="connsiteY4" fmla="*/ 6775979 h 6775979"/>
                  <a:gd name="connsiteX5" fmla="*/ 0 w 1255447"/>
                  <a:gd name="connsiteY5" fmla="*/ 6775979 h 6775979"/>
                  <a:gd name="connsiteX6" fmla="*/ 0 w 1255447"/>
                  <a:gd name="connsiteY6" fmla="*/ 6775979 h 6775979"/>
                  <a:gd name="connsiteX7" fmla="*/ 0 w 1255447"/>
                  <a:gd name="connsiteY7" fmla="*/ 209245 h 6775979"/>
                  <a:gd name="connsiteX8" fmla="*/ 209245 w 1255447"/>
                  <a:gd name="connsiteY8" fmla="*/ 0 h 67759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55447" h="6775979">
                    <a:moveTo>
                      <a:pt x="1255447" y="1129352"/>
                    </a:moveTo>
                    <a:lnTo>
                      <a:pt x="1255447" y="5646627"/>
                    </a:lnTo>
                    <a:cubicBezTo>
                      <a:pt x="1255447" y="6270350"/>
                      <a:pt x="1238090" y="6775976"/>
                      <a:pt x="1216678" y="6775976"/>
                    </a:cubicBezTo>
                    <a:lnTo>
                      <a:pt x="0" y="6775976"/>
                    </a:lnTo>
                    <a:lnTo>
                      <a:pt x="0" y="6775976"/>
                    </a:lnTo>
                    <a:lnTo>
                      <a:pt x="0" y="3"/>
                    </a:lnTo>
                    <a:lnTo>
                      <a:pt x="0" y="3"/>
                    </a:lnTo>
                    <a:lnTo>
                      <a:pt x="1216678" y="3"/>
                    </a:lnTo>
                    <a:cubicBezTo>
                      <a:pt x="1238090" y="3"/>
                      <a:pt x="1255447" y="505629"/>
                      <a:pt x="1255447" y="1129352"/>
                    </a:cubicBezTo>
                    <a:close/>
                  </a:path>
                </a:pathLst>
              </a:custGeom>
            </p:spPr>
            <p:style>
              <a:lnRef idx="2">
                <a:schemeClr val="accent1">
                  <a:hueOff val="0"/>
                  <a:satOff val="0"/>
                  <a:lumOff val="0"/>
                  <a:alphaOff val="0"/>
                </a:schemeClr>
              </a:lnRef>
              <a:fillRef idx="1">
                <a:schemeClr val="lt1">
                  <a:alpha val="90000"/>
                  <a:hueOff val="0"/>
                  <a:satOff val="0"/>
                  <a:lumOff val="0"/>
                  <a:alphaOff val="0"/>
                </a:schemeClr>
              </a:fillRef>
              <a:effectRef idx="0">
                <a:schemeClr val="lt1">
                  <a:alpha val="90000"/>
                  <a:hueOff val="0"/>
                  <a:satOff val="0"/>
                  <a:lumOff val="0"/>
                  <a:alphaOff val="0"/>
                </a:schemeClr>
              </a:effectRef>
              <a:fontRef idx="minor">
                <a:schemeClr val="dk1">
                  <a:hueOff val="0"/>
                  <a:satOff val="0"/>
                  <a:lumOff val="0"/>
                  <a:alphaOff val="0"/>
                </a:schemeClr>
              </a:fontRef>
            </p:style>
            <p:txBody>
              <a:bodyPr spcFirstLastPara="0" vert="horz" wrap="square" lIns="248920" tIns="83511" rIns="83511" bIns="83511" numCol="1" spcCol="1270" anchor="ctr" anchorCtr="0">
                <a:noAutofit/>
              </a:bodyPr>
              <a:lstStyle/>
              <a:p>
                <a:pPr marL="0" marR="0" lvl="1" indent="0" algn="l" defTabSz="1555750" rtl="0" eaLnBrk="1" fontAlgn="auto" latinLnBrk="0" hangingPunct="1">
                  <a:lnSpc>
                    <a:spcPct val="90000"/>
                  </a:lnSpc>
                  <a:spcBef>
                    <a:spcPct val="0"/>
                  </a:spcBef>
                  <a:spcAft>
                    <a:spcPct val="15000"/>
                  </a:spcAft>
                  <a:buClrTx/>
                  <a:buSzTx/>
                  <a:buFontTx/>
                  <a:buNone/>
                  <a:tabLst/>
                  <a:defRPr/>
                </a:pPr>
                <a:r>
                  <a:rPr kumimoji="0" lang="en-IN" sz="1300" b="0" i="0" u="none" strike="noStrike" kern="1200" cap="none" spc="0" normalizeH="0" baseline="0" noProof="0">
                    <a:ln>
                      <a:noFill/>
                    </a:ln>
                    <a:solidFill>
                      <a:srgbClr val="000000">
                        <a:lumMod val="75000"/>
                        <a:lumOff val="25000"/>
                      </a:srgbClr>
                    </a:solidFill>
                    <a:effectLst/>
                    <a:uLnTx/>
                    <a:uFillTx/>
                    <a:latin typeface="Calibri" panose="020F0502020204030204"/>
                    <a:ea typeface="+mn-ea"/>
                    <a:cs typeface="+mn-cs"/>
                  </a:rPr>
                  <a:t>Update the object date availability for raw tables</a:t>
                </a:r>
                <a:endParaRPr kumimoji="0" lang="en-US" sz="1300" b="0" i="0" u="none" strike="noStrike" kern="1200" cap="none" spc="0" normalizeH="0" baseline="0" noProof="0">
                  <a:ln>
                    <a:noFill/>
                  </a:ln>
                  <a:solidFill>
                    <a:srgbClr val="000000">
                      <a:lumMod val="75000"/>
                      <a:lumOff val="25000"/>
                    </a:srgbClr>
                  </a:solidFill>
                  <a:effectLst/>
                  <a:uLnTx/>
                  <a:uFillTx/>
                  <a:latin typeface="Calibri" panose="020F0502020204030204"/>
                  <a:ea typeface="+mn-ea"/>
                  <a:cs typeface="+mn-cs"/>
                </a:endParaRPr>
              </a:p>
            </p:txBody>
          </p:sp>
          <p:sp>
            <p:nvSpPr>
              <p:cNvPr id="43" name="Freeform 42"/>
              <p:cNvSpPr/>
              <p:nvPr/>
            </p:nvSpPr>
            <p:spPr>
              <a:xfrm>
                <a:off x="6065138" y="4339937"/>
                <a:ext cx="1648085" cy="583330"/>
              </a:xfrm>
              <a:custGeom>
                <a:avLst/>
                <a:gdLst>
                  <a:gd name="connsiteX0" fmla="*/ 209245 w 1255447"/>
                  <a:gd name="connsiteY0" fmla="*/ 0 h 6775979"/>
                  <a:gd name="connsiteX1" fmla="*/ 1046202 w 1255447"/>
                  <a:gd name="connsiteY1" fmla="*/ 0 h 6775979"/>
                  <a:gd name="connsiteX2" fmla="*/ 1255447 w 1255447"/>
                  <a:gd name="connsiteY2" fmla="*/ 209245 h 6775979"/>
                  <a:gd name="connsiteX3" fmla="*/ 1255447 w 1255447"/>
                  <a:gd name="connsiteY3" fmla="*/ 6775979 h 6775979"/>
                  <a:gd name="connsiteX4" fmla="*/ 1255447 w 1255447"/>
                  <a:gd name="connsiteY4" fmla="*/ 6775979 h 6775979"/>
                  <a:gd name="connsiteX5" fmla="*/ 0 w 1255447"/>
                  <a:gd name="connsiteY5" fmla="*/ 6775979 h 6775979"/>
                  <a:gd name="connsiteX6" fmla="*/ 0 w 1255447"/>
                  <a:gd name="connsiteY6" fmla="*/ 6775979 h 6775979"/>
                  <a:gd name="connsiteX7" fmla="*/ 0 w 1255447"/>
                  <a:gd name="connsiteY7" fmla="*/ 209245 h 6775979"/>
                  <a:gd name="connsiteX8" fmla="*/ 209245 w 1255447"/>
                  <a:gd name="connsiteY8" fmla="*/ 0 h 67759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55447" h="6775979">
                    <a:moveTo>
                      <a:pt x="1255447" y="1129352"/>
                    </a:moveTo>
                    <a:lnTo>
                      <a:pt x="1255447" y="5646627"/>
                    </a:lnTo>
                    <a:cubicBezTo>
                      <a:pt x="1255447" y="6270350"/>
                      <a:pt x="1238090" y="6775976"/>
                      <a:pt x="1216678" y="6775976"/>
                    </a:cubicBezTo>
                    <a:lnTo>
                      <a:pt x="0" y="6775976"/>
                    </a:lnTo>
                    <a:lnTo>
                      <a:pt x="0" y="6775976"/>
                    </a:lnTo>
                    <a:lnTo>
                      <a:pt x="0" y="3"/>
                    </a:lnTo>
                    <a:lnTo>
                      <a:pt x="0" y="3"/>
                    </a:lnTo>
                    <a:lnTo>
                      <a:pt x="1216678" y="3"/>
                    </a:lnTo>
                    <a:cubicBezTo>
                      <a:pt x="1238090" y="3"/>
                      <a:pt x="1255447" y="505629"/>
                      <a:pt x="1255447" y="1129352"/>
                    </a:cubicBezTo>
                    <a:close/>
                  </a:path>
                </a:pathLst>
              </a:custGeom>
            </p:spPr>
            <p:style>
              <a:lnRef idx="2">
                <a:schemeClr val="accent1">
                  <a:hueOff val="0"/>
                  <a:satOff val="0"/>
                  <a:lumOff val="0"/>
                  <a:alphaOff val="0"/>
                </a:schemeClr>
              </a:lnRef>
              <a:fillRef idx="1">
                <a:schemeClr val="lt1">
                  <a:alpha val="90000"/>
                  <a:hueOff val="0"/>
                  <a:satOff val="0"/>
                  <a:lumOff val="0"/>
                  <a:alphaOff val="0"/>
                </a:schemeClr>
              </a:fillRef>
              <a:effectRef idx="0">
                <a:schemeClr val="lt1">
                  <a:alpha val="90000"/>
                  <a:hueOff val="0"/>
                  <a:satOff val="0"/>
                  <a:lumOff val="0"/>
                  <a:alphaOff val="0"/>
                </a:schemeClr>
              </a:effectRef>
              <a:fontRef idx="minor">
                <a:schemeClr val="dk1">
                  <a:hueOff val="0"/>
                  <a:satOff val="0"/>
                  <a:lumOff val="0"/>
                  <a:alphaOff val="0"/>
                </a:schemeClr>
              </a:fontRef>
            </p:style>
            <p:txBody>
              <a:bodyPr spcFirstLastPara="0" vert="horz" wrap="square" lIns="248920" tIns="83511" rIns="83511" bIns="83511" numCol="1" spcCol="1270" anchor="ctr" anchorCtr="0">
                <a:noAutofit/>
              </a:bodyPr>
              <a:lstStyle/>
              <a:p>
                <a:pPr marL="0" marR="0" lvl="1" indent="0" algn="l" defTabSz="1555750" rtl="0" eaLnBrk="1" fontAlgn="auto" latinLnBrk="0" hangingPunct="1">
                  <a:lnSpc>
                    <a:spcPct val="90000"/>
                  </a:lnSpc>
                  <a:spcBef>
                    <a:spcPct val="0"/>
                  </a:spcBef>
                  <a:spcAft>
                    <a:spcPct val="15000"/>
                  </a:spcAft>
                  <a:buClrTx/>
                  <a:buSzTx/>
                  <a:buFontTx/>
                  <a:buNone/>
                  <a:tabLst/>
                  <a:defRPr/>
                </a:pPr>
                <a:r>
                  <a:rPr kumimoji="0" lang="en-IN" sz="1300" b="0" i="0" u="none" strike="noStrike" kern="1200" cap="none" spc="0" normalizeH="0" baseline="0" noProof="0">
                    <a:ln>
                      <a:noFill/>
                    </a:ln>
                    <a:solidFill>
                      <a:srgbClr val="000000">
                        <a:lumMod val="75000"/>
                        <a:lumOff val="25000"/>
                      </a:srgbClr>
                    </a:solidFill>
                    <a:effectLst/>
                    <a:uLnTx/>
                    <a:uFillTx/>
                    <a:latin typeface="Calibri" panose="020F0502020204030204"/>
                    <a:ea typeface="+mn-ea"/>
                    <a:cs typeface="+mn-cs"/>
                  </a:rPr>
                  <a:t>Update the log tables</a:t>
                </a:r>
              </a:p>
            </p:txBody>
          </p:sp>
        </p:grpSp>
        <p:sp>
          <p:nvSpPr>
            <p:cNvPr id="38" name="5-Point Star 37"/>
            <p:cNvSpPr/>
            <p:nvPr/>
          </p:nvSpPr>
          <p:spPr>
            <a:xfrm>
              <a:off x="4235772" y="2905478"/>
              <a:ext cx="321491" cy="264599"/>
            </a:xfrm>
            <a:prstGeom prst="star5">
              <a:avLst/>
            </a:prstGeom>
            <a:solidFill>
              <a:schemeClr val="accent5">
                <a:lumMod val="9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300" b="0" i="0" u="none" strike="noStrike" kern="1200" cap="none" spc="0" normalizeH="0" baseline="0" noProof="0">
                <a:ln>
                  <a:noFill/>
                </a:ln>
                <a:solidFill>
                  <a:srgbClr val="FFFFFF"/>
                </a:solidFill>
                <a:effectLst/>
                <a:uLnTx/>
                <a:uFillTx/>
                <a:latin typeface="Calibri" panose="020F0502020204030204"/>
                <a:ea typeface="+mn-ea"/>
                <a:cs typeface="+mn-cs"/>
              </a:endParaRPr>
            </a:p>
          </p:txBody>
        </p:sp>
        <p:sp>
          <p:nvSpPr>
            <p:cNvPr id="40" name="5-Point Star 39"/>
            <p:cNvSpPr/>
            <p:nvPr/>
          </p:nvSpPr>
          <p:spPr>
            <a:xfrm>
              <a:off x="8384946" y="2900301"/>
              <a:ext cx="321491" cy="264599"/>
            </a:xfrm>
            <a:prstGeom prst="star5">
              <a:avLst/>
            </a:prstGeom>
            <a:solidFill>
              <a:schemeClr val="accent5">
                <a:lumMod val="9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300" b="0" i="0" u="none" strike="noStrike" kern="1200" cap="none" spc="0" normalizeH="0" baseline="0" noProof="0">
                <a:ln>
                  <a:noFill/>
                </a:ln>
                <a:solidFill>
                  <a:srgbClr val="FFFFFF"/>
                </a:solidFill>
                <a:effectLst/>
                <a:uLnTx/>
                <a:uFillTx/>
                <a:latin typeface="Calibri" panose="020F0502020204030204"/>
                <a:ea typeface="+mn-ea"/>
                <a:cs typeface="+mn-cs"/>
              </a:endParaRPr>
            </a:p>
          </p:txBody>
        </p:sp>
        <p:sp>
          <p:nvSpPr>
            <p:cNvPr id="26" name="TextBox 25"/>
            <p:cNvSpPr txBox="1"/>
            <p:nvPr/>
          </p:nvSpPr>
          <p:spPr>
            <a:xfrm>
              <a:off x="9840825" y="1346775"/>
              <a:ext cx="941598" cy="492443"/>
            </a:xfrm>
            <a:prstGeom prst="rect">
              <a:avLst/>
            </a:prstGeom>
            <a:noFill/>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IN" sz="1300" b="0" i="0" u="none" strike="noStrike" kern="1200" cap="none" spc="0" normalizeH="0" baseline="0" noProof="0">
                  <a:ln>
                    <a:noFill/>
                  </a:ln>
                  <a:solidFill>
                    <a:srgbClr val="424242"/>
                  </a:solidFill>
                  <a:effectLst/>
                  <a:uLnTx/>
                  <a:uFillTx/>
                  <a:latin typeface="Calibri" panose="020F0502020204030204"/>
                  <a:ea typeface="+mn-ea"/>
                  <a:cs typeface="+mn-cs"/>
                </a:rPr>
                <a:t>SQLDB (Metadata)</a:t>
              </a:r>
              <a:endParaRPr kumimoji="0" lang="en-US" sz="1300" b="0" i="0" u="none" strike="noStrike" kern="1200" cap="none" spc="0" normalizeH="0" baseline="0" noProof="0">
                <a:ln>
                  <a:noFill/>
                </a:ln>
                <a:solidFill>
                  <a:srgbClr val="424242"/>
                </a:solidFill>
                <a:effectLst/>
                <a:uLnTx/>
                <a:uFillTx/>
                <a:latin typeface="Calibri" panose="020F0502020204030204"/>
                <a:ea typeface="+mn-ea"/>
                <a:cs typeface="+mn-cs"/>
              </a:endParaRPr>
            </a:p>
          </p:txBody>
        </p:sp>
        <p:sp>
          <p:nvSpPr>
            <p:cNvPr id="28" name="Right Arrow 27"/>
            <p:cNvSpPr/>
            <p:nvPr/>
          </p:nvSpPr>
          <p:spPr>
            <a:xfrm>
              <a:off x="7153549" y="2124284"/>
              <a:ext cx="580572" cy="190354"/>
            </a:xfrm>
            <a:prstGeom prst="rightArrow">
              <a:avLst/>
            </a:prstGeom>
            <a:solidFill>
              <a:schemeClr val="accent5">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panose="020F0502020204030204"/>
                <a:ea typeface="+mn-ea"/>
                <a:cs typeface="+mn-cs"/>
              </a:endParaRPr>
            </a:p>
          </p:txBody>
        </p:sp>
        <p:pic>
          <p:nvPicPr>
            <p:cNvPr id="9" name="Picture 8"/>
            <p:cNvPicPr>
              <a:picLocks noChangeAspect="1"/>
            </p:cNvPicPr>
            <p:nvPr/>
          </p:nvPicPr>
          <p:blipFill rotWithShape="1">
            <a:blip r:embed="rId9" cstate="print">
              <a:extLst>
                <a:ext uri="{BEBA8EAE-BF5A-486C-A8C5-ECC9F3942E4B}">
                  <a14:imgProps xmlns:a14="http://schemas.microsoft.com/office/drawing/2010/main">
                    <a14:imgLayer r:embed="rId10">
                      <a14:imgEffect>
                        <a14:saturation sat="0"/>
                      </a14:imgEffect>
                      <a14:imgEffect>
                        <a14:brightnessContrast contrast="20000"/>
                      </a14:imgEffect>
                    </a14:imgLayer>
                  </a14:imgProps>
                </a:ext>
                <a:ext uri="{28A0092B-C50C-407E-A947-70E740481C1C}">
                  <a14:useLocalDpi xmlns:a14="http://schemas.microsoft.com/office/drawing/2010/main" val="0"/>
                </a:ext>
              </a:extLst>
            </a:blip>
            <a:srcRect l="27867" r="28400"/>
            <a:stretch/>
          </p:blipFill>
          <p:spPr>
            <a:xfrm>
              <a:off x="7978048" y="1824458"/>
              <a:ext cx="815199" cy="793560"/>
            </a:xfrm>
            <a:prstGeom prst="rect">
              <a:avLst/>
            </a:prstGeom>
          </p:spPr>
        </p:pic>
        <p:sp>
          <p:nvSpPr>
            <p:cNvPr id="30" name="TextBox 29"/>
            <p:cNvSpPr txBox="1"/>
            <p:nvPr/>
          </p:nvSpPr>
          <p:spPr>
            <a:xfrm>
              <a:off x="7914848" y="1342340"/>
              <a:ext cx="941598" cy="292388"/>
            </a:xfrm>
            <a:prstGeom prst="rect">
              <a:avLst/>
            </a:prstGeom>
            <a:noFill/>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IN" sz="1300" b="0" i="0" u="none" strike="noStrike" kern="1200" cap="none" spc="0" normalizeH="0" baseline="0" noProof="0">
                  <a:ln>
                    <a:noFill/>
                  </a:ln>
                  <a:solidFill>
                    <a:srgbClr val="424242"/>
                  </a:solidFill>
                  <a:effectLst/>
                  <a:uLnTx/>
                  <a:uFillTx/>
                  <a:latin typeface="Calibri" panose="020F0502020204030204"/>
                  <a:ea typeface="+mn-ea"/>
                  <a:cs typeface="+mn-cs"/>
                </a:rPr>
                <a:t>ADLS</a:t>
              </a:r>
              <a:endParaRPr kumimoji="0" lang="en-US" sz="1300" b="0" i="0" u="none" strike="noStrike" kern="1200" cap="none" spc="0" normalizeH="0" baseline="0" noProof="0">
                <a:ln>
                  <a:noFill/>
                </a:ln>
                <a:solidFill>
                  <a:srgbClr val="424242"/>
                </a:solidFill>
                <a:effectLst/>
                <a:uLnTx/>
                <a:uFillTx/>
                <a:latin typeface="Calibri" panose="020F0502020204030204"/>
                <a:ea typeface="+mn-ea"/>
                <a:cs typeface="+mn-cs"/>
              </a:endParaRPr>
            </a:p>
          </p:txBody>
        </p:sp>
        <p:sp>
          <p:nvSpPr>
            <p:cNvPr id="33" name="Freeform 32"/>
            <p:cNvSpPr/>
            <p:nvPr/>
          </p:nvSpPr>
          <p:spPr>
            <a:xfrm>
              <a:off x="6525059" y="3055589"/>
              <a:ext cx="1648085" cy="583330"/>
            </a:xfrm>
            <a:custGeom>
              <a:avLst/>
              <a:gdLst>
                <a:gd name="connsiteX0" fmla="*/ 209245 w 1255447"/>
                <a:gd name="connsiteY0" fmla="*/ 0 h 6775979"/>
                <a:gd name="connsiteX1" fmla="*/ 1046202 w 1255447"/>
                <a:gd name="connsiteY1" fmla="*/ 0 h 6775979"/>
                <a:gd name="connsiteX2" fmla="*/ 1255447 w 1255447"/>
                <a:gd name="connsiteY2" fmla="*/ 209245 h 6775979"/>
                <a:gd name="connsiteX3" fmla="*/ 1255447 w 1255447"/>
                <a:gd name="connsiteY3" fmla="*/ 6775979 h 6775979"/>
                <a:gd name="connsiteX4" fmla="*/ 1255447 w 1255447"/>
                <a:gd name="connsiteY4" fmla="*/ 6775979 h 6775979"/>
                <a:gd name="connsiteX5" fmla="*/ 0 w 1255447"/>
                <a:gd name="connsiteY5" fmla="*/ 6775979 h 6775979"/>
                <a:gd name="connsiteX6" fmla="*/ 0 w 1255447"/>
                <a:gd name="connsiteY6" fmla="*/ 6775979 h 6775979"/>
                <a:gd name="connsiteX7" fmla="*/ 0 w 1255447"/>
                <a:gd name="connsiteY7" fmla="*/ 209245 h 6775979"/>
                <a:gd name="connsiteX8" fmla="*/ 209245 w 1255447"/>
                <a:gd name="connsiteY8" fmla="*/ 0 h 67759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55447" h="6775979">
                  <a:moveTo>
                    <a:pt x="1255447" y="1129352"/>
                  </a:moveTo>
                  <a:lnTo>
                    <a:pt x="1255447" y="5646627"/>
                  </a:lnTo>
                  <a:cubicBezTo>
                    <a:pt x="1255447" y="6270350"/>
                    <a:pt x="1238090" y="6775976"/>
                    <a:pt x="1216678" y="6775976"/>
                  </a:cubicBezTo>
                  <a:lnTo>
                    <a:pt x="0" y="6775976"/>
                  </a:lnTo>
                  <a:lnTo>
                    <a:pt x="0" y="6775976"/>
                  </a:lnTo>
                  <a:lnTo>
                    <a:pt x="0" y="3"/>
                  </a:lnTo>
                  <a:lnTo>
                    <a:pt x="0" y="3"/>
                  </a:lnTo>
                  <a:lnTo>
                    <a:pt x="1216678" y="3"/>
                  </a:lnTo>
                  <a:cubicBezTo>
                    <a:pt x="1238090" y="3"/>
                    <a:pt x="1255447" y="505629"/>
                    <a:pt x="1255447" y="1129352"/>
                  </a:cubicBezTo>
                  <a:close/>
                </a:path>
              </a:pathLst>
            </a:custGeom>
          </p:spPr>
          <p:style>
            <a:lnRef idx="2">
              <a:schemeClr val="accent1">
                <a:hueOff val="0"/>
                <a:satOff val="0"/>
                <a:lumOff val="0"/>
                <a:alphaOff val="0"/>
              </a:schemeClr>
            </a:lnRef>
            <a:fillRef idx="1">
              <a:schemeClr val="lt1">
                <a:alpha val="90000"/>
                <a:hueOff val="0"/>
                <a:satOff val="0"/>
                <a:lumOff val="0"/>
                <a:alphaOff val="0"/>
              </a:schemeClr>
            </a:fillRef>
            <a:effectRef idx="0">
              <a:schemeClr val="lt1">
                <a:alpha val="90000"/>
                <a:hueOff val="0"/>
                <a:satOff val="0"/>
                <a:lumOff val="0"/>
                <a:alphaOff val="0"/>
              </a:schemeClr>
            </a:effectRef>
            <a:fontRef idx="minor">
              <a:schemeClr val="dk1">
                <a:hueOff val="0"/>
                <a:satOff val="0"/>
                <a:lumOff val="0"/>
                <a:alphaOff val="0"/>
              </a:schemeClr>
            </a:fontRef>
          </p:style>
          <p:txBody>
            <a:bodyPr spcFirstLastPara="0" vert="horz" wrap="square" lIns="248920" tIns="83511" rIns="83511" bIns="83511" numCol="1" spcCol="1270" anchor="ctr" anchorCtr="0">
              <a:noAutofit/>
            </a:bodyPr>
            <a:lstStyle/>
            <a:p>
              <a:pPr marL="0" marR="0" lvl="1" indent="0" algn="l" defTabSz="1555750" rtl="0" eaLnBrk="1" fontAlgn="auto" latinLnBrk="0" hangingPunct="1">
                <a:lnSpc>
                  <a:spcPct val="90000"/>
                </a:lnSpc>
                <a:spcBef>
                  <a:spcPct val="0"/>
                </a:spcBef>
                <a:spcAft>
                  <a:spcPct val="15000"/>
                </a:spcAft>
                <a:buClrTx/>
                <a:buSzTx/>
                <a:buFontTx/>
                <a:buNone/>
                <a:tabLst/>
                <a:defRPr/>
              </a:pPr>
              <a:r>
                <a:rPr kumimoji="0" lang="en-IN" sz="1300" b="0" i="0" u="none" strike="noStrike" kern="1200" cap="none" spc="0" normalizeH="0" baseline="0" noProof="0">
                  <a:ln>
                    <a:noFill/>
                  </a:ln>
                  <a:solidFill>
                    <a:srgbClr val="000000">
                      <a:lumMod val="75000"/>
                      <a:lumOff val="25000"/>
                    </a:srgbClr>
                  </a:solidFill>
                  <a:effectLst/>
                  <a:uLnTx/>
                  <a:uFillTx/>
                  <a:latin typeface="Calibri" panose="020F0502020204030204"/>
                  <a:ea typeface="+mn-ea"/>
                  <a:cs typeface="+mn-cs"/>
                </a:rPr>
                <a:t>Loads the data in delta table</a:t>
              </a:r>
              <a:endParaRPr kumimoji="0" lang="en-US" sz="1300" b="0" i="0" u="none" strike="noStrike" kern="1200" cap="none" spc="0" normalizeH="0" baseline="0" noProof="0">
                <a:ln>
                  <a:noFill/>
                </a:ln>
                <a:solidFill>
                  <a:srgbClr val="000000">
                    <a:lumMod val="75000"/>
                    <a:lumOff val="25000"/>
                  </a:srgbClr>
                </a:solidFill>
                <a:effectLst/>
                <a:uLnTx/>
                <a:uFillTx/>
                <a:latin typeface="Calibri" panose="020F0502020204030204"/>
                <a:ea typeface="+mn-ea"/>
                <a:cs typeface="+mn-cs"/>
              </a:endParaRPr>
            </a:p>
          </p:txBody>
        </p:sp>
        <p:sp>
          <p:nvSpPr>
            <p:cNvPr id="35" name="5-Point Star 34"/>
            <p:cNvSpPr/>
            <p:nvPr/>
          </p:nvSpPr>
          <p:spPr>
            <a:xfrm>
              <a:off x="6364312" y="2898012"/>
              <a:ext cx="321491" cy="264599"/>
            </a:xfrm>
            <a:prstGeom prst="star5">
              <a:avLst/>
            </a:prstGeom>
            <a:solidFill>
              <a:schemeClr val="accent5">
                <a:lumMod val="9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300" b="0" i="0" u="none" strike="noStrike" kern="1200" cap="none" spc="0" normalizeH="0" baseline="0" noProof="0">
                <a:ln>
                  <a:noFill/>
                </a:ln>
                <a:solidFill>
                  <a:srgbClr val="FFFFFF"/>
                </a:solidFill>
                <a:effectLst/>
                <a:uLnTx/>
                <a:uFillTx/>
                <a:latin typeface="Calibri" panose="020F0502020204030204"/>
                <a:ea typeface="+mn-ea"/>
                <a:cs typeface="+mn-cs"/>
              </a:endParaRPr>
            </a:p>
          </p:txBody>
        </p:sp>
        <p:grpSp>
          <p:nvGrpSpPr>
            <p:cNvPr id="22" name="Group 21"/>
            <p:cNvGrpSpPr/>
            <p:nvPr/>
          </p:nvGrpSpPr>
          <p:grpSpPr>
            <a:xfrm>
              <a:off x="2077480" y="3063053"/>
              <a:ext cx="1757920" cy="1806552"/>
              <a:chOff x="765017" y="3360918"/>
              <a:chExt cx="2027311" cy="1300827"/>
            </a:xfrm>
          </p:grpSpPr>
          <p:sp>
            <p:nvSpPr>
              <p:cNvPr id="23" name="Freeform 22"/>
              <p:cNvSpPr/>
              <p:nvPr/>
            </p:nvSpPr>
            <p:spPr>
              <a:xfrm>
                <a:off x="765017" y="3360918"/>
                <a:ext cx="2027311" cy="420033"/>
              </a:xfrm>
              <a:custGeom>
                <a:avLst/>
                <a:gdLst>
                  <a:gd name="connsiteX0" fmla="*/ 209245 w 1255447"/>
                  <a:gd name="connsiteY0" fmla="*/ 0 h 6775979"/>
                  <a:gd name="connsiteX1" fmla="*/ 1046202 w 1255447"/>
                  <a:gd name="connsiteY1" fmla="*/ 0 h 6775979"/>
                  <a:gd name="connsiteX2" fmla="*/ 1255447 w 1255447"/>
                  <a:gd name="connsiteY2" fmla="*/ 209245 h 6775979"/>
                  <a:gd name="connsiteX3" fmla="*/ 1255447 w 1255447"/>
                  <a:gd name="connsiteY3" fmla="*/ 6775979 h 6775979"/>
                  <a:gd name="connsiteX4" fmla="*/ 1255447 w 1255447"/>
                  <a:gd name="connsiteY4" fmla="*/ 6775979 h 6775979"/>
                  <a:gd name="connsiteX5" fmla="*/ 0 w 1255447"/>
                  <a:gd name="connsiteY5" fmla="*/ 6775979 h 6775979"/>
                  <a:gd name="connsiteX6" fmla="*/ 0 w 1255447"/>
                  <a:gd name="connsiteY6" fmla="*/ 6775979 h 6775979"/>
                  <a:gd name="connsiteX7" fmla="*/ 0 w 1255447"/>
                  <a:gd name="connsiteY7" fmla="*/ 209245 h 6775979"/>
                  <a:gd name="connsiteX8" fmla="*/ 209245 w 1255447"/>
                  <a:gd name="connsiteY8" fmla="*/ 0 h 67759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55447" h="6775979">
                    <a:moveTo>
                      <a:pt x="1255447" y="1129352"/>
                    </a:moveTo>
                    <a:lnTo>
                      <a:pt x="1255447" y="5646627"/>
                    </a:lnTo>
                    <a:cubicBezTo>
                      <a:pt x="1255447" y="6270350"/>
                      <a:pt x="1238090" y="6775976"/>
                      <a:pt x="1216678" y="6775976"/>
                    </a:cubicBezTo>
                    <a:lnTo>
                      <a:pt x="0" y="6775976"/>
                    </a:lnTo>
                    <a:lnTo>
                      <a:pt x="0" y="6775976"/>
                    </a:lnTo>
                    <a:lnTo>
                      <a:pt x="0" y="3"/>
                    </a:lnTo>
                    <a:lnTo>
                      <a:pt x="0" y="3"/>
                    </a:lnTo>
                    <a:lnTo>
                      <a:pt x="1216678" y="3"/>
                    </a:lnTo>
                    <a:cubicBezTo>
                      <a:pt x="1238090" y="3"/>
                      <a:pt x="1255447" y="505629"/>
                      <a:pt x="1255447" y="1129352"/>
                    </a:cubicBezTo>
                    <a:close/>
                  </a:path>
                </a:pathLst>
              </a:custGeom>
            </p:spPr>
            <p:style>
              <a:lnRef idx="2">
                <a:schemeClr val="accent1">
                  <a:hueOff val="0"/>
                  <a:satOff val="0"/>
                  <a:lumOff val="0"/>
                  <a:alphaOff val="0"/>
                </a:schemeClr>
              </a:lnRef>
              <a:fillRef idx="1">
                <a:schemeClr val="lt1">
                  <a:alpha val="90000"/>
                  <a:hueOff val="0"/>
                  <a:satOff val="0"/>
                  <a:lumOff val="0"/>
                  <a:alphaOff val="0"/>
                </a:schemeClr>
              </a:fillRef>
              <a:effectRef idx="0">
                <a:schemeClr val="lt1">
                  <a:alpha val="90000"/>
                  <a:hueOff val="0"/>
                  <a:satOff val="0"/>
                  <a:lumOff val="0"/>
                  <a:alphaOff val="0"/>
                </a:schemeClr>
              </a:effectRef>
              <a:fontRef idx="minor">
                <a:schemeClr val="dk1">
                  <a:hueOff val="0"/>
                  <a:satOff val="0"/>
                  <a:lumOff val="0"/>
                  <a:alphaOff val="0"/>
                </a:schemeClr>
              </a:fontRef>
            </p:style>
            <p:txBody>
              <a:bodyPr spcFirstLastPara="0" vert="horz" wrap="square" lIns="248920" tIns="83511" rIns="83511" bIns="83511" numCol="1" spcCol="1270" anchor="ctr" anchorCtr="0">
                <a:noAutofit/>
              </a:bodyPr>
              <a:lstStyle/>
              <a:p>
                <a:pPr marL="0" marR="0" lvl="1" indent="0" algn="l" defTabSz="1555750" rtl="0" eaLnBrk="1" fontAlgn="auto" latinLnBrk="0" hangingPunct="1">
                  <a:lnSpc>
                    <a:spcPct val="90000"/>
                  </a:lnSpc>
                  <a:spcBef>
                    <a:spcPct val="0"/>
                  </a:spcBef>
                  <a:spcAft>
                    <a:spcPct val="15000"/>
                  </a:spcAft>
                  <a:buClrTx/>
                  <a:buSzTx/>
                  <a:buFontTx/>
                  <a:buNone/>
                  <a:tabLst/>
                  <a:defRPr/>
                </a:pPr>
                <a:r>
                  <a:rPr kumimoji="0" lang="en-IN" sz="1300" b="0" i="0" u="none" strike="noStrike" kern="1200" cap="none" spc="0" normalizeH="0" baseline="0" noProof="0">
                    <a:ln>
                      <a:noFill/>
                    </a:ln>
                    <a:solidFill>
                      <a:srgbClr val="000000">
                        <a:lumMod val="75000"/>
                        <a:lumOff val="25000"/>
                      </a:srgbClr>
                    </a:solidFill>
                    <a:effectLst/>
                    <a:uLnTx/>
                    <a:uFillTx/>
                    <a:latin typeface="Calibri" panose="020F0502020204030204"/>
                    <a:ea typeface="+mn-ea"/>
                    <a:cs typeface="+mn-cs"/>
                  </a:rPr>
                  <a:t>Looks for active Batch in SQLDB</a:t>
                </a:r>
                <a:endParaRPr kumimoji="0" lang="en-US" sz="1300" b="0" i="0" u="none" strike="noStrike" kern="1200" cap="none" spc="0" normalizeH="0" baseline="0" noProof="0">
                  <a:ln>
                    <a:noFill/>
                  </a:ln>
                  <a:solidFill>
                    <a:srgbClr val="000000">
                      <a:lumMod val="75000"/>
                      <a:lumOff val="25000"/>
                    </a:srgbClr>
                  </a:solidFill>
                  <a:effectLst/>
                  <a:uLnTx/>
                  <a:uFillTx/>
                  <a:latin typeface="Calibri" panose="020F0502020204030204"/>
                  <a:ea typeface="+mn-ea"/>
                  <a:cs typeface="+mn-cs"/>
                </a:endParaRPr>
              </a:p>
            </p:txBody>
          </p:sp>
          <p:sp>
            <p:nvSpPr>
              <p:cNvPr id="24" name="Freeform 23"/>
              <p:cNvSpPr/>
              <p:nvPr/>
            </p:nvSpPr>
            <p:spPr>
              <a:xfrm>
                <a:off x="765017" y="3805607"/>
                <a:ext cx="2027311" cy="420033"/>
              </a:xfrm>
              <a:custGeom>
                <a:avLst/>
                <a:gdLst>
                  <a:gd name="connsiteX0" fmla="*/ 209245 w 1255447"/>
                  <a:gd name="connsiteY0" fmla="*/ 0 h 6775979"/>
                  <a:gd name="connsiteX1" fmla="*/ 1046202 w 1255447"/>
                  <a:gd name="connsiteY1" fmla="*/ 0 h 6775979"/>
                  <a:gd name="connsiteX2" fmla="*/ 1255447 w 1255447"/>
                  <a:gd name="connsiteY2" fmla="*/ 209245 h 6775979"/>
                  <a:gd name="connsiteX3" fmla="*/ 1255447 w 1255447"/>
                  <a:gd name="connsiteY3" fmla="*/ 6775979 h 6775979"/>
                  <a:gd name="connsiteX4" fmla="*/ 1255447 w 1255447"/>
                  <a:gd name="connsiteY4" fmla="*/ 6775979 h 6775979"/>
                  <a:gd name="connsiteX5" fmla="*/ 0 w 1255447"/>
                  <a:gd name="connsiteY5" fmla="*/ 6775979 h 6775979"/>
                  <a:gd name="connsiteX6" fmla="*/ 0 w 1255447"/>
                  <a:gd name="connsiteY6" fmla="*/ 6775979 h 6775979"/>
                  <a:gd name="connsiteX7" fmla="*/ 0 w 1255447"/>
                  <a:gd name="connsiteY7" fmla="*/ 209245 h 6775979"/>
                  <a:gd name="connsiteX8" fmla="*/ 209245 w 1255447"/>
                  <a:gd name="connsiteY8" fmla="*/ 0 h 67759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55447" h="6775979">
                    <a:moveTo>
                      <a:pt x="1255447" y="1129352"/>
                    </a:moveTo>
                    <a:lnTo>
                      <a:pt x="1255447" y="5646627"/>
                    </a:lnTo>
                    <a:cubicBezTo>
                      <a:pt x="1255447" y="6270350"/>
                      <a:pt x="1238090" y="6775976"/>
                      <a:pt x="1216678" y="6775976"/>
                    </a:cubicBezTo>
                    <a:lnTo>
                      <a:pt x="0" y="6775976"/>
                    </a:lnTo>
                    <a:lnTo>
                      <a:pt x="0" y="6775976"/>
                    </a:lnTo>
                    <a:lnTo>
                      <a:pt x="0" y="3"/>
                    </a:lnTo>
                    <a:lnTo>
                      <a:pt x="0" y="3"/>
                    </a:lnTo>
                    <a:lnTo>
                      <a:pt x="1216678" y="3"/>
                    </a:lnTo>
                    <a:cubicBezTo>
                      <a:pt x="1238090" y="3"/>
                      <a:pt x="1255447" y="505629"/>
                      <a:pt x="1255447" y="1129352"/>
                    </a:cubicBezTo>
                    <a:close/>
                  </a:path>
                </a:pathLst>
              </a:custGeom>
            </p:spPr>
            <p:style>
              <a:lnRef idx="2">
                <a:schemeClr val="accent1">
                  <a:hueOff val="0"/>
                  <a:satOff val="0"/>
                  <a:lumOff val="0"/>
                  <a:alphaOff val="0"/>
                </a:schemeClr>
              </a:lnRef>
              <a:fillRef idx="1">
                <a:schemeClr val="lt1">
                  <a:alpha val="90000"/>
                  <a:hueOff val="0"/>
                  <a:satOff val="0"/>
                  <a:lumOff val="0"/>
                  <a:alphaOff val="0"/>
                </a:schemeClr>
              </a:fillRef>
              <a:effectRef idx="0">
                <a:schemeClr val="lt1">
                  <a:alpha val="90000"/>
                  <a:hueOff val="0"/>
                  <a:satOff val="0"/>
                  <a:lumOff val="0"/>
                  <a:alphaOff val="0"/>
                </a:schemeClr>
              </a:effectRef>
              <a:fontRef idx="minor">
                <a:schemeClr val="dk1">
                  <a:hueOff val="0"/>
                  <a:satOff val="0"/>
                  <a:lumOff val="0"/>
                  <a:alphaOff val="0"/>
                </a:schemeClr>
              </a:fontRef>
            </p:style>
            <p:txBody>
              <a:bodyPr spcFirstLastPara="0" vert="horz" wrap="square" lIns="248920" tIns="83511" rIns="83511" bIns="83511" numCol="1" spcCol="1270" anchor="ctr" anchorCtr="0">
                <a:noAutofit/>
              </a:bodyPr>
              <a:lstStyle/>
              <a:p>
                <a:pPr marL="0" marR="0" lvl="1" indent="0" algn="l" defTabSz="1555750" rtl="0" eaLnBrk="1" fontAlgn="auto" latinLnBrk="0" hangingPunct="1">
                  <a:lnSpc>
                    <a:spcPct val="90000"/>
                  </a:lnSpc>
                  <a:spcBef>
                    <a:spcPct val="0"/>
                  </a:spcBef>
                  <a:spcAft>
                    <a:spcPct val="15000"/>
                  </a:spcAft>
                  <a:buClrTx/>
                  <a:buSzTx/>
                  <a:buFontTx/>
                  <a:buNone/>
                  <a:tabLst/>
                  <a:defRPr/>
                </a:pPr>
                <a:r>
                  <a:rPr kumimoji="0" lang="en-IN" sz="1300" b="0" i="0" u="none" strike="noStrike" kern="1200" cap="none" spc="0" normalizeH="0" baseline="0" noProof="0">
                    <a:ln>
                      <a:noFill/>
                    </a:ln>
                    <a:solidFill>
                      <a:srgbClr val="000000">
                        <a:lumMod val="75000"/>
                        <a:lumOff val="25000"/>
                      </a:srgbClr>
                    </a:solidFill>
                    <a:effectLst/>
                    <a:uLnTx/>
                    <a:uFillTx/>
                    <a:latin typeface="Calibri" panose="020F0502020204030204"/>
                    <a:ea typeface="+mn-ea"/>
                    <a:cs typeface="+mn-cs"/>
                  </a:rPr>
                  <a:t>Calls the procedure </a:t>
                </a:r>
                <a:r>
                  <a:rPr kumimoji="0" lang="en-IN" sz="1300" b="0" i="0" u="none" strike="noStrike" kern="1200" cap="none" spc="0" normalizeH="0" baseline="0" noProof="0" err="1">
                    <a:ln>
                      <a:noFill/>
                    </a:ln>
                    <a:solidFill>
                      <a:srgbClr val="000000">
                        <a:lumMod val="75000"/>
                        <a:lumOff val="25000"/>
                      </a:srgbClr>
                    </a:solidFill>
                    <a:effectLst/>
                    <a:uLnTx/>
                    <a:uFillTx/>
                    <a:latin typeface="Calibri" panose="020F0502020204030204"/>
                    <a:ea typeface="+mn-ea"/>
                    <a:cs typeface="+mn-cs"/>
                  </a:rPr>
                  <a:t>usp_get_object_connectionStringDetails</a:t>
                </a:r>
                <a:endParaRPr kumimoji="0" lang="en-IN" sz="1300" b="0" i="0" u="none" strike="noStrike" kern="1200" cap="none" spc="0" normalizeH="0" baseline="0" noProof="0">
                  <a:ln>
                    <a:noFill/>
                  </a:ln>
                  <a:solidFill>
                    <a:srgbClr val="000000">
                      <a:lumMod val="75000"/>
                      <a:lumOff val="25000"/>
                    </a:srgbClr>
                  </a:solidFill>
                  <a:effectLst/>
                  <a:uLnTx/>
                  <a:uFillTx/>
                  <a:latin typeface="Calibri" panose="020F0502020204030204"/>
                  <a:ea typeface="+mn-ea"/>
                  <a:cs typeface="+mn-cs"/>
                </a:endParaRPr>
              </a:p>
            </p:txBody>
          </p:sp>
          <p:sp>
            <p:nvSpPr>
              <p:cNvPr id="25" name="Freeform 24"/>
              <p:cNvSpPr/>
              <p:nvPr/>
            </p:nvSpPr>
            <p:spPr>
              <a:xfrm>
                <a:off x="765017" y="4241712"/>
                <a:ext cx="2027311" cy="420033"/>
              </a:xfrm>
              <a:custGeom>
                <a:avLst/>
                <a:gdLst>
                  <a:gd name="connsiteX0" fmla="*/ 209245 w 1255447"/>
                  <a:gd name="connsiteY0" fmla="*/ 0 h 6775979"/>
                  <a:gd name="connsiteX1" fmla="*/ 1046202 w 1255447"/>
                  <a:gd name="connsiteY1" fmla="*/ 0 h 6775979"/>
                  <a:gd name="connsiteX2" fmla="*/ 1255447 w 1255447"/>
                  <a:gd name="connsiteY2" fmla="*/ 209245 h 6775979"/>
                  <a:gd name="connsiteX3" fmla="*/ 1255447 w 1255447"/>
                  <a:gd name="connsiteY3" fmla="*/ 6775979 h 6775979"/>
                  <a:gd name="connsiteX4" fmla="*/ 1255447 w 1255447"/>
                  <a:gd name="connsiteY4" fmla="*/ 6775979 h 6775979"/>
                  <a:gd name="connsiteX5" fmla="*/ 0 w 1255447"/>
                  <a:gd name="connsiteY5" fmla="*/ 6775979 h 6775979"/>
                  <a:gd name="connsiteX6" fmla="*/ 0 w 1255447"/>
                  <a:gd name="connsiteY6" fmla="*/ 6775979 h 6775979"/>
                  <a:gd name="connsiteX7" fmla="*/ 0 w 1255447"/>
                  <a:gd name="connsiteY7" fmla="*/ 209245 h 6775979"/>
                  <a:gd name="connsiteX8" fmla="*/ 209245 w 1255447"/>
                  <a:gd name="connsiteY8" fmla="*/ 0 h 67759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55447" h="6775979">
                    <a:moveTo>
                      <a:pt x="1255447" y="1129352"/>
                    </a:moveTo>
                    <a:lnTo>
                      <a:pt x="1255447" y="5646627"/>
                    </a:lnTo>
                    <a:cubicBezTo>
                      <a:pt x="1255447" y="6270350"/>
                      <a:pt x="1238090" y="6775976"/>
                      <a:pt x="1216678" y="6775976"/>
                    </a:cubicBezTo>
                    <a:lnTo>
                      <a:pt x="0" y="6775976"/>
                    </a:lnTo>
                    <a:lnTo>
                      <a:pt x="0" y="6775976"/>
                    </a:lnTo>
                    <a:lnTo>
                      <a:pt x="0" y="3"/>
                    </a:lnTo>
                    <a:lnTo>
                      <a:pt x="0" y="3"/>
                    </a:lnTo>
                    <a:lnTo>
                      <a:pt x="1216678" y="3"/>
                    </a:lnTo>
                    <a:cubicBezTo>
                      <a:pt x="1238090" y="3"/>
                      <a:pt x="1255447" y="505629"/>
                      <a:pt x="1255447" y="1129352"/>
                    </a:cubicBezTo>
                    <a:close/>
                  </a:path>
                </a:pathLst>
              </a:custGeom>
            </p:spPr>
            <p:style>
              <a:lnRef idx="2">
                <a:schemeClr val="accent1">
                  <a:hueOff val="0"/>
                  <a:satOff val="0"/>
                  <a:lumOff val="0"/>
                  <a:alphaOff val="0"/>
                </a:schemeClr>
              </a:lnRef>
              <a:fillRef idx="1">
                <a:schemeClr val="lt1">
                  <a:alpha val="90000"/>
                  <a:hueOff val="0"/>
                  <a:satOff val="0"/>
                  <a:lumOff val="0"/>
                  <a:alphaOff val="0"/>
                </a:schemeClr>
              </a:fillRef>
              <a:effectRef idx="0">
                <a:schemeClr val="lt1">
                  <a:alpha val="90000"/>
                  <a:hueOff val="0"/>
                  <a:satOff val="0"/>
                  <a:lumOff val="0"/>
                  <a:alphaOff val="0"/>
                </a:schemeClr>
              </a:effectRef>
              <a:fontRef idx="minor">
                <a:schemeClr val="dk1">
                  <a:hueOff val="0"/>
                  <a:satOff val="0"/>
                  <a:lumOff val="0"/>
                  <a:alphaOff val="0"/>
                </a:schemeClr>
              </a:fontRef>
            </p:style>
            <p:txBody>
              <a:bodyPr spcFirstLastPara="0" vert="horz" wrap="square" lIns="248920" tIns="83511" rIns="83511" bIns="83511" numCol="1" spcCol="1270" anchor="ctr" anchorCtr="0">
                <a:noAutofit/>
              </a:bodyPr>
              <a:lstStyle/>
              <a:p>
                <a:pPr marL="0" marR="0" lvl="1" indent="0" algn="l" defTabSz="1555750" rtl="0" eaLnBrk="1" fontAlgn="auto" latinLnBrk="0" hangingPunct="1">
                  <a:lnSpc>
                    <a:spcPct val="90000"/>
                  </a:lnSpc>
                  <a:spcBef>
                    <a:spcPct val="0"/>
                  </a:spcBef>
                  <a:spcAft>
                    <a:spcPct val="15000"/>
                  </a:spcAft>
                  <a:buClrTx/>
                  <a:buSzTx/>
                  <a:buFontTx/>
                  <a:buNone/>
                  <a:tabLst/>
                  <a:defRPr/>
                </a:pPr>
                <a:r>
                  <a:rPr kumimoji="0" lang="en-IN" sz="1300" b="0" i="0" u="none" strike="noStrike" kern="1200" cap="none" spc="0" normalizeH="0" baseline="0" noProof="0">
                    <a:ln>
                      <a:noFill/>
                    </a:ln>
                    <a:solidFill>
                      <a:srgbClr val="000000">
                        <a:lumMod val="75000"/>
                        <a:lumOff val="25000"/>
                      </a:srgbClr>
                    </a:solidFill>
                    <a:effectLst/>
                    <a:uLnTx/>
                    <a:uFillTx/>
                    <a:latin typeface="Calibri" panose="020F0502020204030204"/>
                    <a:ea typeface="+mn-ea"/>
                    <a:cs typeface="+mn-cs"/>
                  </a:rPr>
                  <a:t>This procedure generates a </a:t>
                </a:r>
                <a:r>
                  <a:rPr kumimoji="0" lang="en-IN" sz="1300" b="0" i="0" u="none" strike="noStrike" kern="1200" cap="none" spc="0" normalizeH="0" baseline="0" noProof="0" err="1">
                    <a:ln>
                      <a:noFill/>
                    </a:ln>
                    <a:solidFill>
                      <a:srgbClr val="000000">
                        <a:lumMod val="75000"/>
                        <a:lumOff val="25000"/>
                      </a:srgbClr>
                    </a:solidFill>
                    <a:effectLst/>
                    <a:uLnTx/>
                    <a:uFillTx/>
                    <a:latin typeface="Calibri" panose="020F0502020204030204"/>
                    <a:ea typeface="+mn-ea"/>
                    <a:cs typeface="+mn-cs"/>
                  </a:rPr>
                  <a:t>where_clause</a:t>
                </a:r>
                <a:endParaRPr kumimoji="0" lang="en-IN" sz="1300" b="0" i="0" u="none" strike="noStrike" kern="1200" cap="none" spc="0" normalizeH="0" baseline="0" noProof="0">
                  <a:ln>
                    <a:noFill/>
                  </a:ln>
                  <a:solidFill>
                    <a:srgbClr val="000000">
                      <a:lumMod val="75000"/>
                      <a:lumOff val="25000"/>
                    </a:srgbClr>
                  </a:solidFill>
                  <a:effectLst/>
                  <a:uLnTx/>
                  <a:uFillTx/>
                  <a:latin typeface="Calibri" panose="020F0502020204030204"/>
                  <a:ea typeface="+mn-ea"/>
                  <a:cs typeface="+mn-cs"/>
                </a:endParaRPr>
              </a:p>
            </p:txBody>
          </p:sp>
        </p:grpSp>
        <p:sp>
          <p:nvSpPr>
            <p:cNvPr id="27" name="5-Point Star 26"/>
            <p:cNvSpPr/>
            <p:nvPr/>
          </p:nvSpPr>
          <p:spPr>
            <a:xfrm>
              <a:off x="1915086" y="2912182"/>
              <a:ext cx="321491" cy="264599"/>
            </a:xfrm>
            <a:prstGeom prst="star5">
              <a:avLst/>
            </a:prstGeom>
            <a:solidFill>
              <a:schemeClr val="accent5">
                <a:lumMod val="9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300" b="0" i="0" u="none" strike="noStrike" kern="1200" cap="none" spc="0" normalizeH="0" baseline="0" noProof="0">
                <a:ln>
                  <a:noFill/>
                </a:ln>
                <a:solidFill>
                  <a:srgbClr val="FFFFFF"/>
                </a:solidFill>
                <a:effectLst/>
                <a:uLnTx/>
                <a:uFillTx/>
                <a:latin typeface="Calibri" panose="020F0502020204030204"/>
                <a:ea typeface="+mn-ea"/>
                <a:cs typeface="+mn-cs"/>
              </a:endParaRPr>
            </a:p>
          </p:txBody>
        </p:sp>
      </p:grpSp>
      <p:pic>
        <p:nvPicPr>
          <p:cNvPr id="4" name="Picture 3">
            <a:extLst>
              <a:ext uri="{FF2B5EF4-FFF2-40B4-BE49-F238E27FC236}">
                <a16:creationId xmlns:a16="http://schemas.microsoft.com/office/drawing/2014/main" id="{6D5DFBF6-999E-A4DC-F709-CC3891628FA1}"/>
              </a:ext>
            </a:extLst>
          </p:cNvPr>
          <p:cNvPicPr>
            <a:picLocks noChangeAspect="1"/>
          </p:cNvPicPr>
          <p:nvPr/>
        </p:nvPicPr>
        <p:blipFill>
          <a:blip r:embed="rId11">
            <a:extLst>
              <a:ext uri="{BEBA8EAE-BF5A-486C-A8C5-ECC9F3942E4B}">
                <a14:imgProps xmlns:a14="http://schemas.microsoft.com/office/drawing/2010/main">
                  <a14:imgLayer r:embed="rId12">
                    <a14:imgEffect>
                      <a14:saturation sat="0"/>
                    </a14:imgEffect>
                    <a14:imgEffect>
                      <a14:brightnessContrast contrast="20000"/>
                    </a14:imgEffect>
                  </a14:imgLayer>
                </a14:imgProps>
              </a:ext>
              <a:ext uri="{28A0092B-C50C-407E-A947-70E740481C1C}">
                <a14:useLocalDpi xmlns:a14="http://schemas.microsoft.com/office/drawing/2010/main" val="0"/>
              </a:ext>
            </a:extLst>
          </a:blip>
          <a:stretch>
            <a:fillRect/>
          </a:stretch>
        </p:blipFill>
        <p:spPr>
          <a:xfrm>
            <a:off x="4492992" y="1742069"/>
            <a:ext cx="1018529" cy="1053881"/>
          </a:xfrm>
          <a:prstGeom prst="rect">
            <a:avLst/>
          </a:prstGeom>
        </p:spPr>
      </p:pic>
      <p:sp>
        <p:nvSpPr>
          <p:cNvPr id="11" name="Right Arrow 17">
            <a:extLst>
              <a:ext uri="{FF2B5EF4-FFF2-40B4-BE49-F238E27FC236}">
                <a16:creationId xmlns:a16="http://schemas.microsoft.com/office/drawing/2014/main" id="{2DCAF949-E565-0716-4FF5-4738B814BCAA}"/>
              </a:ext>
            </a:extLst>
          </p:cNvPr>
          <p:cNvSpPr/>
          <p:nvPr/>
        </p:nvSpPr>
        <p:spPr>
          <a:xfrm rot="1039289">
            <a:off x="5463939" y="2466858"/>
            <a:ext cx="2309922" cy="190800"/>
          </a:xfrm>
          <a:prstGeom prst="rightArrow">
            <a:avLst/>
          </a:prstGeom>
          <a:solidFill>
            <a:schemeClr val="accent5">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panose="020F0502020204030204"/>
              <a:ea typeface="+mn-ea"/>
              <a:cs typeface="+mn-cs"/>
            </a:endParaRPr>
          </a:p>
        </p:txBody>
      </p:sp>
      <p:sp>
        <p:nvSpPr>
          <p:cNvPr id="64" name="Right Arrow 17">
            <a:extLst>
              <a:ext uri="{FF2B5EF4-FFF2-40B4-BE49-F238E27FC236}">
                <a16:creationId xmlns:a16="http://schemas.microsoft.com/office/drawing/2014/main" id="{EEC58D54-08A7-A9FE-B48F-AE3DA60E5E57}"/>
              </a:ext>
            </a:extLst>
          </p:cNvPr>
          <p:cNvSpPr/>
          <p:nvPr/>
        </p:nvSpPr>
        <p:spPr>
          <a:xfrm rot="20164992" flipV="1">
            <a:off x="2666485" y="2510010"/>
            <a:ext cx="1848661" cy="190800"/>
          </a:xfrm>
          <a:prstGeom prst="rightArrow">
            <a:avLst/>
          </a:prstGeom>
          <a:solidFill>
            <a:schemeClr val="accent5">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panose="020F0502020204030204"/>
              <a:ea typeface="+mn-ea"/>
              <a:cs typeface="+mn-cs"/>
            </a:endParaRPr>
          </a:p>
        </p:txBody>
      </p:sp>
      <p:sp>
        <p:nvSpPr>
          <p:cNvPr id="36" name="Rectangle 35"/>
          <p:cNvSpPr/>
          <p:nvPr/>
        </p:nvSpPr>
        <p:spPr>
          <a:xfrm>
            <a:off x="8211523" y="6472409"/>
            <a:ext cx="2728225" cy="302964"/>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7" name="Rectangle 36"/>
          <p:cNvSpPr/>
          <p:nvPr/>
        </p:nvSpPr>
        <p:spPr>
          <a:xfrm>
            <a:off x="11005851" y="6290631"/>
            <a:ext cx="837282" cy="35254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295099004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57200" y="405954"/>
            <a:ext cx="11277600" cy="936386"/>
          </a:xfrm>
        </p:spPr>
        <p:txBody>
          <a:bodyPr/>
          <a:lstStyle/>
          <a:p>
            <a:r>
              <a:rPr lang="en-US" b="1">
                <a:solidFill>
                  <a:srgbClr val="CD2883"/>
                </a:solidFill>
              </a:rPr>
              <a:t>Source To Non HVR Raw</a:t>
            </a:r>
            <a:endParaRPr lang="en-US" sz="4200" b="1">
              <a:solidFill>
                <a:srgbClr val="CD2883"/>
              </a:solidFill>
              <a:ea typeface="Calibri Light"/>
              <a:cs typeface="Calibri Light"/>
            </a:endParaRPr>
          </a:p>
        </p:txBody>
      </p:sp>
      <p:sp>
        <p:nvSpPr>
          <p:cNvPr id="3" name="Subtitle 2"/>
          <p:cNvSpPr>
            <a:spLocks noGrp="1"/>
          </p:cNvSpPr>
          <p:nvPr>
            <p:ph type="subTitle" idx="1"/>
          </p:nvPr>
        </p:nvSpPr>
        <p:spPr>
          <a:xfrm>
            <a:off x="457199" y="3619500"/>
            <a:ext cx="11277601" cy="2108200"/>
          </a:xfrm>
        </p:spPr>
        <p:txBody>
          <a:bodyPr vert="horz" lIns="0" tIns="0" rIns="0" bIns="0" rtlCol="0" anchor="t">
            <a:noAutofit/>
          </a:bodyPr>
          <a:lstStyle/>
          <a:p>
            <a:r>
              <a:rPr lang="en-US" b="1">
                <a:solidFill>
                  <a:srgbClr val="000000"/>
                </a:solidFill>
                <a:cs typeface="Calibri"/>
              </a:rPr>
              <a:t>Summary:</a:t>
            </a:r>
          </a:p>
          <a:p>
            <a:pPr marL="285750" indent="-285750">
              <a:buFont typeface="Arial" panose="020B0604020202020204" pitchFamily="34" charset="0"/>
              <a:buChar char="•"/>
            </a:pPr>
            <a:r>
              <a:rPr lang="en-IN">
                <a:solidFill>
                  <a:srgbClr val="000000"/>
                </a:solidFill>
                <a:cs typeface="Calibri"/>
              </a:rPr>
              <a:t>“</a:t>
            </a:r>
            <a:r>
              <a:rPr lang="en-IN" err="1">
                <a:solidFill>
                  <a:srgbClr val="000000"/>
                </a:solidFill>
                <a:cs typeface="Calibri"/>
              </a:rPr>
              <a:t>onn_task_GetConnectionStringSecret_grou</a:t>
            </a:r>
            <a:r>
              <a:rPr lang="en-IN">
                <a:solidFill>
                  <a:srgbClr val="000000"/>
                </a:solidFill>
                <a:cs typeface="Calibri"/>
              </a:rPr>
              <a:t>” Activity – calls SQLDB procedure, </a:t>
            </a:r>
            <a:r>
              <a:rPr lang="en-IN" err="1">
                <a:solidFill>
                  <a:srgbClr val="000000"/>
                </a:solidFill>
                <a:cs typeface="Calibri"/>
              </a:rPr>
              <a:t>usp_get_object_connectionStringDetails</a:t>
            </a:r>
            <a:r>
              <a:rPr lang="en-IN">
                <a:solidFill>
                  <a:srgbClr val="000000"/>
                </a:solidFill>
                <a:cs typeface="Calibri"/>
              </a:rPr>
              <a:t> that helps generates a  connection string in order to connect to the on premises source. It also updates where clause to “</a:t>
            </a:r>
            <a:r>
              <a:rPr lang="en-IN" err="1">
                <a:solidFill>
                  <a:srgbClr val="000000"/>
                </a:solidFill>
                <a:cs typeface="Calibri"/>
              </a:rPr>
              <a:t>Full_Refresh</a:t>
            </a:r>
            <a:r>
              <a:rPr lang="en-IN">
                <a:solidFill>
                  <a:srgbClr val="000000"/>
                </a:solidFill>
                <a:cs typeface="Calibri"/>
              </a:rPr>
              <a:t>”</a:t>
            </a:r>
            <a:endParaRPr lang="en-IN">
              <a:solidFill>
                <a:srgbClr val="000000"/>
              </a:solidFill>
              <a:ea typeface="Calibri"/>
              <a:cs typeface="Calibri"/>
            </a:endParaRPr>
          </a:p>
          <a:p>
            <a:pPr marL="285750" indent="-285750">
              <a:buFont typeface="Arial" panose="020B0604020202020204" pitchFamily="34" charset="0"/>
              <a:buChar char="•"/>
            </a:pPr>
            <a:r>
              <a:rPr lang="en-IN">
                <a:solidFill>
                  <a:srgbClr val="000000"/>
                </a:solidFill>
                <a:cs typeface="Calibri"/>
              </a:rPr>
              <a:t>“onn_task_CopyOnpremmToDeltaLake_group3” Activity – Establishes connecting using connecting string, truncates the target table and loads data in raw table</a:t>
            </a:r>
            <a:endParaRPr lang="en-IN">
              <a:solidFill>
                <a:srgbClr val="000000"/>
              </a:solidFill>
              <a:ea typeface="Calibri"/>
              <a:cs typeface="Calibri"/>
            </a:endParaRPr>
          </a:p>
          <a:p>
            <a:pPr marL="285750" indent="-285750">
              <a:buFont typeface="Arial" panose="020B0604020202020204" pitchFamily="34" charset="0"/>
              <a:buChar char="•"/>
            </a:pPr>
            <a:r>
              <a:rPr lang="en-IN">
                <a:solidFill>
                  <a:srgbClr val="000000"/>
                </a:solidFill>
                <a:cs typeface="Calibri"/>
              </a:rPr>
              <a:t>“</a:t>
            </a:r>
            <a:r>
              <a:rPr lang="en-IN" err="1">
                <a:solidFill>
                  <a:srgbClr val="000000"/>
                </a:solidFill>
                <a:cs typeface="Calibri"/>
              </a:rPr>
              <a:t>onn_task_log_task_copyOnPremToDeltaLakeend_group</a:t>
            </a:r>
            <a:r>
              <a:rPr lang="en-IN">
                <a:solidFill>
                  <a:srgbClr val="000000"/>
                </a:solidFill>
                <a:cs typeface="Calibri"/>
              </a:rPr>
              <a:t>” Activity – calls SQLDB procedure, </a:t>
            </a:r>
            <a:r>
              <a:rPr lang="en-IN" err="1">
                <a:solidFill>
                  <a:srgbClr val="000000"/>
                </a:solidFill>
                <a:cs typeface="Calibri"/>
              </a:rPr>
              <a:t>usp_log_sql_task_end</a:t>
            </a:r>
            <a:r>
              <a:rPr lang="en-IN">
                <a:solidFill>
                  <a:srgbClr val="000000"/>
                </a:solidFill>
                <a:cs typeface="Calibri"/>
              </a:rPr>
              <a:t> which further calls procedure, </a:t>
            </a:r>
            <a:r>
              <a:rPr lang="en-US" err="1">
                <a:solidFill>
                  <a:srgbClr val="000000"/>
                </a:solidFill>
                <a:cs typeface="Calibri"/>
              </a:rPr>
              <a:t>usp_mark_dates_loaded</a:t>
            </a:r>
            <a:r>
              <a:rPr lang="en-US">
                <a:solidFill>
                  <a:srgbClr val="000000"/>
                </a:solidFill>
                <a:cs typeface="Calibri"/>
              </a:rPr>
              <a:t>. This activity thus helps to update </a:t>
            </a:r>
            <a:r>
              <a:rPr lang="en-US" err="1">
                <a:solidFill>
                  <a:srgbClr val="000000"/>
                </a:solidFill>
                <a:cs typeface="Calibri"/>
              </a:rPr>
              <a:t>tbl_object_dates_availability</a:t>
            </a:r>
            <a:r>
              <a:rPr lang="en-US">
                <a:solidFill>
                  <a:srgbClr val="000000"/>
                </a:solidFill>
                <a:cs typeface="Calibri"/>
              </a:rPr>
              <a:t> to mark a </a:t>
            </a:r>
            <a:r>
              <a:rPr lang="en-US" err="1">
                <a:solidFill>
                  <a:srgbClr val="000000"/>
                </a:solidFill>
                <a:cs typeface="Calibri"/>
              </a:rPr>
              <a:t>batch_task_id</a:t>
            </a:r>
            <a:r>
              <a:rPr lang="en-US">
                <a:solidFill>
                  <a:srgbClr val="000000"/>
                </a:solidFill>
                <a:cs typeface="Calibri"/>
              </a:rPr>
              <a:t> for an object (raw) as loaded</a:t>
            </a:r>
            <a:endParaRPr lang="en-IN">
              <a:solidFill>
                <a:srgbClr val="000000"/>
              </a:solidFill>
              <a:cs typeface="Calibri"/>
            </a:endParaRPr>
          </a:p>
        </p:txBody>
      </p:sp>
      <p:pic>
        <p:nvPicPr>
          <p:cNvPr id="4" name="Picture 3"/>
          <p:cNvPicPr>
            <a:picLocks noChangeAspect="1"/>
          </p:cNvPicPr>
          <p:nvPr/>
        </p:nvPicPr>
        <p:blipFill>
          <a:blip r:embed="rId2"/>
          <a:stretch>
            <a:fillRect/>
          </a:stretch>
        </p:blipFill>
        <p:spPr>
          <a:xfrm>
            <a:off x="1710142" y="1547339"/>
            <a:ext cx="7982047" cy="2072161"/>
          </a:xfrm>
          <a:prstGeom prst="rect">
            <a:avLst/>
          </a:prstGeom>
        </p:spPr>
      </p:pic>
      <p:sp>
        <p:nvSpPr>
          <p:cNvPr id="5" name="Rectangle 4"/>
          <p:cNvSpPr/>
          <p:nvPr/>
        </p:nvSpPr>
        <p:spPr>
          <a:xfrm>
            <a:off x="8211523" y="6472409"/>
            <a:ext cx="2728225" cy="302964"/>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 name="Rectangle 5"/>
          <p:cNvSpPr/>
          <p:nvPr/>
        </p:nvSpPr>
        <p:spPr>
          <a:xfrm>
            <a:off x="11005851" y="6290631"/>
            <a:ext cx="837282" cy="35254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387040920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57200" y="405954"/>
            <a:ext cx="11277600" cy="936386"/>
          </a:xfrm>
        </p:spPr>
        <p:txBody>
          <a:bodyPr/>
          <a:lstStyle/>
          <a:p>
            <a:r>
              <a:rPr lang="en-US" b="1">
                <a:solidFill>
                  <a:srgbClr val="CD2883"/>
                </a:solidFill>
              </a:rPr>
              <a:t>Raw To </a:t>
            </a:r>
            <a:r>
              <a:rPr lang="en-US" b="1" err="1">
                <a:solidFill>
                  <a:srgbClr val="CD2883"/>
                </a:solidFill>
              </a:rPr>
              <a:t>Standardised</a:t>
            </a:r>
            <a:endParaRPr lang="en-US" sz="4200" b="1" err="1">
              <a:solidFill>
                <a:srgbClr val="CD2883"/>
              </a:solidFill>
              <a:ea typeface="Calibri Light"/>
              <a:cs typeface="Calibri Light"/>
            </a:endParaRPr>
          </a:p>
        </p:txBody>
      </p:sp>
      <p:grpSp>
        <p:nvGrpSpPr>
          <p:cNvPr id="5" name="Group 4"/>
          <p:cNvGrpSpPr/>
          <p:nvPr/>
        </p:nvGrpSpPr>
        <p:grpSpPr>
          <a:xfrm>
            <a:off x="1228668" y="1580755"/>
            <a:ext cx="9402154" cy="3696491"/>
            <a:chOff x="926451" y="2028546"/>
            <a:chExt cx="9402154" cy="3696491"/>
          </a:xfrm>
        </p:grpSpPr>
        <p:grpSp>
          <p:nvGrpSpPr>
            <p:cNvPr id="8" name="Group 7"/>
            <p:cNvGrpSpPr/>
            <p:nvPr/>
          </p:nvGrpSpPr>
          <p:grpSpPr>
            <a:xfrm>
              <a:off x="926451" y="2582539"/>
              <a:ext cx="1071154" cy="793559"/>
              <a:chOff x="999310" y="1342340"/>
              <a:chExt cx="1071154" cy="936386"/>
            </a:xfrm>
          </p:grpSpPr>
          <p:pic>
            <p:nvPicPr>
              <p:cNvPr id="6" name="Picture 5"/>
              <p:cNvPicPr>
                <a:picLocks noChangeAspect="1"/>
              </p:cNvPicPr>
              <p:nvPr/>
            </p:nvPicPr>
            <p:blipFill rotWithShape="1">
              <a:blip r:embed="rId2" cstate="print">
                <a:extLst>
                  <a:ext uri="{28A0092B-C50C-407E-A947-70E740481C1C}">
                    <a14:useLocalDpi xmlns:a14="http://schemas.microsoft.com/office/drawing/2010/main" val="0"/>
                  </a:ext>
                </a:extLst>
              </a:blip>
              <a:srcRect l="31768" r="10034"/>
              <a:stretch/>
            </p:blipFill>
            <p:spPr>
              <a:xfrm>
                <a:off x="999310" y="1920745"/>
                <a:ext cx="1071154" cy="357981"/>
              </a:xfrm>
              <a:prstGeom prst="rect">
                <a:avLst/>
              </a:prstGeom>
            </p:spPr>
          </p:pic>
          <p:pic>
            <p:nvPicPr>
              <p:cNvPr id="7" name="Picture 6"/>
              <p:cNvPicPr>
                <a:picLocks noChangeAspect="1"/>
              </p:cNvPicPr>
              <p:nvPr/>
            </p:nvPicPr>
            <p:blipFill rotWithShape="1">
              <a:blip r:embed="rId3">
                <a:extLst>
                  <a:ext uri="{BEBA8EAE-BF5A-486C-A8C5-ECC9F3942E4B}">
                    <a14:imgProps xmlns:a14="http://schemas.microsoft.com/office/drawing/2010/main">
                      <a14:imgLayer r:embed="rId4">
                        <a14:imgEffect>
                          <a14:saturation sat="0"/>
                        </a14:imgEffect>
                        <a14:imgEffect>
                          <a14:brightnessContrast contrast="20000"/>
                        </a14:imgEffect>
                      </a14:imgLayer>
                    </a14:imgProps>
                  </a:ext>
                  <a:ext uri="{28A0092B-C50C-407E-A947-70E740481C1C}">
                    <a14:useLocalDpi xmlns:a14="http://schemas.microsoft.com/office/drawing/2010/main" val="0"/>
                  </a:ext>
                </a:extLst>
              </a:blip>
              <a:srcRect l="8507" r="66705"/>
              <a:stretch/>
            </p:blipFill>
            <p:spPr>
              <a:xfrm>
                <a:off x="1201784" y="1342340"/>
                <a:ext cx="666206" cy="522736"/>
              </a:xfrm>
              <a:prstGeom prst="rect">
                <a:avLst/>
              </a:prstGeom>
            </p:spPr>
          </p:pic>
        </p:grpSp>
        <p:sp>
          <p:nvSpPr>
            <p:cNvPr id="18" name="Right Arrow 17"/>
            <p:cNvSpPr/>
            <p:nvPr/>
          </p:nvSpPr>
          <p:spPr>
            <a:xfrm>
              <a:off x="2236320" y="2884141"/>
              <a:ext cx="580572" cy="190354"/>
            </a:xfrm>
            <a:prstGeom prst="rightArrow">
              <a:avLst/>
            </a:prstGeom>
            <a:solidFill>
              <a:schemeClr val="accent5">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panose="020F0502020204030204"/>
                <a:ea typeface="+mn-ea"/>
                <a:cs typeface="+mn-cs"/>
              </a:endParaRPr>
            </a:p>
          </p:txBody>
        </p:sp>
        <p:sp>
          <p:nvSpPr>
            <p:cNvPr id="19" name="Right Arrow 18"/>
            <p:cNvSpPr/>
            <p:nvPr/>
          </p:nvSpPr>
          <p:spPr>
            <a:xfrm>
              <a:off x="4230708" y="2884141"/>
              <a:ext cx="580572" cy="190354"/>
            </a:xfrm>
            <a:prstGeom prst="rightArrow">
              <a:avLst/>
            </a:prstGeom>
            <a:solidFill>
              <a:schemeClr val="accent5">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panose="020F0502020204030204"/>
                <a:ea typeface="+mn-ea"/>
                <a:cs typeface="+mn-cs"/>
              </a:endParaRPr>
            </a:p>
          </p:txBody>
        </p:sp>
        <p:sp>
          <p:nvSpPr>
            <p:cNvPr id="20" name="Right Arrow 19"/>
            <p:cNvSpPr/>
            <p:nvPr/>
          </p:nvSpPr>
          <p:spPr>
            <a:xfrm>
              <a:off x="8572932" y="2882366"/>
              <a:ext cx="580572" cy="190354"/>
            </a:xfrm>
            <a:prstGeom prst="rightArrow">
              <a:avLst/>
            </a:prstGeom>
            <a:solidFill>
              <a:schemeClr val="accent5">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panose="020F0502020204030204"/>
                <a:ea typeface="+mn-ea"/>
                <a:cs typeface="+mn-cs"/>
              </a:endParaRPr>
            </a:p>
          </p:txBody>
        </p:sp>
        <p:pic>
          <p:nvPicPr>
            <p:cNvPr id="21" name="Picture 20"/>
            <p:cNvPicPr>
              <a:picLocks noChangeAspect="1"/>
            </p:cNvPicPr>
            <p:nvPr/>
          </p:nvPicPr>
          <p:blipFill>
            <a:blip r:embed="rId5" cstate="print">
              <a:extLst>
                <a:ext uri="{BEBA8EAE-BF5A-486C-A8C5-ECC9F3942E4B}">
                  <a14:imgProps xmlns:a14="http://schemas.microsoft.com/office/drawing/2010/main">
                    <a14:imgLayer r:embed="rId6">
                      <a14:imgEffect>
                        <a14:saturation sat="0"/>
                      </a14:imgEffect>
                      <a14:imgEffect>
                        <a14:brightnessContrast contrast="20000"/>
                      </a14:imgEffect>
                    </a14:imgLayer>
                  </a14:imgProps>
                </a:ext>
                <a:ext uri="{28A0092B-C50C-407E-A947-70E740481C1C}">
                  <a14:useLocalDpi xmlns:a14="http://schemas.microsoft.com/office/drawing/2010/main" val="0"/>
                </a:ext>
              </a:extLst>
            </a:blip>
            <a:stretch>
              <a:fillRect/>
            </a:stretch>
          </p:blipFill>
          <p:spPr>
            <a:xfrm>
              <a:off x="9387007" y="2580763"/>
              <a:ext cx="936386" cy="793559"/>
            </a:xfrm>
            <a:prstGeom prst="rect">
              <a:avLst/>
            </a:prstGeom>
            <a:solidFill>
              <a:schemeClr val="tx1"/>
            </a:solidFill>
          </p:spPr>
        </p:pic>
        <p:grpSp>
          <p:nvGrpSpPr>
            <p:cNvPr id="22" name="Group 21"/>
            <p:cNvGrpSpPr/>
            <p:nvPr/>
          </p:nvGrpSpPr>
          <p:grpSpPr>
            <a:xfrm>
              <a:off x="1702564" y="3918485"/>
              <a:ext cx="1648085" cy="1806552"/>
              <a:chOff x="955415" y="3360918"/>
              <a:chExt cx="1900644" cy="1300827"/>
            </a:xfrm>
          </p:grpSpPr>
          <p:sp>
            <p:nvSpPr>
              <p:cNvPr id="23" name="Freeform 22"/>
              <p:cNvSpPr/>
              <p:nvPr/>
            </p:nvSpPr>
            <p:spPr>
              <a:xfrm>
                <a:off x="955415" y="3360918"/>
                <a:ext cx="1900644" cy="420033"/>
              </a:xfrm>
              <a:custGeom>
                <a:avLst/>
                <a:gdLst>
                  <a:gd name="connsiteX0" fmla="*/ 209245 w 1255447"/>
                  <a:gd name="connsiteY0" fmla="*/ 0 h 6775979"/>
                  <a:gd name="connsiteX1" fmla="*/ 1046202 w 1255447"/>
                  <a:gd name="connsiteY1" fmla="*/ 0 h 6775979"/>
                  <a:gd name="connsiteX2" fmla="*/ 1255447 w 1255447"/>
                  <a:gd name="connsiteY2" fmla="*/ 209245 h 6775979"/>
                  <a:gd name="connsiteX3" fmla="*/ 1255447 w 1255447"/>
                  <a:gd name="connsiteY3" fmla="*/ 6775979 h 6775979"/>
                  <a:gd name="connsiteX4" fmla="*/ 1255447 w 1255447"/>
                  <a:gd name="connsiteY4" fmla="*/ 6775979 h 6775979"/>
                  <a:gd name="connsiteX5" fmla="*/ 0 w 1255447"/>
                  <a:gd name="connsiteY5" fmla="*/ 6775979 h 6775979"/>
                  <a:gd name="connsiteX6" fmla="*/ 0 w 1255447"/>
                  <a:gd name="connsiteY6" fmla="*/ 6775979 h 6775979"/>
                  <a:gd name="connsiteX7" fmla="*/ 0 w 1255447"/>
                  <a:gd name="connsiteY7" fmla="*/ 209245 h 6775979"/>
                  <a:gd name="connsiteX8" fmla="*/ 209245 w 1255447"/>
                  <a:gd name="connsiteY8" fmla="*/ 0 h 67759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55447" h="6775979">
                    <a:moveTo>
                      <a:pt x="1255447" y="1129352"/>
                    </a:moveTo>
                    <a:lnTo>
                      <a:pt x="1255447" y="5646627"/>
                    </a:lnTo>
                    <a:cubicBezTo>
                      <a:pt x="1255447" y="6270350"/>
                      <a:pt x="1238090" y="6775976"/>
                      <a:pt x="1216678" y="6775976"/>
                    </a:cubicBezTo>
                    <a:lnTo>
                      <a:pt x="0" y="6775976"/>
                    </a:lnTo>
                    <a:lnTo>
                      <a:pt x="0" y="6775976"/>
                    </a:lnTo>
                    <a:lnTo>
                      <a:pt x="0" y="3"/>
                    </a:lnTo>
                    <a:lnTo>
                      <a:pt x="0" y="3"/>
                    </a:lnTo>
                    <a:lnTo>
                      <a:pt x="1216678" y="3"/>
                    </a:lnTo>
                    <a:cubicBezTo>
                      <a:pt x="1238090" y="3"/>
                      <a:pt x="1255447" y="505629"/>
                      <a:pt x="1255447" y="1129352"/>
                    </a:cubicBezTo>
                    <a:close/>
                  </a:path>
                </a:pathLst>
              </a:custGeom>
            </p:spPr>
            <p:style>
              <a:lnRef idx="2">
                <a:schemeClr val="accent1">
                  <a:hueOff val="0"/>
                  <a:satOff val="0"/>
                  <a:lumOff val="0"/>
                  <a:alphaOff val="0"/>
                </a:schemeClr>
              </a:lnRef>
              <a:fillRef idx="1">
                <a:schemeClr val="lt1">
                  <a:alpha val="90000"/>
                  <a:hueOff val="0"/>
                  <a:satOff val="0"/>
                  <a:lumOff val="0"/>
                  <a:alphaOff val="0"/>
                </a:schemeClr>
              </a:fillRef>
              <a:effectRef idx="0">
                <a:schemeClr val="lt1">
                  <a:alpha val="90000"/>
                  <a:hueOff val="0"/>
                  <a:satOff val="0"/>
                  <a:lumOff val="0"/>
                  <a:alphaOff val="0"/>
                </a:schemeClr>
              </a:effectRef>
              <a:fontRef idx="minor">
                <a:schemeClr val="dk1">
                  <a:hueOff val="0"/>
                  <a:satOff val="0"/>
                  <a:lumOff val="0"/>
                  <a:alphaOff val="0"/>
                </a:schemeClr>
              </a:fontRef>
            </p:style>
            <p:txBody>
              <a:bodyPr spcFirstLastPara="0" vert="horz" wrap="square" lIns="248920" tIns="83511" rIns="83511" bIns="83511" numCol="1" spcCol="1270" anchor="ctr" anchorCtr="0">
                <a:noAutofit/>
              </a:bodyPr>
              <a:lstStyle/>
              <a:p>
                <a:pPr marL="0" marR="0" lvl="1" indent="0" algn="l" defTabSz="1555750" rtl="0" eaLnBrk="1" fontAlgn="auto" latinLnBrk="0" hangingPunct="1">
                  <a:lnSpc>
                    <a:spcPct val="90000"/>
                  </a:lnSpc>
                  <a:spcBef>
                    <a:spcPct val="0"/>
                  </a:spcBef>
                  <a:spcAft>
                    <a:spcPct val="15000"/>
                  </a:spcAft>
                  <a:buClrTx/>
                  <a:buSzTx/>
                  <a:buFontTx/>
                  <a:buNone/>
                  <a:tabLst/>
                  <a:defRPr/>
                </a:pPr>
                <a:r>
                  <a:rPr kumimoji="0" lang="en-IN" sz="1300" b="0" i="0" u="none" strike="noStrike" kern="1200" cap="none" spc="0" normalizeH="0" baseline="0" noProof="0">
                    <a:ln>
                      <a:noFill/>
                    </a:ln>
                    <a:solidFill>
                      <a:srgbClr val="000000">
                        <a:lumMod val="75000"/>
                        <a:lumOff val="25000"/>
                      </a:srgbClr>
                    </a:solidFill>
                    <a:effectLst/>
                    <a:uLnTx/>
                    <a:uFillTx/>
                    <a:latin typeface="Calibri" panose="020F0502020204030204"/>
                    <a:ea typeface="+mn-ea"/>
                    <a:cs typeface="+mn-cs"/>
                  </a:rPr>
                  <a:t>Looks for active Batch in SQLDB</a:t>
                </a:r>
                <a:endParaRPr kumimoji="0" lang="en-US" sz="1300" b="0" i="0" u="none" strike="noStrike" kern="1200" cap="none" spc="0" normalizeH="0" baseline="0" noProof="0">
                  <a:ln>
                    <a:noFill/>
                  </a:ln>
                  <a:solidFill>
                    <a:srgbClr val="000000">
                      <a:lumMod val="75000"/>
                      <a:lumOff val="25000"/>
                    </a:srgbClr>
                  </a:solidFill>
                  <a:effectLst/>
                  <a:uLnTx/>
                  <a:uFillTx/>
                  <a:latin typeface="Calibri" panose="020F0502020204030204"/>
                  <a:ea typeface="+mn-ea"/>
                  <a:cs typeface="+mn-cs"/>
                </a:endParaRPr>
              </a:p>
            </p:txBody>
          </p:sp>
          <p:sp>
            <p:nvSpPr>
              <p:cNvPr id="24" name="Freeform 23"/>
              <p:cNvSpPr/>
              <p:nvPr/>
            </p:nvSpPr>
            <p:spPr>
              <a:xfrm>
                <a:off x="955415" y="3805607"/>
                <a:ext cx="1900644" cy="420033"/>
              </a:xfrm>
              <a:custGeom>
                <a:avLst/>
                <a:gdLst>
                  <a:gd name="connsiteX0" fmla="*/ 209245 w 1255447"/>
                  <a:gd name="connsiteY0" fmla="*/ 0 h 6775979"/>
                  <a:gd name="connsiteX1" fmla="*/ 1046202 w 1255447"/>
                  <a:gd name="connsiteY1" fmla="*/ 0 h 6775979"/>
                  <a:gd name="connsiteX2" fmla="*/ 1255447 w 1255447"/>
                  <a:gd name="connsiteY2" fmla="*/ 209245 h 6775979"/>
                  <a:gd name="connsiteX3" fmla="*/ 1255447 w 1255447"/>
                  <a:gd name="connsiteY3" fmla="*/ 6775979 h 6775979"/>
                  <a:gd name="connsiteX4" fmla="*/ 1255447 w 1255447"/>
                  <a:gd name="connsiteY4" fmla="*/ 6775979 h 6775979"/>
                  <a:gd name="connsiteX5" fmla="*/ 0 w 1255447"/>
                  <a:gd name="connsiteY5" fmla="*/ 6775979 h 6775979"/>
                  <a:gd name="connsiteX6" fmla="*/ 0 w 1255447"/>
                  <a:gd name="connsiteY6" fmla="*/ 6775979 h 6775979"/>
                  <a:gd name="connsiteX7" fmla="*/ 0 w 1255447"/>
                  <a:gd name="connsiteY7" fmla="*/ 209245 h 6775979"/>
                  <a:gd name="connsiteX8" fmla="*/ 209245 w 1255447"/>
                  <a:gd name="connsiteY8" fmla="*/ 0 h 67759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55447" h="6775979">
                    <a:moveTo>
                      <a:pt x="1255447" y="1129352"/>
                    </a:moveTo>
                    <a:lnTo>
                      <a:pt x="1255447" y="5646627"/>
                    </a:lnTo>
                    <a:cubicBezTo>
                      <a:pt x="1255447" y="6270350"/>
                      <a:pt x="1238090" y="6775976"/>
                      <a:pt x="1216678" y="6775976"/>
                    </a:cubicBezTo>
                    <a:lnTo>
                      <a:pt x="0" y="6775976"/>
                    </a:lnTo>
                    <a:lnTo>
                      <a:pt x="0" y="6775976"/>
                    </a:lnTo>
                    <a:lnTo>
                      <a:pt x="0" y="3"/>
                    </a:lnTo>
                    <a:lnTo>
                      <a:pt x="0" y="3"/>
                    </a:lnTo>
                    <a:lnTo>
                      <a:pt x="1216678" y="3"/>
                    </a:lnTo>
                    <a:cubicBezTo>
                      <a:pt x="1238090" y="3"/>
                      <a:pt x="1255447" y="505629"/>
                      <a:pt x="1255447" y="1129352"/>
                    </a:cubicBezTo>
                    <a:close/>
                  </a:path>
                </a:pathLst>
              </a:custGeom>
            </p:spPr>
            <p:style>
              <a:lnRef idx="2">
                <a:schemeClr val="accent1">
                  <a:hueOff val="0"/>
                  <a:satOff val="0"/>
                  <a:lumOff val="0"/>
                  <a:alphaOff val="0"/>
                </a:schemeClr>
              </a:lnRef>
              <a:fillRef idx="1">
                <a:schemeClr val="lt1">
                  <a:alpha val="90000"/>
                  <a:hueOff val="0"/>
                  <a:satOff val="0"/>
                  <a:lumOff val="0"/>
                  <a:alphaOff val="0"/>
                </a:schemeClr>
              </a:fillRef>
              <a:effectRef idx="0">
                <a:schemeClr val="lt1">
                  <a:alpha val="90000"/>
                  <a:hueOff val="0"/>
                  <a:satOff val="0"/>
                  <a:lumOff val="0"/>
                  <a:alphaOff val="0"/>
                </a:schemeClr>
              </a:effectRef>
              <a:fontRef idx="minor">
                <a:schemeClr val="dk1">
                  <a:hueOff val="0"/>
                  <a:satOff val="0"/>
                  <a:lumOff val="0"/>
                  <a:alphaOff val="0"/>
                </a:schemeClr>
              </a:fontRef>
            </p:style>
            <p:txBody>
              <a:bodyPr spcFirstLastPara="0" vert="horz" wrap="square" lIns="248920" tIns="83511" rIns="83511" bIns="83511" numCol="1" spcCol="1270" anchor="ctr" anchorCtr="0">
                <a:noAutofit/>
              </a:bodyPr>
              <a:lstStyle/>
              <a:p>
                <a:pPr marL="0" marR="0" lvl="1" indent="0" algn="l" defTabSz="1555750" rtl="0" eaLnBrk="1" fontAlgn="auto" latinLnBrk="0" hangingPunct="1">
                  <a:lnSpc>
                    <a:spcPct val="90000"/>
                  </a:lnSpc>
                  <a:spcBef>
                    <a:spcPct val="0"/>
                  </a:spcBef>
                  <a:spcAft>
                    <a:spcPct val="15000"/>
                  </a:spcAft>
                  <a:buClrTx/>
                  <a:buSzTx/>
                  <a:buFontTx/>
                  <a:buNone/>
                  <a:tabLst/>
                  <a:defRPr/>
                </a:pPr>
                <a:r>
                  <a:rPr kumimoji="0" lang="en-IN" sz="1300" b="0" i="0" u="none" strike="noStrike" kern="1200" cap="none" spc="0" normalizeH="0" baseline="0" noProof="0">
                    <a:ln>
                      <a:noFill/>
                    </a:ln>
                    <a:solidFill>
                      <a:srgbClr val="000000">
                        <a:lumMod val="75000"/>
                        <a:lumOff val="25000"/>
                      </a:srgbClr>
                    </a:solidFill>
                    <a:effectLst/>
                    <a:uLnTx/>
                    <a:uFillTx/>
                    <a:latin typeface="Calibri" panose="020F0502020204030204"/>
                    <a:ea typeface="+mn-ea"/>
                    <a:cs typeface="+mn-cs"/>
                  </a:rPr>
                  <a:t>Calls notebook load_scd2withdelete_dbdt_dbdt</a:t>
                </a:r>
              </a:p>
            </p:txBody>
          </p:sp>
          <p:sp>
            <p:nvSpPr>
              <p:cNvPr id="25" name="Freeform 24"/>
              <p:cNvSpPr/>
              <p:nvPr/>
            </p:nvSpPr>
            <p:spPr>
              <a:xfrm>
                <a:off x="955415" y="4241712"/>
                <a:ext cx="1900644" cy="420033"/>
              </a:xfrm>
              <a:custGeom>
                <a:avLst/>
                <a:gdLst>
                  <a:gd name="connsiteX0" fmla="*/ 209245 w 1255447"/>
                  <a:gd name="connsiteY0" fmla="*/ 0 h 6775979"/>
                  <a:gd name="connsiteX1" fmla="*/ 1046202 w 1255447"/>
                  <a:gd name="connsiteY1" fmla="*/ 0 h 6775979"/>
                  <a:gd name="connsiteX2" fmla="*/ 1255447 w 1255447"/>
                  <a:gd name="connsiteY2" fmla="*/ 209245 h 6775979"/>
                  <a:gd name="connsiteX3" fmla="*/ 1255447 w 1255447"/>
                  <a:gd name="connsiteY3" fmla="*/ 6775979 h 6775979"/>
                  <a:gd name="connsiteX4" fmla="*/ 1255447 w 1255447"/>
                  <a:gd name="connsiteY4" fmla="*/ 6775979 h 6775979"/>
                  <a:gd name="connsiteX5" fmla="*/ 0 w 1255447"/>
                  <a:gd name="connsiteY5" fmla="*/ 6775979 h 6775979"/>
                  <a:gd name="connsiteX6" fmla="*/ 0 w 1255447"/>
                  <a:gd name="connsiteY6" fmla="*/ 6775979 h 6775979"/>
                  <a:gd name="connsiteX7" fmla="*/ 0 w 1255447"/>
                  <a:gd name="connsiteY7" fmla="*/ 209245 h 6775979"/>
                  <a:gd name="connsiteX8" fmla="*/ 209245 w 1255447"/>
                  <a:gd name="connsiteY8" fmla="*/ 0 h 67759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55447" h="6775979">
                    <a:moveTo>
                      <a:pt x="1255447" y="1129352"/>
                    </a:moveTo>
                    <a:lnTo>
                      <a:pt x="1255447" y="5646627"/>
                    </a:lnTo>
                    <a:cubicBezTo>
                      <a:pt x="1255447" y="6270350"/>
                      <a:pt x="1238090" y="6775976"/>
                      <a:pt x="1216678" y="6775976"/>
                    </a:cubicBezTo>
                    <a:lnTo>
                      <a:pt x="0" y="6775976"/>
                    </a:lnTo>
                    <a:lnTo>
                      <a:pt x="0" y="6775976"/>
                    </a:lnTo>
                    <a:lnTo>
                      <a:pt x="0" y="3"/>
                    </a:lnTo>
                    <a:lnTo>
                      <a:pt x="0" y="3"/>
                    </a:lnTo>
                    <a:lnTo>
                      <a:pt x="1216678" y="3"/>
                    </a:lnTo>
                    <a:cubicBezTo>
                      <a:pt x="1238090" y="3"/>
                      <a:pt x="1255447" y="505629"/>
                      <a:pt x="1255447" y="1129352"/>
                    </a:cubicBezTo>
                    <a:close/>
                  </a:path>
                </a:pathLst>
              </a:custGeom>
            </p:spPr>
            <p:style>
              <a:lnRef idx="2">
                <a:schemeClr val="accent1">
                  <a:hueOff val="0"/>
                  <a:satOff val="0"/>
                  <a:lumOff val="0"/>
                  <a:alphaOff val="0"/>
                </a:schemeClr>
              </a:lnRef>
              <a:fillRef idx="1">
                <a:schemeClr val="lt1">
                  <a:alpha val="90000"/>
                  <a:hueOff val="0"/>
                  <a:satOff val="0"/>
                  <a:lumOff val="0"/>
                  <a:alphaOff val="0"/>
                </a:schemeClr>
              </a:fillRef>
              <a:effectRef idx="0">
                <a:schemeClr val="lt1">
                  <a:alpha val="90000"/>
                  <a:hueOff val="0"/>
                  <a:satOff val="0"/>
                  <a:lumOff val="0"/>
                  <a:alphaOff val="0"/>
                </a:schemeClr>
              </a:effectRef>
              <a:fontRef idx="minor">
                <a:schemeClr val="dk1">
                  <a:hueOff val="0"/>
                  <a:satOff val="0"/>
                  <a:lumOff val="0"/>
                  <a:alphaOff val="0"/>
                </a:schemeClr>
              </a:fontRef>
            </p:style>
            <p:txBody>
              <a:bodyPr spcFirstLastPara="0" vert="horz" wrap="square" lIns="248920" tIns="83511" rIns="83511" bIns="83511" numCol="1" spcCol="1270" anchor="ctr" anchorCtr="0">
                <a:noAutofit/>
              </a:bodyPr>
              <a:lstStyle/>
              <a:p>
                <a:pPr marL="0" marR="0" lvl="1" indent="0" algn="l" defTabSz="1555750" rtl="0" eaLnBrk="1" fontAlgn="auto" latinLnBrk="0" hangingPunct="1">
                  <a:lnSpc>
                    <a:spcPct val="90000"/>
                  </a:lnSpc>
                  <a:spcBef>
                    <a:spcPct val="0"/>
                  </a:spcBef>
                  <a:spcAft>
                    <a:spcPct val="15000"/>
                  </a:spcAft>
                  <a:buClrTx/>
                  <a:buSzTx/>
                  <a:buFontTx/>
                  <a:buNone/>
                  <a:tabLst/>
                  <a:defRPr/>
                </a:pPr>
                <a:r>
                  <a:rPr kumimoji="0" lang="en-IN" sz="1300" b="0" i="0" u="none" strike="noStrike" kern="1200" cap="none" spc="0" normalizeH="0" baseline="0" noProof="0">
                    <a:ln>
                      <a:noFill/>
                    </a:ln>
                    <a:solidFill>
                      <a:srgbClr val="000000">
                        <a:lumMod val="75000"/>
                        <a:lumOff val="25000"/>
                      </a:srgbClr>
                    </a:solidFill>
                    <a:effectLst/>
                    <a:uLnTx/>
                    <a:uFillTx/>
                    <a:latin typeface="Calibri" panose="020F0502020204030204"/>
                    <a:ea typeface="+mn-ea"/>
                    <a:cs typeface="+mn-cs"/>
                  </a:rPr>
                  <a:t>Update the log tables</a:t>
                </a:r>
              </a:p>
            </p:txBody>
          </p:sp>
        </p:grpSp>
        <p:sp>
          <p:nvSpPr>
            <p:cNvPr id="27" name="5-Point Star 26"/>
            <p:cNvSpPr/>
            <p:nvPr/>
          </p:nvSpPr>
          <p:spPr>
            <a:xfrm>
              <a:off x="1540170" y="3767614"/>
              <a:ext cx="321491" cy="264599"/>
            </a:xfrm>
            <a:prstGeom prst="star5">
              <a:avLst/>
            </a:prstGeom>
            <a:solidFill>
              <a:schemeClr val="accent5">
                <a:lumMod val="9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300" b="0" i="0" u="none" strike="noStrike" kern="1200" cap="none" spc="0" normalizeH="0" baseline="0" noProof="0">
                <a:ln>
                  <a:noFill/>
                </a:ln>
                <a:solidFill>
                  <a:srgbClr val="FFFFFF"/>
                </a:solidFill>
                <a:effectLst/>
                <a:uLnTx/>
                <a:uFillTx/>
                <a:latin typeface="Calibri" panose="020F0502020204030204"/>
                <a:ea typeface="+mn-ea"/>
                <a:cs typeface="+mn-cs"/>
              </a:endParaRPr>
            </a:p>
          </p:txBody>
        </p:sp>
        <p:grpSp>
          <p:nvGrpSpPr>
            <p:cNvPr id="44" name="Group 43"/>
            <p:cNvGrpSpPr/>
            <p:nvPr/>
          </p:nvGrpSpPr>
          <p:grpSpPr>
            <a:xfrm>
              <a:off x="8101931" y="3913310"/>
              <a:ext cx="1648087" cy="1203552"/>
              <a:chOff x="6065138" y="3719715"/>
              <a:chExt cx="1648087" cy="1203552"/>
            </a:xfrm>
          </p:grpSpPr>
          <p:sp>
            <p:nvSpPr>
              <p:cNvPr id="39" name="Freeform 38"/>
              <p:cNvSpPr/>
              <p:nvPr/>
            </p:nvSpPr>
            <p:spPr>
              <a:xfrm>
                <a:off x="6065140" y="3719715"/>
                <a:ext cx="1648085" cy="583330"/>
              </a:xfrm>
              <a:custGeom>
                <a:avLst/>
                <a:gdLst>
                  <a:gd name="connsiteX0" fmla="*/ 209245 w 1255447"/>
                  <a:gd name="connsiteY0" fmla="*/ 0 h 6775979"/>
                  <a:gd name="connsiteX1" fmla="*/ 1046202 w 1255447"/>
                  <a:gd name="connsiteY1" fmla="*/ 0 h 6775979"/>
                  <a:gd name="connsiteX2" fmla="*/ 1255447 w 1255447"/>
                  <a:gd name="connsiteY2" fmla="*/ 209245 h 6775979"/>
                  <a:gd name="connsiteX3" fmla="*/ 1255447 w 1255447"/>
                  <a:gd name="connsiteY3" fmla="*/ 6775979 h 6775979"/>
                  <a:gd name="connsiteX4" fmla="*/ 1255447 w 1255447"/>
                  <a:gd name="connsiteY4" fmla="*/ 6775979 h 6775979"/>
                  <a:gd name="connsiteX5" fmla="*/ 0 w 1255447"/>
                  <a:gd name="connsiteY5" fmla="*/ 6775979 h 6775979"/>
                  <a:gd name="connsiteX6" fmla="*/ 0 w 1255447"/>
                  <a:gd name="connsiteY6" fmla="*/ 6775979 h 6775979"/>
                  <a:gd name="connsiteX7" fmla="*/ 0 w 1255447"/>
                  <a:gd name="connsiteY7" fmla="*/ 209245 h 6775979"/>
                  <a:gd name="connsiteX8" fmla="*/ 209245 w 1255447"/>
                  <a:gd name="connsiteY8" fmla="*/ 0 h 67759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55447" h="6775979">
                    <a:moveTo>
                      <a:pt x="1255447" y="1129352"/>
                    </a:moveTo>
                    <a:lnTo>
                      <a:pt x="1255447" y="5646627"/>
                    </a:lnTo>
                    <a:cubicBezTo>
                      <a:pt x="1255447" y="6270350"/>
                      <a:pt x="1238090" y="6775976"/>
                      <a:pt x="1216678" y="6775976"/>
                    </a:cubicBezTo>
                    <a:lnTo>
                      <a:pt x="0" y="6775976"/>
                    </a:lnTo>
                    <a:lnTo>
                      <a:pt x="0" y="6775976"/>
                    </a:lnTo>
                    <a:lnTo>
                      <a:pt x="0" y="3"/>
                    </a:lnTo>
                    <a:lnTo>
                      <a:pt x="0" y="3"/>
                    </a:lnTo>
                    <a:lnTo>
                      <a:pt x="1216678" y="3"/>
                    </a:lnTo>
                    <a:cubicBezTo>
                      <a:pt x="1238090" y="3"/>
                      <a:pt x="1255447" y="505629"/>
                      <a:pt x="1255447" y="1129352"/>
                    </a:cubicBezTo>
                    <a:close/>
                  </a:path>
                </a:pathLst>
              </a:custGeom>
            </p:spPr>
            <p:style>
              <a:lnRef idx="2">
                <a:schemeClr val="accent1">
                  <a:hueOff val="0"/>
                  <a:satOff val="0"/>
                  <a:lumOff val="0"/>
                  <a:alphaOff val="0"/>
                </a:schemeClr>
              </a:lnRef>
              <a:fillRef idx="1">
                <a:schemeClr val="lt1">
                  <a:alpha val="90000"/>
                  <a:hueOff val="0"/>
                  <a:satOff val="0"/>
                  <a:lumOff val="0"/>
                  <a:alphaOff val="0"/>
                </a:schemeClr>
              </a:fillRef>
              <a:effectRef idx="0">
                <a:schemeClr val="lt1">
                  <a:alpha val="90000"/>
                  <a:hueOff val="0"/>
                  <a:satOff val="0"/>
                  <a:lumOff val="0"/>
                  <a:alphaOff val="0"/>
                </a:schemeClr>
              </a:effectRef>
              <a:fontRef idx="minor">
                <a:schemeClr val="dk1">
                  <a:hueOff val="0"/>
                  <a:satOff val="0"/>
                  <a:lumOff val="0"/>
                  <a:alphaOff val="0"/>
                </a:schemeClr>
              </a:fontRef>
            </p:style>
            <p:txBody>
              <a:bodyPr spcFirstLastPara="0" vert="horz" wrap="square" lIns="248920" tIns="83511" rIns="83511" bIns="83511" numCol="1" spcCol="1270" anchor="ctr" anchorCtr="0">
                <a:noAutofit/>
              </a:bodyPr>
              <a:lstStyle/>
              <a:p>
                <a:pPr marL="0" marR="0" lvl="1" indent="0" algn="l" defTabSz="1555750" rtl="0" eaLnBrk="1" fontAlgn="auto" latinLnBrk="0" hangingPunct="1">
                  <a:lnSpc>
                    <a:spcPct val="90000"/>
                  </a:lnSpc>
                  <a:spcBef>
                    <a:spcPct val="0"/>
                  </a:spcBef>
                  <a:spcAft>
                    <a:spcPct val="15000"/>
                  </a:spcAft>
                  <a:buClrTx/>
                  <a:buSzTx/>
                  <a:buFontTx/>
                  <a:buNone/>
                  <a:tabLst/>
                  <a:defRPr/>
                </a:pPr>
                <a:r>
                  <a:rPr kumimoji="0" lang="en-IN" sz="1300" b="0" i="0" u="none" strike="noStrike" kern="1200" cap="none" spc="0" normalizeH="0" baseline="0" noProof="0">
                    <a:ln>
                      <a:noFill/>
                    </a:ln>
                    <a:solidFill>
                      <a:srgbClr val="000000">
                        <a:lumMod val="75000"/>
                        <a:lumOff val="25000"/>
                      </a:srgbClr>
                    </a:solidFill>
                    <a:effectLst/>
                    <a:uLnTx/>
                    <a:uFillTx/>
                    <a:latin typeface="Calibri" panose="020F0502020204030204"/>
                    <a:ea typeface="+mn-ea"/>
                    <a:cs typeface="+mn-cs"/>
                  </a:rPr>
                  <a:t>Update the object date availability for standardised tables</a:t>
                </a:r>
                <a:endParaRPr kumimoji="0" lang="en-US" sz="1300" b="0" i="0" u="none" strike="noStrike" kern="1200" cap="none" spc="0" normalizeH="0" baseline="0" noProof="0">
                  <a:ln>
                    <a:noFill/>
                  </a:ln>
                  <a:solidFill>
                    <a:srgbClr val="000000">
                      <a:lumMod val="75000"/>
                      <a:lumOff val="25000"/>
                    </a:srgbClr>
                  </a:solidFill>
                  <a:effectLst/>
                  <a:uLnTx/>
                  <a:uFillTx/>
                  <a:latin typeface="Calibri" panose="020F0502020204030204"/>
                  <a:ea typeface="+mn-ea"/>
                  <a:cs typeface="+mn-cs"/>
                </a:endParaRPr>
              </a:p>
            </p:txBody>
          </p:sp>
          <p:sp>
            <p:nvSpPr>
              <p:cNvPr id="43" name="Freeform 42"/>
              <p:cNvSpPr/>
              <p:nvPr/>
            </p:nvSpPr>
            <p:spPr>
              <a:xfrm>
                <a:off x="6065138" y="4339937"/>
                <a:ext cx="1648085" cy="583330"/>
              </a:xfrm>
              <a:custGeom>
                <a:avLst/>
                <a:gdLst>
                  <a:gd name="connsiteX0" fmla="*/ 209245 w 1255447"/>
                  <a:gd name="connsiteY0" fmla="*/ 0 h 6775979"/>
                  <a:gd name="connsiteX1" fmla="*/ 1046202 w 1255447"/>
                  <a:gd name="connsiteY1" fmla="*/ 0 h 6775979"/>
                  <a:gd name="connsiteX2" fmla="*/ 1255447 w 1255447"/>
                  <a:gd name="connsiteY2" fmla="*/ 209245 h 6775979"/>
                  <a:gd name="connsiteX3" fmla="*/ 1255447 w 1255447"/>
                  <a:gd name="connsiteY3" fmla="*/ 6775979 h 6775979"/>
                  <a:gd name="connsiteX4" fmla="*/ 1255447 w 1255447"/>
                  <a:gd name="connsiteY4" fmla="*/ 6775979 h 6775979"/>
                  <a:gd name="connsiteX5" fmla="*/ 0 w 1255447"/>
                  <a:gd name="connsiteY5" fmla="*/ 6775979 h 6775979"/>
                  <a:gd name="connsiteX6" fmla="*/ 0 w 1255447"/>
                  <a:gd name="connsiteY6" fmla="*/ 6775979 h 6775979"/>
                  <a:gd name="connsiteX7" fmla="*/ 0 w 1255447"/>
                  <a:gd name="connsiteY7" fmla="*/ 209245 h 6775979"/>
                  <a:gd name="connsiteX8" fmla="*/ 209245 w 1255447"/>
                  <a:gd name="connsiteY8" fmla="*/ 0 h 67759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55447" h="6775979">
                    <a:moveTo>
                      <a:pt x="1255447" y="1129352"/>
                    </a:moveTo>
                    <a:lnTo>
                      <a:pt x="1255447" y="5646627"/>
                    </a:lnTo>
                    <a:cubicBezTo>
                      <a:pt x="1255447" y="6270350"/>
                      <a:pt x="1238090" y="6775976"/>
                      <a:pt x="1216678" y="6775976"/>
                    </a:cubicBezTo>
                    <a:lnTo>
                      <a:pt x="0" y="6775976"/>
                    </a:lnTo>
                    <a:lnTo>
                      <a:pt x="0" y="6775976"/>
                    </a:lnTo>
                    <a:lnTo>
                      <a:pt x="0" y="3"/>
                    </a:lnTo>
                    <a:lnTo>
                      <a:pt x="0" y="3"/>
                    </a:lnTo>
                    <a:lnTo>
                      <a:pt x="1216678" y="3"/>
                    </a:lnTo>
                    <a:cubicBezTo>
                      <a:pt x="1238090" y="3"/>
                      <a:pt x="1255447" y="505629"/>
                      <a:pt x="1255447" y="1129352"/>
                    </a:cubicBezTo>
                    <a:close/>
                  </a:path>
                </a:pathLst>
              </a:custGeom>
            </p:spPr>
            <p:style>
              <a:lnRef idx="2">
                <a:schemeClr val="accent1">
                  <a:hueOff val="0"/>
                  <a:satOff val="0"/>
                  <a:lumOff val="0"/>
                  <a:alphaOff val="0"/>
                </a:schemeClr>
              </a:lnRef>
              <a:fillRef idx="1">
                <a:schemeClr val="lt1">
                  <a:alpha val="90000"/>
                  <a:hueOff val="0"/>
                  <a:satOff val="0"/>
                  <a:lumOff val="0"/>
                  <a:alphaOff val="0"/>
                </a:schemeClr>
              </a:fillRef>
              <a:effectRef idx="0">
                <a:schemeClr val="lt1">
                  <a:alpha val="90000"/>
                  <a:hueOff val="0"/>
                  <a:satOff val="0"/>
                  <a:lumOff val="0"/>
                  <a:alphaOff val="0"/>
                </a:schemeClr>
              </a:effectRef>
              <a:fontRef idx="minor">
                <a:schemeClr val="dk1">
                  <a:hueOff val="0"/>
                  <a:satOff val="0"/>
                  <a:lumOff val="0"/>
                  <a:alphaOff val="0"/>
                </a:schemeClr>
              </a:fontRef>
            </p:style>
            <p:txBody>
              <a:bodyPr spcFirstLastPara="0" vert="horz" wrap="square" lIns="248920" tIns="83511" rIns="83511" bIns="83511" numCol="1" spcCol="1270" anchor="ctr" anchorCtr="0">
                <a:noAutofit/>
              </a:bodyPr>
              <a:lstStyle/>
              <a:p>
                <a:pPr marL="0" marR="0" lvl="1" indent="0" algn="l" defTabSz="1555750" rtl="0" eaLnBrk="1" fontAlgn="auto" latinLnBrk="0" hangingPunct="1">
                  <a:lnSpc>
                    <a:spcPct val="90000"/>
                  </a:lnSpc>
                  <a:spcBef>
                    <a:spcPct val="0"/>
                  </a:spcBef>
                  <a:spcAft>
                    <a:spcPct val="15000"/>
                  </a:spcAft>
                  <a:buClrTx/>
                  <a:buSzTx/>
                  <a:buFontTx/>
                  <a:buNone/>
                  <a:tabLst/>
                  <a:defRPr/>
                </a:pPr>
                <a:r>
                  <a:rPr kumimoji="0" lang="en-IN" sz="1300" b="0" i="0" u="none" strike="noStrike" kern="1200" cap="none" spc="0" normalizeH="0" baseline="0" noProof="0">
                    <a:ln>
                      <a:noFill/>
                    </a:ln>
                    <a:solidFill>
                      <a:srgbClr val="000000">
                        <a:lumMod val="75000"/>
                        <a:lumOff val="25000"/>
                      </a:srgbClr>
                    </a:solidFill>
                    <a:effectLst/>
                    <a:uLnTx/>
                    <a:uFillTx/>
                    <a:latin typeface="Calibri" panose="020F0502020204030204"/>
                    <a:ea typeface="+mn-ea"/>
                    <a:cs typeface="+mn-cs"/>
                  </a:rPr>
                  <a:t>Update the log tables</a:t>
                </a:r>
              </a:p>
            </p:txBody>
          </p:sp>
        </p:grpSp>
        <p:sp>
          <p:nvSpPr>
            <p:cNvPr id="40" name="5-Point Star 39"/>
            <p:cNvSpPr/>
            <p:nvPr/>
          </p:nvSpPr>
          <p:spPr>
            <a:xfrm>
              <a:off x="7917122" y="3755733"/>
              <a:ext cx="321491" cy="264599"/>
            </a:xfrm>
            <a:prstGeom prst="star5">
              <a:avLst/>
            </a:prstGeom>
            <a:solidFill>
              <a:schemeClr val="accent5">
                <a:lumMod val="9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300" b="0" i="0" u="none" strike="noStrike" kern="1200" cap="none" spc="0" normalizeH="0" baseline="0" noProof="0">
                <a:ln>
                  <a:noFill/>
                </a:ln>
                <a:solidFill>
                  <a:srgbClr val="FFFFFF"/>
                </a:solidFill>
                <a:effectLst/>
                <a:uLnTx/>
                <a:uFillTx/>
                <a:latin typeface="Calibri" panose="020F0502020204030204"/>
                <a:ea typeface="+mn-ea"/>
                <a:cs typeface="+mn-cs"/>
              </a:endParaRPr>
            </a:p>
          </p:txBody>
        </p:sp>
        <p:pic>
          <p:nvPicPr>
            <p:cNvPr id="3" name="Picture 2"/>
            <p:cNvPicPr>
              <a:picLocks noChangeAspect="1"/>
            </p:cNvPicPr>
            <p:nvPr/>
          </p:nvPicPr>
          <p:blipFill rotWithShape="1">
            <a:blip r:embed="rId7">
              <a:extLst>
                <a:ext uri="{28A0092B-C50C-407E-A947-70E740481C1C}">
                  <a14:useLocalDpi xmlns:a14="http://schemas.microsoft.com/office/drawing/2010/main" val="0"/>
                </a:ext>
              </a:extLst>
            </a:blip>
            <a:srcRect l="25822" r="26889"/>
            <a:stretch/>
          </p:blipFill>
          <p:spPr>
            <a:xfrm>
              <a:off x="5044783" y="2441677"/>
              <a:ext cx="1418308" cy="1071729"/>
            </a:xfrm>
            <a:prstGeom prst="rect">
              <a:avLst/>
            </a:prstGeom>
          </p:spPr>
        </p:pic>
        <p:grpSp>
          <p:nvGrpSpPr>
            <p:cNvPr id="4" name="Group 3"/>
            <p:cNvGrpSpPr/>
            <p:nvPr/>
          </p:nvGrpSpPr>
          <p:grpSpPr>
            <a:xfrm>
              <a:off x="3856501" y="3918487"/>
              <a:ext cx="1750528" cy="1806550"/>
              <a:chOff x="5276228" y="3918487"/>
              <a:chExt cx="1750528" cy="1806550"/>
            </a:xfrm>
          </p:grpSpPr>
          <p:grpSp>
            <p:nvGrpSpPr>
              <p:cNvPr id="42" name="Group 41"/>
              <p:cNvGrpSpPr/>
              <p:nvPr/>
            </p:nvGrpSpPr>
            <p:grpSpPr>
              <a:xfrm>
                <a:off x="5276231" y="3918487"/>
                <a:ext cx="1750525" cy="1193592"/>
                <a:chOff x="3648511" y="3724892"/>
                <a:chExt cx="1648550" cy="1193592"/>
              </a:xfrm>
            </p:grpSpPr>
            <p:sp>
              <p:nvSpPr>
                <p:cNvPr id="34" name="Freeform 33"/>
                <p:cNvSpPr/>
                <p:nvPr/>
              </p:nvSpPr>
              <p:spPr>
                <a:xfrm>
                  <a:off x="3648511" y="3724892"/>
                  <a:ext cx="1648085" cy="583330"/>
                </a:xfrm>
                <a:custGeom>
                  <a:avLst/>
                  <a:gdLst>
                    <a:gd name="connsiteX0" fmla="*/ 209245 w 1255447"/>
                    <a:gd name="connsiteY0" fmla="*/ 0 h 6775979"/>
                    <a:gd name="connsiteX1" fmla="*/ 1046202 w 1255447"/>
                    <a:gd name="connsiteY1" fmla="*/ 0 h 6775979"/>
                    <a:gd name="connsiteX2" fmla="*/ 1255447 w 1255447"/>
                    <a:gd name="connsiteY2" fmla="*/ 209245 h 6775979"/>
                    <a:gd name="connsiteX3" fmla="*/ 1255447 w 1255447"/>
                    <a:gd name="connsiteY3" fmla="*/ 6775979 h 6775979"/>
                    <a:gd name="connsiteX4" fmla="*/ 1255447 w 1255447"/>
                    <a:gd name="connsiteY4" fmla="*/ 6775979 h 6775979"/>
                    <a:gd name="connsiteX5" fmla="*/ 0 w 1255447"/>
                    <a:gd name="connsiteY5" fmla="*/ 6775979 h 6775979"/>
                    <a:gd name="connsiteX6" fmla="*/ 0 w 1255447"/>
                    <a:gd name="connsiteY6" fmla="*/ 6775979 h 6775979"/>
                    <a:gd name="connsiteX7" fmla="*/ 0 w 1255447"/>
                    <a:gd name="connsiteY7" fmla="*/ 209245 h 6775979"/>
                    <a:gd name="connsiteX8" fmla="*/ 209245 w 1255447"/>
                    <a:gd name="connsiteY8" fmla="*/ 0 h 67759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55447" h="6775979">
                      <a:moveTo>
                        <a:pt x="1255447" y="1129352"/>
                      </a:moveTo>
                      <a:lnTo>
                        <a:pt x="1255447" y="5646627"/>
                      </a:lnTo>
                      <a:cubicBezTo>
                        <a:pt x="1255447" y="6270350"/>
                        <a:pt x="1238090" y="6775976"/>
                        <a:pt x="1216678" y="6775976"/>
                      </a:cubicBezTo>
                      <a:lnTo>
                        <a:pt x="0" y="6775976"/>
                      </a:lnTo>
                      <a:lnTo>
                        <a:pt x="0" y="6775976"/>
                      </a:lnTo>
                      <a:lnTo>
                        <a:pt x="0" y="3"/>
                      </a:lnTo>
                      <a:lnTo>
                        <a:pt x="0" y="3"/>
                      </a:lnTo>
                      <a:lnTo>
                        <a:pt x="1216678" y="3"/>
                      </a:lnTo>
                      <a:cubicBezTo>
                        <a:pt x="1238090" y="3"/>
                        <a:pt x="1255447" y="505629"/>
                        <a:pt x="1255447" y="1129352"/>
                      </a:cubicBezTo>
                      <a:close/>
                    </a:path>
                  </a:pathLst>
                </a:custGeom>
              </p:spPr>
              <p:style>
                <a:lnRef idx="2">
                  <a:schemeClr val="accent1">
                    <a:hueOff val="0"/>
                    <a:satOff val="0"/>
                    <a:lumOff val="0"/>
                    <a:alphaOff val="0"/>
                  </a:schemeClr>
                </a:lnRef>
                <a:fillRef idx="1">
                  <a:schemeClr val="lt1">
                    <a:alpha val="90000"/>
                    <a:hueOff val="0"/>
                    <a:satOff val="0"/>
                    <a:lumOff val="0"/>
                    <a:alphaOff val="0"/>
                  </a:schemeClr>
                </a:fillRef>
                <a:effectRef idx="0">
                  <a:schemeClr val="lt1">
                    <a:alpha val="90000"/>
                    <a:hueOff val="0"/>
                    <a:satOff val="0"/>
                    <a:lumOff val="0"/>
                    <a:alphaOff val="0"/>
                  </a:schemeClr>
                </a:effectRef>
                <a:fontRef idx="minor">
                  <a:schemeClr val="dk1">
                    <a:hueOff val="0"/>
                    <a:satOff val="0"/>
                    <a:lumOff val="0"/>
                    <a:alphaOff val="0"/>
                  </a:schemeClr>
                </a:fontRef>
              </p:style>
              <p:txBody>
                <a:bodyPr spcFirstLastPara="0" vert="horz" wrap="square" lIns="248920" tIns="83511" rIns="83511" bIns="83511" numCol="1" spcCol="1270" anchor="ctr" anchorCtr="0">
                  <a:noAutofit/>
                </a:bodyPr>
                <a:lstStyle/>
                <a:p>
                  <a:pPr marL="0" marR="0" lvl="1" indent="0" algn="l" defTabSz="1555750" rtl="0" eaLnBrk="1" fontAlgn="auto" latinLnBrk="0" hangingPunct="1">
                    <a:lnSpc>
                      <a:spcPct val="90000"/>
                    </a:lnSpc>
                    <a:spcBef>
                      <a:spcPct val="0"/>
                    </a:spcBef>
                    <a:spcAft>
                      <a:spcPct val="15000"/>
                    </a:spcAft>
                    <a:buClrTx/>
                    <a:buSzTx/>
                    <a:buFontTx/>
                    <a:buNone/>
                    <a:tabLst/>
                    <a:defRPr/>
                  </a:pPr>
                  <a:r>
                    <a:rPr kumimoji="0" lang="en-IN" sz="1300" b="0" i="0" u="none" strike="noStrike" kern="1200" cap="none" spc="0" normalizeH="0" baseline="0" noProof="0">
                      <a:ln>
                        <a:noFill/>
                      </a:ln>
                      <a:solidFill>
                        <a:srgbClr val="000000">
                          <a:lumMod val="75000"/>
                          <a:lumOff val="25000"/>
                        </a:srgbClr>
                      </a:solidFill>
                      <a:effectLst/>
                      <a:uLnTx/>
                      <a:uFillTx/>
                      <a:latin typeface="Calibri" panose="020F0502020204030204"/>
                      <a:ea typeface="+mn-ea"/>
                      <a:cs typeface="+mn-cs"/>
                    </a:rPr>
                    <a:t>Fetches data based on entries in object dates availability</a:t>
                  </a:r>
                  <a:endParaRPr kumimoji="0" lang="en-US" sz="1300" b="0" i="0" u="none" strike="noStrike" kern="1200" cap="none" spc="0" normalizeH="0" baseline="0" noProof="0">
                    <a:ln>
                      <a:noFill/>
                    </a:ln>
                    <a:solidFill>
                      <a:srgbClr val="000000">
                        <a:lumMod val="75000"/>
                        <a:lumOff val="25000"/>
                      </a:srgbClr>
                    </a:solidFill>
                    <a:effectLst/>
                    <a:uLnTx/>
                    <a:uFillTx/>
                    <a:latin typeface="Calibri" panose="020F0502020204030204"/>
                    <a:ea typeface="+mn-ea"/>
                    <a:cs typeface="+mn-cs"/>
                  </a:endParaRPr>
                </a:p>
              </p:txBody>
            </p:sp>
            <p:sp>
              <p:nvSpPr>
                <p:cNvPr id="41" name="Freeform 40"/>
                <p:cNvSpPr/>
                <p:nvPr/>
              </p:nvSpPr>
              <p:spPr>
                <a:xfrm>
                  <a:off x="3648976" y="4335154"/>
                  <a:ext cx="1648085" cy="583330"/>
                </a:xfrm>
                <a:custGeom>
                  <a:avLst/>
                  <a:gdLst>
                    <a:gd name="connsiteX0" fmla="*/ 209245 w 1255447"/>
                    <a:gd name="connsiteY0" fmla="*/ 0 h 6775979"/>
                    <a:gd name="connsiteX1" fmla="*/ 1046202 w 1255447"/>
                    <a:gd name="connsiteY1" fmla="*/ 0 h 6775979"/>
                    <a:gd name="connsiteX2" fmla="*/ 1255447 w 1255447"/>
                    <a:gd name="connsiteY2" fmla="*/ 209245 h 6775979"/>
                    <a:gd name="connsiteX3" fmla="*/ 1255447 w 1255447"/>
                    <a:gd name="connsiteY3" fmla="*/ 6775979 h 6775979"/>
                    <a:gd name="connsiteX4" fmla="*/ 1255447 w 1255447"/>
                    <a:gd name="connsiteY4" fmla="*/ 6775979 h 6775979"/>
                    <a:gd name="connsiteX5" fmla="*/ 0 w 1255447"/>
                    <a:gd name="connsiteY5" fmla="*/ 6775979 h 6775979"/>
                    <a:gd name="connsiteX6" fmla="*/ 0 w 1255447"/>
                    <a:gd name="connsiteY6" fmla="*/ 6775979 h 6775979"/>
                    <a:gd name="connsiteX7" fmla="*/ 0 w 1255447"/>
                    <a:gd name="connsiteY7" fmla="*/ 209245 h 6775979"/>
                    <a:gd name="connsiteX8" fmla="*/ 209245 w 1255447"/>
                    <a:gd name="connsiteY8" fmla="*/ 0 h 67759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55447" h="6775979">
                      <a:moveTo>
                        <a:pt x="1255447" y="1129352"/>
                      </a:moveTo>
                      <a:lnTo>
                        <a:pt x="1255447" y="5646627"/>
                      </a:lnTo>
                      <a:cubicBezTo>
                        <a:pt x="1255447" y="6270350"/>
                        <a:pt x="1238090" y="6775976"/>
                        <a:pt x="1216678" y="6775976"/>
                      </a:cubicBezTo>
                      <a:lnTo>
                        <a:pt x="0" y="6775976"/>
                      </a:lnTo>
                      <a:lnTo>
                        <a:pt x="0" y="6775976"/>
                      </a:lnTo>
                      <a:lnTo>
                        <a:pt x="0" y="3"/>
                      </a:lnTo>
                      <a:lnTo>
                        <a:pt x="0" y="3"/>
                      </a:lnTo>
                      <a:lnTo>
                        <a:pt x="1216678" y="3"/>
                      </a:lnTo>
                      <a:cubicBezTo>
                        <a:pt x="1238090" y="3"/>
                        <a:pt x="1255447" y="505629"/>
                        <a:pt x="1255447" y="1129352"/>
                      </a:cubicBezTo>
                      <a:close/>
                    </a:path>
                  </a:pathLst>
                </a:custGeom>
              </p:spPr>
              <p:style>
                <a:lnRef idx="2">
                  <a:schemeClr val="accent1">
                    <a:hueOff val="0"/>
                    <a:satOff val="0"/>
                    <a:lumOff val="0"/>
                    <a:alphaOff val="0"/>
                  </a:schemeClr>
                </a:lnRef>
                <a:fillRef idx="1">
                  <a:schemeClr val="lt1">
                    <a:alpha val="90000"/>
                    <a:hueOff val="0"/>
                    <a:satOff val="0"/>
                    <a:lumOff val="0"/>
                    <a:alphaOff val="0"/>
                  </a:schemeClr>
                </a:fillRef>
                <a:effectRef idx="0">
                  <a:schemeClr val="lt1">
                    <a:alpha val="90000"/>
                    <a:hueOff val="0"/>
                    <a:satOff val="0"/>
                    <a:lumOff val="0"/>
                    <a:alphaOff val="0"/>
                  </a:schemeClr>
                </a:effectRef>
                <a:fontRef idx="minor">
                  <a:schemeClr val="dk1">
                    <a:hueOff val="0"/>
                    <a:satOff val="0"/>
                    <a:lumOff val="0"/>
                    <a:alphaOff val="0"/>
                  </a:schemeClr>
                </a:fontRef>
              </p:style>
              <p:txBody>
                <a:bodyPr spcFirstLastPara="0" vert="horz" wrap="square" lIns="248920" tIns="83511" rIns="83511" bIns="83511" numCol="1" spcCol="1270" anchor="ctr" anchorCtr="0">
                  <a:noAutofit/>
                </a:bodyPr>
                <a:lstStyle/>
                <a:p>
                  <a:pPr marL="0" marR="0" lvl="1" indent="0" algn="l" defTabSz="1555750" rtl="0" eaLnBrk="1" fontAlgn="auto" latinLnBrk="0" hangingPunct="1">
                    <a:lnSpc>
                      <a:spcPct val="90000"/>
                    </a:lnSpc>
                    <a:spcBef>
                      <a:spcPct val="0"/>
                    </a:spcBef>
                    <a:spcAft>
                      <a:spcPct val="15000"/>
                    </a:spcAft>
                    <a:buClrTx/>
                    <a:buSzTx/>
                    <a:buFontTx/>
                    <a:buNone/>
                    <a:tabLst/>
                    <a:defRPr/>
                  </a:pPr>
                  <a:r>
                    <a:rPr kumimoji="0" lang="en-IN" sz="1300" b="0" i="0" u="none" strike="noStrike" kern="1200" cap="none" spc="0" normalizeH="0" baseline="0" noProof="0">
                      <a:ln>
                        <a:noFill/>
                      </a:ln>
                      <a:solidFill>
                        <a:srgbClr val="000000">
                          <a:lumMod val="75000"/>
                          <a:lumOff val="25000"/>
                        </a:srgbClr>
                      </a:solidFill>
                      <a:effectLst/>
                      <a:uLnTx/>
                      <a:uFillTx/>
                      <a:latin typeface="Calibri" panose="020F0502020204030204"/>
                      <a:ea typeface="+mn-ea"/>
                      <a:cs typeface="+mn-cs"/>
                    </a:rPr>
                    <a:t>This helps to filter only for new data from </a:t>
                  </a:r>
                  <a:r>
                    <a:rPr kumimoji="0" lang="en-IN" sz="1200" b="0" i="0" u="none" strike="noStrike" kern="1200" cap="none" spc="0" normalizeH="0" baseline="0" noProof="0">
                      <a:ln>
                        <a:noFill/>
                      </a:ln>
                      <a:solidFill>
                        <a:srgbClr val="000000">
                          <a:lumMod val="75000"/>
                          <a:lumOff val="25000"/>
                        </a:srgbClr>
                      </a:solidFill>
                      <a:effectLst/>
                      <a:uLnTx/>
                      <a:uFillTx/>
                      <a:latin typeface="Calibri" panose="020F0502020204030204"/>
                      <a:ea typeface="+mn-ea"/>
                      <a:cs typeface="+mn-cs"/>
                    </a:rPr>
                    <a:t>Raw</a:t>
                  </a:r>
                </a:p>
              </p:txBody>
            </p:sp>
          </p:grpSp>
          <p:sp>
            <p:nvSpPr>
              <p:cNvPr id="47" name="Freeform 46"/>
              <p:cNvSpPr/>
              <p:nvPr/>
            </p:nvSpPr>
            <p:spPr>
              <a:xfrm>
                <a:off x="5276228" y="5141707"/>
                <a:ext cx="1750031" cy="583330"/>
              </a:xfrm>
              <a:custGeom>
                <a:avLst/>
                <a:gdLst>
                  <a:gd name="connsiteX0" fmla="*/ 209245 w 1255447"/>
                  <a:gd name="connsiteY0" fmla="*/ 0 h 6775979"/>
                  <a:gd name="connsiteX1" fmla="*/ 1046202 w 1255447"/>
                  <a:gd name="connsiteY1" fmla="*/ 0 h 6775979"/>
                  <a:gd name="connsiteX2" fmla="*/ 1255447 w 1255447"/>
                  <a:gd name="connsiteY2" fmla="*/ 209245 h 6775979"/>
                  <a:gd name="connsiteX3" fmla="*/ 1255447 w 1255447"/>
                  <a:gd name="connsiteY3" fmla="*/ 6775979 h 6775979"/>
                  <a:gd name="connsiteX4" fmla="*/ 1255447 w 1255447"/>
                  <a:gd name="connsiteY4" fmla="*/ 6775979 h 6775979"/>
                  <a:gd name="connsiteX5" fmla="*/ 0 w 1255447"/>
                  <a:gd name="connsiteY5" fmla="*/ 6775979 h 6775979"/>
                  <a:gd name="connsiteX6" fmla="*/ 0 w 1255447"/>
                  <a:gd name="connsiteY6" fmla="*/ 6775979 h 6775979"/>
                  <a:gd name="connsiteX7" fmla="*/ 0 w 1255447"/>
                  <a:gd name="connsiteY7" fmla="*/ 209245 h 6775979"/>
                  <a:gd name="connsiteX8" fmla="*/ 209245 w 1255447"/>
                  <a:gd name="connsiteY8" fmla="*/ 0 h 67759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55447" h="6775979">
                    <a:moveTo>
                      <a:pt x="1255447" y="1129352"/>
                    </a:moveTo>
                    <a:lnTo>
                      <a:pt x="1255447" y="5646627"/>
                    </a:lnTo>
                    <a:cubicBezTo>
                      <a:pt x="1255447" y="6270350"/>
                      <a:pt x="1238090" y="6775976"/>
                      <a:pt x="1216678" y="6775976"/>
                    </a:cubicBezTo>
                    <a:lnTo>
                      <a:pt x="0" y="6775976"/>
                    </a:lnTo>
                    <a:lnTo>
                      <a:pt x="0" y="6775976"/>
                    </a:lnTo>
                    <a:lnTo>
                      <a:pt x="0" y="3"/>
                    </a:lnTo>
                    <a:lnTo>
                      <a:pt x="0" y="3"/>
                    </a:lnTo>
                    <a:lnTo>
                      <a:pt x="1216678" y="3"/>
                    </a:lnTo>
                    <a:cubicBezTo>
                      <a:pt x="1238090" y="3"/>
                      <a:pt x="1255447" y="505629"/>
                      <a:pt x="1255447" y="1129352"/>
                    </a:cubicBezTo>
                    <a:close/>
                  </a:path>
                </a:pathLst>
              </a:custGeom>
            </p:spPr>
            <p:style>
              <a:lnRef idx="2">
                <a:schemeClr val="accent1">
                  <a:hueOff val="0"/>
                  <a:satOff val="0"/>
                  <a:lumOff val="0"/>
                  <a:alphaOff val="0"/>
                </a:schemeClr>
              </a:lnRef>
              <a:fillRef idx="1">
                <a:schemeClr val="lt1">
                  <a:alpha val="90000"/>
                  <a:hueOff val="0"/>
                  <a:satOff val="0"/>
                  <a:lumOff val="0"/>
                  <a:alphaOff val="0"/>
                </a:schemeClr>
              </a:fillRef>
              <a:effectRef idx="0">
                <a:schemeClr val="lt1">
                  <a:alpha val="90000"/>
                  <a:hueOff val="0"/>
                  <a:satOff val="0"/>
                  <a:lumOff val="0"/>
                  <a:alphaOff val="0"/>
                </a:schemeClr>
              </a:effectRef>
              <a:fontRef idx="minor">
                <a:schemeClr val="dk1">
                  <a:hueOff val="0"/>
                  <a:satOff val="0"/>
                  <a:lumOff val="0"/>
                  <a:alphaOff val="0"/>
                </a:schemeClr>
              </a:fontRef>
            </p:style>
            <p:txBody>
              <a:bodyPr spcFirstLastPara="0" vert="horz" wrap="square" lIns="248920" tIns="83511" rIns="83511" bIns="83511" numCol="1" spcCol="1270" anchor="ctr" anchorCtr="0">
                <a:noAutofit/>
              </a:bodyPr>
              <a:lstStyle/>
              <a:p>
                <a:pPr marL="0" marR="0" lvl="1" indent="0" algn="l" defTabSz="1555750" rtl="0" eaLnBrk="1" fontAlgn="auto" latinLnBrk="0" hangingPunct="1">
                  <a:lnSpc>
                    <a:spcPct val="90000"/>
                  </a:lnSpc>
                  <a:spcBef>
                    <a:spcPct val="0"/>
                  </a:spcBef>
                  <a:spcAft>
                    <a:spcPct val="15000"/>
                  </a:spcAft>
                  <a:buClrTx/>
                  <a:buSzTx/>
                  <a:buFontTx/>
                  <a:buNone/>
                  <a:tabLst/>
                  <a:defRPr/>
                </a:pPr>
                <a:r>
                  <a:rPr kumimoji="0" lang="en-IN" sz="1300" b="0" i="0" u="none" strike="noStrike" kern="1200" cap="none" spc="0" normalizeH="0" baseline="0" noProof="0">
                    <a:ln>
                      <a:noFill/>
                    </a:ln>
                    <a:solidFill>
                      <a:srgbClr val="000000">
                        <a:lumMod val="75000"/>
                        <a:lumOff val="25000"/>
                      </a:srgbClr>
                    </a:solidFill>
                    <a:effectLst/>
                    <a:uLnTx/>
                    <a:uFillTx/>
                    <a:latin typeface="Calibri" panose="020F0502020204030204"/>
                    <a:ea typeface="+mn-ea"/>
                    <a:cs typeface="+mn-cs"/>
                  </a:rPr>
                  <a:t>Apply the merge statement - insert, update &amp; soft delete</a:t>
                </a:r>
              </a:p>
            </p:txBody>
          </p:sp>
        </p:grpSp>
        <p:sp>
          <p:nvSpPr>
            <p:cNvPr id="38" name="5-Point Star 37"/>
            <p:cNvSpPr/>
            <p:nvPr/>
          </p:nvSpPr>
          <p:spPr>
            <a:xfrm>
              <a:off x="3695756" y="3760910"/>
              <a:ext cx="321491" cy="264599"/>
            </a:xfrm>
            <a:prstGeom prst="star5">
              <a:avLst/>
            </a:prstGeom>
            <a:solidFill>
              <a:schemeClr val="accent5">
                <a:lumMod val="9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300" b="0" i="0" u="none" strike="noStrike" kern="1200" cap="none" spc="0" normalizeH="0" baseline="0" noProof="0">
                <a:ln>
                  <a:noFill/>
                </a:ln>
                <a:solidFill>
                  <a:srgbClr val="FFFFFF"/>
                </a:solidFill>
                <a:effectLst/>
                <a:uLnTx/>
                <a:uFillTx/>
                <a:latin typeface="Calibri" panose="020F0502020204030204"/>
                <a:ea typeface="+mn-ea"/>
                <a:cs typeface="+mn-cs"/>
              </a:endParaRPr>
            </a:p>
          </p:txBody>
        </p:sp>
        <p:sp>
          <p:nvSpPr>
            <p:cNvPr id="31" name="TextBox 30"/>
            <p:cNvSpPr txBox="1"/>
            <p:nvPr/>
          </p:nvSpPr>
          <p:spPr>
            <a:xfrm>
              <a:off x="9387007" y="2028546"/>
              <a:ext cx="941598" cy="492443"/>
            </a:xfrm>
            <a:prstGeom prst="rect">
              <a:avLst/>
            </a:prstGeom>
            <a:noFill/>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IN" sz="1300" b="0" i="0" u="none" strike="noStrike" kern="1200" cap="none" spc="0" normalizeH="0" baseline="0" noProof="0">
                  <a:ln>
                    <a:noFill/>
                  </a:ln>
                  <a:solidFill>
                    <a:srgbClr val="424242"/>
                  </a:solidFill>
                  <a:effectLst/>
                  <a:uLnTx/>
                  <a:uFillTx/>
                  <a:latin typeface="Calibri" panose="020F0502020204030204"/>
                  <a:ea typeface="+mn-ea"/>
                  <a:cs typeface="+mn-cs"/>
                </a:rPr>
                <a:t>SQLDB (Metadata)</a:t>
              </a:r>
              <a:endParaRPr kumimoji="0" lang="en-US" sz="1300" b="0" i="0" u="none" strike="noStrike" kern="1200" cap="none" spc="0" normalizeH="0" baseline="0" noProof="0">
                <a:ln>
                  <a:noFill/>
                </a:ln>
                <a:solidFill>
                  <a:srgbClr val="424242"/>
                </a:solidFill>
                <a:effectLst/>
                <a:uLnTx/>
                <a:uFillTx/>
                <a:latin typeface="Calibri" panose="020F0502020204030204"/>
                <a:ea typeface="+mn-ea"/>
                <a:cs typeface="+mn-cs"/>
              </a:endParaRPr>
            </a:p>
          </p:txBody>
        </p:sp>
        <p:sp>
          <p:nvSpPr>
            <p:cNvPr id="32" name="Right Arrow 31"/>
            <p:cNvSpPr/>
            <p:nvPr/>
          </p:nvSpPr>
          <p:spPr>
            <a:xfrm>
              <a:off x="6696594" y="2882364"/>
              <a:ext cx="580572" cy="190354"/>
            </a:xfrm>
            <a:prstGeom prst="rightArrow">
              <a:avLst/>
            </a:prstGeom>
            <a:solidFill>
              <a:schemeClr val="accent5">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panose="020F0502020204030204"/>
                <a:ea typeface="+mn-ea"/>
                <a:cs typeface="+mn-cs"/>
              </a:endParaRPr>
            </a:p>
          </p:txBody>
        </p:sp>
        <p:pic>
          <p:nvPicPr>
            <p:cNvPr id="35" name="Picture 34"/>
            <p:cNvPicPr>
              <a:picLocks noChangeAspect="1"/>
            </p:cNvPicPr>
            <p:nvPr/>
          </p:nvPicPr>
          <p:blipFill rotWithShape="1">
            <a:blip r:embed="rId8" cstate="print">
              <a:extLst>
                <a:ext uri="{BEBA8EAE-BF5A-486C-A8C5-ECC9F3942E4B}">
                  <a14:imgProps xmlns:a14="http://schemas.microsoft.com/office/drawing/2010/main">
                    <a14:imgLayer r:embed="rId9">
                      <a14:imgEffect>
                        <a14:saturation sat="0"/>
                      </a14:imgEffect>
                      <a14:imgEffect>
                        <a14:brightnessContrast contrast="20000"/>
                      </a14:imgEffect>
                    </a14:imgLayer>
                  </a14:imgProps>
                </a:ext>
                <a:ext uri="{28A0092B-C50C-407E-A947-70E740481C1C}">
                  <a14:useLocalDpi xmlns:a14="http://schemas.microsoft.com/office/drawing/2010/main" val="0"/>
                </a:ext>
              </a:extLst>
            </a:blip>
            <a:srcRect l="27867" r="28400"/>
            <a:stretch/>
          </p:blipFill>
          <p:spPr>
            <a:xfrm>
              <a:off x="7521093" y="2582538"/>
              <a:ext cx="815199" cy="793560"/>
            </a:xfrm>
            <a:prstGeom prst="rect">
              <a:avLst/>
            </a:prstGeom>
          </p:spPr>
        </p:pic>
        <p:sp>
          <p:nvSpPr>
            <p:cNvPr id="36" name="TextBox 35"/>
            <p:cNvSpPr txBox="1"/>
            <p:nvPr/>
          </p:nvSpPr>
          <p:spPr>
            <a:xfrm>
              <a:off x="7457893" y="2100420"/>
              <a:ext cx="941598" cy="292388"/>
            </a:xfrm>
            <a:prstGeom prst="rect">
              <a:avLst/>
            </a:prstGeom>
            <a:noFill/>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IN" sz="1300" b="0" i="0" u="none" strike="noStrike" kern="1200" cap="none" spc="0" normalizeH="0" baseline="0" noProof="0">
                  <a:ln>
                    <a:noFill/>
                  </a:ln>
                  <a:solidFill>
                    <a:srgbClr val="424242"/>
                  </a:solidFill>
                  <a:effectLst/>
                  <a:uLnTx/>
                  <a:uFillTx/>
                  <a:latin typeface="Calibri" panose="020F0502020204030204"/>
                  <a:ea typeface="+mn-ea"/>
                  <a:cs typeface="+mn-cs"/>
                </a:rPr>
                <a:t>ADLS</a:t>
              </a:r>
              <a:endParaRPr kumimoji="0" lang="en-US" sz="1300" b="0" i="0" u="none" strike="noStrike" kern="1200" cap="none" spc="0" normalizeH="0" baseline="0" noProof="0">
                <a:ln>
                  <a:noFill/>
                </a:ln>
                <a:solidFill>
                  <a:srgbClr val="424242"/>
                </a:solidFill>
                <a:effectLst/>
                <a:uLnTx/>
                <a:uFillTx/>
                <a:latin typeface="Calibri" panose="020F0502020204030204"/>
                <a:ea typeface="+mn-ea"/>
                <a:cs typeface="+mn-cs"/>
              </a:endParaRPr>
            </a:p>
          </p:txBody>
        </p:sp>
        <p:sp>
          <p:nvSpPr>
            <p:cNvPr id="50" name="Freeform 49"/>
            <p:cNvSpPr/>
            <p:nvPr/>
          </p:nvSpPr>
          <p:spPr>
            <a:xfrm>
              <a:off x="6055591" y="3910284"/>
              <a:ext cx="1648085" cy="583330"/>
            </a:xfrm>
            <a:custGeom>
              <a:avLst/>
              <a:gdLst>
                <a:gd name="connsiteX0" fmla="*/ 209245 w 1255447"/>
                <a:gd name="connsiteY0" fmla="*/ 0 h 6775979"/>
                <a:gd name="connsiteX1" fmla="*/ 1046202 w 1255447"/>
                <a:gd name="connsiteY1" fmla="*/ 0 h 6775979"/>
                <a:gd name="connsiteX2" fmla="*/ 1255447 w 1255447"/>
                <a:gd name="connsiteY2" fmla="*/ 209245 h 6775979"/>
                <a:gd name="connsiteX3" fmla="*/ 1255447 w 1255447"/>
                <a:gd name="connsiteY3" fmla="*/ 6775979 h 6775979"/>
                <a:gd name="connsiteX4" fmla="*/ 1255447 w 1255447"/>
                <a:gd name="connsiteY4" fmla="*/ 6775979 h 6775979"/>
                <a:gd name="connsiteX5" fmla="*/ 0 w 1255447"/>
                <a:gd name="connsiteY5" fmla="*/ 6775979 h 6775979"/>
                <a:gd name="connsiteX6" fmla="*/ 0 w 1255447"/>
                <a:gd name="connsiteY6" fmla="*/ 6775979 h 6775979"/>
                <a:gd name="connsiteX7" fmla="*/ 0 w 1255447"/>
                <a:gd name="connsiteY7" fmla="*/ 209245 h 6775979"/>
                <a:gd name="connsiteX8" fmla="*/ 209245 w 1255447"/>
                <a:gd name="connsiteY8" fmla="*/ 0 h 67759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55447" h="6775979">
                  <a:moveTo>
                    <a:pt x="1255447" y="1129352"/>
                  </a:moveTo>
                  <a:lnTo>
                    <a:pt x="1255447" y="5646627"/>
                  </a:lnTo>
                  <a:cubicBezTo>
                    <a:pt x="1255447" y="6270350"/>
                    <a:pt x="1238090" y="6775976"/>
                    <a:pt x="1216678" y="6775976"/>
                  </a:cubicBezTo>
                  <a:lnTo>
                    <a:pt x="0" y="6775976"/>
                  </a:lnTo>
                  <a:lnTo>
                    <a:pt x="0" y="6775976"/>
                  </a:lnTo>
                  <a:lnTo>
                    <a:pt x="0" y="3"/>
                  </a:lnTo>
                  <a:lnTo>
                    <a:pt x="0" y="3"/>
                  </a:lnTo>
                  <a:lnTo>
                    <a:pt x="1216678" y="3"/>
                  </a:lnTo>
                  <a:cubicBezTo>
                    <a:pt x="1238090" y="3"/>
                    <a:pt x="1255447" y="505629"/>
                    <a:pt x="1255447" y="1129352"/>
                  </a:cubicBezTo>
                  <a:close/>
                </a:path>
              </a:pathLst>
            </a:custGeom>
          </p:spPr>
          <p:style>
            <a:lnRef idx="2">
              <a:schemeClr val="accent1">
                <a:hueOff val="0"/>
                <a:satOff val="0"/>
                <a:lumOff val="0"/>
                <a:alphaOff val="0"/>
              </a:schemeClr>
            </a:lnRef>
            <a:fillRef idx="1">
              <a:schemeClr val="lt1">
                <a:alpha val="90000"/>
                <a:hueOff val="0"/>
                <a:satOff val="0"/>
                <a:lumOff val="0"/>
                <a:alphaOff val="0"/>
              </a:schemeClr>
            </a:fillRef>
            <a:effectRef idx="0">
              <a:schemeClr val="lt1">
                <a:alpha val="90000"/>
                <a:hueOff val="0"/>
                <a:satOff val="0"/>
                <a:lumOff val="0"/>
                <a:alphaOff val="0"/>
              </a:schemeClr>
            </a:effectRef>
            <a:fontRef idx="minor">
              <a:schemeClr val="dk1">
                <a:hueOff val="0"/>
                <a:satOff val="0"/>
                <a:lumOff val="0"/>
                <a:alphaOff val="0"/>
              </a:schemeClr>
            </a:fontRef>
          </p:style>
          <p:txBody>
            <a:bodyPr spcFirstLastPara="0" vert="horz" wrap="square" lIns="248920" tIns="83511" rIns="83511" bIns="83511" numCol="1" spcCol="1270" anchor="ctr" anchorCtr="0">
              <a:noAutofit/>
            </a:bodyPr>
            <a:lstStyle/>
            <a:p>
              <a:pPr marL="0" marR="0" lvl="1" indent="0" algn="l" defTabSz="1555750" rtl="0" eaLnBrk="1" fontAlgn="auto" latinLnBrk="0" hangingPunct="1">
                <a:lnSpc>
                  <a:spcPct val="90000"/>
                </a:lnSpc>
                <a:spcBef>
                  <a:spcPct val="0"/>
                </a:spcBef>
                <a:spcAft>
                  <a:spcPct val="15000"/>
                </a:spcAft>
                <a:buClrTx/>
                <a:buSzTx/>
                <a:buFontTx/>
                <a:buNone/>
                <a:tabLst/>
                <a:defRPr/>
              </a:pPr>
              <a:r>
                <a:rPr kumimoji="0" lang="en-IN" sz="1300" b="0" i="0" u="none" strike="noStrike" kern="1200" cap="none" spc="0" normalizeH="0" baseline="0" noProof="0">
                  <a:ln>
                    <a:noFill/>
                  </a:ln>
                  <a:solidFill>
                    <a:srgbClr val="000000">
                      <a:lumMod val="75000"/>
                      <a:lumOff val="25000"/>
                    </a:srgbClr>
                  </a:solidFill>
                  <a:effectLst/>
                  <a:uLnTx/>
                  <a:uFillTx/>
                  <a:latin typeface="Calibri" panose="020F0502020204030204"/>
                  <a:ea typeface="+mn-ea"/>
                  <a:cs typeface="+mn-cs"/>
                </a:rPr>
                <a:t>Loads the data in delta table</a:t>
              </a:r>
              <a:endParaRPr kumimoji="0" lang="en-US" sz="1300" b="0" i="0" u="none" strike="noStrike" kern="1200" cap="none" spc="0" normalizeH="0" baseline="0" noProof="0">
                <a:ln>
                  <a:noFill/>
                </a:ln>
                <a:solidFill>
                  <a:srgbClr val="000000">
                    <a:lumMod val="75000"/>
                    <a:lumOff val="25000"/>
                  </a:srgbClr>
                </a:solidFill>
                <a:effectLst/>
                <a:uLnTx/>
                <a:uFillTx/>
                <a:latin typeface="Calibri" panose="020F0502020204030204"/>
                <a:ea typeface="+mn-ea"/>
                <a:cs typeface="+mn-cs"/>
              </a:endParaRPr>
            </a:p>
          </p:txBody>
        </p:sp>
        <p:sp>
          <p:nvSpPr>
            <p:cNvPr id="52" name="5-Point Star 51"/>
            <p:cNvSpPr/>
            <p:nvPr/>
          </p:nvSpPr>
          <p:spPr>
            <a:xfrm>
              <a:off x="5870780" y="3752707"/>
              <a:ext cx="321491" cy="264599"/>
            </a:xfrm>
            <a:prstGeom prst="star5">
              <a:avLst/>
            </a:prstGeom>
            <a:solidFill>
              <a:schemeClr val="accent5">
                <a:lumMod val="9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300" b="0" i="0" u="none" strike="noStrike" kern="1200" cap="none" spc="0" normalizeH="0" baseline="0" noProof="0">
                <a:ln>
                  <a:noFill/>
                </a:ln>
                <a:solidFill>
                  <a:srgbClr val="FFFFFF"/>
                </a:solidFill>
                <a:effectLst/>
                <a:uLnTx/>
                <a:uFillTx/>
                <a:latin typeface="Calibri" panose="020F0502020204030204"/>
                <a:ea typeface="+mn-ea"/>
                <a:cs typeface="+mn-cs"/>
              </a:endParaRPr>
            </a:p>
          </p:txBody>
        </p:sp>
        <p:pic>
          <p:nvPicPr>
            <p:cNvPr id="115" name="Picture 114"/>
            <p:cNvPicPr>
              <a:picLocks noChangeAspect="1"/>
            </p:cNvPicPr>
            <p:nvPr/>
          </p:nvPicPr>
          <p:blipFill>
            <a:blip r:embed="rId10">
              <a:extLst>
                <a:ext uri="{BEBA8EAE-BF5A-486C-A8C5-ECC9F3942E4B}">
                  <a14:imgProps xmlns:a14="http://schemas.microsoft.com/office/drawing/2010/main">
                    <a14:imgLayer r:embed="rId11">
                      <a14:imgEffect>
                        <a14:saturation sat="0"/>
                      </a14:imgEffect>
                      <a14:imgEffect>
                        <a14:brightnessContrast contrast="20000"/>
                      </a14:imgEffect>
                    </a14:imgLayer>
                  </a14:imgProps>
                </a:ext>
                <a:ext uri="{28A0092B-C50C-407E-A947-70E740481C1C}">
                  <a14:useLocalDpi xmlns:a14="http://schemas.microsoft.com/office/drawing/2010/main" val="0"/>
                </a:ext>
              </a:extLst>
            </a:blip>
            <a:stretch>
              <a:fillRect/>
            </a:stretch>
          </p:blipFill>
          <p:spPr>
            <a:xfrm>
              <a:off x="2994253" y="2450600"/>
              <a:ext cx="1053881" cy="1053881"/>
            </a:xfrm>
            <a:prstGeom prst="rect">
              <a:avLst/>
            </a:prstGeom>
          </p:spPr>
        </p:pic>
      </p:grpSp>
      <p:sp>
        <p:nvSpPr>
          <p:cNvPr id="37" name="Rectangle 36"/>
          <p:cNvSpPr/>
          <p:nvPr/>
        </p:nvSpPr>
        <p:spPr>
          <a:xfrm>
            <a:off x="8211523" y="6472409"/>
            <a:ext cx="2728225" cy="302964"/>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5" name="Rectangle 44"/>
          <p:cNvSpPr/>
          <p:nvPr/>
        </p:nvSpPr>
        <p:spPr>
          <a:xfrm>
            <a:off x="11005851" y="6290631"/>
            <a:ext cx="837282" cy="35254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4893693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able 3"/>
          <p:cNvGraphicFramePr>
            <a:graphicFrameLocks noGrp="1"/>
          </p:cNvGraphicFramePr>
          <p:nvPr>
            <p:extLst>
              <p:ext uri="{D42A27DB-BD31-4B8C-83A1-F6EECF244321}">
                <p14:modId xmlns:p14="http://schemas.microsoft.com/office/powerpoint/2010/main" val="2607199459"/>
              </p:ext>
            </p:extLst>
          </p:nvPr>
        </p:nvGraphicFramePr>
        <p:xfrm>
          <a:off x="460467" y="2501900"/>
          <a:ext cx="11271066" cy="1854200"/>
        </p:xfrm>
        <a:graphic>
          <a:graphicData uri="http://schemas.openxmlformats.org/drawingml/2006/table">
            <a:tbl>
              <a:tblPr firstRow="1" bandRow="1">
                <a:tableStyleId>{5C22544A-7EE6-4342-B048-85BDC9FD1C3A}</a:tableStyleId>
              </a:tblPr>
              <a:tblGrid>
                <a:gridCol w="1024642">
                  <a:extLst>
                    <a:ext uri="{9D8B030D-6E8A-4147-A177-3AD203B41FA5}">
                      <a16:colId xmlns:a16="http://schemas.microsoft.com/office/drawing/2014/main" val="2856391946"/>
                    </a:ext>
                  </a:extLst>
                </a:gridCol>
                <a:gridCol w="1397240">
                  <a:extLst>
                    <a:ext uri="{9D8B030D-6E8A-4147-A177-3AD203B41FA5}">
                      <a16:colId xmlns:a16="http://schemas.microsoft.com/office/drawing/2014/main" val="1870828804"/>
                    </a:ext>
                  </a:extLst>
                </a:gridCol>
                <a:gridCol w="1397240">
                  <a:extLst>
                    <a:ext uri="{9D8B030D-6E8A-4147-A177-3AD203B41FA5}">
                      <a16:colId xmlns:a16="http://schemas.microsoft.com/office/drawing/2014/main" val="3400917464"/>
                    </a:ext>
                  </a:extLst>
                </a:gridCol>
                <a:gridCol w="1862986">
                  <a:extLst>
                    <a:ext uri="{9D8B030D-6E8A-4147-A177-3AD203B41FA5}">
                      <a16:colId xmlns:a16="http://schemas.microsoft.com/office/drawing/2014/main" val="2936768974"/>
                    </a:ext>
                  </a:extLst>
                </a:gridCol>
                <a:gridCol w="1862986">
                  <a:extLst>
                    <a:ext uri="{9D8B030D-6E8A-4147-A177-3AD203B41FA5}">
                      <a16:colId xmlns:a16="http://schemas.microsoft.com/office/drawing/2014/main" val="4079544743"/>
                    </a:ext>
                  </a:extLst>
                </a:gridCol>
                <a:gridCol w="1862986">
                  <a:extLst>
                    <a:ext uri="{9D8B030D-6E8A-4147-A177-3AD203B41FA5}">
                      <a16:colId xmlns:a16="http://schemas.microsoft.com/office/drawing/2014/main" val="2409837430"/>
                    </a:ext>
                  </a:extLst>
                </a:gridCol>
                <a:gridCol w="1862986">
                  <a:extLst>
                    <a:ext uri="{9D8B030D-6E8A-4147-A177-3AD203B41FA5}">
                      <a16:colId xmlns:a16="http://schemas.microsoft.com/office/drawing/2014/main" val="1610262218"/>
                    </a:ext>
                  </a:extLst>
                </a:gridCol>
              </a:tblGrid>
              <a:tr h="370840">
                <a:tc>
                  <a:txBody>
                    <a:bodyPr/>
                    <a:lstStyle/>
                    <a:p>
                      <a:pPr algn="ctr" fontAlgn="ctr"/>
                      <a:r>
                        <a:rPr lang="en-GB" sz="1500" u="none" strike="noStrike">
                          <a:solidFill>
                            <a:srgbClr val="FFFFFF"/>
                          </a:solidFill>
                          <a:effectLst/>
                        </a:rPr>
                        <a:t>Batch Task Id</a:t>
                      </a:r>
                    </a:p>
                  </a:txBody>
                  <a:tcPr marL="0" marR="0" marT="0" marB="0" anchor="ctr">
                    <a:solidFill>
                      <a:srgbClr val="E4017E"/>
                    </a:solidFill>
                  </a:tcPr>
                </a:tc>
                <a:tc>
                  <a:txBody>
                    <a:bodyPr/>
                    <a:lstStyle/>
                    <a:p>
                      <a:pPr algn="ctr" fontAlgn="ctr"/>
                      <a:r>
                        <a:rPr lang="en-GB" sz="1500" u="none" strike="noStrike">
                          <a:solidFill>
                            <a:srgbClr val="FFFFFF"/>
                          </a:solidFill>
                          <a:effectLst/>
                        </a:rPr>
                        <a:t>Input Object</a:t>
                      </a:r>
                    </a:p>
                  </a:txBody>
                  <a:tcPr marL="0" marR="0" marT="0" marB="0" anchor="ctr">
                    <a:solidFill>
                      <a:srgbClr val="E4017E"/>
                    </a:solidFill>
                  </a:tcPr>
                </a:tc>
                <a:tc>
                  <a:txBody>
                    <a:bodyPr/>
                    <a:lstStyle/>
                    <a:p>
                      <a:pPr algn="ctr" fontAlgn="ctr"/>
                      <a:r>
                        <a:rPr lang="en-GB" sz="1500" u="none" strike="noStrike">
                          <a:solidFill>
                            <a:srgbClr val="FFFFFF"/>
                          </a:solidFill>
                          <a:effectLst/>
                        </a:rPr>
                        <a:t>Output Object</a:t>
                      </a:r>
                    </a:p>
                  </a:txBody>
                  <a:tcPr marL="0" marR="0" marT="0" marB="0" anchor="ctr">
                    <a:solidFill>
                      <a:srgbClr val="E4017E"/>
                    </a:solidFill>
                  </a:tcPr>
                </a:tc>
                <a:tc>
                  <a:txBody>
                    <a:bodyPr/>
                    <a:lstStyle/>
                    <a:p>
                      <a:pPr algn="ctr" fontAlgn="ctr"/>
                      <a:r>
                        <a:rPr lang="en-GB" sz="1500" u="none" strike="noStrike">
                          <a:solidFill>
                            <a:srgbClr val="FFFFFF"/>
                          </a:solidFill>
                          <a:effectLst/>
                        </a:rPr>
                        <a:t>Input </a:t>
                      </a:r>
                      <a:r>
                        <a:rPr lang="en-GB" sz="1500" u="none" strike="noStrike" err="1">
                          <a:solidFill>
                            <a:srgbClr val="FFFFFF"/>
                          </a:solidFill>
                          <a:effectLst/>
                        </a:rPr>
                        <a:t>DateTime</a:t>
                      </a:r>
                      <a:r>
                        <a:rPr lang="en-GB" sz="1500" u="none" strike="noStrike">
                          <a:solidFill>
                            <a:srgbClr val="FFFFFF"/>
                          </a:solidFill>
                          <a:effectLst/>
                        </a:rPr>
                        <a:t> From</a:t>
                      </a:r>
                    </a:p>
                  </a:txBody>
                  <a:tcPr marL="0" marR="0" marT="0" marB="0" anchor="ctr">
                    <a:solidFill>
                      <a:srgbClr val="E4017E"/>
                    </a:solidFill>
                  </a:tcPr>
                </a:tc>
                <a:tc>
                  <a:txBody>
                    <a:bodyPr/>
                    <a:lstStyle/>
                    <a:p>
                      <a:pPr algn="ctr" fontAlgn="ctr"/>
                      <a:r>
                        <a:rPr lang="en-GB" sz="1500" u="none" strike="noStrike">
                          <a:solidFill>
                            <a:srgbClr val="FFFFFF"/>
                          </a:solidFill>
                          <a:effectLst/>
                        </a:rPr>
                        <a:t>Input</a:t>
                      </a:r>
                      <a:r>
                        <a:rPr lang="en-GB" sz="1500" u="none" strike="noStrike" baseline="0">
                          <a:solidFill>
                            <a:srgbClr val="FFFFFF"/>
                          </a:solidFill>
                          <a:effectLst/>
                        </a:rPr>
                        <a:t> </a:t>
                      </a:r>
                      <a:r>
                        <a:rPr lang="en-GB" sz="1500" u="none" strike="noStrike" baseline="0" err="1">
                          <a:solidFill>
                            <a:srgbClr val="FFFFFF"/>
                          </a:solidFill>
                          <a:effectLst/>
                        </a:rPr>
                        <a:t>DateTime</a:t>
                      </a:r>
                      <a:r>
                        <a:rPr lang="en-GB" sz="1500" u="none" strike="noStrike" baseline="0">
                          <a:solidFill>
                            <a:srgbClr val="FFFFFF"/>
                          </a:solidFill>
                          <a:effectLst/>
                        </a:rPr>
                        <a:t> To</a:t>
                      </a:r>
                      <a:endParaRPr lang="en-GB" sz="1500" u="none" strike="noStrike">
                        <a:solidFill>
                          <a:srgbClr val="FFFFFF"/>
                        </a:solidFill>
                        <a:effectLst/>
                      </a:endParaRPr>
                    </a:p>
                  </a:txBody>
                  <a:tcPr marL="0" marR="0" marT="0" marB="0" anchor="ctr">
                    <a:solidFill>
                      <a:srgbClr val="E4017E"/>
                    </a:solidFill>
                  </a:tcPr>
                </a:tc>
                <a:tc>
                  <a:txBody>
                    <a:bodyPr/>
                    <a:lstStyle/>
                    <a:p>
                      <a:pPr algn="ctr" fontAlgn="ctr"/>
                      <a:r>
                        <a:rPr lang="en-GB" sz="1500" u="none" strike="noStrike">
                          <a:solidFill>
                            <a:srgbClr val="FFFFFF"/>
                          </a:solidFill>
                          <a:effectLst/>
                        </a:rPr>
                        <a:t>Output </a:t>
                      </a:r>
                      <a:r>
                        <a:rPr lang="en-GB" sz="1500" u="none" strike="noStrike" err="1">
                          <a:solidFill>
                            <a:srgbClr val="FFFFFF"/>
                          </a:solidFill>
                          <a:effectLst/>
                        </a:rPr>
                        <a:t>DateTime</a:t>
                      </a:r>
                      <a:r>
                        <a:rPr lang="en-GB" sz="1500" u="none" strike="noStrike">
                          <a:solidFill>
                            <a:srgbClr val="FFFFFF"/>
                          </a:solidFill>
                          <a:effectLst/>
                        </a:rPr>
                        <a:t> From</a:t>
                      </a:r>
                    </a:p>
                  </a:txBody>
                  <a:tcPr marL="0" marR="0" marT="0" marB="0" anchor="ctr">
                    <a:solidFill>
                      <a:srgbClr val="E4017E"/>
                    </a:solidFill>
                  </a:tcPr>
                </a:tc>
                <a:tc>
                  <a:txBody>
                    <a:bodyPr/>
                    <a:lstStyle/>
                    <a:p>
                      <a:pPr algn="ctr" fontAlgn="ctr"/>
                      <a:r>
                        <a:rPr lang="en-GB" sz="1500" u="none" strike="noStrike">
                          <a:solidFill>
                            <a:srgbClr val="FFFFFF"/>
                          </a:solidFill>
                          <a:effectLst/>
                        </a:rPr>
                        <a:t>Output </a:t>
                      </a:r>
                      <a:r>
                        <a:rPr lang="en-GB" sz="1500" u="none" strike="noStrike" err="1">
                          <a:solidFill>
                            <a:srgbClr val="FFFFFF"/>
                          </a:solidFill>
                          <a:effectLst/>
                        </a:rPr>
                        <a:t>DateTime</a:t>
                      </a:r>
                      <a:r>
                        <a:rPr lang="en-GB" sz="1500" u="none" strike="noStrike">
                          <a:solidFill>
                            <a:srgbClr val="FFFFFF"/>
                          </a:solidFill>
                          <a:effectLst/>
                        </a:rPr>
                        <a:t> To</a:t>
                      </a:r>
                    </a:p>
                  </a:txBody>
                  <a:tcPr marL="0" marR="0" marT="0" marB="0" anchor="ctr">
                    <a:solidFill>
                      <a:srgbClr val="E4017E"/>
                    </a:solidFill>
                  </a:tcPr>
                </a:tc>
                <a:extLst>
                  <a:ext uri="{0D108BD9-81ED-4DB2-BD59-A6C34878D82A}">
                    <a16:rowId xmlns:a16="http://schemas.microsoft.com/office/drawing/2014/main" val="1284212112"/>
                  </a:ext>
                </a:extLst>
              </a:tr>
              <a:tr h="370840">
                <a:tc>
                  <a:txBody>
                    <a:bodyPr/>
                    <a:lstStyle/>
                    <a:p>
                      <a:pPr algn="ctr" fontAlgn="ctr"/>
                      <a:r>
                        <a:rPr lang="en-GB" sz="1400" u="none" strike="noStrike">
                          <a:solidFill>
                            <a:srgbClr val="000000"/>
                          </a:solidFill>
                          <a:effectLst/>
                        </a:rPr>
                        <a:t>1001</a:t>
                      </a:r>
                    </a:p>
                  </a:txBody>
                  <a:tcPr marL="0" marR="0" marT="0" marB="0" anchor="ctr"/>
                </a:tc>
                <a:tc>
                  <a:txBody>
                    <a:bodyPr/>
                    <a:lstStyle/>
                    <a:p>
                      <a:pPr algn="ctr" fontAlgn="ctr"/>
                      <a:r>
                        <a:rPr lang="en-GB" sz="1400" u="none" strike="noStrike" err="1">
                          <a:solidFill>
                            <a:srgbClr val="000000"/>
                          </a:solidFill>
                          <a:effectLst/>
                        </a:rPr>
                        <a:t>dbo.PolMain</a:t>
                      </a:r>
                      <a:endParaRPr lang="en-GB" sz="1400" u="none" strike="noStrike">
                        <a:solidFill>
                          <a:srgbClr val="000000"/>
                        </a:solidFill>
                        <a:effectLst/>
                      </a:endParaRPr>
                    </a:p>
                  </a:txBody>
                  <a:tcPr marL="0" marR="0" marT="0" marB="0" anchor="ctr"/>
                </a:tc>
                <a:tc>
                  <a:txBody>
                    <a:bodyPr/>
                    <a:lstStyle/>
                    <a:p>
                      <a:pPr algn="ctr" fontAlgn="ctr"/>
                      <a:r>
                        <a:rPr lang="en-GB" sz="1400" u="none" strike="noStrike" err="1">
                          <a:solidFill>
                            <a:srgbClr val="000000"/>
                          </a:solidFill>
                          <a:effectLst/>
                        </a:rPr>
                        <a:t>Raw.dbo_PolMain</a:t>
                      </a:r>
                      <a:endParaRPr lang="en-GB" sz="1400" u="none" strike="noStrike">
                        <a:solidFill>
                          <a:srgbClr val="000000"/>
                        </a:solidFill>
                        <a:effectLst/>
                      </a:endParaRPr>
                    </a:p>
                  </a:txBody>
                  <a:tcPr marL="0" marR="0" marT="0" marB="0" anchor="ctr"/>
                </a:tc>
                <a:tc>
                  <a:txBody>
                    <a:bodyPr/>
                    <a:lstStyle/>
                    <a:p>
                      <a:pPr algn="ctr" fontAlgn="ctr"/>
                      <a:r>
                        <a:rPr lang="en-GB" sz="1200" u="none" strike="noStrike">
                          <a:solidFill>
                            <a:srgbClr val="000000"/>
                          </a:solidFill>
                          <a:effectLst/>
                        </a:rPr>
                        <a:t>2000-01-01 00:00:01.000</a:t>
                      </a:r>
                    </a:p>
                  </a:txBody>
                  <a:tcPr marL="0" marR="0" marT="0" marB="0" anchor="ctr"/>
                </a:tc>
                <a:tc>
                  <a:txBody>
                    <a:bodyPr/>
                    <a:lstStyle/>
                    <a:p>
                      <a:pPr algn="ctr" fontAlgn="ctr"/>
                      <a:r>
                        <a:rPr lang="en-GB" sz="1200" u="none" strike="noStrike">
                          <a:solidFill>
                            <a:srgbClr val="000000"/>
                          </a:solidFill>
                          <a:effectLst/>
                        </a:rPr>
                        <a:t>2022-04-29 09:09:34.500</a:t>
                      </a:r>
                    </a:p>
                  </a:txBody>
                  <a:tcPr marL="0" marR="0" marT="0" marB="0" anchor="ctr"/>
                </a:tc>
                <a:tc>
                  <a:txBody>
                    <a:bodyPr/>
                    <a:lstStyle/>
                    <a:p>
                      <a:pPr lvl="0" algn="ctr">
                        <a:buNone/>
                      </a:pPr>
                      <a:r>
                        <a:rPr lang="en-GB" sz="1200" u="none" strike="noStrike" noProof="0">
                          <a:solidFill>
                            <a:srgbClr val="000000"/>
                          </a:solidFill>
                          <a:effectLst/>
                        </a:rPr>
                        <a:t>2000-01-01 00:00:01.000</a:t>
                      </a:r>
                      <a:endParaRPr lang="en-US" sz="1200"/>
                    </a:p>
                  </a:txBody>
                  <a:tcPr marL="0" marR="0" marT="0" marB="0" anchor="ctr"/>
                </a:tc>
                <a:tc>
                  <a:txBody>
                    <a:bodyPr/>
                    <a:lstStyle/>
                    <a:p>
                      <a:pPr algn="ctr" fontAlgn="ctr"/>
                      <a:r>
                        <a:rPr lang="en-GB" sz="1200" u="none" strike="noStrike">
                          <a:solidFill>
                            <a:srgbClr val="000000"/>
                          </a:solidFill>
                          <a:effectLst/>
                        </a:rPr>
                        <a:t>2022-04-29 09:09:34.500</a:t>
                      </a:r>
                    </a:p>
                  </a:txBody>
                  <a:tcPr marL="0" marR="0" marT="0" marB="0" anchor="ctr"/>
                </a:tc>
                <a:extLst>
                  <a:ext uri="{0D108BD9-81ED-4DB2-BD59-A6C34878D82A}">
                    <a16:rowId xmlns:a16="http://schemas.microsoft.com/office/drawing/2014/main" val="2691730153"/>
                  </a:ext>
                </a:extLst>
              </a:tr>
              <a:tr h="370840">
                <a:tc>
                  <a:txBody>
                    <a:bodyPr/>
                    <a:lstStyle/>
                    <a:p>
                      <a:pPr algn="ctr" fontAlgn="ctr"/>
                      <a:r>
                        <a:rPr lang="en-GB" sz="1400" u="none" strike="noStrike">
                          <a:solidFill>
                            <a:srgbClr val="000000"/>
                          </a:solidFill>
                          <a:effectLst/>
                        </a:rPr>
                        <a:t>1002</a:t>
                      </a:r>
                    </a:p>
                  </a:txBody>
                  <a:tcPr marL="0" marR="0" marT="0" marB="0" anchor="ctr"/>
                </a:tc>
                <a:tc>
                  <a:txBody>
                    <a:bodyPr/>
                    <a:lstStyle/>
                    <a:p>
                      <a:pPr lvl="0" algn="ctr">
                        <a:lnSpc>
                          <a:spcPct val="100000"/>
                        </a:lnSpc>
                        <a:spcBef>
                          <a:spcPts val="0"/>
                        </a:spcBef>
                        <a:spcAft>
                          <a:spcPts val="0"/>
                        </a:spcAft>
                        <a:buNone/>
                      </a:pPr>
                      <a:r>
                        <a:rPr lang="en-GB" sz="1400" u="none" strike="noStrike" noProof="0" err="1">
                          <a:solidFill>
                            <a:srgbClr val="000000"/>
                          </a:solidFill>
                          <a:effectLst/>
                        </a:rPr>
                        <a:t>Raw.dbo_PolMain</a:t>
                      </a:r>
                      <a:endParaRPr lang="en-GB" sz="1400" u="none" strike="noStrike" noProof="0">
                        <a:solidFill>
                          <a:srgbClr val="FB4D0A"/>
                        </a:solidFill>
                        <a:effectLst/>
                      </a:endParaRPr>
                    </a:p>
                  </a:txBody>
                  <a:tcPr marL="0" marR="0" marT="0" marB="0" anchor="ctr"/>
                </a:tc>
                <a:tc>
                  <a:txBody>
                    <a:bodyPr/>
                    <a:lstStyle/>
                    <a:p>
                      <a:pPr algn="ctr" fontAlgn="ctr"/>
                      <a:r>
                        <a:rPr lang="en-GB" sz="1400" u="none" strike="noStrike" err="1">
                          <a:solidFill>
                            <a:srgbClr val="000000"/>
                          </a:solidFill>
                          <a:effectLst/>
                        </a:rPr>
                        <a:t>Std</a:t>
                      </a:r>
                      <a:r>
                        <a:rPr lang="en-GB" sz="1400" u="none" strike="noStrike" noProof="0" err="1">
                          <a:solidFill>
                            <a:srgbClr val="000000"/>
                          </a:solidFill>
                          <a:effectLst/>
                        </a:rPr>
                        <a:t>.dbo_PolMain</a:t>
                      </a:r>
                      <a:endParaRPr lang="en-GB" sz="1400" u="none" strike="noStrike" noProof="0">
                        <a:solidFill>
                          <a:srgbClr val="FB4D0A"/>
                        </a:solidFill>
                        <a:effectLst/>
                      </a:endParaRPr>
                    </a:p>
                  </a:txBody>
                  <a:tcPr marL="0" marR="0" marT="0" marB="0" anchor="ctr"/>
                </a:tc>
                <a:tc>
                  <a:txBody>
                    <a:bodyPr/>
                    <a:lstStyle/>
                    <a:p>
                      <a:pPr algn="ctr" fontAlgn="ctr"/>
                      <a:r>
                        <a:rPr lang="en-GB" sz="1200" u="none" strike="noStrike">
                          <a:solidFill>
                            <a:srgbClr val="000000"/>
                          </a:solidFill>
                          <a:effectLst/>
                        </a:rPr>
                        <a:t>2000-01-01 00:00:01.000</a:t>
                      </a:r>
                    </a:p>
                  </a:txBody>
                  <a:tcPr marL="0" marR="0" marT="0" marB="0" anchor="ctr"/>
                </a:tc>
                <a:tc>
                  <a:txBody>
                    <a:bodyPr/>
                    <a:lstStyle/>
                    <a:p>
                      <a:pPr algn="ctr" fontAlgn="ctr"/>
                      <a:r>
                        <a:rPr lang="en-GB" sz="1200" u="none" strike="noStrike">
                          <a:solidFill>
                            <a:srgbClr val="000000"/>
                          </a:solidFill>
                          <a:effectLst/>
                        </a:rPr>
                        <a:t>2022-04-29 09:09:34.500</a:t>
                      </a:r>
                    </a:p>
                  </a:txBody>
                  <a:tcPr marL="0" marR="0" marT="0" marB="0" anchor="ctr"/>
                </a:tc>
                <a:tc>
                  <a:txBody>
                    <a:bodyPr/>
                    <a:lstStyle/>
                    <a:p>
                      <a:pPr algn="ctr" fontAlgn="ctr"/>
                      <a:r>
                        <a:rPr lang="en-GB" sz="1200" u="none" strike="noStrike">
                          <a:solidFill>
                            <a:srgbClr val="000000"/>
                          </a:solidFill>
                          <a:effectLst/>
                        </a:rPr>
                        <a:t>2000-01-01 00:00:01.000</a:t>
                      </a:r>
                    </a:p>
                  </a:txBody>
                  <a:tcPr marL="0" marR="0" marT="0" marB="0" anchor="ctr"/>
                </a:tc>
                <a:tc>
                  <a:txBody>
                    <a:bodyPr/>
                    <a:lstStyle/>
                    <a:p>
                      <a:pPr algn="ctr" fontAlgn="ctr"/>
                      <a:r>
                        <a:rPr lang="en-GB" sz="1200" u="none" strike="noStrike">
                          <a:solidFill>
                            <a:srgbClr val="000000"/>
                          </a:solidFill>
                          <a:effectLst/>
                        </a:rPr>
                        <a:t>2022-05-09 16:19:31.043</a:t>
                      </a:r>
                    </a:p>
                  </a:txBody>
                  <a:tcPr marL="0" marR="0" marT="0" marB="0" anchor="ctr"/>
                </a:tc>
                <a:extLst>
                  <a:ext uri="{0D108BD9-81ED-4DB2-BD59-A6C34878D82A}">
                    <a16:rowId xmlns:a16="http://schemas.microsoft.com/office/drawing/2014/main" val="2896206832"/>
                  </a:ext>
                </a:extLst>
              </a:tr>
              <a:tr h="370840">
                <a:tc>
                  <a:txBody>
                    <a:bodyPr/>
                    <a:lstStyle/>
                    <a:p>
                      <a:pPr lvl="0" algn="ctr">
                        <a:buNone/>
                      </a:pPr>
                      <a:r>
                        <a:rPr lang="en-GB" sz="1400" u="none" strike="noStrike">
                          <a:solidFill>
                            <a:srgbClr val="000000"/>
                          </a:solidFill>
                          <a:effectLst/>
                        </a:rPr>
                        <a:t>2001</a:t>
                      </a:r>
                    </a:p>
                  </a:txBody>
                  <a:tcPr marL="0" marR="0" marT="0" marB="0" anchor="ctr"/>
                </a:tc>
                <a:tc>
                  <a:txBody>
                    <a:bodyPr/>
                    <a:lstStyle/>
                    <a:p>
                      <a:pPr lvl="0" algn="ctr">
                        <a:buNone/>
                      </a:pPr>
                      <a:r>
                        <a:rPr lang="en-GB" sz="1400" u="none" strike="noStrike" err="1">
                          <a:solidFill>
                            <a:srgbClr val="000000"/>
                          </a:solidFill>
                          <a:effectLst/>
                        </a:rPr>
                        <a:t>dbo.PolMain</a:t>
                      </a:r>
                      <a:endParaRPr lang="en-GB" sz="1400" u="none" strike="noStrike">
                        <a:solidFill>
                          <a:srgbClr val="000000"/>
                        </a:solidFill>
                        <a:effectLst/>
                      </a:endParaRPr>
                    </a:p>
                  </a:txBody>
                  <a:tcPr marL="0" marR="0" marT="0" marB="0" anchor="ctr"/>
                </a:tc>
                <a:tc>
                  <a:txBody>
                    <a:bodyPr/>
                    <a:lstStyle/>
                    <a:p>
                      <a:pPr lvl="0" algn="ctr">
                        <a:buNone/>
                      </a:pPr>
                      <a:r>
                        <a:rPr lang="en-GB" sz="1400" u="none" strike="noStrike" err="1">
                          <a:solidFill>
                            <a:srgbClr val="000000"/>
                          </a:solidFill>
                          <a:effectLst/>
                        </a:rPr>
                        <a:t>Raw.dbo_PolMain</a:t>
                      </a:r>
                      <a:endParaRPr lang="en-GB" sz="1400" u="none" strike="noStrike">
                        <a:solidFill>
                          <a:srgbClr val="000000"/>
                        </a:solidFill>
                        <a:effectLst/>
                      </a:endParaRPr>
                    </a:p>
                  </a:txBody>
                  <a:tcPr marL="0" marR="0" marT="0" marB="0" anchor="ctr"/>
                </a:tc>
                <a:tc>
                  <a:txBody>
                    <a:bodyPr/>
                    <a:lstStyle/>
                    <a:p>
                      <a:pPr algn="ctr" fontAlgn="ctr"/>
                      <a:r>
                        <a:rPr lang="en-GB" sz="1200" u="none" strike="noStrike">
                          <a:solidFill>
                            <a:srgbClr val="000000"/>
                          </a:solidFill>
                          <a:effectLst/>
                        </a:rPr>
                        <a:t>2022-04-29 09:09:34.500</a:t>
                      </a:r>
                    </a:p>
                  </a:txBody>
                  <a:tcPr marL="0" marR="0" marT="0" marB="0" anchor="ctr"/>
                </a:tc>
                <a:tc>
                  <a:txBody>
                    <a:bodyPr/>
                    <a:lstStyle/>
                    <a:p>
                      <a:pPr algn="ctr" fontAlgn="ctr"/>
                      <a:r>
                        <a:rPr lang="en-GB" sz="1200" u="none" strike="noStrike">
                          <a:solidFill>
                            <a:srgbClr val="000000"/>
                          </a:solidFill>
                          <a:effectLst/>
                        </a:rPr>
                        <a:t>2022-05-10 15:10:04.987</a:t>
                      </a:r>
                    </a:p>
                  </a:txBody>
                  <a:tcPr marL="0" marR="0" marT="0" marB="0" anchor="ctr"/>
                </a:tc>
                <a:tc>
                  <a:txBody>
                    <a:bodyPr/>
                    <a:lstStyle/>
                    <a:p>
                      <a:pPr algn="ctr" fontAlgn="ctr"/>
                      <a:r>
                        <a:rPr lang="en-GB" sz="1200" u="none" strike="noStrike">
                          <a:solidFill>
                            <a:srgbClr val="000000"/>
                          </a:solidFill>
                          <a:effectLst/>
                        </a:rPr>
                        <a:t>2022-04-29 09:09:34.500</a:t>
                      </a:r>
                    </a:p>
                  </a:txBody>
                  <a:tcPr marL="0" marR="0" marT="0" marB="0" anchor="ctr"/>
                </a:tc>
                <a:tc>
                  <a:txBody>
                    <a:bodyPr/>
                    <a:lstStyle/>
                    <a:p>
                      <a:pPr algn="ctr" fontAlgn="ctr"/>
                      <a:r>
                        <a:rPr lang="en-GB" sz="1200" u="none" strike="noStrike">
                          <a:solidFill>
                            <a:srgbClr val="000000"/>
                          </a:solidFill>
                          <a:effectLst/>
                        </a:rPr>
                        <a:t>2022-05-10 15:10:04.987</a:t>
                      </a:r>
                    </a:p>
                  </a:txBody>
                  <a:tcPr marL="0" marR="0" marT="0" marB="0" anchor="ctr"/>
                </a:tc>
                <a:extLst>
                  <a:ext uri="{0D108BD9-81ED-4DB2-BD59-A6C34878D82A}">
                    <a16:rowId xmlns:a16="http://schemas.microsoft.com/office/drawing/2014/main" val="711370297"/>
                  </a:ext>
                </a:extLst>
              </a:tr>
              <a:tr h="370840">
                <a:tc>
                  <a:txBody>
                    <a:bodyPr/>
                    <a:lstStyle/>
                    <a:p>
                      <a:pPr lvl="0" algn="ctr">
                        <a:buNone/>
                      </a:pPr>
                      <a:r>
                        <a:rPr lang="en-GB" sz="1400" u="none" strike="noStrike">
                          <a:solidFill>
                            <a:srgbClr val="000000"/>
                          </a:solidFill>
                          <a:effectLst/>
                        </a:rPr>
                        <a:t>2002</a:t>
                      </a:r>
                    </a:p>
                  </a:txBody>
                  <a:tcPr marL="0" marR="0" marT="0" marB="0" anchor="ctr"/>
                </a:tc>
                <a:tc>
                  <a:txBody>
                    <a:bodyPr/>
                    <a:lstStyle/>
                    <a:p>
                      <a:pPr lvl="0" algn="ctr">
                        <a:lnSpc>
                          <a:spcPct val="100000"/>
                        </a:lnSpc>
                        <a:spcBef>
                          <a:spcPts val="0"/>
                        </a:spcBef>
                        <a:spcAft>
                          <a:spcPts val="0"/>
                        </a:spcAft>
                        <a:buNone/>
                      </a:pPr>
                      <a:r>
                        <a:rPr lang="en-GB" sz="1400" u="none" strike="noStrike" noProof="0" err="1">
                          <a:solidFill>
                            <a:srgbClr val="000000"/>
                          </a:solidFill>
                          <a:effectLst/>
                        </a:rPr>
                        <a:t>Raw.dbo_PolMain</a:t>
                      </a:r>
                      <a:endParaRPr lang="en-GB" sz="1400" u="none" strike="noStrike" noProof="0">
                        <a:solidFill>
                          <a:srgbClr val="FB4D0A"/>
                        </a:solidFill>
                        <a:effectLst/>
                      </a:endParaRPr>
                    </a:p>
                  </a:txBody>
                  <a:tcPr marL="0" marR="0" marT="0" marB="0" anchor="ctr"/>
                </a:tc>
                <a:tc>
                  <a:txBody>
                    <a:bodyPr/>
                    <a:lstStyle/>
                    <a:p>
                      <a:pPr lvl="0" algn="ctr">
                        <a:buNone/>
                      </a:pPr>
                      <a:r>
                        <a:rPr lang="en-GB" sz="1400" u="none" strike="noStrike" err="1">
                          <a:solidFill>
                            <a:srgbClr val="000000"/>
                          </a:solidFill>
                          <a:effectLst/>
                        </a:rPr>
                        <a:t>Std</a:t>
                      </a:r>
                      <a:r>
                        <a:rPr lang="en-GB" sz="1400" u="none" strike="noStrike" noProof="0" err="1">
                          <a:solidFill>
                            <a:srgbClr val="000000"/>
                          </a:solidFill>
                          <a:effectLst/>
                        </a:rPr>
                        <a:t>.dbo_PolMain</a:t>
                      </a:r>
                      <a:endParaRPr lang="en-GB" sz="1400" u="none" strike="noStrike" noProof="0">
                        <a:solidFill>
                          <a:srgbClr val="FB4D0A"/>
                        </a:solidFill>
                        <a:effectLst/>
                      </a:endParaRPr>
                    </a:p>
                  </a:txBody>
                  <a:tcPr marL="0" marR="0" marT="0" marB="0" anchor="ctr"/>
                </a:tc>
                <a:tc>
                  <a:txBody>
                    <a:bodyPr/>
                    <a:lstStyle/>
                    <a:p>
                      <a:pPr algn="ctr" fontAlgn="ctr"/>
                      <a:r>
                        <a:rPr lang="en-GB" sz="1200" u="none" strike="noStrike">
                          <a:solidFill>
                            <a:srgbClr val="000000"/>
                          </a:solidFill>
                          <a:effectLst/>
                        </a:rPr>
                        <a:t>2022-04-29 09:09:34.500</a:t>
                      </a:r>
                    </a:p>
                  </a:txBody>
                  <a:tcPr marL="0" marR="0" marT="0" marB="0" anchor="ctr"/>
                </a:tc>
                <a:tc>
                  <a:txBody>
                    <a:bodyPr/>
                    <a:lstStyle/>
                    <a:p>
                      <a:pPr algn="ctr" fontAlgn="ctr"/>
                      <a:r>
                        <a:rPr lang="en-GB" sz="1200" u="none" strike="noStrike">
                          <a:solidFill>
                            <a:srgbClr val="000000"/>
                          </a:solidFill>
                          <a:effectLst/>
                        </a:rPr>
                        <a:t>2022-05-10 15:10:04.987</a:t>
                      </a:r>
                    </a:p>
                  </a:txBody>
                  <a:tcPr marL="0" marR="0" marT="0" marB="0" anchor="ctr"/>
                </a:tc>
                <a:tc>
                  <a:txBody>
                    <a:bodyPr/>
                    <a:lstStyle/>
                    <a:p>
                      <a:pPr algn="ctr" fontAlgn="ctr"/>
                      <a:r>
                        <a:rPr lang="en-GB" sz="1200" u="none" strike="noStrike">
                          <a:solidFill>
                            <a:srgbClr val="000000"/>
                          </a:solidFill>
                          <a:effectLst/>
                        </a:rPr>
                        <a:t>2022-05-12 08:40:01.282</a:t>
                      </a:r>
                    </a:p>
                  </a:txBody>
                  <a:tcPr marL="0" marR="0" marT="0" marB="0" anchor="ctr"/>
                </a:tc>
                <a:tc>
                  <a:txBody>
                    <a:bodyPr/>
                    <a:lstStyle/>
                    <a:p>
                      <a:pPr algn="ctr" fontAlgn="ctr"/>
                      <a:r>
                        <a:rPr lang="en-GB" sz="1200" u="none" strike="noStrike">
                          <a:solidFill>
                            <a:srgbClr val="000000"/>
                          </a:solidFill>
                          <a:effectLst/>
                        </a:rPr>
                        <a:t>2022-05-12 08:40:01.282</a:t>
                      </a:r>
                    </a:p>
                  </a:txBody>
                  <a:tcPr marL="0" marR="0" marT="0" marB="0" anchor="ctr"/>
                </a:tc>
                <a:extLst>
                  <a:ext uri="{0D108BD9-81ED-4DB2-BD59-A6C34878D82A}">
                    <a16:rowId xmlns:a16="http://schemas.microsoft.com/office/drawing/2014/main" val="3257397051"/>
                  </a:ext>
                </a:extLst>
              </a:tr>
            </a:tbl>
          </a:graphicData>
        </a:graphic>
      </p:graphicFrame>
      <p:sp>
        <p:nvSpPr>
          <p:cNvPr id="6" name="Title 1"/>
          <p:cNvSpPr>
            <a:spLocks noGrp="1"/>
          </p:cNvSpPr>
          <p:nvPr>
            <p:ph type="ctrTitle"/>
          </p:nvPr>
        </p:nvSpPr>
        <p:spPr>
          <a:xfrm>
            <a:off x="457200" y="405954"/>
            <a:ext cx="11277600" cy="936386"/>
          </a:xfrm>
        </p:spPr>
        <p:txBody>
          <a:bodyPr/>
          <a:lstStyle/>
          <a:p>
            <a:r>
              <a:rPr lang="en-US" b="1">
                <a:solidFill>
                  <a:srgbClr val="CD2883"/>
                </a:solidFill>
              </a:rPr>
              <a:t>Incremental Filter</a:t>
            </a:r>
            <a:r>
              <a:rPr lang="en-US" sz="4200" b="1">
                <a:solidFill>
                  <a:srgbClr val="CD2883"/>
                </a:solidFill>
              </a:rPr>
              <a:t> – Raw &amp; </a:t>
            </a:r>
            <a:r>
              <a:rPr lang="en-US" sz="4200" b="1" err="1">
                <a:solidFill>
                  <a:srgbClr val="CD2883"/>
                </a:solidFill>
              </a:rPr>
              <a:t>Standardised</a:t>
            </a:r>
            <a:endParaRPr lang="en-US" sz="4200" b="1">
              <a:solidFill>
                <a:srgbClr val="CD2883"/>
              </a:solidFill>
            </a:endParaRPr>
          </a:p>
        </p:txBody>
      </p:sp>
      <p:sp>
        <p:nvSpPr>
          <p:cNvPr id="7" name="Rectangle 6"/>
          <p:cNvSpPr/>
          <p:nvPr/>
        </p:nvSpPr>
        <p:spPr>
          <a:xfrm>
            <a:off x="8211523" y="6472409"/>
            <a:ext cx="2728225" cy="302964"/>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 name="Rectangle 7"/>
          <p:cNvSpPr/>
          <p:nvPr/>
        </p:nvSpPr>
        <p:spPr>
          <a:xfrm>
            <a:off x="11005851" y="6290631"/>
            <a:ext cx="837282" cy="35254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 name="TextBox 2">
            <a:extLst>
              <a:ext uri="{FF2B5EF4-FFF2-40B4-BE49-F238E27FC236}">
                <a16:creationId xmlns:a16="http://schemas.microsoft.com/office/drawing/2014/main" id="{6708D01F-0ADE-C3A4-3571-9CBCEAC6C7EE}"/>
              </a:ext>
            </a:extLst>
          </p:cNvPr>
          <p:cNvSpPr txBox="1"/>
          <p:nvPr/>
        </p:nvSpPr>
        <p:spPr>
          <a:xfrm>
            <a:off x="810986" y="5344886"/>
            <a:ext cx="10570029" cy="33855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600">
                <a:ea typeface="Calibri"/>
                <a:cs typeface="Calibri"/>
              </a:rPr>
              <a:t>To understand the </a:t>
            </a:r>
            <a:r>
              <a:rPr lang="en-US" sz="1600" err="1">
                <a:ea typeface="Calibri"/>
                <a:cs typeface="Calibri"/>
              </a:rPr>
              <a:t>oda</a:t>
            </a:r>
            <a:r>
              <a:rPr lang="en-US" sz="1600">
                <a:ea typeface="Calibri"/>
                <a:cs typeface="Calibri"/>
              </a:rPr>
              <a:t> population of conformed, please refer to the excel document - </a:t>
            </a:r>
            <a:r>
              <a:rPr lang="en-US" sz="1600">
                <a:ea typeface="+mn-lt"/>
                <a:cs typeface="+mn-lt"/>
                <a:hlinkClick r:id="rId3"/>
              </a:rPr>
              <a:t>Example-Object_Dates_Availability.xlsx</a:t>
            </a:r>
          </a:p>
        </p:txBody>
      </p:sp>
    </p:spTree>
    <p:extLst>
      <p:ext uri="{BB962C8B-B14F-4D97-AF65-F5344CB8AC3E}">
        <p14:creationId xmlns:p14="http://schemas.microsoft.com/office/powerpoint/2010/main" val="3478730802"/>
      </p:ext>
    </p:extLst>
  </p:cSld>
  <p:clrMapOvr>
    <a:masterClrMapping/>
  </p:clrMapOvr>
  <p:extLst>
    <p:ext uri="{6950BFC3-D8DA-4A85-94F7-54DA5524770B}">
      <p188:commentRel xmlns:p188="http://schemas.microsoft.com/office/powerpoint/2018/8/main" r:id="rId2"/>
    </p:ext>
  </p:extLs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57200" y="405954"/>
            <a:ext cx="11277600" cy="936386"/>
          </a:xfrm>
        </p:spPr>
        <p:txBody>
          <a:bodyPr/>
          <a:lstStyle/>
          <a:p>
            <a:r>
              <a:rPr lang="en-US" b="1">
                <a:solidFill>
                  <a:srgbClr val="CD2883"/>
                </a:solidFill>
              </a:rPr>
              <a:t>Raw To </a:t>
            </a:r>
            <a:r>
              <a:rPr lang="en-US" b="1" err="1">
                <a:solidFill>
                  <a:srgbClr val="CD2883"/>
                </a:solidFill>
              </a:rPr>
              <a:t>Standardised</a:t>
            </a:r>
            <a:r>
              <a:rPr lang="en-US" sz="4200" b="1">
                <a:solidFill>
                  <a:srgbClr val="CD2883"/>
                </a:solidFill>
              </a:rPr>
              <a:t> (Merge)</a:t>
            </a:r>
            <a:endParaRPr lang="en-US" sz="4200" b="1">
              <a:solidFill>
                <a:srgbClr val="CD2883"/>
              </a:solidFill>
              <a:ea typeface="Calibri Light"/>
              <a:cs typeface="Calibri Light"/>
            </a:endParaRPr>
          </a:p>
        </p:txBody>
      </p:sp>
      <p:graphicFrame>
        <p:nvGraphicFramePr>
          <p:cNvPr id="6" name="Table 5"/>
          <p:cNvGraphicFramePr>
            <a:graphicFrameLocks noGrp="1"/>
          </p:cNvGraphicFramePr>
          <p:nvPr>
            <p:extLst>
              <p:ext uri="{D42A27DB-BD31-4B8C-83A1-F6EECF244321}">
                <p14:modId xmlns:p14="http://schemas.microsoft.com/office/powerpoint/2010/main" val="2100600096"/>
              </p:ext>
            </p:extLst>
          </p:nvPr>
        </p:nvGraphicFramePr>
        <p:xfrm>
          <a:off x="317309" y="1342340"/>
          <a:ext cx="11557382" cy="4892040"/>
        </p:xfrm>
        <a:graphic>
          <a:graphicData uri="http://schemas.openxmlformats.org/drawingml/2006/table">
            <a:tbl>
              <a:tblPr firstRow="1" bandRow="1">
                <a:tableStyleId>{1E171933-4619-4E11-9A3F-F7608DF75F80}</a:tableStyleId>
              </a:tblPr>
              <a:tblGrid>
                <a:gridCol w="418266">
                  <a:extLst>
                    <a:ext uri="{9D8B030D-6E8A-4147-A177-3AD203B41FA5}">
                      <a16:colId xmlns:a16="http://schemas.microsoft.com/office/drawing/2014/main" val="2264788010"/>
                    </a:ext>
                  </a:extLst>
                </a:gridCol>
                <a:gridCol w="3719939">
                  <a:extLst>
                    <a:ext uri="{9D8B030D-6E8A-4147-A177-3AD203B41FA5}">
                      <a16:colId xmlns:a16="http://schemas.microsoft.com/office/drawing/2014/main" val="960615748"/>
                    </a:ext>
                  </a:extLst>
                </a:gridCol>
                <a:gridCol w="5042750">
                  <a:extLst>
                    <a:ext uri="{9D8B030D-6E8A-4147-A177-3AD203B41FA5}">
                      <a16:colId xmlns:a16="http://schemas.microsoft.com/office/drawing/2014/main" val="2389614480"/>
                    </a:ext>
                  </a:extLst>
                </a:gridCol>
                <a:gridCol w="2376427">
                  <a:extLst>
                    <a:ext uri="{9D8B030D-6E8A-4147-A177-3AD203B41FA5}">
                      <a16:colId xmlns:a16="http://schemas.microsoft.com/office/drawing/2014/main" val="1737791690"/>
                    </a:ext>
                  </a:extLst>
                </a:gridCol>
              </a:tblGrid>
              <a:tr h="0">
                <a:tc>
                  <a:txBody>
                    <a:bodyPr/>
                    <a:lstStyle/>
                    <a:p>
                      <a:pPr algn="ctr"/>
                      <a:r>
                        <a:rPr lang="en-IN" sz="1500"/>
                        <a:t>Sr.</a:t>
                      </a:r>
                      <a:endParaRPr lang="en-US" sz="1500"/>
                    </a:p>
                  </a:txBody>
                  <a:tcPr>
                    <a:solidFill>
                      <a:srgbClr val="E4017E"/>
                    </a:solidFill>
                  </a:tcPr>
                </a:tc>
                <a:tc>
                  <a:txBody>
                    <a:bodyPr/>
                    <a:lstStyle/>
                    <a:p>
                      <a:pPr algn="ctr"/>
                      <a:r>
                        <a:rPr lang="en-IN" sz="1500"/>
                        <a:t>Scenario</a:t>
                      </a:r>
                      <a:endParaRPr lang="en-US" sz="1500"/>
                    </a:p>
                  </a:txBody>
                  <a:tcPr>
                    <a:solidFill>
                      <a:srgbClr val="E4017E"/>
                    </a:solidFill>
                  </a:tcPr>
                </a:tc>
                <a:tc>
                  <a:txBody>
                    <a:bodyPr/>
                    <a:lstStyle/>
                    <a:p>
                      <a:pPr algn="ctr"/>
                      <a:r>
                        <a:rPr lang="en-IN" sz="1500"/>
                        <a:t>Outcome</a:t>
                      </a:r>
                      <a:endParaRPr lang="en-US" sz="1500"/>
                    </a:p>
                  </a:txBody>
                  <a:tcPr>
                    <a:solidFill>
                      <a:srgbClr val="E4017E"/>
                    </a:solidFill>
                  </a:tcPr>
                </a:tc>
                <a:tc>
                  <a:txBody>
                    <a:bodyPr/>
                    <a:lstStyle/>
                    <a:p>
                      <a:pPr algn="ctr"/>
                      <a:r>
                        <a:rPr lang="en-IN" sz="1500"/>
                        <a:t>Description</a:t>
                      </a:r>
                      <a:endParaRPr lang="en-US" sz="1500"/>
                    </a:p>
                  </a:txBody>
                  <a:tcPr>
                    <a:solidFill>
                      <a:srgbClr val="E4017E"/>
                    </a:solidFill>
                  </a:tcPr>
                </a:tc>
                <a:extLst>
                  <a:ext uri="{0D108BD9-81ED-4DB2-BD59-A6C34878D82A}">
                    <a16:rowId xmlns:a16="http://schemas.microsoft.com/office/drawing/2014/main" val="2927049239"/>
                  </a:ext>
                </a:extLst>
              </a:tr>
              <a:tr h="156429">
                <a:tc>
                  <a:txBody>
                    <a:bodyPr/>
                    <a:lstStyle/>
                    <a:p>
                      <a:pPr algn="ctr"/>
                      <a:r>
                        <a:rPr lang="en-IN" sz="1500"/>
                        <a:t>1</a:t>
                      </a:r>
                      <a:endParaRPr lang="en-US" sz="1500"/>
                    </a:p>
                  </a:txBody>
                  <a:tcPr/>
                </a:tc>
                <a:tc>
                  <a:txBody>
                    <a:bodyPr/>
                    <a:lstStyle/>
                    <a:p>
                      <a:r>
                        <a:rPr lang="en-IN" sz="1500"/>
                        <a:t>A n</a:t>
                      </a:r>
                      <a:r>
                        <a:rPr lang="en-IN" sz="1500" baseline="0"/>
                        <a:t>ew record comes from Raw table that does not exist in standardised</a:t>
                      </a:r>
                      <a:endParaRPr lang="en-US" sz="1500"/>
                    </a:p>
                    <a:p>
                      <a:pPr lvl="0">
                        <a:buNone/>
                      </a:pPr>
                      <a:r>
                        <a:rPr lang="en-IN" sz="1500" i="1" err="1">
                          <a:solidFill>
                            <a:schemeClr val="accent6">
                              <a:lumMod val="10000"/>
                            </a:schemeClr>
                          </a:solidFill>
                        </a:rPr>
                        <a:t>Eg</a:t>
                      </a:r>
                      <a:r>
                        <a:rPr lang="en-IN" sz="1500" i="1">
                          <a:solidFill>
                            <a:schemeClr val="accent6">
                              <a:lumMod val="10000"/>
                            </a:schemeClr>
                          </a:solidFill>
                        </a:rPr>
                        <a:t>: HBK</a:t>
                      </a:r>
                      <a:r>
                        <a:rPr lang="en-IN" sz="1500" i="1" baseline="0">
                          <a:solidFill>
                            <a:schemeClr val="accent6">
                              <a:lumMod val="10000"/>
                            </a:schemeClr>
                          </a:solidFill>
                        </a:rPr>
                        <a:t> = 1, HV = 1, LCT = D1</a:t>
                      </a:r>
                      <a:endParaRPr lang="en-US" sz="1500" i="1">
                        <a:solidFill>
                          <a:schemeClr val="accent6">
                            <a:lumMod val="10000"/>
                          </a:schemeClr>
                        </a:solidFill>
                      </a:endParaRPr>
                    </a:p>
                  </a:txBody>
                  <a:tcPr/>
                </a:tc>
                <a:tc>
                  <a:txBody>
                    <a:bodyPr/>
                    <a:lstStyle/>
                    <a:p>
                      <a:r>
                        <a:rPr lang="en-IN" sz="1500"/>
                        <a:t>Record gets inserted as new and active record in standardised</a:t>
                      </a:r>
                    </a:p>
                    <a:p>
                      <a:pPr marL="0" marR="0" lvl="0" indent="0" algn="l" rtl="0" eaLnBrk="1" fontAlgn="auto" latinLnBrk="0" hangingPunct="1">
                        <a:lnSpc>
                          <a:spcPct val="100000"/>
                        </a:lnSpc>
                        <a:spcBef>
                          <a:spcPts val="0"/>
                        </a:spcBef>
                        <a:spcAft>
                          <a:spcPts val="0"/>
                        </a:spcAft>
                        <a:buClrTx/>
                        <a:buSzTx/>
                        <a:buFontTx/>
                        <a:buNone/>
                      </a:pPr>
                      <a:r>
                        <a:rPr lang="en-IN" sz="1500" i="1" err="1">
                          <a:solidFill>
                            <a:schemeClr val="accent6">
                              <a:lumMod val="10000"/>
                            </a:schemeClr>
                          </a:solidFill>
                        </a:rPr>
                        <a:t>Eg</a:t>
                      </a:r>
                      <a:r>
                        <a:rPr lang="en-IN" sz="1500" i="1">
                          <a:solidFill>
                            <a:schemeClr val="accent6">
                              <a:lumMod val="10000"/>
                            </a:schemeClr>
                          </a:solidFill>
                        </a:rPr>
                        <a:t>: HBK</a:t>
                      </a:r>
                      <a:r>
                        <a:rPr lang="en-IN" sz="1500" i="1" baseline="0">
                          <a:solidFill>
                            <a:schemeClr val="accent6">
                              <a:lumMod val="10000"/>
                            </a:schemeClr>
                          </a:solidFill>
                        </a:rPr>
                        <a:t> = HBK1, HV = HV1, VF = D1, VT = NULL, DT = NULL</a:t>
                      </a:r>
                      <a:endParaRPr lang="en-US" sz="1500" i="1">
                        <a:solidFill>
                          <a:schemeClr val="accent6">
                            <a:lumMod val="10000"/>
                          </a:schemeClr>
                        </a:solidFill>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1500" kern="1200">
                          <a:solidFill>
                            <a:schemeClr val="dk1"/>
                          </a:solidFill>
                          <a:latin typeface="+mn-lt"/>
                          <a:ea typeface="+mn-ea"/>
                          <a:cs typeface="+mn-cs"/>
                        </a:rPr>
                        <a:t>New record get inserted</a:t>
                      </a:r>
                      <a:endParaRPr lang="en-US" sz="1500" kern="1200">
                        <a:solidFill>
                          <a:schemeClr val="dk1"/>
                        </a:solidFill>
                        <a:latin typeface="+mn-lt"/>
                        <a:ea typeface="+mn-ea"/>
                        <a:cs typeface="+mn-cs"/>
                      </a:endParaRPr>
                    </a:p>
                  </a:txBody>
                  <a:tcPr/>
                </a:tc>
                <a:extLst>
                  <a:ext uri="{0D108BD9-81ED-4DB2-BD59-A6C34878D82A}">
                    <a16:rowId xmlns:a16="http://schemas.microsoft.com/office/drawing/2014/main" val="925760394"/>
                  </a:ext>
                </a:extLst>
              </a:tr>
              <a:tr h="281571">
                <a:tc>
                  <a:txBody>
                    <a:bodyPr/>
                    <a:lstStyle/>
                    <a:p>
                      <a:pPr algn="ctr"/>
                      <a:r>
                        <a:rPr lang="en-IN" sz="1500"/>
                        <a:t>2</a:t>
                      </a:r>
                      <a:endParaRPr lang="en-US" sz="1500"/>
                    </a:p>
                  </a:txBody>
                  <a:tcPr/>
                </a:tc>
                <a:tc>
                  <a:txBody>
                    <a:bodyPr/>
                    <a:lstStyle/>
                    <a:p>
                      <a:r>
                        <a:rPr lang="en-IN" sz="1500" baseline="0"/>
                        <a:t>A record (existing in Standardised) comes from Raw with some updates</a:t>
                      </a:r>
                      <a:endParaRPr lang="en-US" sz="1500"/>
                    </a:p>
                    <a:p>
                      <a:pPr marL="0" marR="0" lvl="0" indent="0" algn="l" rtl="0">
                        <a:lnSpc>
                          <a:spcPct val="100000"/>
                        </a:lnSpc>
                        <a:spcBef>
                          <a:spcPts val="0"/>
                        </a:spcBef>
                        <a:spcAft>
                          <a:spcPts val="0"/>
                        </a:spcAft>
                        <a:buClrTx/>
                        <a:buSzTx/>
                        <a:buFontTx/>
                        <a:buNone/>
                      </a:pPr>
                      <a:r>
                        <a:rPr lang="en-IN" sz="1500" i="1" err="1">
                          <a:solidFill>
                            <a:schemeClr val="accent6">
                              <a:lumMod val="10000"/>
                            </a:schemeClr>
                          </a:solidFill>
                        </a:rPr>
                        <a:t>Eg</a:t>
                      </a:r>
                      <a:r>
                        <a:rPr lang="en-IN" sz="1500" i="1">
                          <a:solidFill>
                            <a:schemeClr val="accent6">
                              <a:lumMod val="10000"/>
                            </a:schemeClr>
                          </a:solidFill>
                        </a:rPr>
                        <a:t>: HBK</a:t>
                      </a:r>
                      <a:r>
                        <a:rPr lang="en-IN" sz="1500" i="1" baseline="0">
                          <a:solidFill>
                            <a:schemeClr val="accent6">
                              <a:lumMod val="10000"/>
                            </a:schemeClr>
                          </a:solidFill>
                        </a:rPr>
                        <a:t> = 1, HV = 2, LCT = D2</a:t>
                      </a:r>
                      <a:endParaRPr lang="en-US" sz="1500" i="1">
                        <a:solidFill>
                          <a:schemeClr val="accent6">
                            <a:lumMod val="10000"/>
                          </a:schemeClr>
                        </a:solidFill>
                      </a:endParaRPr>
                    </a:p>
                  </a:txBody>
                  <a:tcPr/>
                </a:tc>
                <a:tc>
                  <a:txBody>
                    <a:bodyPr/>
                    <a:lstStyle/>
                    <a:p>
                      <a:r>
                        <a:rPr lang="en-IN" sz="1500"/>
                        <a:t>Existing active</a:t>
                      </a:r>
                      <a:r>
                        <a:rPr lang="en-IN" sz="1500" baseline="0"/>
                        <a:t> r</a:t>
                      </a:r>
                      <a:r>
                        <a:rPr lang="en-IN" sz="1500"/>
                        <a:t>ecord marked as inactive</a:t>
                      </a:r>
                    </a:p>
                    <a:p>
                      <a:r>
                        <a:rPr lang="en-IN" sz="1500"/>
                        <a:t>Record gets inserted as new and active record in standardised</a:t>
                      </a:r>
                    </a:p>
                    <a:p>
                      <a:pPr marL="0" marR="0" lvl="0" indent="0" algn="l" rtl="0" eaLnBrk="1" fontAlgn="auto" latinLnBrk="0" hangingPunct="1">
                        <a:lnSpc>
                          <a:spcPct val="100000"/>
                        </a:lnSpc>
                        <a:spcBef>
                          <a:spcPts val="0"/>
                        </a:spcBef>
                        <a:spcAft>
                          <a:spcPts val="0"/>
                        </a:spcAft>
                        <a:buClrTx/>
                        <a:buSzTx/>
                        <a:buFontTx/>
                        <a:buNone/>
                      </a:pPr>
                      <a:r>
                        <a:rPr lang="en-IN" sz="1500" i="1" err="1">
                          <a:solidFill>
                            <a:schemeClr val="accent6">
                              <a:lumMod val="10000"/>
                            </a:schemeClr>
                          </a:solidFill>
                        </a:rPr>
                        <a:t>Eg</a:t>
                      </a:r>
                      <a:r>
                        <a:rPr lang="en-IN" sz="1500" i="1">
                          <a:solidFill>
                            <a:schemeClr val="accent6">
                              <a:lumMod val="10000"/>
                            </a:schemeClr>
                          </a:solidFill>
                        </a:rPr>
                        <a:t>: HBK</a:t>
                      </a:r>
                      <a:r>
                        <a:rPr lang="en-IN" sz="1500" i="1" baseline="0">
                          <a:solidFill>
                            <a:schemeClr val="accent6">
                              <a:lumMod val="10000"/>
                            </a:schemeClr>
                          </a:solidFill>
                        </a:rPr>
                        <a:t> = HBK1, HV = HV1, VF = D1, </a:t>
                      </a:r>
                      <a:r>
                        <a:rPr lang="en-IN" sz="1500" b="1" i="1" u="sng" baseline="0">
                          <a:solidFill>
                            <a:schemeClr val="accent6">
                              <a:lumMod val="10000"/>
                            </a:schemeClr>
                          </a:solidFill>
                        </a:rPr>
                        <a:t>VT = D2</a:t>
                      </a:r>
                      <a:r>
                        <a:rPr lang="en-IN" sz="1500" i="1" baseline="0">
                          <a:solidFill>
                            <a:schemeClr val="accent6">
                              <a:lumMod val="10000"/>
                            </a:schemeClr>
                          </a:solidFill>
                        </a:rPr>
                        <a:t>, NULL, DT = NULL</a:t>
                      </a:r>
                    </a:p>
                    <a:p>
                      <a:pPr marL="0" marR="0" lvl="0" indent="0" algn="l" defTabSz="914400" rtl="0" eaLnBrk="1" fontAlgn="auto" latinLnBrk="0" hangingPunct="1">
                        <a:lnSpc>
                          <a:spcPct val="100000"/>
                        </a:lnSpc>
                        <a:spcBef>
                          <a:spcPts val="0"/>
                        </a:spcBef>
                        <a:spcAft>
                          <a:spcPts val="0"/>
                        </a:spcAft>
                        <a:buClrTx/>
                        <a:buSzTx/>
                        <a:buFontTx/>
                        <a:buNone/>
                        <a:tabLst/>
                        <a:defRPr/>
                      </a:pPr>
                      <a:r>
                        <a:rPr lang="en-IN" sz="1500" i="1">
                          <a:solidFill>
                            <a:schemeClr val="accent6">
                              <a:lumMod val="10000"/>
                            </a:schemeClr>
                          </a:solidFill>
                        </a:rPr>
                        <a:t>      </a:t>
                      </a:r>
                      <a:r>
                        <a:rPr lang="en-IN" sz="1500" i="1" baseline="0">
                          <a:solidFill>
                            <a:schemeClr val="accent6">
                              <a:lumMod val="10000"/>
                            </a:schemeClr>
                          </a:solidFill>
                        </a:rPr>
                        <a:t> </a:t>
                      </a:r>
                      <a:r>
                        <a:rPr lang="en-IN" sz="1500" i="1">
                          <a:solidFill>
                            <a:schemeClr val="accent6">
                              <a:lumMod val="10000"/>
                            </a:schemeClr>
                          </a:solidFill>
                        </a:rPr>
                        <a:t>HBK</a:t>
                      </a:r>
                      <a:r>
                        <a:rPr lang="en-IN" sz="1500" i="1" baseline="0">
                          <a:solidFill>
                            <a:schemeClr val="accent6">
                              <a:lumMod val="10000"/>
                            </a:schemeClr>
                          </a:solidFill>
                        </a:rPr>
                        <a:t> = HBK1, </a:t>
                      </a:r>
                      <a:r>
                        <a:rPr lang="en-IN" sz="1500" b="1" i="1" u="sng" baseline="0">
                          <a:solidFill>
                            <a:schemeClr val="accent6">
                              <a:lumMod val="10000"/>
                            </a:schemeClr>
                          </a:solidFill>
                        </a:rPr>
                        <a:t>HV = 2, VF = D2</a:t>
                      </a:r>
                      <a:r>
                        <a:rPr lang="en-IN" sz="1500" i="1" baseline="0">
                          <a:solidFill>
                            <a:schemeClr val="accent6">
                              <a:lumMod val="10000"/>
                            </a:schemeClr>
                          </a:solidFill>
                        </a:rPr>
                        <a:t>, VT = NULL, DT = NULL</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1500" kern="1200">
                          <a:solidFill>
                            <a:schemeClr val="dk1"/>
                          </a:solidFill>
                          <a:latin typeface="+mn-lt"/>
                          <a:ea typeface="+mn-ea"/>
                          <a:cs typeface="+mn-cs"/>
                        </a:rPr>
                        <a:t>Existing record closed, updated</a:t>
                      </a:r>
                      <a:r>
                        <a:rPr lang="en-IN" sz="1500" kern="1200" baseline="0">
                          <a:solidFill>
                            <a:schemeClr val="dk1"/>
                          </a:solidFill>
                          <a:latin typeface="+mn-lt"/>
                          <a:ea typeface="+mn-ea"/>
                          <a:cs typeface="+mn-cs"/>
                        </a:rPr>
                        <a:t> record inserted</a:t>
                      </a:r>
                      <a:endParaRPr lang="en-US" sz="1500" kern="1200">
                        <a:solidFill>
                          <a:schemeClr val="dk1"/>
                        </a:solidFill>
                        <a:latin typeface="+mn-lt"/>
                        <a:ea typeface="+mn-ea"/>
                        <a:cs typeface="+mn-cs"/>
                      </a:endParaRPr>
                    </a:p>
                  </a:txBody>
                  <a:tcPr/>
                </a:tc>
                <a:extLst>
                  <a:ext uri="{0D108BD9-81ED-4DB2-BD59-A6C34878D82A}">
                    <a16:rowId xmlns:a16="http://schemas.microsoft.com/office/drawing/2014/main" val="1899454720"/>
                  </a:ext>
                </a:extLst>
              </a:tr>
              <a:tr h="219000">
                <a:tc>
                  <a:txBody>
                    <a:bodyPr/>
                    <a:lstStyle/>
                    <a:p>
                      <a:pPr algn="ctr"/>
                      <a:r>
                        <a:rPr lang="en-IN" sz="1500"/>
                        <a:t>3</a:t>
                      </a:r>
                      <a:endParaRPr lang="en-US" sz="1500"/>
                    </a:p>
                  </a:txBody>
                  <a:tcPr/>
                </a:tc>
                <a:tc>
                  <a:txBody>
                    <a:bodyPr/>
                    <a:lstStyle/>
                    <a:p>
                      <a:pPr marL="0" marR="0" lvl="0" indent="0" algn="l" rtl="0" eaLnBrk="1" fontAlgn="auto" latinLnBrk="0" hangingPunct="1">
                        <a:lnSpc>
                          <a:spcPct val="100000"/>
                        </a:lnSpc>
                        <a:spcBef>
                          <a:spcPts val="0"/>
                        </a:spcBef>
                        <a:spcAft>
                          <a:spcPts val="0"/>
                        </a:spcAft>
                        <a:buClrTx/>
                        <a:buSzTx/>
                        <a:buFontTx/>
                        <a:buNone/>
                      </a:pPr>
                      <a:r>
                        <a:rPr lang="en-IN" sz="1500" baseline="0"/>
                        <a:t>A record (existing in Standardised) comes from Raw with no updates</a:t>
                      </a:r>
                      <a:endParaRPr lang="en-US" sz="1500"/>
                    </a:p>
                    <a:p>
                      <a:pPr marL="0" marR="0" lvl="0" indent="0" algn="l" rtl="0">
                        <a:lnSpc>
                          <a:spcPct val="100000"/>
                        </a:lnSpc>
                        <a:spcBef>
                          <a:spcPts val="0"/>
                        </a:spcBef>
                        <a:spcAft>
                          <a:spcPts val="0"/>
                        </a:spcAft>
                        <a:buClrTx/>
                        <a:buSzTx/>
                        <a:buFontTx/>
                        <a:buNone/>
                      </a:pPr>
                      <a:r>
                        <a:rPr lang="en-IN" sz="1500" i="1" err="1">
                          <a:solidFill>
                            <a:schemeClr val="accent6">
                              <a:lumMod val="10000"/>
                            </a:schemeClr>
                          </a:solidFill>
                        </a:rPr>
                        <a:t>Eg</a:t>
                      </a:r>
                      <a:r>
                        <a:rPr lang="en-IN" sz="1500" i="1">
                          <a:solidFill>
                            <a:schemeClr val="accent6">
                              <a:lumMod val="10000"/>
                            </a:schemeClr>
                          </a:solidFill>
                        </a:rPr>
                        <a:t>: HBK</a:t>
                      </a:r>
                      <a:r>
                        <a:rPr lang="en-IN" sz="1500" i="1" baseline="0">
                          <a:solidFill>
                            <a:schemeClr val="accent6">
                              <a:lumMod val="10000"/>
                            </a:schemeClr>
                          </a:solidFill>
                        </a:rPr>
                        <a:t> = 1, HV = 2, LCT = D3</a:t>
                      </a:r>
                      <a:endParaRPr lang="en-US" sz="1500" i="1">
                        <a:solidFill>
                          <a:schemeClr val="accent6">
                            <a:lumMod val="10000"/>
                          </a:schemeClr>
                        </a:solidFill>
                      </a:endParaRPr>
                    </a:p>
                  </a:txBody>
                  <a:tcPr/>
                </a:tc>
                <a:tc>
                  <a:txBody>
                    <a:bodyPr/>
                    <a:lstStyle/>
                    <a:p>
                      <a:r>
                        <a:rPr lang="en-IN" sz="1500"/>
                        <a:t>No</a:t>
                      </a:r>
                      <a:r>
                        <a:rPr lang="en-IN" sz="1500" baseline="0"/>
                        <a:t> change in Standardised table</a:t>
                      </a:r>
                    </a:p>
                    <a:p>
                      <a:pPr marL="0" marR="0" lvl="0" indent="0" algn="l" defTabSz="914400" rtl="0" eaLnBrk="1" fontAlgn="auto" latinLnBrk="0" hangingPunct="1">
                        <a:lnSpc>
                          <a:spcPct val="100000"/>
                        </a:lnSpc>
                        <a:spcBef>
                          <a:spcPts val="0"/>
                        </a:spcBef>
                        <a:spcAft>
                          <a:spcPts val="0"/>
                        </a:spcAft>
                        <a:buClrTx/>
                        <a:buSzTx/>
                        <a:buFontTx/>
                        <a:buNone/>
                        <a:tabLst/>
                        <a:defRPr/>
                      </a:pPr>
                      <a:r>
                        <a:rPr lang="en-IN" sz="1500" i="1" err="1">
                          <a:solidFill>
                            <a:schemeClr val="accent6">
                              <a:lumMod val="10000"/>
                            </a:schemeClr>
                          </a:solidFill>
                        </a:rPr>
                        <a:t>Eg</a:t>
                      </a:r>
                      <a:r>
                        <a:rPr lang="en-IN" sz="1500" i="1">
                          <a:solidFill>
                            <a:schemeClr val="accent6">
                              <a:lumMod val="10000"/>
                            </a:schemeClr>
                          </a:solidFill>
                        </a:rPr>
                        <a:t>: HBK</a:t>
                      </a:r>
                      <a:r>
                        <a:rPr lang="en-IN" sz="1500" i="1" baseline="0">
                          <a:solidFill>
                            <a:schemeClr val="accent6">
                              <a:lumMod val="10000"/>
                            </a:schemeClr>
                          </a:solidFill>
                        </a:rPr>
                        <a:t> = HBK1, HV = HV1, VF = D1, VT = D2, NULL, DT = NULL</a:t>
                      </a:r>
                    </a:p>
                    <a:p>
                      <a:pPr marL="0" marR="0" lvl="0" indent="0" algn="l" defTabSz="914400" rtl="0" eaLnBrk="1" fontAlgn="auto" latinLnBrk="0" hangingPunct="1">
                        <a:lnSpc>
                          <a:spcPct val="100000"/>
                        </a:lnSpc>
                        <a:spcBef>
                          <a:spcPts val="0"/>
                        </a:spcBef>
                        <a:spcAft>
                          <a:spcPts val="0"/>
                        </a:spcAft>
                        <a:buClrTx/>
                        <a:buSzTx/>
                        <a:buFontTx/>
                        <a:buNone/>
                        <a:tabLst/>
                        <a:defRPr/>
                      </a:pPr>
                      <a:r>
                        <a:rPr lang="en-IN" sz="1500" i="1">
                          <a:solidFill>
                            <a:schemeClr val="accent6">
                              <a:lumMod val="10000"/>
                            </a:schemeClr>
                          </a:solidFill>
                        </a:rPr>
                        <a:t>      </a:t>
                      </a:r>
                      <a:r>
                        <a:rPr lang="en-IN" sz="1500" i="1" baseline="0">
                          <a:solidFill>
                            <a:schemeClr val="accent6">
                              <a:lumMod val="10000"/>
                            </a:schemeClr>
                          </a:solidFill>
                        </a:rPr>
                        <a:t> </a:t>
                      </a:r>
                      <a:r>
                        <a:rPr lang="en-IN" sz="1500" i="1">
                          <a:solidFill>
                            <a:schemeClr val="accent6">
                              <a:lumMod val="10000"/>
                            </a:schemeClr>
                          </a:solidFill>
                        </a:rPr>
                        <a:t>HBK</a:t>
                      </a:r>
                      <a:r>
                        <a:rPr lang="en-IN" sz="1500" i="1" baseline="0">
                          <a:solidFill>
                            <a:schemeClr val="accent6">
                              <a:lumMod val="10000"/>
                            </a:schemeClr>
                          </a:solidFill>
                        </a:rPr>
                        <a:t> = HBK1, HV = HV2, VF = D2, VT = NULL, DT = NULL</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1500" kern="1200">
                          <a:solidFill>
                            <a:schemeClr val="dk1"/>
                          </a:solidFill>
                          <a:latin typeface="+mn-lt"/>
                          <a:ea typeface="+mn-ea"/>
                          <a:cs typeface="+mn-cs"/>
                        </a:rPr>
                        <a:t>No impact on existing dataset</a:t>
                      </a:r>
                      <a:endParaRPr lang="en-IN" sz="1500" i="1" baseline="0">
                        <a:solidFill>
                          <a:schemeClr val="accent6">
                            <a:lumMod val="10000"/>
                          </a:schemeClr>
                        </a:solidFill>
                      </a:endParaRPr>
                    </a:p>
                  </a:txBody>
                  <a:tcPr/>
                </a:tc>
                <a:extLst>
                  <a:ext uri="{0D108BD9-81ED-4DB2-BD59-A6C34878D82A}">
                    <a16:rowId xmlns:a16="http://schemas.microsoft.com/office/drawing/2014/main" val="1083202189"/>
                  </a:ext>
                </a:extLst>
              </a:tr>
              <a:tr h="219000">
                <a:tc>
                  <a:txBody>
                    <a:bodyPr/>
                    <a:lstStyle/>
                    <a:p>
                      <a:pPr algn="ctr"/>
                      <a:r>
                        <a:rPr lang="en-IN" sz="1500"/>
                        <a:t>4</a:t>
                      </a:r>
                      <a:endParaRPr lang="en-US" sz="1500"/>
                    </a:p>
                  </a:txBody>
                  <a:tcPr/>
                </a:tc>
                <a:tc>
                  <a:txBody>
                    <a:bodyPr/>
                    <a:lstStyle/>
                    <a:p>
                      <a:pPr marL="0" marR="0" lvl="0" indent="0" algn="l" rtl="0" eaLnBrk="1" fontAlgn="auto" latinLnBrk="0" hangingPunct="1">
                        <a:lnSpc>
                          <a:spcPct val="100000"/>
                        </a:lnSpc>
                        <a:spcBef>
                          <a:spcPts val="0"/>
                        </a:spcBef>
                        <a:spcAft>
                          <a:spcPts val="0"/>
                        </a:spcAft>
                        <a:buClrTx/>
                        <a:buSzTx/>
                        <a:buFontTx/>
                        <a:buNone/>
                      </a:pPr>
                      <a:r>
                        <a:rPr lang="en-IN" sz="1500" baseline="0"/>
                        <a:t>A record (existing in Standardised) doesn’t appear in Raw</a:t>
                      </a:r>
                      <a:endParaRPr lang="en-US" sz="1500"/>
                    </a:p>
                  </a:txBody>
                  <a:tcPr/>
                </a:tc>
                <a:tc>
                  <a:txBody>
                    <a:bodyPr/>
                    <a:lstStyle/>
                    <a:p>
                      <a:r>
                        <a:rPr lang="en-IN" sz="1500" baseline="0"/>
                        <a:t>Existing Record gets updated with DTS in standardised</a:t>
                      </a:r>
                    </a:p>
                    <a:p>
                      <a:pPr marL="0" marR="0" lvl="0" indent="0" algn="l" defTabSz="914400" rtl="0" eaLnBrk="1" fontAlgn="auto" latinLnBrk="0" hangingPunct="1">
                        <a:lnSpc>
                          <a:spcPct val="100000"/>
                        </a:lnSpc>
                        <a:spcBef>
                          <a:spcPts val="0"/>
                        </a:spcBef>
                        <a:spcAft>
                          <a:spcPts val="0"/>
                        </a:spcAft>
                        <a:buClrTx/>
                        <a:buSzTx/>
                        <a:buFontTx/>
                        <a:buNone/>
                        <a:tabLst/>
                        <a:defRPr/>
                      </a:pPr>
                      <a:r>
                        <a:rPr lang="en-IN" sz="1500" i="1" u="none" err="1">
                          <a:solidFill>
                            <a:schemeClr val="accent6">
                              <a:lumMod val="10000"/>
                            </a:schemeClr>
                          </a:solidFill>
                        </a:rPr>
                        <a:t>Eg</a:t>
                      </a:r>
                      <a:r>
                        <a:rPr lang="en-IN" sz="1500" i="1" u="none">
                          <a:solidFill>
                            <a:schemeClr val="accent6">
                              <a:lumMod val="10000"/>
                            </a:schemeClr>
                          </a:solidFill>
                        </a:rPr>
                        <a:t>: HBK</a:t>
                      </a:r>
                      <a:r>
                        <a:rPr lang="en-IN" sz="1500" i="1" u="none" baseline="0">
                          <a:solidFill>
                            <a:schemeClr val="accent6">
                              <a:lumMod val="10000"/>
                            </a:schemeClr>
                          </a:solidFill>
                        </a:rPr>
                        <a:t> = HBK1, HV = HV1, VF = D1, VT = D2, NULL, DT = NULL</a:t>
                      </a:r>
                    </a:p>
                    <a:p>
                      <a:pPr marL="0" marR="0" lvl="0" indent="0" algn="l" defTabSz="914400" rtl="0" eaLnBrk="1" fontAlgn="auto" latinLnBrk="0" hangingPunct="1">
                        <a:lnSpc>
                          <a:spcPct val="100000"/>
                        </a:lnSpc>
                        <a:spcBef>
                          <a:spcPts val="0"/>
                        </a:spcBef>
                        <a:spcAft>
                          <a:spcPts val="0"/>
                        </a:spcAft>
                        <a:buClrTx/>
                        <a:buSzTx/>
                        <a:buFontTx/>
                        <a:buNone/>
                        <a:tabLst/>
                        <a:defRPr/>
                      </a:pPr>
                      <a:r>
                        <a:rPr lang="en-IN" sz="1500" i="1" u="none">
                          <a:solidFill>
                            <a:schemeClr val="accent6">
                              <a:lumMod val="10000"/>
                            </a:schemeClr>
                          </a:solidFill>
                        </a:rPr>
                        <a:t>       HBK</a:t>
                      </a:r>
                      <a:r>
                        <a:rPr lang="en-IN" sz="1500" i="1" u="none" baseline="0">
                          <a:solidFill>
                            <a:schemeClr val="accent6">
                              <a:lumMod val="10000"/>
                            </a:schemeClr>
                          </a:solidFill>
                        </a:rPr>
                        <a:t> = HBK1, HV = HV2, VF = D2, VT = NULL, </a:t>
                      </a:r>
                      <a:r>
                        <a:rPr lang="en-IN" sz="1500" b="1" i="1" u="sng" baseline="0">
                          <a:solidFill>
                            <a:schemeClr val="accent6">
                              <a:lumMod val="10000"/>
                            </a:schemeClr>
                          </a:solidFill>
                        </a:rPr>
                        <a:t>DT = D4</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1500" kern="1200">
                          <a:solidFill>
                            <a:schemeClr val="dk1"/>
                          </a:solidFill>
                          <a:latin typeface="+mn-lt"/>
                          <a:ea typeface="+mn-ea"/>
                          <a:cs typeface="+mn-cs"/>
                        </a:rPr>
                        <a:t>Existing active record marked as deleted</a:t>
                      </a:r>
                      <a:endParaRPr lang="en-US" sz="1500" kern="1200">
                        <a:solidFill>
                          <a:schemeClr val="dk1"/>
                        </a:solidFill>
                        <a:latin typeface="+mn-lt"/>
                        <a:ea typeface="+mn-ea"/>
                        <a:cs typeface="+mn-cs"/>
                      </a:endParaRPr>
                    </a:p>
                  </a:txBody>
                  <a:tcPr/>
                </a:tc>
                <a:extLst>
                  <a:ext uri="{0D108BD9-81ED-4DB2-BD59-A6C34878D82A}">
                    <a16:rowId xmlns:a16="http://schemas.microsoft.com/office/drawing/2014/main" val="492063053"/>
                  </a:ext>
                </a:extLst>
              </a:tr>
              <a:tr h="281571">
                <a:tc>
                  <a:txBody>
                    <a:bodyPr/>
                    <a:lstStyle/>
                    <a:p>
                      <a:pPr algn="ctr"/>
                      <a:r>
                        <a:rPr lang="en-IN" sz="1500"/>
                        <a:t>5</a:t>
                      </a:r>
                      <a:endParaRPr lang="en-US" sz="1500"/>
                    </a:p>
                  </a:txBody>
                  <a:tcPr/>
                </a:tc>
                <a:tc>
                  <a:txBody>
                    <a:bodyPr/>
                    <a:lstStyle/>
                    <a:p>
                      <a:pPr marL="0" marR="0" lvl="0" indent="0" algn="l" rtl="0" eaLnBrk="1" fontAlgn="auto" latinLnBrk="0" hangingPunct="1">
                        <a:lnSpc>
                          <a:spcPct val="100000"/>
                        </a:lnSpc>
                        <a:spcBef>
                          <a:spcPts val="0"/>
                        </a:spcBef>
                        <a:spcAft>
                          <a:spcPts val="0"/>
                        </a:spcAft>
                        <a:buClrTx/>
                        <a:buSzTx/>
                        <a:buFontTx/>
                        <a:buNone/>
                      </a:pPr>
                      <a:r>
                        <a:rPr lang="en-IN" sz="1500" baseline="0"/>
                        <a:t>Same record (mentioned step 4) re-appears in Raw</a:t>
                      </a:r>
                      <a:endParaRPr lang="en-US" sz="1500"/>
                    </a:p>
                    <a:p>
                      <a:pPr marL="0" marR="0" lvl="0" indent="0" algn="l" rtl="0">
                        <a:lnSpc>
                          <a:spcPct val="100000"/>
                        </a:lnSpc>
                        <a:spcBef>
                          <a:spcPts val="0"/>
                        </a:spcBef>
                        <a:spcAft>
                          <a:spcPts val="0"/>
                        </a:spcAft>
                        <a:buClrTx/>
                        <a:buSzTx/>
                        <a:buFontTx/>
                        <a:buNone/>
                      </a:pPr>
                      <a:r>
                        <a:rPr lang="en-IN" sz="1500" i="1" err="1">
                          <a:solidFill>
                            <a:schemeClr val="accent6">
                              <a:lumMod val="10000"/>
                            </a:schemeClr>
                          </a:solidFill>
                        </a:rPr>
                        <a:t>Eg</a:t>
                      </a:r>
                      <a:r>
                        <a:rPr lang="en-IN" sz="1500" i="1">
                          <a:solidFill>
                            <a:schemeClr val="accent6">
                              <a:lumMod val="10000"/>
                            </a:schemeClr>
                          </a:solidFill>
                        </a:rPr>
                        <a:t>: HBK</a:t>
                      </a:r>
                      <a:r>
                        <a:rPr lang="en-IN" sz="1500" i="1" baseline="0">
                          <a:solidFill>
                            <a:schemeClr val="accent6">
                              <a:lumMod val="10000"/>
                            </a:schemeClr>
                          </a:solidFill>
                        </a:rPr>
                        <a:t> = 1, HV = 2, LCT = D5</a:t>
                      </a:r>
                      <a:endParaRPr lang="en-US" sz="1500" i="1">
                        <a:solidFill>
                          <a:schemeClr val="accent6">
                            <a:lumMod val="10000"/>
                          </a:schemeClr>
                        </a:solidFill>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1500"/>
                        <a:t>Existing active</a:t>
                      </a:r>
                      <a:r>
                        <a:rPr lang="en-IN" sz="1500" baseline="0"/>
                        <a:t> r</a:t>
                      </a:r>
                      <a:r>
                        <a:rPr lang="en-IN" sz="1500"/>
                        <a:t>ecord marked as inactive</a:t>
                      </a:r>
                    </a:p>
                    <a:p>
                      <a:r>
                        <a:rPr lang="en-IN" sz="1500" baseline="0"/>
                        <a:t>Record gets inserted as new and active record in standardised</a:t>
                      </a:r>
                    </a:p>
                    <a:p>
                      <a:r>
                        <a:rPr lang="en-IN" sz="1500" i="1" err="1">
                          <a:solidFill>
                            <a:schemeClr val="accent6">
                              <a:lumMod val="10000"/>
                            </a:schemeClr>
                          </a:solidFill>
                        </a:rPr>
                        <a:t>Eg</a:t>
                      </a:r>
                      <a:r>
                        <a:rPr lang="en-IN" sz="1500" i="1">
                          <a:solidFill>
                            <a:schemeClr val="accent6">
                              <a:lumMod val="10000"/>
                            </a:schemeClr>
                          </a:solidFill>
                        </a:rPr>
                        <a:t>: HBK</a:t>
                      </a:r>
                      <a:r>
                        <a:rPr lang="en-IN" sz="1500" i="1" baseline="0">
                          <a:solidFill>
                            <a:schemeClr val="accent6">
                              <a:lumMod val="10000"/>
                            </a:schemeClr>
                          </a:solidFill>
                        </a:rPr>
                        <a:t> = HBK1, HV = HV1, VF = D1, VT = D2, NULL, DT = NULL</a:t>
                      </a:r>
                    </a:p>
                    <a:p>
                      <a:pPr marL="0" marR="0" lvl="0" indent="0" algn="l" defTabSz="914400" rtl="0" eaLnBrk="1" fontAlgn="auto" latinLnBrk="0" hangingPunct="1">
                        <a:lnSpc>
                          <a:spcPct val="100000"/>
                        </a:lnSpc>
                        <a:spcBef>
                          <a:spcPts val="0"/>
                        </a:spcBef>
                        <a:spcAft>
                          <a:spcPts val="0"/>
                        </a:spcAft>
                        <a:buClrTx/>
                        <a:buSzTx/>
                        <a:buFontTx/>
                        <a:buNone/>
                        <a:tabLst/>
                        <a:defRPr/>
                      </a:pPr>
                      <a:r>
                        <a:rPr lang="en-IN" sz="1500" i="1">
                          <a:solidFill>
                            <a:schemeClr val="accent6">
                              <a:lumMod val="10000"/>
                            </a:schemeClr>
                          </a:solidFill>
                        </a:rPr>
                        <a:t>       HBK</a:t>
                      </a:r>
                      <a:r>
                        <a:rPr lang="en-IN" sz="1500" i="1" baseline="0">
                          <a:solidFill>
                            <a:schemeClr val="accent6">
                              <a:lumMod val="10000"/>
                            </a:schemeClr>
                          </a:solidFill>
                        </a:rPr>
                        <a:t> = HBK1, HV = HV2, VF = D2, </a:t>
                      </a:r>
                      <a:r>
                        <a:rPr lang="en-IN" sz="1500" b="1" i="0" u="sng" baseline="0">
                          <a:solidFill>
                            <a:schemeClr val="accent6">
                              <a:lumMod val="10000"/>
                            </a:schemeClr>
                          </a:solidFill>
                        </a:rPr>
                        <a:t>VT = D5</a:t>
                      </a:r>
                      <a:r>
                        <a:rPr lang="en-IN" sz="1500" i="1" baseline="0">
                          <a:solidFill>
                            <a:schemeClr val="accent6">
                              <a:lumMod val="10000"/>
                            </a:schemeClr>
                          </a:solidFill>
                        </a:rPr>
                        <a:t>, DT = D4</a:t>
                      </a:r>
                    </a:p>
                    <a:p>
                      <a:pPr marL="0" marR="0" lvl="0" indent="0" algn="l" defTabSz="914400" rtl="0" eaLnBrk="1" fontAlgn="auto" latinLnBrk="0" hangingPunct="1">
                        <a:lnSpc>
                          <a:spcPct val="100000"/>
                        </a:lnSpc>
                        <a:spcBef>
                          <a:spcPts val="0"/>
                        </a:spcBef>
                        <a:spcAft>
                          <a:spcPts val="0"/>
                        </a:spcAft>
                        <a:buClrTx/>
                        <a:buSzTx/>
                        <a:buFontTx/>
                        <a:buNone/>
                        <a:tabLst/>
                        <a:defRPr/>
                      </a:pPr>
                      <a:r>
                        <a:rPr lang="en-IN" sz="1500" i="1">
                          <a:solidFill>
                            <a:schemeClr val="accent6">
                              <a:lumMod val="10000"/>
                            </a:schemeClr>
                          </a:solidFill>
                        </a:rPr>
                        <a:t>       HBK</a:t>
                      </a:r>
                      <a:r>
                        <a:rPr lang="en-IN" sz="1500" i="1" baseline="0">
                          <a:solidFill>
                            <a:schemeClr val="accent6">
                              <a:lumMod val="10000"/>
                            </a:schemeClr>
                          </a:solidFill>
                        </a:rPr>
                        <a:t> = HBK1, HV = HV2, </a:t>
                      </a:r>
                      <a:r>
                        <a:rPr lang="en-IN" sz="1500" b="1" i="0" u="sng" baseline="0">
                          <a:solidFill>
                            <a:schemeClr val="accent6">
                              <a:lumMod val="10000"/>
                            </a:schemeClr>
                          </a:solidFill>
                        </a:rPr>
                        <a:t>VF = D5</a:t>
                      </a:r>
                      <a:r>
                        <a:rPr lang="en-IN" sz="1500" i="1" baseline="0">
                          <a:solidFill>
                            <a:schemeClr val="accent6">
                              <a:lumMod val="10000"/>
                            </a:schemeClr>
                          </a:solidFill>
                        </a:rPr>
                        <a:t>, VT = NULL, DT = NULL</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1500" kern="1200">
                          <a:solidFill>
                            <a:schemeClr val="dk1"/>
                          </a:solidFill>
                          <a:latin typeface="+mn-lt"/>
                          <a:ea typeface="+mn-ea"/>
                          <a:cs typeface="+mn-cs"/>
                        </a:rPr>
                        <a:t>Existing active record marked as inactive, new</a:t>
                      </a:r>
                      <a:r>
                        <a:rPr lang="en-IN" sz="1500" kern="1200" baseline="0">
                          <a:solidFill>
                            <a:schemeClr val="dk1"/>
                          </a:solidFill>
                          <a:latin typeface="+mn-lt"/>
                          <a:ea typeface="+mn-ea"/>
                          <a:cs typeface="+mn-cs"/>
                        </a:rPr>
                        <a:t> active record inserted</a:t>
                      </a:r>
                      <a:endParaRPr lang="en-IN" sz="1500" i="1" baseline="0">
                        <a:solidFill>
                          <a:schemeClr val="accent6">
                            <a:lumMod val="10000"/>
                          </a:schemeClr>
                        </a:solidFill>
                      </a:endParaRPr>
                    </a:p>
                  </a:txBody>
                  <a:tcPr/>
                </a:tc>
                <a:extLst>
                  <a:ext uri="{0D108BD9-81ED-4DB2-BD59-A6C34878D82A}">
                    <a16:rowId xmlns:a16="http://schemas.microsoft.com/office/drawing/2014/main" val="3034433646"/>
                  </a:ext>
                </a:extLst>
              </a:tr>
            </a:tbl>
          </a:graphicData>
        </a:graphic>
      </p:graphicFrame>
      <p:sp>
        <p:nvSpPr>
          <p:cNvPr id="5" name="Rectangle 4"/>
          <p:cNvSpPr/>
          <p:nvPr/>
        </p:nvSpPr>
        <p:spPr>
          <a:xfrm>
            <a:off x="8211523" y="6472409"/>
            <a:ext cx="2728225" cy="302964"/>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 name="Rectangle 6"/>
          <p:cNvSpPr/>
          <p:nvPr/>
        </p:nvSpPr>
        <p:spPr>
          <a:xfrm>
            <a:off x="11005851" y="6290631"/>
            <a:ext cx="837282" cy="35254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128797056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57200" y="405954"/>
            <a:ext cx="11277600" cy="936386"/>
          </a:xfrm>
        </p:spPr>
        <p:txBody>
          <a:bodyPr/>
          <a:lstStyle/>
          <a:p>
            <a:r>
              <a:rPr lang="en-US" b="1" err="1">
                <a:solidFill>
                  <a:srgbClr val="CD2883"/>
                </a:solidFill>
              </a:rPr>
              <a:t>Standardised</a:t>
            </a:r>
            <a:r>
              <a:rPr lang="en-US" b="1">
                <a:solidFill>
                  <a:srgbClr val="CD2883"/>
                </a:solidFill>
              </a:rPr>
              <a:t> To Conformed</a:t>
            </a:r>
            <a:endParaRPr lang="en-US" sz="4200" b="1">
              <a:solidFill>
                <a:srgbClr val="CD2883"/>
              </a:solidFill>
              <a:ea typeface="Calibri Light"/>
              <a:cs typeface="Calibri Light"/>
            </a:endParaRPr>
          </a:p>
        </p:txBody>
      </p:sp>
      <p:grpSp>
        <p:nvGrpSpPr>
          <p:cNvPr id="4" name="Group 3"/>
          <p:cNvGrpSpPr/>
          <p:nvPr/>
        </p:nvGrpSpPr>
        <p:grpSpPr>
          <a:xfrm>
            <a:off x="245027" y="970006"/>
            <a:ext cx="11701947" cy="4917989"/>
            <a:chOff x="245027" y="970006"/>
            <a:chExt cx="11701947" cy="4917989"/>
          </a:xfrm>
        </p:grpSpPr>
        <p:grpSp>
          <p:nvGrpSpPr>
            <p:cNvPr id="49" name="Group 48"/>
            <p:cNvGrpSpPr/>
            <p:nvPr/>
          </p:nvGrpSpPr>
          <p:grpSpPr>
            <a:xfrm>
              <a:off x="245027" y="1499341"/>
              <a:ext cx="1071154" cy="793559"/>
              <a:chOff x="999310" y="1342340"/>
              <a:chExt cx="1071154" cy="936386"/>
            </a:xfrm>
          </p:grpSpPr>
          <p:pic>
            <p:nvPicPr>
              <p:cNvPr id="76" name="Picture 75"/>
              <p:cNvPicPr>
                <a:picLocks noChangeAspect="1"/>
              </p:cNvPicPr>
              <p:nvPr/>
            </p:nvPicPr>
            <p:blipFill rotWithShape="1">
              <a:blip r:embed="rId2" cstate="print">
                <a:extLst>
                  <a:ext uri="{28A0092B-C50C-407E-A947-70E740481C1C}">
                    <a14:useLocalDpi xmlns:a14="http://schemas.microsoft.com/office/drawing/2010/main" val="0"/>
                  </a:ext>
                </a:extLst>
              </a:blip>
              <a:srcRect l="31768" r="10034"/>
              <a:stretch/>
            </p:blipFill>
            <p:spPr>
              <a:xfrm>
                <a:off x="999310" y="1920745"/>
                <a:ext cx="1071154" cy="357981"/>
              </a:xfrm>
              <a:prstGeom prst="rect">
                <a:avLst/>
              </a:prstGeom>
            </p:spPr>
          </p:pic>
          <p:pic>
            <p:nvPicPr>
              <p:cNvPr id="77" name="Picture 76"/>
              <p:cNvPicPr>
                <a:picLocks noChangeAspect="1"/>
              </p:cNvPicPr>
              <p:nvPr/>
            </p:nvPicPr>
            <p:blipFill rotWithShape="1">
              <a:blip r:embed="rId3">
                <a:extLst>
                  <a:ext uri="{BEBA8EAE-BF5A-486C-A8C5-ECC9F3942E4B}">
                    <a14:imgProps xmlns:a14="http://schemas.microsoft.com/office/drawing/2010/main">
                      <a14:imgLayer r:embed="rId4">
                        <a14:imgEffect>
                          <a14:saturation sat="0"/>
                        </a14:imgEffect>
                        <a14:imgEffect>
                          <a14:brightnessContrast contrast="20000"/>
                        </a14:imgEffect>
                      </a14:imgLayer>
                    </a14:imgProps>
                  </a:ext>
                  <a:ext uri="{28A0092B-C50C-407E-A947-70E740481C1C}">
                    <a14:useLocalDpi xmlns:a14="http://schemas.microsoft.com/office/drawing/2010/main" val="0"/>
                  </a:ext>
                </a:extLst>
              </a:blip>
              <a:srcRect l="8507" r="66705"/>
              <a:stretch/>
            </p:blipFill>
            <p:spPr>
              <a:xfrm>
                <a:off x="1201784" y="1342340"/>
                <a:ext cx="666206" cy="522736"/>
              </a:xfrm>
              <a:prstGeom prst="rect">
                <a:avLst/>
              </a:prstGeom>
            </p:spPr>
          </p:pic>
        </p:grpSp>
        <p:sp>
          <p:nvSpPr>
            <p:cNvPr id="51" name="Right Arrow 50"/>
            <p:cNvSpPr/>
            <p:nvPr/>
          </p:nvSpPr>
          <p:spPr>
            <a:xfrm>
              <a:off x="1554896" y="1800943"/>
              <a:ext cx="580572" cy="190354"/>
            </a:xfrm>
            <a:prstGeom prst="rightArrow">
              <a:avLst/>
            </a:prstGeom>
            <a:solidFill>
              <a:schemeClr val="accent5">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panose="020F0502020204030204"/>
                <a:ea typeface="+mn-ea"/>
                <a:cs typeface="+mn-cs"/>
              </a:endParaRPr>
            </a:p>
          </p:txBody>
        </p:sp>
        <p:sp>
          <p:nvSpPr>
            <p:cNvPr id="52" name="Right Arrow 51"/>
            <p:cNvSpPr/>
            <p:nvPr/>
          </p:nvSpPr>
          <p:spPr>
            <a:xfrm>
              <a:off x="3549284" y="1800943"/>
              <a:ext cx="580572" cy="190354"/>
            </a:xfrm>
            <a:prstGeom prst="rightArrow">
              <a:avLst/>
            </a:prstGeom>
            <a:solidFill>
              <a:schemeClr val="accent5">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panose="020F0502020204030204"/>
                <a:ea typeface="+mn-ea"/>
                <a:cs typeface="+mn-cs"/>
              </a:endParaRPr>
            </a:p>
          </p:txBody>
        </p:sp>
        <p:sp>
          <p:nvSpPr>
            <p:cNvPr id="53" name="Right Arrow 52"/>
            <p:cNvSpPr/>
            <p:nvPr/>
          </p:nvSpPr>
          <p:spPr>
            <a:xfrm>
              <a:off x="10200443" y="1804763"/>
              <a:ext cx="580572" cy="190354"/>
            </a:xfrm>
            <a:prstGeom prst="rightArrow">
              <a:avLst/>
            </a:prstGeom>
            <a:solidFill>
              <a:schemeClr val="accent5">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panose="020F0502020204030204"/>
                <a:ea typeface="+mn-ea"/>
                <a:cs typeface="+mn-cs"/>
              </a:endParaRPr>
            </a:p>
          </p:txBody>
        </p:sp>
        <p:pic>
          <p:nvPicPr>
            <p:cNvPr id="54" name="Picture 53"/>
            <p:cNvPicPr>
              <a:picLocks noChangeAspect="1"/>
            </p:cNvPicPr>
            <p:nvPr/>
          </p:nvPicPr>
          <p:blipFill>
            <a:blip r:embed="rId5" cstate="print">
              <a:extLst>
                <a:ext uri="{BEBA8EAE-BF5A-486C-A8C5-ECC9F3942E4B}">
                  <a14:imgProps xmlns:a14="http://schemas.microsoft.com/office/drawing/2010/main">
                    <a14:imgLayer r:embed="rId6">
                      <a14:imgEffect>
                        <a14:saturation sat="0"/>
                      </a14:imgEffect>
                      <a14:imgEffect>
                        <a14:brightnessContrast contrast="20000"/>
                      </a14:imgEffect>
                    </a14:imgLayer>
                  </a14:imgProps>
                </a:ext>
                <a:ext uri="{28A0092B-C50C-407E-A947-70E740481C1C}">
                  <a14:useLocalDpi xmlns:a14="http://schemas.microsoft.com/office/drawing/2010/main" val="0"/>
                </a:ext>
              </a:extLst>
            </a:blip>
            <a:stretch>
              <a:fillRect/>
            </a:stretch>
          </p:blipFill>
          <p:spPr>
            <a:xfrm>
              <a:off x="11010588" y="1499341"/>
              <a:ext cx="936386" cy="793559"/>
            </a:xfrm>
            <a:prstGeom prst="rect">
              <a:avLst/>
            </a:prstGeom>
            <a:solidFill>
              <a:schemeClr val="tx1"/>
            </a:solidFill>
          </p:spPr>
        </p:pic>
        <p:grpSp>
          <p:nvGrpSpPr>
            <p:cNvPr id="55" name="Group 54"/>
            <p:cNvGrpSpPr/>
            <p:nvPr/>
          </p:nvGrpSpPr>
          <p:grpSpPr>
            <a:xfrm>
              <a:off x="754837" y="2844485"/>
              <a:ext cx="1576531" cy="1806552"/>
              <a:chOff x="955415" y="3360918"/>
              <a:chExt cx="1900644" cy="1300827"/>
            </a:xfrm>
          </p:grpSpPr>
          <p:sp>
            <p:nvSpPr>
              <p:cNvPr id="73" name="Freeform 72"/>
              <p:cNvSpPr/>
              <p:nvPr/>
            </p:nvSpPr>
            <p:spPr>
              <a:xfrm>
                <a:off x="955415" y="3360918"/>
                <a:ext cx="1900644" cy="420033"/>
              </a:xfrm>
              <a:custGeom>
                <a:avLst/>
                <a:gdLst>
                  <a:gd name="connsiteX0" fmla="*/ 209245 w 1255447"/>
                  <a:gd name="connsiteY0" fmla="*/ 0 h 6775979"/>
                  <a:gd name="connsiteX1" fmla="*/ 1046202 w 1255447"/>
                  <a:gd name="connsiteY1" fmla="*/ 0 h 6775979"/>
                  <a:gd name="connsiteX2" fmla="*/ 1255447 w 1255447"/>
                  <a:gd name="connsiteY2" fmla="*/ 209245 h 6775979"/>
                  <a:gd name="connsiteX3" fmla="*/ 1255447 w 1255447"/>
                  <a:gd name="connsiteY3" fmla="*/ 6775979 h 6775979"/>
                  <a:gd name="connsiteX4" fmla="*/ 1255447 w 1255447"/>
                  <a:gd name="connsiteY4" fmla="*/ 6775979 h 6775979"/>
                  <a:gd name="connsiteX5" fmla="*/ 0 w 1255447"/>
                  <a:gd name="connsiteY5" fmla="*/ 6775979 h 6775979"/>
                  <a:gd name="connsiteX6" fmla="*/ 0 w 1255447"/>
                  <a:gd name="connsiteY6" fmla="*/ 6775979 h 6775979"/>
                  <a:gd name="connsiteX7" fmla="*/ 0 w 1255447"/>
                  <a:gd name="connsiteY7" fmla="*/ 209245 h 6775979"/>
                  <a:gd name="connsiteX8" fmla="*/ 209245 w 1255447"/>
                  <a:gd name="connsiteY8" fmla="*/ 0 h 67759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55447" h="6775979">
                    <a:moveTo>
                      <a:pt x="1255447" y="1129352"/>
                    </a:moveTo>
                    <a:lnTo>
                      <a:pt x="1255447" y="5646627"/>
                    </a:lnTo>
                    <a:cubicBezTo>
                      <a:pt x="1255447" y="6270350"/>
                      <a:pt x="1238090" y="6775976"/>
                      <a:pt x="1216678" y="6775976"/>
                    </a:cubicBezTo>
                    <a:lnTo>
                      <a:pt x="0" y="6775976"/>
                    </a:lnTo>
                    <a:lnTo>
                      <a:pt x="0" y="6775976"/>
                    </a:lnTo>
                    <a:lnTo>
                      <a:pt x="0" y="3"/>
                    </a:lnTo>
                    <a:lnTo>
                      <a:pt x="0" y="3"/>
                    </a:lnTo>
                    <a:lnTo>
                      <a:pt x="1216678" y="3"/>
                    </a:lnTo>
                    <a:cubicBezTo>
                      <a:pt x="1238090" y="3"/>
                      <a:pt x="1255447" y="505629"/>
                      <a:pt x="1255447" y="1129352"/>
                    </a:cubicBezTo>
                    <a:close/>
                  </a:path>
                </a:pathLst>
              </a:custGeom>
            </p:spPr>
            <p:style>
              <a:lnRef idx="2">
                <a:schemeClr val="accent1">
                  <a:hueOff val="0"/>
                  <a:satOff val="0"/>
                  <a:lumOff val="0"/>
                  <a:alphaOff val="0"/>
                </a:schemeClr>
              </a:lnRef>
              <a:fillRef idx="1">
                <a:schemeClr val="lt1">
                  <a:alpha val="90000"/>
                  <a:hueOff val="0"/>
                  <a:satOff val="0"/>
                  <a:lumOff val="0"/>
                  <a:alphaOff val="0"/>
                </a:schemeClr>
              </a:fillRef>
              <a:effectRef idx="0">
                <a:schemeClr val="lt1">
                  <a:alpha val="90000"/>
                  <a:hueOff val="0"/>
                  <a:satOff val="0"/>
                  <a:lumOff val="0"/>
                  <a:alphaOff val="0"/>
                </a:schemeClr>
              </a:effectRef>
              <a:fontRef idx="minor">
                <a:schemeClr val="dk1">
                  <a:hueOff val="0"/>
                  <a:satOff val="0"/>
                  <a:lumOff val="0"/>
                  <a:alphaOff val="0"/>
                </a:schemeClr>
              </a:fontRef>
            </p:style>
            <p:txBody>
              <a:bodyPr spcFirstLastPara="0" vert="horz" wrap="square" lIns="248920" tIns="83511" rIns="83511" bIns="83511" numCol="1" spcCol="1270" anchor="ctr" anchorCtr="0">
                <a:noAutofit/>
              </a:bodyPr>
              <a:lstStyle/>
              <a:p>
                <a:pPr marL="0" marR="0" lvl="1" indent="0" algn="l" defTabSz="1555750" rtl="0" eaLnBrk="1" fontAlgn="auto" latinLnBrk="0" hangingPunct="1">
                  <a:lnSpc>
                    <a:spcPct val="90000"/>
                  </a:lnSpc>
                  <a:spcBef>
                    <a:spcPct val="0"/>
                  </a:spcBef>
                  <a:spcAft>
                    <a:spcPct val="15000"/>
                  </a:spcAft>
                  <a:buClrTx/>
                  <a:buSzTx/>
                  <a:buFontTx/>
                  <a:buNone/>
                  <a:tabLst/>
                  <a:defRPr/>
                </a:pPr>
                <a:r>
                  <a:rPr kumimoji="0" lang="en-IN" sz="1300" b="0" i="0" u="none" strike="noStrike" kern="1200" cap="none" spc="0" normalizeH="0" baseline="0" noProof="0">
                    <a:ln>
                      <a:noFill/>
                    </a:ln>
                    <a:solidFill>
                      <a:srgbClr val="000000">
                        <a:lumMod val="75000"/>
                        <a:lumOff val="25000"/>
                      </a:srgbClr>
                    </a:solidFill>
                    <a:effectLst/>
                    <a:uLnTx/>
                    <a:uFillTx/>
                    <a:latin typeface="Calibri" panose="020F0502020204030204"/>
                    <a:ea typeface="+mn-ea"/>
                    <a:cs typeface="+mn-cs"/>
                  </a:rPr>
                  <a:t>Looks for active Batch and BED in SQLDB</a:t>
                </a:r>
                <a:endParaRPr kumimoji="0" lang="en-US" sz="1300" b="0" i="0" u="none" strike="noStrike" kern="1200" cap="none" spc="0" normalizeH="0" baseline="0" noProof="0">
                  <a:ln>
                    <a:noFill/>
                  </a:ln>
                  <a:solidFill>
                    <a:srgbClr val="000000">
                      <a:lumMod val="75000"/>
                      <a:lumOff val="25000"/>
                    </a:srgbClr>
                  </a:solidFill>
                  <a:effectLst/>
                  <a:uLnTx/>
                  <a:uFillTx/>
                  <a:latin typeface="Calibri" panose="020F0502020204030204"/>
                  <a:ea typeface="+mn-ea"/>
                  <a:cs typeface="+mn-cs"/>
                </a:endParaRPr>
              </a:p>
            </p:txBody>
          </p:sp>
          <p:sp>
            <p:nvSpPr>
              <p:cNvPr id="74" name="Freeform 73"/>
              <p:cNvSpPr/>
              <p:nvPr/>
            </p:nvSpPr>
            <p:spPr>
              <a:xfrm>
                <a:off x="955415" y="3805607"/>
                <a:ext cx="1900644" cy="420033"/>
              </a:xfrm>
              <a:custGeom>
                <a:avLst/>
                <a:gdLst>
                  <a:gd name="connsiteX0" fmla="*/ 209245 w 1255447"/>
                  <a:gd name="connsiteY0" fmla="*/ 0 h 6775979"/>
                  <a:gd name="connsiteX1" fmla="*/ 1046202 w 1255447"/>
                  <a:gd name="connsiteY1" fmla="*/ 0 h 6775979"/>
                  <a:gd name="connsiteX2" fmla="*/ 1255447 w 1255447"/>
                  <a:gd name="connsiteY2" fmla="*/ 209245 h 6775979"/>
                  <a:gd name="connsiteX3" fmla="*/ 1255447 w 1255447"/>
                  <a:gd name="connsiteY3" fmla="*/ 6775979 h 6775979"/>
                  <a:gd name="connsiteX4" fmla="*/ 1255447 w 1255447"/>
                  <a:gd name="connsiteY4" fmla="*/ 6775979 h 6775979"/>
                  <a:gd name="connsiteX5" fmla="*/ 0 w 1255447"/>
                  <a:gd name="connsiteY5" fmla="*/ 6775979 h 6775979"/>
                  <a:gd name="connsiteX6" fmla="*/ 0 w 1255447"/>
                  <a:gd name="connsiteY6" fmla="*/ 6775979 h 6775979"/>
                  <a:gd name="connsiteX7" fmla="*/ 0 w 1255447"/>
                  <a:gd name="connsiteY7" fmla="*/ 209245 h 6775979"/>
                  <a:gd name="connsiteX8" fmla="*/ 209245 w 1255447"/>
                  <a:gd name="connsiteY8" fmla="*/ 0 h 67759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55447" h="6775979">
                    <a:moveTo>
                      <a:pt x="1255447" y="1129352"/>
                    </a:moveTo>
                    <a:lnTo>
                      <a:pt x="1255447" y="5646627"/>
                    </a:lnTo>
                    <a:cubicBezTo>
                      <a:pt x="1255447" y="6270350"/>
                      <a:pt x="1238090" y="6775976"/>
                      <a:pt x="1216678" y="6775976"/>
                    </a:cubicBezTo>
                    <a:lnTo>
                      <a:pt x="0" y="6775976"/>
                    </a:lnTo>
                    <a:lnTo>
                      <a:pt x="0" y="6775976"/>
                    </a:lnTo>
                    <a:lnTo>
                      <a:pt x="0" y="3"/>
                    </a:lnTo>
                    <a:lnTo>
                      <a:pt x="0" y="3"/>
                    </a:lnTo>
                    <a:lnTo>
                      <a:pt x="1216678" y="3"/>
                    </a:lnTo>
                    <a:cubicBezTo>
                      <a:pt x="1238090" y="3"/>
                      <a:pt x="1255447" y="505629"/>
                      <a:pt x="1255447" y="1129352"/>
                    </a:cubicBezTo>
                    <a:close/>
                  </a:path>
                </a:pathLst>
              </a:custGeom>
            </p:spPr>
            <p:style>
              <a:lnRef idx="2">
                <a:schemeClr val="accent1">
                  <a:hueOff val="0"/>
                  <a:satOff val="0"/>
                  <a:lumOff val="0"/>
                  <a:alphaOff val="0"/>
                </a:schemeClr>
              </a:lnRef>
              <a:fillRef idx="1">
                <a:schemeClr val="lt1">
                  <a:alpha val="90000"/>
                  <a:hueOff val="0"/>
                  <a:satOff val="0"/>
                  <a:lumOff val="0"/>
                  <a:alphaOff val="0"/>
                </a:schemeClr>
              </a:fillRef>
              <a:effectRef idx="0">
                <a:schemeClr val="lt1">
                  <a:alpha val="90000"/>
                  <a:hueOff val="0"/>
                  <a:satOff val="0"/>
                  <a:lumOff val="0"/>
                  <a:alphaOff val="0"/>
                </a:schemeClr>
              </a:effectRef>
              <a:fontRef idx="minor">
                <a:schemeClr val="dk1">
                  <a:hueOff val="0"/>
                  <a:satOff val="0"/>
                  <a:lumOff val="0"/>
                  <a:alphaOff val="0"/>
                </a:schemeClr>
              </a:fontRef>
            </p:style>
            <p:txBody>
              <a:bodyPr spcFirstLastPara="0" vert="horz" wrap="square" lIns="248920" tIns="83511" rIns="83511" bIns="83511" numCol="1" spcCol="1270" anchor="ctr" anchorCtr="0">
                <a:noAutofit/>
              </a:bodyPr>
              <a:lstStyle/>
              <a:p>
                <a:pPr marL="0" marR="0" lvl="1" indent="0" algn="l" defTabSz="1555750" rtl="0" eaLnBrk="1" fontAlgn="auto" latinLnBrk="0" hangingPunct="1">
                  <a:lnSpc>
                    <a:spcPct val="90000"/>
                  </a:lnSpc>
                  <a:spcBef>
                    <a:spcPct val="0"/>
                  </a:spcBef>
                  <a:spcAft>
                    <a:spcPct val="15000"/>
                  </a:spcAft>
                  <a:buClrTx/>
                  <a:buSzTx/>
                  <a:buFontTx/>
                  <a:buNone/>
                  <a:tabLst/>
                  <a:defRPr/>
                </a:pPr>
                <a:r>
                  <a:rPr kumimoji="0" lang="en-IN" sz="1300" b="0" i="0" u="none" strike="noStrike" kern="1200" cap="none" spc="0" normalizeH="0" baseline="0" noProof="0">
                    <a:ln>
                      <a:noFill/>
                    </a:ln>
                    <a:solidFill>
                      <a:srgbClr val="000000">
                        <a:lumMod val="75000"/>
                        <a:lumOff val="25000"/>
                      </a:srgbClr>
                    </a:solidFill>
                    <a:effectLst/>
                    <a:uLnTx/>
                    <a:uFillTx/>
                    <a:latin typeface="Calibri" panose="020F0502020204030204"/>
                    <a:ea typeface="+mn-ea"/>
                    <a:cs typeface="+mn-cs"/>
                  </a:rPr>
                  <a:t>Calls custom notebook for individual entity</a:t>
                </a:r>
              </a:p>
            </p:txBody>
          </p:sp>
          <p:sp>
            <p:nvSpPr>
              <p:cNvPr id="75" name="Freeform 74"/>
              <p:cNvSpPr/>
              <p:nvPr/>
            </p:nvSpPr>
            <p:spPr>
              <a:xfrm>
                <a:off x="955415" y="4241712"/>
                <a:ext cx="1900644" cy="420033"/>
              </a:xfrm>
              <a:custGeom>
                <a:avLst/>
                <a:gdLst>
                  <a:gd name="connsiteX0" fmla="*/ 209245 w 1255447"/>
                  <a:gd name="connsiteY0" fmla="*/ 0 h 6775979"/>
                  <a:gd name="connsiteX1" fmla="*/ 1046202 w 1255447"/>
                  <a:gd name="connsiteY1" fmla="*/ 0 h 6775979"/>
                  <a:gd name="connsiteX2" fmla="*/ 1255447 w 1255447"/>
                  <a:gd name="connsiteY2" fmla="*/ 209245 h 6775979"/>
                  <a:gd name="connsiteX3" fmla="*/ 1255447 w 1255447"/>
                  <a:gd name="connsiteY3" fmla="*/ 6775979 h 6775979"/>
                  <a:gd name="connsiteX4" fmla="*/ 1255447 w 1255447"/>
                  <a:gd name="connsiteY4" fmla="*/ 6775979 h 6775979"/>
                  <a:gd name="connsiteX5" fmla="*/ 0 w 1255447"/>
                  <a:gd name="connsiteY5" fmla="*/ 6775979 h 6775979"/>
                  <a:gd name="connsiteX6" fmla="*/ 0 w 1255447"/>
                  <a:gd name="connsiteY6" fmla="*/ 6775979 h 6775979"/>
                  <a:gd name="connsiteX7" fmla="*/ 0 w 1255447"/>
                  <a:gd name="connsiteY7" fmla="*/ 209245 h 6775979"/>
                  <a:gd name="connsiteX8" fmla="*/ 209245 w 1255447"/>
                  <a:gd name="connsiteY8" fmla="*/ 0 h 67759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55447" h="6775979">
                    <a:moveTo>
                      <a:pt x="1255447" y="1129352"/>
                    </a:moveTo>
                    <a:lnTo>
                      <a:pt x="1255447" y="5646627"/>
                    </a:lnTo>
                    <a:cubicBezTo>
                      <a:pt x="1255447" y="6270350"/>
                      <a:pt x="1238090" y="6775976"/>
                      <a:pt x="1216678" y="6775976"/>
                    </a:cubicBezTo>
                    <a:lnTo>
                      <a:pt x="0" y="6775976"/>
                    </a:lnTo>
                    <a:lnTo>
                      <a:pt x="0" y="6775976"/>
                    </a:lnTo>
                    <a:lnTo>
                      <a:pt x="0" y="3"/>
                    </a:lnTo>
                    <a:lnTo>
                      <a:pt x="0" y="3"/>
                    </a:lnTo>
                    <a:lnTo>
                      <a:pt x="1216678" y="3"/>
                    </a:lnTo>
                    <a:cubicBezTo>
                      <a:pt x="1238090" y="3"/>
                      <a:pt x="1255447" y="505629"/>
                      <a:pt x="1255447" y="1129352"/>
                    </a:cubicBezTo>
                    <a:close/>
                  </a:path>
                </a:pathLst>
              </a:custGeom>
            </p:spPr>
            <p:style>
              <a:lnRef idx="2">
                <a:schemeClr val="accent1">
                  <a:hueOff val="0"/>
                  <a:satOff val="0"/>
                  <a:lumOff val="0"/>
                  <a:alphaOff val="0"/>
                </a:schemeClr>
              </a:lnRef>
              <a:fillRef idx="1">
                <a:schemeClr val="lt1">
                  <a:alpha val="90000"/>
                  <a:hueOff val="0"/>
                  <a:satOff val="0"/>
                  <a:lumOff val="0"/>
                  <a:alphaOff val="0"/>
                </a:schemeClr>
              </a:fillRef>
              <a:effectRef idx="0">
                <a:schemeClr val="lt1">
                  <a:alpha val="90000"/>
                  <a:hueOff val="0"/>
                  <a:satOff val="0"/>
                  <a:lumOff val="0"/>
                  <a:alphaOff val="0"/>
                </a:schemeClr>
              </a:effectRef>
              <a:fontRef idx="minor">
                <a:schemeClr val="dk1">
                  <a:hueOff val="0"/>
                  <a:satOff val="0"/>
                  <a:lumOff val="0"/>
                  <a:alphaOff val="0"/>
                </a:schemeClr>
              </a:fontRef>
            </p:style>
            <p:txBody>
              <a:bodyPr spcFirstLastPara="0" vert="horz" wrap="square" lIns="248920" tIns="83511" rIns="83511" bIns="83511" numCol="1" spcCol="1270" anchor="ctr" anchorCtr="0">
                <a:noAutofit/>
              </a:bodyPr>
              <a:lstStyle/>
              <a:p>
                <a:pPr marL="0" marR="0" lvl="1" indent="0" algn="l" defTabSz="1555750" rtl="0" eaLnBrk="1" fontAlgn="auto" latinLnBrk="0" hangingPunct="1">
                  <a:lnSpc>
                    <a:spcPct val="90000"/>
                  </a:lnSpc>
                  <a:spcBef>
                    <a:spcPct val="0"/>
                  </a:spcBef>
                  <a:spcAft>
                    <a:spcPct val="15000"/>
                  </a:spcAft>
                  <a:buClrTx/>
                  <a:buSzTx/>
                  <a:buFontTx/>
                  <a:buNone/>
                  <a:tabLst/>
                  <a:defRPr/>
                </a:pPr>
                <a:r>
                  <a:rPr kumimoji="0" lang="en-IN" sz="1300" b="0" i="0" u="none" strike="noStrike" kern="1200" cap="none" spc="0" normalizeH="0" baseline="0" noProof="0">
                    <a:ln>
                      <a:noFill/>
                    </a:ln>
                    <a:solidFill>
                      <a:srgbClr val="000000">
                        <a:lumMod val="75000"/>
                        <a:lumOff val="25000"/>
                      </a:srgbClr>
                    </a:solidFill>
                    <a:effectLst/>
                    <a:uLnTx/>
                    <a:uFillTx/>
                    <a:latin typeface="Calibri" panose="020F0502020204030204"/>
                    <a:ea typeface="+mn-ea"/>
                    <a:cs typeface="+mn-cs"/>
                  </a:rPr>
                  <a:t>Update the log tables</a:t>
                </a:r>
              </a:p>
            </p:txBody>
          </p:sp>
        </p:grpSp>
        <p:sp>
          <p:nvSpPr>
            <p:cNvPr id="56" name="5-Point Star 55"/>
            <p:cNvSpPr/>
            <p:nvPr/>
          </p:nvSpPr>
          <p:spPr>
            <a:xfrm>
              <a:off x="592443" y="2693614"/>
              <a:ext cx="321491" cy="264599"/>
            </a:xfrm>
            <a:prstGeom prst="star5">
              <a:avLst/>
            </a:prstGeom>
            <a:solidFill>
              <a:schemeClr val="accent5">
                <a:lumMod val="9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300" b="0" i="0" u="none" strike="noStrike" kern="1200" cap="none" spc="0" normalizeH="0" baseline="0" noProof="0">
                <a:ln>
                  <a:noFill/>
                </a:ln>
                <a:solidFill>
                  <a:srgbClr val="FFFFFF"/>
                </a:solidFill>
                <a:effectLst/>
                <a:uLnTx/>
                <a:uFillTx/>
                <a:latin typeface="Calibri" panose="020F0502020204030204"/>
                <a:ea typeface="+mn-ea"/>
                <a:cs typeface="+mn-cs"/>
              </a:endParaRPr>
            </a:p>
          </p:txBody>
        </p:sp>
        <p:grpSp>
          <p:nvGrpSpPr>
            <p:cNvPr id="57" name="Group 56"/>
            <p:cNvGrpSpPr/>
            <p:nvPr/>
          </p:nvGrpSpPr>
          <p:grpSpPr>
            <a:xfrm>
              <a:off x="3004640" y="2844485"/>
              <a:ext cx="1638119" cy="1198375"/>
              <a:chOff x="3648511" y="3724892"/>
              <a:chExt cx="1648085" cy="1198375"/>
            </a:xfrm>
          </p:grpSpPr>
          <p:sp>
            <p:nvSpPr>
              <p:cNvPr id="71" name="Freeform 70"/>
              <p:cNvSpPr/>
              <p:nvPr/>
            </p:nvSpPr>
            <p:spPr>
              <a:xfrm>
                <a:off x="3648511" y="3724892"/>
                <a:ext cx="1648085" cy="583330"/>
              </a:xfrm>
              <a:custGeom>
                <a:avLst/>
                <a:gdLst>
                  <a:gd name="connsiteX0" fmla="*/ 209245 w 1255447"/>
                  <a:gd name="connsiteY0" fmla="*/ 0 h 6775979"/>
                  <a:gd name="connsiteX1" fmla="*/ 1046202 w 1255447"/>
                  <a:gd name="connsiteY1" fmla="*/ 0 h 6775979"/>
                  <a:gd name="connsiteX2" fmla="*/ 1255447 w 1255447"/>
                  <a:gd name="connsiteY2" fmla="*/ 209245 h 6775979"/>
                  <a:gd name="connsiteX3" fmla="*/ 1255447 w 1255447"/>
                  <a:gd name="connsiteY3" fmla="*/ 6775979 h 6775979"/>
                  <a:gd name="connsiteX4" fmla="*/ 1255447 w 1255447"/>
                  <a:gd name="connsiteY4" fmla="*/ 6775979 h 6775979"/>
                  <a:gd name="connsiteX5" fmla="*/ 0 w 1255447"/>
                  <a:gd name="connsiteY5" fmla="*/ 6775979 h 6775979"/>
                  <a:gd name="connsiteX6" fmla="*/ 0 w 1255447"/>
                  <a:gd name="connsiteY6" fmla="*/ 6775979 h 6775979"/>
                  <a:gd name="connsiteX7" fmla="*/ 0 w 1255447"/>
                  <a:gd name="connsiteY7" fmla="*/ 209245 h 6775979"/>
                  <a:gd name="connsiteX8" fmla="*/ 209245 w 1255447"/>
                  <a:gd name="connsiteY8" fmla="*/ 0 h 67759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55447" h="6775979">
                    <a:moveTo>
                      <a:pt x="1255447" y="1129352"/>
                    </a:moveTo>
                    <a:lnTo>
                      <a:pt x="1255447" y="5646627"/>
                    </a:lnTo>
                    <a:cubicBezTo>
                      <a:pt x="1255447" y="6270350"/>
                      <a:pt x="1238090" y="6775976"/>
                      <a:pt x="1216678" y="6775976"/>
                    </a:cubicBezTo>
                    <a:lnTo>
                      <a:pt x="0" y="6775976"/>
                    </a:lnTo>
                    <a:lnTo>
                      <a:pt x="0" y="6775976"/>
                    </a:lnTo>
                    <a:lnTo>
                      <a:pt x="0" y="3"/>
                    </a:lnTo>
                    <a:lnTo>
                      <a:pt x="0" y="3"/>
                    </a:lnTo>
                    <a:lnTo>
                      <a:pt x="1216678" y="3"/>
                    </a:lnTo>
                    <a:cubicBezTo>
                      <a:pt x="1238090" y="3"/>
                      <a:pt x="1255447" y="505629"/>
                      <a:pt x="1255447" y="1129352"/>
                    </a:cubicBezTo>
                    <a:close/>
                  </a:path>
                </a:pathLst>
              </a:custGeom>
            </p:spPr>
            <p:style>
              <a:lnRef idx="2">
                <a:schemeClr val="accent1">
                  <a:hueOff val="0"/>
                  <a:satOff val="0"/>
                  <a:lumOff val="0"/>
                  <a:alphaOff val="0"/>
                </a:schemeClr>
              </a:lnRef>
              <a:fillRef idx="1">
                <a:schemeClr val="lt1">
                  <a:alpha val="90000"/>
                  <a:hueOff val="0"/>
                  <a:satOff val="0"/>
                  <a:lumOff val="0"/>
                  <a:alphaOff val="0"/>
                </a:schemeClr>
              </a:fillRef>
              <a:effectRef idx="0">
                <a:schemeClr val="lt1">
                  <a:alpha val="90000"/>
                  <a:hueOff val="0"/>
                  <a:satOff val="0"/>
                  <a:lumOff val="0"/>
                  <a:alphaOff val="0"/>
                </a:schemeClr>
              </a:effectRef>
              <a:fontRef idx="minor">
                <a:schemeClr val="dk1">
                  <a:hueOff val="0"/>
                  <a:satOff val="0"/>
                  <a:lumOff val="0"/>
                  <a:alphaOff val="0"/>
                </a:schemeClr>
              </a:fontRef>
            </p:style>
            <p:txBody>
              <a:bodyPr spcFirstLastPara="0" vert="horz" wrap="square" lIns="248920" tIns="83511" rIns="83511" bIns="83511" numCol="1" spcCol="1270" anchor="ctr" anchorCtr="0">
                <a:noAutofit/>
              </a:bodyPr>
              <a:lstStyle/>
              <a:p>
                <a:pPr marL="0" marR="0" lvl="0" indent="-457200" algn="l" defTabSz="1555750" rtl="0" eaLnBrk="1" fontAlgn="auto" latinLnBrk="0" hangingPunct="1">
                  <a:lnSpc>
                    <a:spcPct val="90000"/>
                  </a:lnSpc>
                  <a:spcBef>
                    <a:spcPct val="0"/>
                  </a:spcBef>
                  <a:spcAft>
                    <a:spcPct val="15000"/>
                  </a:spcAft>
                  <a:buClrTx/>
                  <a:buSzTx/>
                  <a:buFontTx/>
                  <a:buNone/>
                  <a:tabLst/>
                  <a:defRPr/>
                </a:pPr>
                <a:r>
                  <a:rPr kumimoji="0" lang="en-IN" sz="1300" b="0" i="0" u="none" strike="noStrike" kern="1200" cap="none" spc="0" normalizeH="0" baseline="0" noProof="0">
                    <a:ln>
                      <a:noFill/>
                    </a:ln>
                    <a:solidFill>
                      <a:srgbClr val="000000">
                        <a:lumMod val="75000"/>
                        <a:lumOff val="25000"/>
                      </a:srgbClr>
                    </a:solidFill>
                    <a:effectLst/>
                    <a:uLnTx/>
                    <a:uFillTx/>
                    <a:latin typeface="Calibri" panose="020F0502020204030204"/>
                    <a:ea typeface="+mn-ea"/>
                    <a:cs typeface="+mn-cs"/>
                  </a:rPr>
                  <a:t>Fetches data based on entries in object dates availability </a:t>
                </a:r>
                <a:endParaRPr kumimoji="0" lang="en-US" sz="1300" b="0" i="0" u="none" strike="noStrike" kern="1200" cap="none" spc="0" normalizeH="0" baseline="0" noProof="0">
                  <a:ln>
                    <a:noFill/>
                  </a:ln>
                  <a:solidFill>
                    <a:srgbClr val="000000">
                      <a:lumMod val="75000"/>
                      <a:lumOff val="25000"/>
                    </a:srgbClr>
                  </a:solidFill>
                  <a:effectLst/>
                  <a:uLnTx/>
                  <a:uFillTx/>
                  <a:latin typeface="Calibri" panose="020F0502020204030204"/>
                  <a:ea typeface="+mn-ea"/>
                  <a:cs typeface="+mn-cs"/>
                </a:endParaRPr>
              </a:p>
            </p:txBody>
          </p:sp>
          <p:sp>
            <p:nvSpPr>
              <p:cNvPr id="72" name="Freeform 71"/>
              <p:cNvSpPr/>
              <p:nvPr/>
            </p:nvSpPr>
            <p:spPr>
              <a:xfrm>
                <a:off x="3648511" y="4339937"/>
                <a:ext cx="1648085" cy="583330"/>
              </a:xfrm>
              <a:custGeom>
                <a:avLst/>
                <a:gdLst>
                  <a:gd name="connsiteX0" fmla="*/ 209245 w 1255447"/>
                  <a:gd name="connsiteY0" fmla="*/ 0 h 6775979"/>
                  <a:gd name="connsiteX1" fmla="*/ 1046202 w 1255447"/>
                  <a:gd name="connsiteY1" fmla="*/ 0 h 6775979"/>
                  <a:gd name="connsiteX2" fmla="*/ 1255447 w 1255447"/>
                  <a:gd name="connsiteY2" fmla="*/ 209245 h 6775979"/>
                  <a:gd name="connsiteX3" fmla="*/ 1255447 w 1255447"/>
                  <a:gd name="connsiteY3" fmla="*/ 6775979 h 6775979"/>
                  <a:gd name="connsiteX4" fmla="*/ 1255447 w 1255447"/>
                  <a:gd name="connsiteY4" fmla="*/ 6775979 h 6775979"/>
                  <a:gd name="connsiteX5" fmla="*/ 0 w 1255447"/>
                  <a:gd name="connsiteY5" fmla="*/ 6775979 h 6775979"/>
                  <a:gd name="connsiteX6" fmla="*/ 0 w 1255447"/>
                  <a:gd name="connsiteY6" fmla="*/ 6775979 h 6775979"/>
                  <a:gd name="connsiteX7" fmla="*/ 0 w 1255447"/>
                  <a:gd name="connsiteY7" fmla="*/ 209245 h 6775979"/>
                  <a:gd name="connsiteX8" fmla="*/ 209245 w 1255447"/>
                  <a:gd name="connsiteY8" fmla="*/ 0 h 67759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55447" h="6775979">
                    <a:moveTo>
                      <a:pt x="1255447" y="1129352"/>
                    </a:moveTo>
                    <a:lnTo>
                      <a:pt x="1255447" y="5646627"/>
                    </a:lnTo>
                    <a:cubicBezTo>
                      <a:pt x="1255447" y="6270350"/>
                      <a:pt x="1238090" y="6775976"/>
                      <a:pt x="1216678" y="6775976"/>
                    </a:cubicBezTo>
                    <a:lnTo>
                      <a:pt x="0" y="6775976"/>
                    </a:lnTo>
                    <a:lnTo>
                      <a:pt x="0" y="6775976"/>
                    </a:lnTo>
                    <a:lnTo>
                      <a:pt x="0" y="3"/>
                    </a:lnTo>
                    <a:lnTo>
                      <a:pt x="0" y="3"/>
                    </a:lnTo>
                    <a:lnTo>
                      <a:pt x="1216678" y="3"/>
                    </a:lnTo>
                    <a:cubicBezTo>
                      <a:pt x="1238090" y="3"/>
                      <a:pt x="1255447" y="505629"/>
                      <a:pt x="1255447" y="1129352"/>
                    </a:cubicBezTo>
                    <a:close/>
                  </a:path>
                </a:pathLst>
              </a:custGeom>
            </p:spPr>
            <p:style>
              <a:lnRef idx="2">
                <a:schemeClr val="accent1">
                  <a:hueOff val="0"/>
                  <a:satOff val="0"/>
                  <a:lumOff val="0"/>
                  <a:alphaOff val="0"/>
                </a:schemeClr>
              </a:lnRef>
              <a:fillRef idx="1">
                <a:schemeClr val="lt1">
                  <a:alpha val="90000"/>
                  <a:hueOff val="0"/>
                  <a:satOff val="0"/>
                  <a:lumOff val="0"/>
                  <a:alphaOff val="0"/>
                </a:schemeClr>
              </a:fillRef>
              <a:effectRef idx="0">
                <a:schemeClr val="lt1">
                  <a:alpha val="90000"/>
                  <a:hueOff val="0"/>
                  <a:satOff val="0"/>
                  <a:lumOff val="0"/>
                  <a:alphaOff val="0"/>
                </a:schemeClr>
              </a:effectRef>
              <a:fontRef idx="minor">
                <a:schemeClr val="dk1">
                  <a:hueOff val="0"/>
                  <a:satOff val="0"/>
                  <a:lumOff val="0"/>
                  <a:alphaOff val="0"/>
                </a:schemeClr>
              </a:fontRef>
            </p:style>
            <p:txBody>
              <a:bodyPr spcFirstLastPara="0" vert="horz" wrap="square" lIns="248920" tIns="83511" rIns="83511" bIns="83511" numCol="1" spcCol="1270" anchor="ctr" anchorCtr="0">
                <a:noAutofit/>
              </a:bodyPr>
              <a:lstStyle/>
              <a:p>
                <a:pPr marL="0" marR="0" lvl="1" indent="0" algn="l" defTabSz="1555750" rtl="0" eaLnBrk="1" fontAlgn="auto" latinLnBrk="0" hangingPunct="1">
                  <a:lnSpc>
                    <a:spcPct val="90000"/>
                  </a:lnSpc>
                  <a:spcBef>
                    <a:spcPct val="0"/>
                  </a:spcBef>
                  <a:spcAft>
                    <a:spcPct val="15000"/>
                  </a:spcAft>
                  <a:buClrTx/>
                  <a:buSzTx/>
                  <a:buFontTx/>
                  <a:buNone/>
                  <a:tabLst/>
                  <a:defRPr/>
                </a:pPr>
                <a:r>
                  <a:rPr kumimoji="0" lang="en-IN" sz="1300" b="0" i="0" u="none" strike="noStrike" kern="1200" cap="none" spc="0" normalizeH="0" baseline="0" noProof="0">
                    <a:ln>
                      <a:noFill/>
                    </a:ln>
                    <a:solidFill>
                      <a:srgbClr val="000000">
                        <a:lumMod val="75000"/>
                        <a:lumOff val="25000"/>
                      </a:srgbClr>
                    </a:solidFill>
                    <a:effectLst/>
                    <a:uLnTx/>
                    <a:uFillTx/>
                    <a:latin typeface="Calibri" panose="020F0502020204030204"/>
                    <a:ea typeface="+mn-ea"/>
                    <a:cs typeface="+mn-cs"/>
                  </a:rPr>
                  <a:t>This helps to filter only for new data from </a:t>
                </a:r>
                <a:r>
                  <a:rPr kumimoji="0" lang="en-IN" sz="1200" b="0" i="0" u="none" strike="noStrike" kern="1200" cap="none" spc="0" normalizeH="0" baseline="0" noProof="0">
                    <a:ln>
                      <a:noFill/>
                    </a:ln>
                    <a:solidFill>
                      <a:srgbClr val="000000">
                        <a:lumMod val="75000"/>
                        <a:lumOff val="25000"/>
                      </a:srgbClr>
                    </a:solidFill>
                    <a:effectLst/>
                    <a:uLnTx/>
                    <a:uFillTx/>
                    <a:latin typeface="Calibri" panose="020F0502020204030204"/>
                    <a:ea typeface="+mn-ea"/>
                    <a:cs typeface="+mn-cs"/>
                  </a:rPr>
                  <a:t>standardised</a:t>
                </a:r>
              </a:p>
            </p:txBody>
          </p:sp>
        </p:grpSp>
        <p:grpSp>
          <p:nvGrpSpPr>
            <p:cNvPr id="58" name="Group 57"/>
            <p:cNvGrpSpPr/>
            <p:nvPr/>
          </p:nvGrpSpPr>
          <p:grpSpPr>
            <a:xfrm>
              <a:off x="9806686" y="2834917"/>
              <a:ext cx="1648087" cy="1203552"/>
              <a:chOff x="6065138" y="3719715"/>
              <a:chExt cx="1648087" cy="1203552"/>
            </a:xfrm>
          </p:grpSpPr>
          <p:sp>
            <p:nvSpPr>
              <p:cNvPr id="69" name="Freeform 68"/>
              <p:cNvSpPr/>
              <p:nvPr/>
            </p:nvSpPr>
            <p:spPr>
              <a:xfrm>
                <a:off x="6065140" y="3719715"/>
                <a:ext cx="1648085" cy="583330"/>
              </a:xfrm>
              <a:custGeom>
                <a:avLst/>
                <a:gdLst>
                  <a:gd name="connsiteX0" fmla="*/ 209245 w 1255447"/>
                  <a:gd name="connsiteY0" fmla="*/ 0 h 6775979"/>
                  <a:gd name="connsiteX1" fmla="*/ 1046202 w 1255447"/>
                  <a:gd name="connsiteY1" fmla="*/ 0 h 6775979"/>
                  <a:gd name="connsiteX2" fmla="*/ 1255447 w 1255447"/>
                  <a:gd name="connsiteY2" fmla="*/ 209245 h 6775979"/>
                  <a:gd name="connsiteX3" fmla="*/ 1255447 w 1255447"/>
                  <a:gd name="connsiteY3" fmla="*/ 6775979 h 6775979"/>
                  <a:gd name="connsiteX4" fmla="*/ 1255447 w 1255447"/>
                  <a:gd name="connsiteY4" fmla="*/ 6775979 h 6775979"/>
                  <a:gd name="connsiteX5" fmla="*/ 0 w 1255447"/>
                  <a:gd name="connsiteY5" fmla="*/ 6775979 h 6775979"/>
                  <a:gd name="connsiteX6" fmla="*/ 0 w 1255447"/>
                  <a:gd name="connsiteY6" fmla="*/ 6775979 h 6775979"/>
                  <a:gd name="connsiteX7" fmla="*/ 0 w 1255447"/>
                  <a:gd name="connsiteY7" fmla="*/ 209245 h 6775979"/>
                  <a:gd name="connsiteX8" fmla="*/ 209245 w 1255447"/>
                  <a:gd name="connsiteY8" fmla="*/ 0 h 67759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55447" h="6775979">
                    <a:moveTo>
                      <a:pt x="1255447" y="1129352"/>
                    </a:moveTo>
                    <a:lnTo>
                      <a:pt x="1255447" y="5646627"/>
                    </a:lnTo>
                    <a:cubicBezTo>
                      <a:pt x="1255447" y="6270350"/>
                      <a:pt x="1238090" y="6775976"/>
                      <a:pt x="1216678" y="6775976"/>
                    </a:cubicBezTo>
                    <a:lnTo>
                      <a:pt x="0" y="6775976"/>
                    </a:lnTo>
                    <a:lnTo>
                      <a:pt x="0" y="6775976"/>
                    </a:lnTo>
                    <a:lnTo>
                      <a:pt x="0" y="3"/>
                    </a:lnTo>
                    <a:lnTo>
                      <a:pt x="0" y="3"/>
                    </a:lnTo>
                    <a:lnTo>
                      <a:pt x="1216678" y="3"/>
                    </a:lnTo>
                    <a:cubicBezTo>
                      <a:pt x="1238090" y="3"/>
                      <a:pt x="1255447" y="505629"/>
                      <a:pt x="1255447" y="1129352"/>
                    </a:cubicBezTo>
                    <a:close/>
                  </a:path>
                </a:pathLst>
              </a:custGeom>
            </p:spPr>
            <p:style>
              <a:lnRef idx="2">
                <a:schemeClr val="accent1">
                  <a:hueOff val="0"/>
                  <a:satOff val="0"/>
                  <a:lumOff val="0"/>
                  <a:alphaOff val="0"/>
                </a:schemeClr>
              </a:lnRef>
              <a:fillRef idx="1">
                <a:schemeClr val="lt1">
                  <a:alpha val="90000"/>
                  <a:hueOff val="0"/>
                  <a:satOff val="0"/>
                  <a:lumOff val="0"/>
                  <a:alphaOff val="0"/>
                </a:schemeClr>
              </a:fillRef>
              <a:effectRef idx="0">
                <a:schemeClr val="lt1">
                  <a:alpha val="90000"/>
                  <a:hueOff val="0"/>
                  <a:satOff val="0"/>
                  <a:lumOff val="0"/>
                  <a:alphaOff val="0"/>
                </a:schemeClr>
              </a:effectRef>
              <a:fontRef idx="minor">
                <a:schemeClr val="dk1">
                  <a:hueOff val="0"/>
                  <a:satOff val="0"/>
                  <a:lumOff val="0"/>
                  <a:alphaOff val="0"/>
                </a:schemeClr>
              </a:fontRef>
            </p:style>
            <p:txBody>
              <a:bodyPr spcFirstLastPara="0" vert="horz" wrap="square" lIns="248920" tIns="83511" rIns="83511" bIns="83511" numCol="1" spcCol="1270" anchor="ctr" anchorCtr="0">
                <a:noAutofit/>
              </a:bodyPr>
              <a:lstStyle/>
              <a:p>
                <a:pPr marL="0" marR="0" lvl="1" indent="0" algn="l" defTabSz="1555750" rtl="0" eaLnBrk="1" fontAlgn="auto" latinLnBrk="0" hangingPunct="1">
                  <a:lnSpc>
                    <a:spcPct val="90000"/>
                  </a:lnSpc>
                  <a:spcBef>
                    <a:spcPct val="0"/>
                  </a:spcBef>
                  <a:spcAft>
                    <a:spcPct val="15000"/>
                  </a:spcAft>
                  <a:buClrTx/>
                  <a:buSzTx/>
                  <a:buFontTx/>
                  <a:buNone/>
                  <a:tabLst/>
                  <a:defRPr/>
                </a:pPr>
                <a:r>
                  <a:rPr kumimoji="0" lang="en-IN" sz="1300" b="0" i="0" u="none" strike="noStrike" kern="1200" cap="none" spc="0" normalizeH="0" baseline="0" noProof="0">
                    <a:ln>
                      <a:noFill/>
                    </a:ln>
                    <a:solidFill>
                      <a:srgbClr val="000000">
                        <a:lumMod val="75000"/>
                        <a:lumOff val="25000"/>
                      </a:srgbClr>
                    </a:solidFill>
                    <a:effectLst/>
                    <a:uLnTx/>
                    <a:uFillTx/>
                    <a:latin typeface="Calibri" panose="020F0502020204030204"/>
                    <a:ea typeface="+mn-ea"/>
                    <a:cs typeface="+mn-cs"/>
                  </a:rPr>
                  <a:t>Update the object date availability for conformed tables</a:t>
                </a:r>
                <a:endParaRPr kumimoji="0" lang="en-US" sz="1300" b="0" i="0" u="none" strike="noStrike" kern="1200" cap="none" spc="0" normalizeH="0" baseline="0" noProof="0">
                  <a:ln>
                    <a:noFill/>
                  </a:ln>
                  <a:solidFill>
                    <a:srgbClr val="000000">
                      <a:lumMod val="75000"/>
                      <a:lumOff val="25000"/>
                    </a:srgbClr>
                  </a:solidFill>
                  <a:effectLst/>
                  <a:uLnTx/>
                  <a:uFillTx/>
                  <a:latin typeface="Calibri" panose="020F0502020204030204"/>
                  <a:ea typeface="+mn-ea"/>
                  <a:cs typeface="+mn-cs"/>
                </a:endParaRPr>
              </a:p>
            </p:txBody>
          </p:sp>
          <p:sp>
            <p:nvSpPr>
              <p:cNvPr id="70" name="Freeform 69"/>
              <p:cNvSpPr/>
              <p:nvPr/>
            </p:nvSpPr>
            <p:spPr>
              <a:xfrm>
                <a:off x="6065138" y="4339937"/>
                <a:ext cx="1648085" cy="583330"/>
              </a:xfrm>
              <a:custGeom>
                <a:avLst/>
                <a:gdLst>
                  <a:gd name="connsiteX0" fmla="*/ 209245 w 1255447"/>
                  <a:gd name="connsiteY0" fmla="*/ 0 h 6775979"/>
                  <a:gd name="connsiteX1" fmla="*/ 1046202 w 1255447"/>
                  <a:gd name="connsiteY1" fmla="*/ 0 h 6775979"/>
                  <a:gd name="connsiteX2" fmla="*/ 1255447 w 1255447"/>
                  <a:gd name="connsiteY2" fmla="*/ 209245 h 6775979"/>
                  <a:gd name="connsiteX3" fmla="*/ 1255447 w 1255447"/>
                  <a:gd name="connsiteY3" fmla="*/ 6775979 h 6775979"/>
                  <a:gd name="connsiteX4" fmla="*/ 1255447 w 1255447"/>
                  <a:gd name="connsiteY4" fmla="*/ 6775979 h 6775979"/>
                  <a:gd name="connsiteX5" fmla="*/ 0 w 1255447"/>
                  <a:gd name="connsiteY5" fmla="*/ 6775979 h 6775979"/>
                  <a:gd name="connsiteX6" fmla="*/ 0 w 1255447"/>
                  <a:gd name="connsiteY6" fmla="*/ 6775979 h 6775979"/>
                  <a:gd name="connsiteX7" fmla="*/ 0 w 1255447"/>
                  <a:gd name="connsiteY7" fmla="*/ 209245 h 6775979"/>
                  <a:gd name="connsiteX8" fmla="*/ 209245 w 1255447"/>
                  <a:gd name="connsiteY8" fmla="*/ 0 h 67759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55447" h="6775979">
                    <a:moveTo>
                      <a:pt x="1255447" y="1129352"/>
                    </a:moveTo>
                    <a:lnTo>
                      <a:pt x="1255447" y="5646627"/>
                    </a:lnTo>
                    <a:cubicBezTo>
                      <a:pt x="1255447" y="6270350"/>
                      <a:pt x="1238090" y="6775976"/>
                      <a:pt x="1216678" y="6775976"/>
                    </a:cubicBezTo>
                    <a:lnTo>
                      <a:pt x="0" y="6775976"/>
                    </a:lnTo>
                    <a:lnTo>
                      <a:pt x="0" y="6775976"/>
                    </a:lnTo>
                    <a:lnTo>
                      <a:pt x="0" y="3"/>
                    </a:lnTo>
                    <a:lnTo>
                      <a:pt x="0" y="3"/>
                    </a:lnTo>
                    <a:lnTo>
                      <a:pt x="1216678" y="3"/>
                    </a:lnTo>
                    <a:cubicBezTo>
                      <a:pt x="1238090" y="3"/>
                      <a:pt x="1255447" y="505629"/>
                      <a:pt x="1255447" y="1129352"/>
                    </a:cubicBezTo>
                    <a:close/>
                  </a:path>
                </a:pathLst>
              </a:custGeom>
            </p:spPr>
            <p:style>
              <a:lnRef idx="2">
                <a:schemeClr val="accent1">
                  <a:hueOff val="0"/>
                  <a:satOff val="0"/>
                  <a:lumOff val="0"/>
                  <a:alphaOff val="0"/>
                </a:schemeClr>
              </a:lnRef>
              <a:fillRef idx="1">
                <a:schemeClr val="lt1">
                  <a:alpha val="90000"/>
                  <a:hueOff val="0"/>
                  <a:satOff val="0"/>
                  <a:lumOff val="0"/>
                  <a:alphaOff val="0"/>
                </a:schemeClr>
              </a:fillRef>
              <a:effectRef idx="0">
                <a:schemeClr val="lt1">
                  <a:alpha val="90000"/>
                  <a:hueOff val="0"/>
                  <a:satOff val="0"/>
                  <a:lumOff val="0"/>
                  <a:alphaOff val="0"/>
                </a:schemeClr>
              </a:effectRef>
              <a:fontRef idx="minor">
                <a:schemeClr val="dk1">
                  <a:hueOff val="0"/>
                  <a:satOff val="0"/>
                  <a:lumOff val="0"/>
                  <a:alphaOff val="0"/>
                </a:schemeClr>
              </a:fontRef>
            </p:style>
            <p:txBody>
              <a:bodyPr spcFirstLastPara="0" vert="horz" wrap="square" lIns="248920" tIns="83511" rIns="83511" bIns="83511" numCol="1" spcCol="1270" anchor="ctr" anchorCtr="0">
                <a:noAutofit/>
              </a:bodyPr>
              <a:lstStyle/>
              <a:p>
                <a:pPr marL="0" marR="0" lvl="1" indent="0" algn="l" defTabSz="1555750" rtl="0" eaLnBrk="1" fontAlgn="auto" latinLnBrk="0" hangingPunct="1">
                  <a:lnSpc>
                    <a:spcPct val="90000"/>
                  </a:lnSpc>
                  <a:spcBef>
                    <a:spcPct val="0"/>
                  </a:spcBef>
                  <a:spcAft>
                    <a:spcPct val="15000"/>
                  </a:spcAft>
                  <a:buClrTx/>
                  <a:buSzTx/>
                  <a:buFontTx/>
                  <a:buNone/>
                  <a:tabLst/>
                  <a:defRPr/>
                </a:pPr>
                <a:r>
                  <a:rPr kumimoji="0" lang="en-IN" sz="1300" b="0" i="0" u="none" strike="noStrike" kern="1200" cap="none" spc="0" normalizeH="0" baseline="0" noProof="0">
                    <a:ln>
                      <a:noFill/>
                    </a:ln>
                    <a:solidFill>
                      <a:srgbClr val="000000">
                        <a:lumMod val="75000"/>
                        <a:lumOff val="25000"/>
                      </a:srgbClr>
                    </a:solidFill>
                    <a:effectLst/>
                    <a:uLnTx/>
                    <a:uFillTx/>
                    <a:latin typeface="Calibri" panose="020F0502020204030204"/>
                    <a:ea typeface="+mn-ea"/>
                    <a:cs typeface="+mn-cs"/>
                  </a:rPr>
                  <a:t>Update the log tables</a:t>
                </a:r>
              </a:p>
            </p:txBody>
          </p:sp>
        </p:grpSp>
        <p:sp>
          <p:nvSpPr>
            <p:cNvPr id="59" name="5-Point Star 58"/>
            <p:cNvSpPr/>
            <p:nvPr/>
          </p:nvSpPr>
          <p:spPr>
            <a:xfrm>
              <a:off x="2843893" y="2686908"/>
              <a:ext cx="319547" cy="264599"/>
            </a:xfrm>
            <a:prstGeom prst="star5">
              <a:avLst/>
            </a:prstGeom>
            <a:solidFill>
              <a:schemeClr val="accent5">
                <a:lumMod val="9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300" b="0" i="0" u="none" strike="noStrike" kern="1200" cap="none" spc="0" normalizeH="0" baseline="0" noProof="0">
                <a:ln>
                  <a:noFill/>
                </a:ln>
                <a:solidFill>
                  <a:srgbClr val="FFFFFF"/>
                </a:solidFill>
                <a:effectLst/>
                <a:uLnTx/>
                <a:uFillTx/>
                <a:latin typeface="Calibri" panose="020F0502020204030204"/>
                <a:ea typeface="+mn-ea"/>
                <a:cs typeface="+mn-cs"/>
              </a:endParaRPr>
            </a:p>
          </p:txBody>
        </p:sp>
        <p:sp>
          <p:nvSpPr>
            <p:cNvPr id="60" name="5-Point Star 59"/>
            <p:cNvSpPr/>
            <p:nvPr/>
          </p:nvSpPr>
          <p:spPr>
            <a:xfrm>
              <a:off x="9645941" y="2677340"/>
              <a:ext cx="321491" cy="264599"/>
            </a:xfrm>
            <a:prstGeom prst="star5">
              <a:avLst/>
            </a:prstGeom>
            <a:solidFill>
              <a:schemeClr val="accent5">
                <a:lumMod val="9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300" b="0" i="0" u="none" strike="noStrike" kern="1200" cap="none" spc="0" normalizeH="0" baseline="0" noProof="0">
                <a:ln>
                  <a:noFill/>
                </a:ln>
                <a:solidFill>
                  <a:srgbClr val="FFFFFF"/>
                </a:solidFill>
                <a:effectLst/>
                <a:uLnTx/>
                <a:uFillTx/>
                <a:latin typeface="Calibri" panose="020F0502020204030204"/>
                <a:ea typeface="+mn-ea"/>
                <a:cs typeface="+mn-cs"/>
              </a:endParaRPr>
            </a:p>
          </p:txBody>
        </p:sp>
        <p:pic>
          <p:nvPicPr>
            <p:cNvPr id="61" name="Picture 60"/>
            <p:cNvPicPr>
              <a:picLocks noChangeAspect="1"/>
            </p:cNvPicPr>
            <p:nvPr/>
          </p:nvPicPr>
          <p:blipFill rotWithShape="1">
            <a:blip r:embed="rId7">
              <a:extLst>
                <a:ext uri="{28A0092B-C50C-407E-A947-70E740481C1C}">
                  <a14:useLocalDpi xmlns:a14="http://schemas.microsoft.com/office/drawing/2010/main" val="0"/>
                </a:ext>
              </a:extLst>
            </a:blip>
            <a:srcRect l="25822" r="26889"/>
            <a:stretch/>
          </p:blipFill>
          <p:spPr>
            <a:xfrm>
              <a:off x="6697645" y="1349145"/>
              <a:ext cx="1418308" cy="1071729"/>
            </a:xfrm>
            <a:prstGeom prst="rect">
              <a:avLst/>
            </a:prstGeom>
          </p:spPr>
        </p:pic>
        <p:pic>
          <p:nvPicPr>
            <p:cNvPr id="62" name="Picture 61"/>
            <p:cNvPicPr>
              <a:picLocks noChangeAspect="1"/>
            </p:cNvPicPr>
            <p:nvPr/>
          </p:nvPicPr>
          <p:blipFill rotWithShape="1">
            <a:blip r:embed="rId8">
              <a:extLst>
                <a:ext uri="{BEBA8EAE-BF5A-486C-A8C5-ECC9F3942E4B}">
                  <a14:imgProps xmlns:a14="http://schemas.microsoft.com/office/drawing/2010/main">
                    <a14:imgLayer r:embed="rId9">
                      <a14:imgEffect>
                        <a14:saturation sat="0"/>
                      </a14:imgEffect>
                      <a14:imgEffect>
                        <a14:brightnessContrast contrast="20000"/>
                      </a14:imgEffect>
                    </a14:imgLayer>
                  </a14:imgProps>
                </a:ext>
                <a:ext uri="{28A0092B-C50C-407E-A947-70E740481C1C}">
                  <a14:useLocalDpi xmlns:a14="http://schemas.microsoft.com/office/drawing/2010/main" val="0"/>
                </a:ext>
              </a:extLst>
            </a:blip>
            <a:srcRect l="10999" r="9061"/>
            <a:stretch/>
          </p:blipFill>
          <p:spPr>
            <a:xfrm>
              <a:off x="4363359" y="1417800"/>
              <a:ext cx="1290638" cy="934421"/>
            </a:xfrm>
            <a:prstGeom prst="rect">
              <a:avLst/>
            </a:prstGeom>
          </p:spPr>
        </p:pic>
        <p:sp>
          <p:nvSpPr>
            <p:cNvPr id="63" name="Freeform 62"/>
            <p:cNvSpPr/>
            <p:nvPr/>
          </p:nvSpPr>
          <p:spPr>
            <a:xfrm>
              <a:off x="5365212" y="2848054"/>
              <a:ext cx="1740988" cy="583330"/>
            </a:xfrm>
            <a:custGeom>
              <a:avLst/>
              <a:gdLst>
                <a:gd name="connsiteX0" fmla="*/ 209245 w 1255447"/>
                <a:gd name="connsiteY0" fmla="*/ 0 h 6775979"/>
                <a:gd name="connsiteX1" fmla="*/ 1046202 w 1255447"/>
                <a:gd name="connsiteY1" fmla="*/ 0 h 6775979"/>
                <a:gd name="connsiteX2" fmla="*/ 1255447 w 1255447"/>
                <a:gd name="connsiteY2" fmla="*/ 209245 h 6775979"/>
                <a:gd name="connsiteX3" fmla="*/ 1255447 w 1255447"/>
                <a:gd name="connsiteY3" fmla="*/ 6775979 h 6775979"/>
                <a:gd name="connsiteX4" fmla="*/ 1255447 w 1255447"/>
                <a:gd name="connsiteY4" fmla="*/ 6775979 h 6775979"/>
                <a:gd name="connsiteX5" fmla="*/ 0 w 1255447"/>
                <a:gd name="connsiteY5" fmla="*/ 6775979 h 6775979"/>
                <a:gd name="connsiteX6" fmla="*/ 0 w 1255447"/>
                <a:gd name="connsiteY6" fmla="*/ 6775979 h 6775979"/>
                <a:gd name="connsiteX7" fmla="*/ 0 w 1255447"/>
                <a:gd name="connsiteY7" fmla="*/ 209245 h 6775979"/>
                <a:gd name="connsiteX8" fmla="*/ 209245 w 1255447"/>
                <a:gd name="connsiteY8" fmla="*/ 0 h 67759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55447" h="6775979">
                  <a:moveTo>
                    <a:pt x="1255447" y="1129352"/>
                  </a:moveTo>
                  <a:lnTo>
                    <a:pt x="1255447" y="5646627"/>
                  </a:lnTo>
                  <a:cubicBezTo>
                    <a:pt x="1255447" y="6270350"/>
                    <a:pt x="1238090" y="6775976"/>
                    <a:pt x="1216678" y="6775976"/>
                  </a:cubicBezTo>
                  <a:lnTo>
                    <a:pt x="0" y="6775976"/>
                  </a:lnTo>
                  <a:lnTo>
                    <a:pt x="0" y="6775976"/>
                  </a:lnTo>
                  <a:lnTo>
                    <a:pt x="0" y="3"/>
                  </a:lnTo>
                  <a:lnTo>
                    <a:pt x="0" y="3"/>
                  </a:lnTo>
                  <a:lnTo>
                    <a:pt x="1216678" y="3"/>
                  </a:lnTo>
                  <a:cubicBezTo>
                    <a:pt x="1238090" y="3"/>
                    <a:pt x="1255447" y="505629"/>
                    <a:pt x="1255447" y="1129352"/>
                  </a:cubicBezTo>
                  <a:close/>
                </a:path>
              </a:pathLst>
            </a:custGeom>
          </p:spPr>
          <p:style>
            <a:lnRef idx="2">
              <a:schemeClr val="accent1">
                <a:hueOff val="0"/>
                <a:satOff val="0"/>
                <a:lumOff val="0"/>
                <a:alphaOff val="0"/>
              </a:schemeClr>
            </a:lnRef>
            <a:fillRef idx="1">
              <a:schemeClr val="lt1">
                <a:alpha val="90000"/>
                <a:hueOff val="0"/>
                <a:satOff val="0"/>
                <a:lumOff val="0"/>
                <a:alphaOff val="0"/>
              </a:schemeClr>
            </a:fillRef>
            <a:effectRef idx="0">
              <a:schemeClr val="lt1">
                <a:alpha val="90000"/>
                <a:hueOff val="0"/>
                <a:satOff val="0"/>
                <a:lumOff val="0"/>
                <a:alphaOff val="0"/>
              </a:schemeClr>
            </a:effectRef>
            <a:fontRef idx="minor">
              <a:schemeClr val="dk1">
                <a:hueOff val="0"/>
                <a:satOff val="0"/>
                <a:lumOff val="0"/>
                <a:alphaOff val="0"/>
              </a:schemeClr>
            </a:fontRef>
          </p:style>
          <p:txBody>
            <a:bodyPr spcFirstLastPara="0" vert="horz" wrap="square" lIns="248920" tIns="83511" rIns="83511" bIns="83511" numCol="1" spcCol="1270" anchor="ctr" anchorCtr="0">
              <a:noAutofit/>
            </a:bodyPr>
            <a:lstStyle/>
            <a:p>
              <a:pPr marL="0" marR="0" lvl="1" indent="0" algn="l" defTabSz="1555750" rtl="0" eaLnBrk="1" fontAlgn="auto" latinLnBrk="0" hangingPunct="1">
                <a:lnSpc>
                  <a:spcPct val="90000"/>
                </a:lnSpc>
                <a:spcBef>
                  <a:spcPct val="0"/>
                </a:spcBef>
                <a:spcAft>
                  <a:spcPct val="15000"/>
                </a:spcAft>
                <a:buClrTx/>
                <a:buSzTx/>
                <a:buFontTx/>
                <a:buNone/>
                <a:tabLst/>
                <a:defRPr/>
              </a:pPr>
              <a:r>
                <a:rPr kumimoji="0" lang="en-IN" sz="1300" b="0" i="0" u="none" strike="noStrike" kern="1200" cap="none" spc="0" normalizeH="0" baseline="0" noProof="0">
                  <a:ln>
                    <a:noFill/>
                  </a:ln>
                  <a:solidFill>
                    <a:srgbClr val="000000">
                      <a:lumMod val="75000"/>
                      <a:lumOff val="25000"/>
                    </a:srgbClr>
                  </a:solidFill>
                  <a:effectLst/>
                  <a:uLnTx/>
                  <a:uFillTx/>
                  <a:latin typeface="Calibri" panose="020F0502020204030204"/>
                  <a:ea typeface="+mn-ea"/>
                  <a:cs typeface="+mn-cs"/>
                </a:rPr>
                <a:t>Apply the merge statement - insert, update &amp; soft delete</a:t>
              </a:r>
            </a:p>
          </p:txBody>
        </p:sp>
        <p:sp>
          <p:nvSpPr>
            <p:cNvPr id="64" name="5-Point Star 63"/>
            <p:cNvSpPr/>
            <p:nvPr/>
          </p:nvSpPr>
          <p:spPr>
            <a:xfrm>
              <a:off x="5204465" y="2690477"/>
              <a:ext cx="321491" cy="264599"/>
            </a:xfrm>
            <a:prstGeom prst="star5">
              <a:avLst/>
            </a:prstGeom>
            <a:solidFill>
              <a:schemeClr val="accent5">
                <a:lumMod val="9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300" b="0" i="0" u="none" strike="noStrike" kern="1200" cap="none" spc="0" normalizeH="0" baseline="0" noProof="0">
                <a:ln>
                  <a:noFill/>
                </a:ln>
                <a:solidFill>
                  <a:srgbClr val="FFFFFF"/>
                </a:solidFill>
                <a:effectLst/>
                <a:uLnTx/>
                <a:uFillTx/>
                <a:latin typeface="Calibri" panose="020F0502020204030204"/>
                <a:ea typeface="+mn-ea"/>
                <a:cs typeface="+mn-cs"/>
              </a:endParaRPr>
            </a:p>
          </p:txBody>
        </p:sp>
        <p:sp>
          <p:nvSpPr>
            <p:cNvPr id="65" name="Right Arrow 64"/>
            <p:cNvSpPr/>
            <p:nvPr/>
          </p:nvSpPr>
          <p:spPr>
            <a:xfrm>
              <a:off x="5887500" y="1804763"/>
              <a:ext cx="580572" cy="190354"/>
            </a:xfrm>
            <a:prstGeom prst="rightArrow">
              <a:avLst/>
            </a:prstGeom>
            <a:solidFill>
              <a:schemeClr val="accent5">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panose="020F0502020204030204"/>
                <a:ea typeface="+mn-ea"/>
                <a:cs typeface="+mn-cs"/>
              </a:endParaRPr>
            </a:p>
          </p:txBody>
        </p:sp>
        <p:sp>
          <p:nvSpPr>
            <p:cNvPr id="66" name="Freeform 65"/>
            <p:cNvSpPr/>
            <p:nvPr/>
          </p:nvSpPr>
          <p:spPr>
            <a:xfrm>
              <a:off x="3003666" y="4074575"/>
              <a:ext cx="1639093" cy="583330"/>
            </a:xfrm>
            <a:custGeom>
              <a:avLst/>
              <a:gdLst>
                <a:gd name="connsiteX0" fmla="*/ 209245 w 1255447"/>
                <a:gd name="connsiteY0" fmla="*/ 0 h 6775979"/>
                <a:gd name="connsiteX1" fmla="*/ 1046202 w 1255447"/>
                <a:gd name="connsiteY1" fmla="*/ 0 h 6775979"/>
                <a:gd name="connsiteX2" fmla="*/ 1255447 w 1255447"/>
                <a:gd name="connsiteY2" fmla="*/ 209245 h 6775979"/>
                <a:gd name="connsiteX3" fmla="*/ 1255447 w 1255447"/>
                <a:gd name="connsiteY3" fmla="*/ 6775979 h 6775979"/>
                <a:gd name="connsiteX4" fmla="*/ 1255447 w 1255447"/>
                <a:gd name="connsiteY4" fmla="*/ 6775979 h 6775979"/>
                <a:gd name="connsiteX5" fmla="*/ 0 w 1255447"/>
                <a:gd name="connsiteY5" fmla="*/ 6775979 h 6775979"/>
                <a:gd name="connsiteX6" fmla="*/ 0 w 1255447"/>
                <a:gd name="connsiteY6" fmla="*/ 6775979 h 6775979"/>
                <a:gd name="connsiteX7" fmla="*/ 0 w 1255447"/>
                <a:gd name="connsiteY7" fmla="*/ 209245 h 6775979"/>
                <a:gd name="connsiteX8" fmla="*/ 209245 w 1255447"/>
                <a:gd name="connsiteY8" fmla="*/ 0 h 67759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55447" h="6775979">
                  <a:moveTo>
                    <a:pt x="1255447" y="1129352"/>
                  </a:moveTo>
                  <a:lnTo>
                    <a:pt x="1255447" y="5646627"/>
                  </a:lnTo>
                  <a:cubicBezTo>
                    <a:pt x="1255447" y="6270350"/>
                    <a:pt x="1238090" y="6775976"/>
                    <a:pt x="1216678" y="6775976"/>
                  </a:cubicBezTo>
                  <a:lnTo>
                    <a:pt x="0" y="6775976"/>
                  </a:lnTo>
                  <a:lnTo>
                    <a:pt x="0" y="6775976"/>
                  </a:lnTo>
                  <a:lnTo>
                    <a:pt x="0" y="3"/>
                  </a:lnTo>
                  <a:lnTo>
                    <a:pt x="0" y="3"/>
                  </a:lnTo>
                  <a:lnTo>
                    <a:pt x="1216678" y="3"/>
                  </a:lnTo>
                  <a:cubicBezTo>
                    <a:pt x="1238090" y="3"/>
                    <a:pt x="1255447" y="505629"/>
                    <a:pt x="1255447" y="1129352"/>
                  </a:cubicBezTo>
                  <a:close/>
                </a:path>
              </a:pathLst>
            </a:custGeom>
          </p:spPr>
          <p:style>
            <a:lnRef idx="2">
              <a:schemeClr val="accent1">
                <a:hueOff val="0"/>
                <a:satOff val="0"/>
                <a:lumOff val="0"/>
                <a:alphaOff val="0"/>
              </a:schemeClr>
            </a:lnRef>
            <a:fillRef idx="1">
              <a:schemeClr val="lt1">
                <a:alpha val="90000"/>
                <a:hueOff val="0"/>
                <a:satOff val="0"/>
                <a:lumOff val="0"/>
                <a:alphaOff val="0"/>
              </a:schemeClr>
            </a:fillRef>
            <a:effectRef idx="0">
              <a:schemeClr val="lt1">
                <a:alpha val="90000"/>
                <a:hueOff val="0"/>
                <a:satOff val="0"/>
                <a:lumOff val="0"/>
                <a:alphaOff val="0"/>
              </a:schemeClr>
            </a:effectRef>
            <a:fontRef idx="minor">
              <a:schemeClr val="dk1">
                <a:hueOff val="0"/>
                <a:satOff val="0"/>
                <a:lumOff val="0"/>
                <a:alphaOff val="0"/>
              </a:schemeClr>
            </a:fontRef>
          </p:style>
          <p:txBody>
            <a:bodyPr spcFirstLastPara="0" vert="horz" wrap="square" lIns="248920" tIns="83511" rIns="83511" bIns="83511" numCol="1" spcCol="1270" anchor="ctr" anchorCtr="0">
              <a:noAutofit/>
            </a:bodyPr>
            <a:lstStyle/>
            <a:p>
              <a:pPr marL="0" marR="0" lvl="1" indent="0" algn="l" defTabSz="1555750" rtl="0" eaLnBrk="1" fontAlgn="auto" latinLnBrk="0" hangingPunct="1">
                <a:lnSpc>
                  <a:spcPct val="90000"/>
                </a:lnSpc>
                <a:spcBef>
                  <a:spcPct val="0"/>
                </a:spcBef>
                <a:spcAft>
                  <a:spcPct val="15000"/>
                </a:spcAft>
                <a:buClrTx/>
                <a:buSzTx/>
                <a:buFontTx/>
                <a:buNone/>
                <a:tabLst/>
                <a:defRPr/>
              </a:pPr>
              <a:r>
                <a:rPr kumimoji="0" lang="en-IN" sz="1300" b="0" i="0" u="none" strike="noStrike" kern="1200" cap="none" spc="0" normalizeH="0" baseline="0" noProof="0">
                  <a:ln>
                    <a:noFill/>
                  </a:ln>
                  <a:solidFill>
                    <a:srgbClr val="000000">
                      <a:lumMod val="75000"/>
                      <a:lumOff val="25000"/>
                    </a:srgbClr>
                  </a:solidFill>
                  <a:effectLst/>
                  <a:uLnTx/>
                  <a:uFillTx/>
                  <a:latin typeface="Calibri" panose="020F0502020204030204"/>
                  <a:ea typeface="+mn-ea"/>
                  <a:cs typeface="+mn-cs"/>
                </a:rPr>
                <a:t>Custom SQL helps to fetch data as per target structure </a:t>
              </a:r>
              <a:endParaRPr kumimoji="0" lang="en-IN" sz="1200" b="0" i="0" u="none" strike="noStrike" kern="1200" cap="none" spc="0" normalizeH="0" baseline="0" noProof="0">
                <a:ln>
                  <a:noFill/>
                </a:ln>
                <a:solidFill>
                  <a:srgbClr val="000000">
                    <a:lumMod val="75000"/>
                    <a:lumOff val="25000"/>
                  </a:srgbClr>
                </a:solidFill>
                <a:effectLst/>
                <a:uLnTx/>
                <a:uFillTx/>
                <a:latin typeface="Calibri" panose="020F0502020204030204"/>
                <a:ea typeface="+mn-ea"/>
                <a:cs typeface="+mn-cs"/>
              </a:endParaRPr>
            </a:p>
          </p:txBody>
        </p:sp>
        <p:sp>
          <p:nvSpPr>
            <p:cNvPr id="67" name="Freeform 66"/>
            <p:cNvSpPr/>
            <p:nvPr/>
          </p:nvSpPr>
          <p:spPr>
            <a:xfrm>
              <a:off x="3020023" y="4690323"/>
              <a:ext cx="1639093" cy="583330"/>
            </a:xfrm>
            <a:custGeom>
              <a:avLst/>
              <a:gdLst>
                <a:gd name="connsiteX0" fmla="*/ 209245 w 1255447"/>
                <a:gd name="connsiteY0" fmla="*/ 0 h 6775979"/>
                <a:gd name="connsiteX1" fmla="*/ 1046202 w 1255447"/>
                <a:gd name="connsiteY1" fmla="*/ 0 h 6775979"/>
                <a:gd name="connsiteX2" fmla="*/ 1255447 w 1255447"/>
                <a:gd name="connsiteY2" fmla="*/ 209245 h 6775979"/>
                <a:gd name="connsiteX3" fmla="*/ 1255447 w 1255447"/>
                <a:gd name="connsiteY3" fmla="*/ 6775979 h 6775979"/>
                <a:gd name="connsiteX4" fmla="*/ 1255447 w 1255447"/>
                <a:gd name="connsiteY4" fmla="*/ 6775979 h 6775979"/>
                <a:gd name="connsiteX5" fmla="*/ 0 w 1255447"/>
                <a:gd name="connsiteY5" fmla="*/ 6775979 h 6775979"/>
                <a:gd name="connsiteX6" fmla="*/ 0 w 1255447"/>
                <a:gd name="connsiteY6" fmla="*/ 6775979 h 6775979"/>
                <a:gd name="connsiteX7" fmla="*/ 0 w 1255447"/>
                <a:gd name="connsiteY7" fmla="*/ 209245 h 6775979"/>
                <a:gd name="connsiteX8" fmla="*/ 209245 w 1255447"/>
                <a:gd name="connsiteY8" fmla="*/ 0 h 67759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55447" h="6775979">
                  <a:moveTo>
                    <a:pt x="1255447" y="1129352"/>
                  </a:moveTo>
                  <a:lnTo>
                    <a:pt x="1255447" y="5646627"/>
                  </a:lnTo>
                  <a:cubicBezTo>
                    <a:pt x="1255447" y="6270350"/>
                    <a:pt x="1238090" y="6775976"/>
                    <a:pt x="1216678" y="6775976"/>
                  </a:cubicBezTo>
                  <a:lnTo>
                    <a:pt x="0" y="6775976"/>
                  </a:lnTo>
                  <a:lnTo>
                    <a:pt x="0" y="6775976"/>
                  </a:lnTo>
                  <a:lnTo>
                    <a:pt x="0" y="3"/>
                  </a:lnTo>
                  <a:lnTo>
                    <a:pt x="0" y="3"/>
                  </a:lnTo>
                  <a:lnTo>
                    <a:pt x="1216678" y="3"/>
                  </a:lnTo>
                  <a:cubicBezTo>
                    <a:pt x="1238090" y="3"/>
                    <a:pt x="1255447" y="505629"/>
                    <a:pt x="1255447" y="1129352"/>
                  </a:cubicBezTo>
                  <a:close/>
                </a:path>
              </a:pathLst>
            </a:custGeom>
          </p:spPr>
          <p:style>
            <a:lnRef idx="2">
              <a:schemeClr val="accent1">
                <a:hueOff val="0"/>
                <a:satOff val="0"/>
                <a:lumOff val="0"/>
                <a:alphaOff val="0"/>
              </a:schemeClr>
            </a:lnRef>
            <a:fillRef idx="1">
              <a:schemeClr val="lt1">
                <a:alpha val="90000"/>
                <a:hueOff val="0"/>
                <a:satOff val="0"/>
                <a:lumOff val="0"/>
                <a:alphaOff val="0"/>
              </a:schemeClr>
            </a:fillRef>
            <a:effectRef idx="0">
              <a:schemeClr val="lt1">
                <a:alpha val="90000"/>
                <a:hueOff val="0"/>
                <a:satOff val="0"/>
                <a:lumOff val="0"/>
                <a:alphaOff val="0"/>
              </a:schemeClr>
            </a:effectRef>
            <a:fontRef idx="minor">
              <a:schemeClr val="dk1">
                <a:hueOff val="0"/>
                <a:satOff val="0"/>
                <a:lumOff val="0"/>
                <a:alphaOff val="0"/>
              </a:schemeClr>
            </a:fontRef>
          </p:style>
          <p:txBody>
            <a:bodyPr spcFirstLastPara="0" vert="horz" wrap="square" lIns="248920" tIns="83511" rIns="83511" bIns="83511" numCol="1" spcCol="1270" anchor="ctr" anchorCtr="0">
              <a:noAutofit/>
            </a:bodyPr>
            <a:lstStyle/>
            <a:p>
              <a:pPr marL="0" marR="0" lvl="1" indent="0" algn="l" defTabSz="1555750" rtl="0" eaLnBrk="1" fontAlgn="auto" latinLnBrk="0" hangingPunct="1">
                <a:lnSpc>
                  <a:spcPct val="90000"/>
                </a:lnSpc>
                <a:spcBef>
                  <a:spcPct val="0"/>
                </a:spcBef>
                <a:spcAft>
                  <a:spcPct val="15000"/>
                </a:spcAft>
                <a:buClrTx/>
                <a:buSzTx/>
                <a:buFontTx/>
                <a:buNone/>
                <a:tabLst/>
                <a:defRPr/>
              </a:pPr>
              <a:r>
                <a:rPr kumimoji="0" lang="en-IN" sz="1300" b="0" i="0" u="none" strike="noStrike" kern="1200" cap="none" spc="0" normalizeH="0" baseline="0" noProof="0">
                  <a:ln>
                    <a:noFill/>
                  </a:ln>
                  <a:solidFill>
                    <a:srgbClr val="000000">
                      <a:lumMod val="75000"/>
                      <a:lumOff val="25000"/>
                    </a:srgbClr>
                  </a:solidFill>
                  <a:effectLst/>
                  <a:uLnTx/>
                  <a:uFillTx/>
                  <a:latin typeface="Calibri" panose="020F0502020204030204"/>
                  <a:ea typeface="+mn-ea"/>
                  <a:cs typeface="+mn-cs"/>
                </a:rPr>
                <a:t>BED filter is applied in custom SQL Notebook</a:t>
              </a:r>
              <a:endParaRPr kumimoji="0" lang="en-IN" sz="1200" b="0" i="0" u="none" strike="noStrike" kern="1200" cap="none" spc="0" normalizeH="0" baseline="0" noProof="0">
                <a:ln>
                  <a:noFill/>
                </a:ln>
                <a:solidFill>
                  <a:srgbClr val="000000">
                    <a:lumMod val="75000"/>
                    <a:lumOff val="25000"/>
                  </a:srgbClr>
                </a:solidFill>
                <a:effectLst/>
                <a:uLnTx/>
                <a:uFillTx/>
                <a:latin typeface="Calibri" panose="020F0502020204030204"/>
                <a:ea typeface="+mn-ea"/>
                <a:cs typeface="+mn-cs"/>
              </a:endParaRPr>
            </a:p>
          </p:txBody>
        </p:sp>
        <p:sp>
          <p:nvSpPr>
            <p:cNvPr id="68" name="Freeform 67"/>
            <p:cNvSpPr/>
            <p:nvPr/>
          </p:nvSpPr>
          <p:spPr>
            <a:xfrm>
              <a:off x="3020023" y="5304665"/>
              <a:ext cx="1639093" cy="583330"/>
            </a:xfrm>
            <a:custGeom>
              <a:avLst/>
              <a:gdLst>
                <a:gd name="connsiteX0" fmla="*/ 209245 w 1255447"/>
                <a:gd name="connsiteY0" fmla="*/ 0 h 6775979"/>
                <a:gd name="connsiteX1" fmla="*/ 1046202 w 1255447"/>
                <a:gd name="connsiteY1" fmla="*/ 0 h 6775979"/>
                <a:gd name="connsiteX2" fmla="*/ 1255447 w 1255447"/>
                <a:gd name="connsiteY2" fmla="*/ 209245 h 6775979"/>
                <a:gd name="connsiteX3" fmla="*/ 1255447 w 1255447"/>
                <a:gd name="connsiteY3" fmla="*/ 6775979 h 6775979"/>
                <a:gd name="connsiteX4" fmla="*/ 1255447 w 1255447"/>
                <a:gd name="connsiteY4" fmla="*/ 6775979 h 6775979"/>
                <a:gd name="connsiteX5" fmla="*/ 0 w 1255447"/>
                <a:gd name="connsiteY5" fmla="*/ 6775979 h 6775979"/>
                <a:gd name="connsiteX6" fmla="*/ 0 w 1255447"/>
                <a:gd name="connsiteY6" fmla="*/ 6775979 h 6775979"/>
                <a:gd name="connsiteX7" fmla="*/ 0 w 1255447"/>
                <a:gd name="connsiteY7" fmla="*/ 209245 h 6775979"/>
                <a:gd name="connsiteX8" fmla="*/ 209245 w 1255447"/>
                <a:gd name="connsiteY8" fmla="*/ 0 h 67759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55447" h="6775979">
                  <a:moveTo>
                    <a:pt x="1255447" y="1129352"/>
                  </a:moveTo>
                  <a:lnTo>
                    <a:pt x="1255447" y="5646627"/>
                  </a:lnTo>
                  <a:cubicBezTo>
                    <a:pt x="1255447" y="6270350"/>
                    <a:pt x="1238090" y="6775976"/>
                    <a:pt x="1216678" y="6775976"/>
                  </a:cubicBezTo>
                  <a:lnTo>
                    <a:pt x="0" y="6775976"/>
                  </a:lnTo>
                  <a:lnTo>
                    <a:pt x="0" y="6775976"/>
                  </a:lnTo>
                  <a:lnTo>
                    <a:pt x="0" y="3"/>
                  </a:lnTo>
                  <a:lnTo>
                    <a:pt x="0" y="3"/>
                  </a:lnTo>
                  <a:lnTo>
                    <a:pt x="1216678" y="3"/>
                  </a:lnTo>
                  <a:cubicBezTo>
                    <a:pt x="1238090" y="3"/>
                    <a:pt x="1255447" y="505629"/>
                    <a:pt x="1255447" y="1129352"/>
                  </a:cubicBezTo>
                  <a:close/>
                </a:path>
              </a:pathLst>
            </a:custGeom>
          </p:spPr>
          <p:style>
            <a:lnRef idx="2">
              <a:schemeClr val="accent1">
                <a:hueOff val="0"/>
                <a:satOff val="0"/>
                <a:lumOff val="0"/>
                <a:alphaOff val="0"/>
              </a:schemeClr>
            </a:lnRef>
            <a:fillRef idx="1">
              <a:schemeClr val="lt1">
                <a:alpha val="90000"/>
                <a:hueOff val="0"/>
                <a:satOff val="0"/>
                <a:lumOff val="0"/>
                <a:alphaOff val="0"/>
              </a:schemeClr>
            </a:fillRef>
            <a:effectRef idx="0">
              <a:schemeClr val="lt1">
                <a:alpha val="90000"/>
                <a:hueOff val="0"/>
                <a:satOff val="0"/>
                <a:lumOff val="0"/>
                <a:alphaOff val="0"/>
              </a:schemeClr>
            </a:effectRef>
            <a:fontRef idx="minor">
              <a:schemeClr val="dk1">
                <a:hueOff val="0"/>
                <a:satOff val="0"/>
                <a:lumOff val="0"/>
                <a:alphaOff val="0"/>
              </a:schemeClr>
            </a:fontRef>
          </p:style>
          <p:txBody>
            <a:bodyPr spcFirstLastPara="0" vert="horz" wrap="square" lIns="248920" tIns="83511" rIns="83511" bIns="83511" numCol="1" spcCol="1270" anchor="ctr" anchorCtr="0">
              <a:noAutofit/>
            </a:bodyPr>
            <a:lstStyle/>
            <a:p>
              <a:pPr marL="0" marR="0" lvl="1" indent="0" algn="l" defTabSz="1555750" rtl="0" eaLnBrk="1" fontAlgn="auto" latinLnBrk="0" hangingPunct="1">
                <a:lnSpc>
                  <a:spcPct val="90000"/>
                </a:lnSpc>
                <a:spcBef>
                  <a:spcPct val="0"/>
                </a:spcBef>
                <a:spcAft>
                  <a:spcPct val="15000"/>
                </a:spcAft>
                <a:buClrTx/>
                <a:buSzTx/>
                <a:buFontTx/>
                <a:buNone/>
                <a:tabLst/>
                <a:defRPr/>
              </a:pPr>
              <a:r>
                <a:rPr kumimoji="0" lang="en-IN" sz="1300" b="0" i="0" u="none" strike="noStrike" kern="1200" cap="none" spc="0" normalizeH="0" baseline="0" noProof="0">
                  <a:ln>
                    <a:noFill/>
                  </a:ln>
                  <a:solidFill>
                    <a:srgbClr val="000000">
                      <a:lumMod val="75000"/>
                      <a:lumOff val="25000"/>
                    </a:srgbClr>
                  </a:solidFill>
                  <a:effectLst/>
                  <a:uLnTx/>
                  <a:uFillTx/>
                  <a:latin typeface="Calibri" panose="020F0502020204030204"/>
                  <a:ea typeface="+mn-ea"/>
                  <a:cs typeface="+mn-cs"/>
                </a:rPr>
                <a:t>NULLs are assigned to respective DEFAULT values</a:t>
              </a:r>
              <a:endParaRPr kumimoji="0" lang="en-IN" sz="1200" b="0" i="0" u="none" strike="noStrike" kern="1200" cap="none" spc="0" normalizeH="0" baseline="0" noProof="0">
                <a:ln>
                  <a:noFill/>
                </a:ln>
                <a:solidFill>
                  <a:srgbClr val="000000">
                    <a:lumMod val="75000"/>
                    <a:lumOff val="25000"/>
                  </a:srgbClr>
                </a:solidFill>
                <a:effectLst/>
                <a:uLnTx/>
                <a:uFillTx/>
                <a:latin typeface="Calibri" panose="020F0502020204030204"/>
                <a:ea typeface="+mn-ea"/>
                <a:cs typeface="+mn-cs"/>
              </a:endParaRPr>
            </a:p>
          </p:txBody>
        </p:sp>
        <p:pic>
          <p:nvPicPr>
            <p:cNvPr id="36" name="Picture 35"/>
            <p:cNvPicPr>
              <a:picLocks noChangeAspect="1"/>
            </p:cNvPicPr>
            <p:nvPr/>
          </p:nvPicPr>
          <p:blipFill>
            <a:blip r:embed="rId10">
              <a:extLst>
                <a:ext uri="{BEBA8EAE-BF5A-486C-A8C5-ECC9F3942E4B}">
                  <a14:imgProps xmlns:a14="http://schemas.microsoft.com/office/drawing/2010/main">
                    <a14:imgLayer r:embed="rId11">
                      <a14:imgEffect>
                        <a14:saturation sat="0"/>
                      </a14:imgEffect>
                      <a14:imgEffect>
                        <a14:brightnessContrast contrast="20000"/>
                      </a14:imgEffect>
                    </a14:imgLayer>
                  </a14:imgProps>
                </a:ext>
                <a:ext uri="{28A0092B-C50C-407E-A947-70E740481C1C}">
                  <a14:useLocalDpi xmlns:a14="http://schemas.microsoft.com/office/drawing/2010/main" val="0"/>
                </a:ext>
              </a:extLst>
            </a:blip>
            <a:stretch>
              <a:fillRect/>
            </a:stretch>
          </p:blipFill>
          <p:spPr>
            <a:xfrm>
              <a:off x="2312829" y="1359521"/>
              <a:ext cx="1053881" cy="1053881"/>
            </a:xfrm>
            <a:prstGeom prst="rect">
              <a:avLst/>
            </a:prstGeom>
          </p:spPr>
        </p:pic>
        <p:sp>
          <p:nvSpPr>
            <p:cNvPr id="33" name="TextBox 32"/>
            <p:cNvSpPr txBox="1"/>
            <p:nvPr/>
          </p:nvSpPr>
          <p:spPr>
            <a:xfrm>
              <a:off x="11005376" y="970006"/>
              <a:ext cx="941598" cy="492443"/>
            </a:xfrm>
            <a:prstGeom prst="rect">
              <a:avLst/>
            </a:prstGeom>
            <a:noFill/>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IN" sz="1300" b="0" i="0" u="none" strike="noStrike" kern="1200" cap="none" spc="0" normalizeH="0" baseline="0" noProof="0">
                  <a:ln>
                    <a:noFill/>
                  </a:ln>
                  <a:solidFill>
                    <a:srgbClr val="424242"/>
                  </a:solidFill>
                  <a:effectLst/>
                  <a:uLnTx/>
                  <a:uFillTx/>
                  <a:latin typeface="Calibri" panose="020F0502020204030204"/>
                  <a:ea typeface="+mn-ea"/>
                  <a:cs typeface="+mn-cs"/>
                </a:rPr>
                <a:t>SQLDB (Metadata)</a:t>
              </a:r>
              <a:endParaRPr kumimoji="0" lang="en-US" sz="1300" b="0" i="0" u="none" strike="noStrike" kern="1200" cap="none" spc="0" normalizeH="0" baseline="0" noProof="0">
                <a:ln>
                  <a:noFill/>
                </a:ln>
                <a:solidFill>
                  <a:srgbClr val="424242"/>
                </a:solidFill>
                <a:effectLst/>
                <a:uLnTx/>
                <a:uFillTx/>
                <a:latin typeface="Calibri" panose="020F0502020204030204"/>
                <a:ea typeface="+mn-ea"/>
                <a:cs typeface="+mn-cs"/>
              </a:endParaRPr>
            </a:p>
          </p:txBody>
        </p:sp>
        <p:sp>
          <p:nvSpPr>
            <p:cNvPr id="34" name="Right Arrow 33"/>
            <p:cNvSpPr/>
            <p:nvPr/>
          </p:nvSpPr>
          <p:spPr>
            <a:xfrm>
              <a:off x="8345526" y="1795354"/>
              <a:ext cx="580572" cy="190354"/>
            </a:xfrm>
            <a:prstGeom prst="rightArrow">
              <a:avLst/>
            </a:prstGeom>
            <a:solidFill>
              <a:schemeClr val="accent5">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panose="020F0502020204030204"/>
                <a:ea typeface="+mn-ea"/>
                <a:cs typeface="+mn-cs"/>
              </a:endParaRPr>
            </a:p>
          </p:txBody>
        </p:sp>
        <p:pic>
          <p:nvPicPr>
            <p:cNvPr id="35" name="Picture 34"/>
            <p:cNvPicPr>
              <a:picLocks noChangeAspect="1"/>
            </p:cNvPicPr>
            <p:nvPr/>
          </p:nvPicPr>
          <p:blipFill rotWithShape="1">
            <a:blip r:embed="rId12" cstate="print">
              <a:extLst>
                <a:ext uri="{BEBA8EAE-BF5A-486C-A8C5-ECC9F3942E4B}">
                  <a14:imgProps xmlns:a14="http://schemas.microsoft.com/office/drawing/2010/main">
                    <a14:imgLayer r:embed="rId13">
                      <a14:imgEffect>
                        <a14:saturation sat="0"/>
                      </a14:imgEffect>
                      <a14:imgEffect>
                        <a14:brightnessContrast contrast="20000"/>
                      </a14:imgEffect>
                    </a14:imgLayer>
                  </a14:imgProps>
                </a:ext>
                <a:ext uri="{28A0092B-C50C-407E-A947-70E740481C1C}">
                  <a14:useLocalDpi xmlns:a14="http://schemas.microsoft.com/office/drawing/2010/main" val="0"/>
                </a:ext>
              </a:extLst>
            </a:blip>
            <a:srcRect l="27867" r="28400"/>
            <a:stretch/>
          </p:blipFill>
          <p:spPr>
            <a:xfrm>
              <a:off x="9155671" y="1508437"/>
              <a:ext cx="815199" cy="793560"/>
            </a:xfrm>
            <a:prstGeom prst="rect">
              <a:avLst/>
            </a:prstGeom>
          </p:spPr>
        </p:pic>
        <p:sp>
          <p:nvSpPr>
            <p:cNvPr id="37" name="TextBox 36"/>
            <p:cNvSpPr txBox="1"/>
            <p:nvPr/>
          </p:nvSpPr>
          <p:spPr>
            <a:xfrm>
              <a:off x="9155670" y="1032129"/>
              <a:ext cx="815200" cy="292388"/>
            </a:xfrm>
            <a:prstGeom prst="rect">
              <a:avLst/>
            </a:prstGeom>
            <a:noFill/>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IN" sz="1300" b="0" i="0" u="none" strike="noStrike" kern="1200" cap="none" spc="0" normalizeH="0" baseline="0" noProof="0">
                  <a:ln>
                    <a:noFill/>
                  </a:ln>
                  <a:solidFill>
                    <a:srgbClr val="424242"/>
                  </a:solidFill>
                  <a:effectLst/>
                  <a:uLnTx/>
                  <a:uFillTx/>
                  <a:latin typeface="Calibri" panose="020F0502020204030204"/>
                  <a:ea typeface="+mn-ea"/>
                  <a:cs typeface="+mn-cs"/>
                </a:rPr>
                <a:t>ADLS</a:t>
              </a:r>
              <a:endParaRPr kumimoji="0" lang="en-US" sz="1300" b="0" i="0" u="none" strike="noStrike" kern="1200" cap="none" spc="0" normalizeH="0" baseline="0" noProof="0">
                <a:ln>
                  <a:noFill/>
                </a:ln>
                <a:solidFill>
                  <a:srgbClr val="424242"/>
                </a:solidFill>
                <a:effectLst/>
                <a:uLnTx/>
                <a:uFillTx/>
                <a:latin typeface="Calibri" panose="020F0502020204030204"/>
                <a:ea typeface="+mn-ea"/>
                <a:cs typeface="+mn-cs"/>
              </a:endParaRPr>
            </a:p>
          </p:txBody>
        </p:sp>
        <p:sp>
          <p:nvSpPr>
            <p:cNvPr id="38" name="Freeform 37"/>
            <p:cNvSpPr/>
            <p:nvPr/>
          </p:nvSpPr>
          <p:spPr>
            <a:xfrm>
              <a:off x="7680116" y="2836183"/>
              <a:ext cx="1648085" cy="583330"/>
            </a:xfrm>
            <a:custGeom>
              <a:avLst/>
              <a:gdLst>
                <a:gd name="connsiteX0" fmla="*/ 209245 w 1255447"/>
                <a:gd name="connsiteY0" fmla="*/ 0 h 6775979"/>
                <a:gd name="connsiteX1" fmla="*/ 1046202 w 1255447"/>
                <a:gd name="connsiteY1" fmla="*/ 0 h 6775979"/>
                <a:gd name="connsiteX2" fmla="*/ 1255447 w 1255447"/>
                <a:gd name="connsiteY2" fmla="*/ 209245 h 6775979"/>
                <a:gd name="connsiteX3" fmla="*/ 1255447 w 1255447"/>
                <a:gd name="connsiteY3" fmla="*/ 6775979 h 6775979"/>
                <a:gd name="connsiteX4" fmla="*/ 1255447 w 1255447"/>
                <a:gd name="connsiteY4" fmla="*/ 6775979 h 6775979"/>
                <a:gd name="connsiteX5" fmla="*/ 0 w 1255447"/>
                <a:gd name="connsiteY5" fmla="*/ 6775979 h 6775979"/>
                <a:gd name="connsiteX6" fmla="*/ 0 w 1255447"/>
                <a:gd name="connsiteY6" fmla="*/ 6775979 h 6775979"/>
                <a:gd name="connsiteX7" fmla="*/ 0 w 1255447"/>
                <a:gd name="connsiteY7" fmla="*/ 209245 h 6775979"/>
                <a:gd name="connsiteX8" fmla="*/ 209245 w 1255447"/>
                <a:gd name="connsiteY8" fmla="*/ 0 h 67759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55447" h="6775979">
                  <a:moveTo>
                    <a:pt x="1255447" y="1129352"/>
                  </a:moveTo>
                  <a:lnTo>
                    <a:pt x="1255447" y="5646627"/>
                  </a:lnTo>
                  <a:cubicBezTo>
                    <a:pt x="1255447" y="6270350"/>
                    <a:pt x="1238090" y="6775976"/>
                    <a:pt x="1216678" y="6775976"/>
                  </a:cubicBezTo>
                  <a:lnTo>
                    <a:pt x="0" y="6775976"/>
                  </a:lnTo>
                  <a:lnTo>
                    <a:pt x="0" y="6775976"/>
                  </a:lnTo>
                  <a:lnTo>
                    <a:pt x="0" y="3"/>
                  </a:lnTo>
                  <a:lnTo>
                    <a:pt x="0" y="3"/>
                  </a:lnTo>
                  <a:lnTo>
                    <a:pt x="1216678" y="3"/>
                  </a:lnTo>
                  <a:cubicBezTo>
                    <a:pt x="1238090" y="3"/>
                    <a:pt x="1255447" y="505629"/>
                    <a:pt x="1255447" y="1129352"/>
                  </a:cubicBezTo>
                  <a:close/>
                </a:path>
              </a:pathLst>
            </a:custGeom>
          </p:spPr>
          <p:style>
            <a:lnRef idx="2">
              <a:schemeClr val="accent1">
                <a:hueOff val="0"/>
                <a:satOff val="0"/>
                <a:lumOff val="0"/>
                <a:alphaOff val="0"/>
              </a:schemeClr>
            </a:lnRef>
            <a:fillRef idx="1">
              <a:schemeClr val="lt1">
                <a:alpha val="90000"/>
                <a:hueOff val="0"/>
                <a:satOff val="0"/>
                <a:lumOff val="0"/>
                <a:alphaOff val="0"/>
              </a:schemeClr>
            </a:fillRef>
            <a:effectRef idx="0">
              <a:schemeClr val="lt1">
                <a:alpha val="90000"/>
                <a:hueOff val="0"/>
                <a:satOff val="0"/>
                <a:lumOff val="0"/>
                <a:alphaOff val="0"/>
              </a:schemeClr>
            </a:effectRef>
            <a:fontRef idx="minor">
              <a:schemeClr val="dk1">
                <a:hueOff val="0"/>
                <a:satOff val="0"/>
                <a:lumOff val="0"/>
                <a:alphaOff val="0"/>
              </a:schemeClr>
            </a:fontRef>
          </p:style>
          <p:txBody>
            <a:bodyPr spcFirstLastPara="0" vert="horz" wrap="square" lIns="248920" tIns="83511" rIns="83511" bIns="83511" numCol="1" spcCol="1270" anchor="ctr" anchorCtr="0">
              <a:noAutofit/>
            </a:bodyPr>
            <a:lstStyle/>
            <a:p>
              <a:pPr marL="0" marR="0" lvl="1" indent="0" algn="l" defTabSz="1555750" rtl="0" eaLnBrk="1" fontAlgn="auto" latinLnBrk="0" hangingPunct="1">
                <a:lnSpc>
                  <a:spcPct val="90000"/>
                </a:lnSpc>
                <a:spcBef>
                  <a:spcPct val="0"/>
                </a:spcBef>
                <a:spcAft>
                  <a:spcPct val="15000"/>
                </a:spcAft>
                <a:buClrTx/>
                <a:buSzTx/>
                <a:buFontTx/>
                <a:buNone/>
                <a:tabLst/>
                <a:defRPr/>
              </a:pPr>
              <a:r>
                <a:rPr kumimoji="0" lang="en-IN" sz="1300" b="0" i="0" u="none" strike="noStrike" kern="1200" cap="none" spc="0" normalizeH="0" baseline="0" noProof="0">
                  <a:ln>
                    <a:noFill/>
                  </a:ln>
                  <a:solidFill>
                    <a:srgbClr val="000000">
                      <a:lumMod val="75000"/>
                      <a:lumOff val="25000"/>
                    </a:srgbClr>
                  </a:solidFill>
                  <a:effectLst/>
                  <a:uLnTx/>
                  <a:uFillTx/>
                  <a:latin typeface="Calibri" panose="020F0502020204030204"/>
                  <a:ea typeface="+mn-ea"/>
                  <a:cs typeface="+mn-cs"/>
                </a:rPr>
                <a:t>Loads the data in delta table</a:t>
              </a:r>
              <a:endParaRPr kumimoji="0" lang="en-US" sz="1300" b="0" i="0" u="none" strike="noStrike" kern="1200" cap="none" spc="0" normalizeH="0" baseline="0" noProof="0">
                <a:ln>
                  <a:noFill/>
                </a:ln>
                <a:solidFill>
                  <a:srgbClr val="000000">
                    <a:lumMod val="75000"/>
                    <a:lumOff val="25000"/>
                  </a:srgbClr>
                </a:solidFill>
                <a:effectLst/>
                <a:uLnTx/>
                <a:uFillTx/>
                <a:latin typeface="Calibri" panose="020F0502020204030204"/>
                <a:ea typeface="+mn-ea"/>
                <a:cs typeface="+mn-cs"/>
              </a:endParaRPr>
            </a:p>
          </p:txBody>
        </p:sp>
        <p:sp>
          <p:nvSpPr>
            <p:cNvPr id="39" name="5-Point Star 38"/>
            <p:cNvSpPr/>
            <p:nvPr/>
          </p:nvSpPr>
          <p:spPr>
            <a:xfrm>
              <a:off x="7495305" y="2678606"/>
              <a:ext cx="321491" cy="264599"/>
            </a:xfrm>
            <a:prstGeom prst="star5">
              <a:avLst/>
            </a:prstGeom>
            <a:solidFill>
              <a:schemeClr val="accent5">
                <a:lumMod val="9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300" b="0" i="0" u="none" strike="noStrike" kern="1200" cap="none" spc="0" normalizeH="0" baseline="0" noProof="0">
                <a:ln>
                  <a:noFill/>
                </a:ln>
                <a:solidFill>
                  <a:srgbClr val="FFFFFF"/>
                </a:solidFill>
                <a:effectLst/>
                <a:uLnTx/>
                <a:uFillTx/>
                <a:latin typeface="Calibri" panose="020F0502020204030204"/>
                <a:ea typeface="+mn-ea"/>
                <a:cs typeface="+mn-cs"/>
              </a:endParaRPr>
            </a:p>
          </p:txBody>
        </p:sp>
      </p:grpSp>
      <p:sp>
        <p:nvSpPr>
          <p:cNvPr id="40" name="Freeform 39"/>
          <p:cNvSpPr/>
          <p:nvPr/>
        </p:nvSpPr>
        <p:spPr>
          <a:xfrm>
            <a:off x="5365212" y="3459530"/>
            <a:ext cx="1740988" cy="583330"/>
          </a:xfrm>
          <a:custGeom>
            <a:avLst/>
            <a:gdLst>
              <a:gd name="connsiteX0" fmla="*/ 209245 w 1255447"/>
              <a:gd name="connsiteY0" fmla="*/ 0 h 6775979"/>
              <a:gd name="connsiteX1" fmla="*/ 1046202 w 1255447"/>
              <a:gd name="connsiteY1" fmla="*/ 0 h 6775979"/>
              <a:gd name="connsiteX2" fmla="*/ 1255447 w 1255447"/>
              <a:gd name="connsiteY2" fmla="*/ 209245 h 6775979"/>
              <a:gd name="connsiteX3" fmla="*/ 1255447 w 1255447"/>
              <a:gd name="connsiteY3" fmla="*/ 6775979 h 6775979"/>
              <a:gd name="connsiteX4" fmla="*/ 1255447 w 1255447"/>
              <a:gd name="connsiteY4" fmla="*/ 6775979 h 6775979"/>
              <a:gd name="connsiteX5" fmla="*/ 0 w 1255447"/>
              <a:gd name="connsiteY5" fmla="*/ 6775979 h 6775979"/>
              <a:gd name="connsiteX6" fmla="*/ 0 w 1255447"/>
              <a:gd name="connsiteY6" fmla="*/ 6775979 h 6775979"/>
              <a:gd name="connsiteX7" fmla="*/ 0 w 1255447"/>
              <a:gd name="connsiteY7" fmla="*/ 209245 h 6775979"/>
              <a:gd name="connsiteX8" fmla="*/ 209245 w 1255447"/>
              <a:gd name="connsiteY8" fmla="*/ 0 h 67759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55447" h="6775979">
                <a:moveTo>
                  <a:pt x="1255447" y="1129352"/>
                </a:moveTo>
                <a:lnTo>
                  <a:pt x="1255447" y="5646627"/>
                </a:lnTo>
                <a:cubicBezTo>
                  <a:pt x="1255447" y="6270350"/>
                  <a:pt x="1238090" y="6775976"/>
                  <a:pt x="1216678" y="6775976"/>
                </a:cubicBezTo>
                <a:lnTo>
                  <a:pt x="0" y="6775976"/>
                </a:lnTo>
                <a:lnTo>
                  <a:pt x="0" y="6775976"/>
                </a:lnTo>
                <a:lnTo>
                  <a:pt x="0" y="3"/>
                </a:lnTo>
                <a:lnTo>
                  <a:pt x="0" y="3"/>
                </a:lnTo>
                <a:lnTo>
                  <a:pt x="1216678" y="3"/>
                </a:lnTo>
                <a:cubicBezTo>
                  <a:pt x="1238090" y="3"/>
                  <a:pt x="1255447" y="505629"/>
                  <a:pt x="1255447" y="1129352"/>
                </a:cubicBezTo>
                <a:close/>
              </a:path>
            </a:pathLst>
          </a:custGeom>
        </p:spPr>
        <p:style>
          <a:lnRef idx="2">
            <a:schemeClr val="accent1">
              <a:hueOff val="0"/>
              <a:satOff val="0"/>
              <a:lumOff val="0"/>
              <a:alphaOff val="0"/>
            </a:schemeClr>
          </a:lnRef>
          <a:fillRef idx="1">
            <a:schemeClr val="lt1">
              <a:alpha val="90000"/>
              <a:hueOff val="0"/>
              <a:satOff val="0"/>
              <a:lumOff val="0"/>
              <a:alphaOff val="0"/>
            </a:schemeClr>
          </a:fillRef>
          <a:effectRef idx="0">
            <a:schemeClr val="lt1">
              <a:alpha val="90000"/>
              <a:hueOff val="0"/>
              <a:satOff val="0"/>
              <a:lumOff val="0"/>
              <a:alphaOff val="0"/>
            </a:schemeClr>
          </a:effectRef>
          <a:fontRef idx="minor">
            <a:schemeClr val="dk1">
              <a:hueOff val="0"/>
              <a:satOff val="0"/>
              <a:lumOff val="0"/>
              <a:alphaOff val="0"/>
            </a:schemeClr>
          </a:fontRef>
        </p:style>
        <p:txBody>
          <a:bodyPr spcFirstLastPara="0" vert="horz" wrap="square" lIns="248920" tIns="83511" rIns="83511" bIns="83511" numCol="1" spcCol="1270" anchor="ctr" anchorCtr="0">
            <a:noAutofit/>
          </a:bodyPr>
          <a:lstStyle/>
          <a:p>
            <a:pPr marL="0" marR="0" lvl="1" indent="0" algn="l" defTabSz="1555750" rtl="0" eaLnBrk="1" fontAlgn="auto" latinLnBrk="0" hangingPunct="1">
              <a:lnSpc>
                <a:spcPct val="90000"/>
              </a:lnSpc>
              <a:spcBef>
                <a:spcPct val="0"/>
              </a:spcBef>
              <a:spcAft>
                <a:spcPct val="15000"/>
              </a:spcAft>
              <a:buClrTx/>
              <a:buSzTx/>
              <a:buFontTx/>
              <a:buNone/>
              <a:tabLst/>
              <a:defRPr/>
            </a:pPr>
            <a:r>
              <a:rPr kumimoji="0" lang="en-IN" sz="1300" b="0" i="0" u="none" strike="noStrike" kern="1200" cap="none" spc="0" normalizeH="0" baseline="0" noProof="0">
                <a:ln>
                  <a:noFill/>
                </a:ln>
                <a:solidFill>
                  <a:srgbClr val="000000">
                    <a:lumMod val="75000"/>
                    <a:lumOff val="25000"/>
                  </a:srgbClr>
                </a:solidFill>
                <a:effectLst/>
                <a:uLnTx/>
                <a:uFillTx/>
                <a:latin typeface="Calibri" panose="020F0502020204030204"/>
                <a:ea typeface="+mn-ea"/>
                <a:cs typeface="+mn-cs"/>
              </a:rPr>
              <a:t>Merge joins are done on Partition Key and HBK</a:t>
            </a:r>
          </a:p>
        </p:txBody>
      </p:sp>
      <p:sp>
        <p:nvSpPr>
          <p:cNvPr id="41" name="Rectangle 40"/>
          <p:cNvSpPr/>
          <p:nvPr/>
        </p:nvSpPr>
        <p:spPr>
          <a:xfrm>
            <a:off x="8211523" y="6472409"/>
            <a:ext cx="2728225" cy="302964"/>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2" name="Rectangle 41"/>
          <p:cNvSpPr/>
          <p:nvPr/>
        </p:nvSpPr>
        <p:spPr>
          <a:xfrm>
            <a:off x="11005851" y="6290631"/>
            <a:ext cx="837282" cy="35254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321950676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57200" y="405954"/>
            <a:ext cx="11277600" cy="936386"/>
          </a:xfrm>
        </p:spPr>
        <p:txBody>
          <a:bodyPr/>
          <a:lstStyle/>
          <a:p>
            <a:r>
              <a:rPr lang="en-US" b="1">
                <a:solidFill>
                  <a:srgbClr val="CD2883"/>
                </a:solidFill>
              </a:rPr>
              <a:t>Standardised To Conformed</a:t>
            </a:r>
            <a:r>
              <a:rPr lang="en-US" sz="4200" b="1">
                <a:solidFill>
                  <a:srgbClr val="CD2883"/>
                </a:solidFill>
              </a:rPr>
              <a:t> (Merge)</a:t>
            </a:r>
          </a:p>
        </p:txBody>
      </p:sp>
      <p:sp>
        <p:nvSpPr>
          <p:cNvPr id="5" name="Rectangle 4"/>
          <p:cNvSpPr/>
          <p:nvPr/>
        </p:nvSpPr>
        <p:spPr>
          <a:xfrm>
            <a:off x="8211523" y="6472409"/>
            <a:ext cx="2728225" cy="302964"/>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 name="Rectangle 6"/>
          <p:cNvSpPr/>
          <p:nvPr/>
        </p:nvSpPr>
        <p:spPr>
          <a:xfrm>
            <a:off x="11005851" y="6290631"/>
            <a:ext cx="837282" cy="35254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aphicFrame>
        <p:nvGraphicFramePr>
          <p:cNvPr id="6" name="Table 5"/>
          <p:cNvGraphicFramePr>
            <a:graphicFrameLocks noGrp="1"/>
          </p:cNvGraphicFramePr>
          <p:nvPr>
            <p:extLst>
              <p:ext uri="{D42A27DB-BD31-4B8C-83A1-F6EECF244321}">
                <p14:modId xmlns:p14="http://schemas.microsoft.com/office/powerpoint/2010/main" val="1120141178"/>
              </p:ext>
            </p:extLst>
          </p:nvPr>
        </p:nvGraphicFramePr>
        <p:xfrm>
          <a:off x="453571" y="1052285"/>
          <a:ext cx="11277597" cy="5692140"/>
        </p:xfrm>
        <a:graphic>
          <a:graphicData uri="http://schemas.openxmlformats.org/drawingml/2006/table">
            <a:tbl>
              <a:tblPr firstRow="1" bandRow="1">
                <a:tableStyleId>{1E171933-4619-4E11-9A3F-F7608DF75F80}</a:tableStyleId>
              </a:tblPr>
              <a:tblGrid>
                <a:gridCol w="426402">
                  <a:extLst>
                    <a:ext uri="{9D8B030D-6E8A-4147-A177-3AD203B41FA5}">
                      <a16:colId xmlns:a16="http://schemas.microsoft.com/office/drawing/2014/main" val="2264788010"/>
                    </a:ext>
                  </a:extLst>
                </a:gridCol>
                <a:gridCol w="4082769">
                  <a:extLst>
                    <a:ext uri="{9D8B030D-6E8A-4147-A177-3AD203B41FA5}">
                      <a16:colId xmlns:a16="http://schemas.microsoft.com/office/drawing/2014/main" val="960615748"/>
                    </a:ext>
                  </a:extLst>
                </a:gridCol>
                <a:gridCol w="4736819">
                  <a:extLst>
                    <a:ext uri="{9D8B030D-6E8A-4147-A177-3AD203B41FA5}">
                      <a16:colId xmlns:a16="http://schemas.microsoft.com/office/drawing/2014/main" val="2389614480"/>
                    </a:ext>
                  </a:extLst>
                </a:gridCol>
                <a:gridCol w="2031607">
                  <a:extLst>
                    <a:ext uri="{9D8B030D-6E8A-4147-A177-3AD203B41FA5}">
                      <a16:colId xmlns:a16="http://schemas.microsoft.com/office/drawing/2014/main" val="4294267749"/>
                    </a:ext>
                  </a:extLst>
                </a:gridCol>
              </a:tblGrid>
              <a:tr h="194511">
                <a:tc>
                  <a:txBody>
                    <a:bodyPr/>
                    <a:lstStyle/>
                    <a:p>
                      <a:pPr algn="ctr"/>
                      <a:r>
                        <a:rPr lang="en-IN" sz="1350"/>
                        <a:t>Sr.</a:t>
                      </a:r>
                      <a:endParaRPr lang="en-US" sz="1350"/>
                    </a:p>
                  </a:txBody>
                  <a:tcPr>
                    <a:solidFill>
                      <a:srgbClr val="CD2883"/>
                    </a:solidFill>
                  </a:tcPr>
                </a:tc>
                <a:tc>
                  <a:txBody>
                    <a:bodyPr/>
                    <a:lstStyle/>
                    <a:p>
                      <a:pPr algn="ctr"/>
                      <a:r>
                        <a:rPr lang="en-IN" sz="1350"/>
                        <a:t>Scenario</a:t>
                      </a:r>
                      <a:endParaRPr lang="en-US" sz="1350"/>
                    </a:p>
                  </a:txBody>
                  <a:tcPr>
                    <a:solidFill>
                      <a:srgbClr val="CD2883"/>
                    </a:solidFill>
                  </a:tcPr>
                </a:tc>
                <a:tc>
                  <a:txBody>
                    <a:bodyPr/>
                    <a:lstStyle/>
                    <a:p>
                      <a:pPr algn="ctr"/>
                      <a:r>
                        <a:rPr lang="en-IN" sz="1350"/>
                        <a:t>Outcome</a:t>
                      </a:r>
                      <a:endParaRPr lang="en-US" sz="1350"/>
                    </a:p>
                  </a:txBody>
                  <a:tcPr>
                    <a:solidFill>
                      <a:srgbClr val="CD2883"/>
                    </a:solidFill>
                  </a:tcPr>
                </a:tc>
                <a:tc>
                  <a:txBody>
                    <a:bodyPr/>
                    <a:lstStyle/>
                    <a:p>
                      <a:pPr algn="ctr"/>
                      <a:r>
                        <a:rPr lang="en-IN" sz="1350"/>
                        <a:t>Description</a:t>
                      </a:r>
                      <a:endParaRPr lang="en-US" sz="1350"/>
                    </a:p>
                  </a:txBody>
                  <a:tcPr>
                    <a:solidFill>
                      <a:srgbClr val="CD2883"/>
                    </a:solidFill>
                  </a:tcPr>
                </a:tc>
                <a:extLst>
                  <a:ext uri="{0D108BD9-81ED-4DB2-BD59-A6C34878D82A}">
                    <a16:rowId xmlns:a16="http://schemas.microsoft.com/office/drawing/2014/main" val="2927049239"/>
                  </a:ext>
                </a:extLst>
              </a:tr>
              <a:tr h="324185">
                <a:tc>
                  <a:txBody>
                    <a:bodyPr/>
                    <a:lstStyle/>
                    <a:p>
                      <a:pPr algn="ctr"/>
                      <a:r>
                        <a:rPr lang="en-IN" sz="1350"/>
                        <a:t>1</a:t>
                      </a:r>
                      <a:endParaRPr lang="en-US" sz="1350"/>
                    </a:p>
                  </a:txBody>
                  <a:tcPr/>
                </a:tc>
                <a:tc>
                  <a:txBody>
                    <a:bodyPr/>
                    <a:lstStyle/>
                    <a:p>
                      <a:r>
                        <a:rPr lang="en-IN" sz="1350"/>
                        <a:t>A n</a:t>
                      </a:r>
                      <a:r>
                        <a:rPr lang="en-IN" sz="1350" baseline="0"/>
                        <a:t>ew record comes from Standardised table</a:t>
                      </a:r>
                    </a:p>
                    <a:p>
                      <a:pPr marL="0" marR="0" lvl="0" indent="0" algn="l" defTabSz="914400" rtl="0" eaLnBrk="1" fontAlgn="auto" latinLnBrk="0" hangingPunct="1">
                        <a:lnSpc>
                          <a:spcPct val="100000"/>
                        </a:lnSpc>
                        <a:spcBef>
                          <a:spcPts val="0"/>
                        </a:spcBef>
                        <a:spcAft>
                          <a:spcPts val="0"/>
                        </a:spcAft>
                        <a:buClrTx/>
                        <a:buSzTx/>
                        <a:buFontTx/>
                        <a:buNone/>
                        <a:tabLst/>
                        <a:defRPr/>
                      </a:pPr>
                      <a:r>
                        <a:rPr lang="en-IN" sz="1350" i="1" err="1">
                          <a:solidFill>
                            <a:schemeClr val="accent6">
                              <a:lumMod val="10000"/>
                            </a:schemeClr>
                          </a:solidFill>
                        </a:rPr>
                        <a:t>Eg</a:t>
                      </a:r>
                      <a:r>
                        <a:rPr lang="en-IN" sz="1350" i="1">
                          <a:solidFill>
                            <a:schemeClr val="accent6">
                              <a:lumMod val="10000"/>
                            </a:schemeClr>
                          </a:solidFill>
                        </a:rPr>
                        <a:t>: HBK</a:t>
                      </a:r>
                      <a:r>
                        <a:rPr lang="en-IN" sz="1350" i="1" baseline="0">
                          <a:solidFill>
                            <a:schemeClr val="accent6">
                              <a:lumMod val="10000"/>
                            </a:schemeClr>
                          </a:solidFill>
                        </a:rPr>
                        <a:t> = 1, HV = 1, VFT = D1, VTT = NULL, DT = NULL</a:t>
                      </a:r>
                      <a:endParaRPr lang="en-US" sz="1350" i="1">
                        <a:solidFill>
                          <a:schemeClr val="accent6">
                            <a:lumMod val="10000"/>
                          </a:schemeClr>
                        </a:solidFill>
                      </a:endParaRPr>
                    </a:p>
                  </a:txBody>
                  <a:tcPr/>
                </a:tc>
                <a:tc>
                  <a:txBody>
                    <a:bodyPr/>
                    <a:lstStyle/>
                    <a:p>
                      <a:r>
                        <a:rPr lang="en-IN" sz="1350"/>
                        <a:t>Record gets inserted as new and active record in conformed</a:t>
                      </a:r>
                    </a:p>
                    <a:p>
                      <a:pPr marL="0" marR="0" lvl="0" indent="0" algn="l" defTabSz="914400" rtl="0" eaLnBrk="1" fontAlgn="auto" latinLnBrk="0" hangingPunct="1">
                        <a:lnSpc>
                          <a:spcPct val="100000"/>
                        </a:lnSpc>
                        <a:spcBef>
                          <a:spcPts val="0"/>
                        </a:spcBef>
                        <a:spcAft>
                          <a:spcPts val="0"/>
                        </a:spcAft>
                        <a:buClrTx/>
                        <a:buSzTx/>
                        <a:buFontTx/>
                        <a:buNone/>
                        <a:tabLst/>
                        <a:defRPr/>
                      </a:pPr>
                      <a:r>
                        <a:rPr lang="en-IN" sz="1350" i="1">
                          <a:solidFill>
                            <a:schemeClr val="accent6">
                              <a:lumMod val="10000"/>
                            </a:schemeClr>
                          </a:solidFill>
                        </a:rPr>
                        <a:t>Eg: HBK</a:t>
                      </a:r>
                      <a:r>
                        <a:rPr lang="en-IN" sz="1350" i="1" baseline="0">
                          <a:solidFill>
                            <a:schemeClr val="accent6">
                              <a:lumMod val="10000"/>
                            </a:schemeClr>
                          </a:solidFill>
                        </a:rPr>
                        <a:t> = 1, HV = 1, VFT = D1, VTT = NULL, DT = NULL</a:t>
                      </a:r>
                      <a:endParaRPr lang="en-US" sz="1350" i="1">
                        <a:solidFill>
                          <a:schemeClr val="accent6">
                            <a:lumMod val="10000"/>
                          </a:schemeClr>
                        </a:solidFill>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1350" kern="1200">
                          <a:solidFill>
                            <a:schemeClr val="dk1"/>
                          </a:solidFill>
                          <a:latin typeface="+mn-lt"/>
                          <a:ea typeface="+mn-ea"/>
                          <a:cs typeface="+mn-cs"/>
                        </a:rPr>
                        <a:t>New record get inserted</a:t>
                      </a:r>
                      <a:endParaRPr lang="en-US" sz="1350" kern="1200">
                        <a:solidFill>
                          <a:schemeClr val="dk1"/>
                        </a:solidFill>
                        <a:latin typeface="+mn-lt"/>
                        <a:ea typeface="+mn-ea"/>
                        <a:cs typeface="+mn-cs"/>
                      </a:endParaRPr>
                    </a:p>
                  </a:txBody>
                  <a:tcPr/>
                </a:tc>
                <a:extLst>
                  <a:ext uri="{0D108BD9-81ED-4DB2-BD59-A6C34878D82A}">
                    <a16:rowId xmlns:a16="http://schemas.microsoft.com/office/drawing/2014/main" val="925760394"/>
                  </a:ext>
                </a:extLst>
              </a:tr>
              <a:tr h="583533">
                <a:tc>
                  <a:txBody>
                    <a:bodyPr/>
                    <a:lstStyle/>
                    <a:p>
                      <a:pPr algn="ctr"/>
                      <a:r>
                        <a:rPr lang="en-IN" sz="1350"/>
                        <a:t>2</a:t>
                      </a:r>
                      <a:endParaRPr lang="en-US" sz="1350"/>
                    </a:p>
                  </a:txBody>
                  <a:tcPr/>
                </a:tc>
                <a:tc>
                  <a:txBody>
                    <a:bodyPr/>
                    <a:lstStyle/>
                    <a:p>
                      <a:r>
                        <a:rPr lang="en-IN" sz="1350" baseline="0"/>
                        <a:t>A record (existing conformed) comes from standardised with some updates as active</a:t>
                      </a:r>
                    </a:p>
                    <a:p>
                      <a:pPr marL="0" marR="0" lvl="0" indent="0" algn="l" defTabSz="914400" rtl="0" eaLnBrk="1" fontAlgn="auto" latinLnBrk="0" hangingPunct="1">
                        <a:lnSpc>
                          <a:spcPct val="100000"/>
                        </a:lnSpc>
                        <a:spcBef>
                          <a:spcPts val="0"/>
                        </a:spcBef>
                        <a:spcAft>
                          <a:spcPts val="0"/>
                        </a:spcAft>
                        <a:buClrTx/>
                        <a:buSzTx/>
                        <a:buFontTx/>
                        <a:buNone/>
                        <a:tabLst/>
                        <a:defRPr/>
                      </a:pPr>
                      <a:r>
                        <a:rPr lang="en-IN" sz="1350" i="1" err="1">
                          <a:solidFill>
                            <a:schemeClr val="accent6">
                              <a:lumMod val="10000"/>
                            </a:schemeClr>
                          </a:solidFill>
                        </a:rPr>
                        <a:t>Eg</a:t>
                      </a:r>
                      <a:r>
                        <a:rPr lang="en-IN" sz="1350" i="1">
                          <a:solidFill>
                            <a:schemeClr val="accent6">
                              <a:lumMod val="10000"/>
                            </a:schemeClr>
                          </a:solidFill>
                        </a:rPr>
                        <a:t>: HBK</a:t>
                      </a:r>
                      <a:r>
                        <a:rPr lang="en-IN" sz="1350" i="1" baseline="0">
                          <a:solidFill>
                            <a:schemeClr val="accent6">
                              <a:lumMod val="10000"/>
                            </a:schemeClr>
                          </a:solidFill>
                        </a:rPr>
                        <a:t> = 1, HV = 2, VFT = D2, VTT = NULL, DT = NULL</a:t>
                      </a:r>
                      <a:endParaRPr lang="en-US" sz="1350" i="1">
                        <a:solidFill>
                          <a:schemeClr val="accent6">
                            <a:lumMod val="10000"/>
                          </a:schemeClr>
                        </a:solidFill>
                      </a:endParaRPr>
                    </a:p>
                  </a:txBody>
                  <a:tcPr/>
                </a:tc>
                <a:tc>
                  <a:txBody>
                    <a:bodyPr/>
                    <a:lstStyle/>
                    <a:p>
                      <a:r>
                        <a:rPr lang="en-IN" sz="1350"/>
                        <a:t>Existing active</a:t>
                      </a:r>
                      <a:r>
                        <a:rPr lang="en-IN" sz="1350" baseline="0"/>
                        <a:t> r</a:t>
                      </a:r>
                      <a:r>
                        <a:rPr lang="en-IN" sz="1350"/>
                        <a:t>ecord marked as inactive</a:t>
                      </a:r>
                    </a:p>
                    <a:p>
                      <a:r>
                        <a:rPr lang="en-IN" sz="1350"/>
                        <a:t>Record gets inserted as new and active record in conformed</a:t>
                      </a:r>
                    </a:p>
                    <a:p>
                      <a:pPr marL="0" marR="0" lvl="0" indent="0" algn="l" defTabSz="914400" rtl="0" eaLnBrk="1" fontAlgn="auto" latinLnBrk="0" hangingPunct="1">
                        <a:lnSpc>
                          <a:spcPct val="100000"/>
                        </a:lnSpc>
                        <a:spcBef>
                          <a:spcPts val="0"/>
                        </a:spcBef>
                        <a:spcAft>
                          <a:spcPts val="0"/>
                        </a:spcAft>
                        <a:buClrTx/>
                        <a:buSzTx/>
                        <a:buFontTx/>
                        <a:buNone/>
                        <a:tabLst/>
                        <a:defRPr/>
                      </a:pPr>
                      <a:r>
                        <a:rPr lang="en-IN" sz="1350" i="1">
                          <a:solidFill>
                            <a:schemeClr val="accent6">
                              <a:lumMod val="10000"/>
                            </a:schemeClr>
                          </a:solidFill>
                        </a:rPr>
                        <a:t>Eg: HBK</a:t>
                      </a:r>
                      <a:r>
                        <a:rPr lang="en-IN" sz="1350" i="1" baseline="0">
                          <a:solidFill>
                            <a:schemeClr val="accent6">
                              <a:lumMod val="10000"/>
                            </a:schemeClr>
                          </a:solidFill>
                        </a:rPr>
                        <a:t> = 1, HV = 1, VFT = D1, </a:t>
                      </a:r>
                      <a:r>
                        <a:rPr lang="en-IN" sz="1350" b="1" i="1" u="sng" baseline="0">
                          <a:solidFill>
                            <a:schemeClr val="accent6">
                              <a:lumMod val="10000"/>
                            </a:schemeClr>
                          </a:solidFill>
                        </a:rPr>
                        <a:t>VTT = D2</a:t>
                      </a:r>
                      <a:r>
                        <a:rPr lang="en-IN" sz="1350" i="1" baseline="0">
                          <a:solidFill>
                            <a:schemeClr val="accent6">
                              <a:lumMod val="10000"/>
                            </a:schemeClr>
                          </a:solidFill>
                        </a:rPr>
                        <a:t>, NULL, DT = NULL</a:t>
                      </a:r>
                    </a:p>
                    <a:p>
                      <a:pPr marL="0" marR="0" lvl="0" indent="0" algn="l" defTabSz="914400" rtl="0" eaLnBrk="1" fontAlgn="auto" latinLnBrk="0" hangingPunct="1">
                        <a:lnSpc>
                          <a:spcPct val="100000"/>
                        </a:lnSpc>
                        <a:spcBef>
                          <a:spcPts val="0"/>
                        </a:spcBef>
                        <a:spcAft>
                          <a:spcPts val="0"/>
                        </a:spcAft>
                        <a:buClrTx/>
                        <a:buSzTx/>
                        <a:buFontTx/>
                        <a:buNone/>
                        <a:tabLst/>
                        <a:defRPr/>
                      </a:pPr>
                      <a:r>
                        <a:rPr lang="en-IN" sz="1350" i="1">
                          <a:solidFill>
                            <a:schemeClr val="accent6">
                              <a:lumMod val="10000"/>
                            </a:schemeClr>
                          </a:solidFill>
                        </a:rPr>
                        <a:t>      </a:t>
                      </a:r>
                      <a:r>
                        <a:rPr lang="en-IN" sz="1350" i="1" baseline="0">
                          <a:solidFill>
                            <a:schemeClr val="accent6">
                              <a:lumMod val="10000"/>
                            </a:schemeClr>
                          </a:solidFill>
                        </a:rPr>
                        <a:t> </a:t>
                      </a:r>
                      <a:r>
                        <a:rPr lang="en-IN" sz="1350" i="1">
                          <a:solidFill>
                            <a:schemeClr val="accent6">
                              <a:lumMod val="10000"/>
                            </a:schemeClr>
                          </a:solidFill>
                        </a:rPr>
                        <a:t>HBK</a:t>
                      </a:r>
                      <a:r>
                        <a:rPr lang="en-IN" sz="1350" i="1" baseline="0">
                          <a:solidFill>
                            <a:schemeClr val="accent6">
                              <a:lumMod val="10000"/>
                            </a:schemeClr>
                          </a:solidFill>
                        </a:rPr>
                        <a:t> = 1, </a:t>
                      </a:r>
                      <a:r>
                        <a:rPr lang="en-IN" sz="1350" b="1" i="1" u="sng" baseline="0">
                          <a:solidFill>
                            <a:schemeClr val="accent6">
                              <a:lumMod val="10000"/>
                            </a:schemeClr>
                          </a:solidFill>
                        </a:rPr>
                        <a:t>HV = 2, VFT = D2</a:t>
                      </a:r>
                      <a:r>
                        <a:rPr lang="en-IN" sz="1350" i="1" baseline="0">
                          <a:solidFill>
                            <a:schemeClr val="accent6">
                              <a:lumMod val="10000"/>
                            </a:schemeClr>
                          </a:solidFill>
                        </a:rPr>
                        <a:t>, VTT = NULL, DT = NULL</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1350" kern="1200">
                          <a:solidFill>
                            <a:schemeClr val="dk1"/>
                          </a:solidFill>
                          <a:latin typeface="+mn-lt"/>
                          <a:ea typeface="+mn-ea"/>
                          <a:cs typeface="+mn-cs"/>
                        </a:rPr>
                        <a:t>Existing record closed, updated</a:t>
                      </a:r>
                      <a:r>
                        <a:rPr lang="en-IN" sz="1350" kern="1200" baseline="0">
                          <a:solidFill>
                            <a:schemeClr val="dk1"/>
                          </a:solidFill>
                          <a:latin typeface="+mn-lt"/>
                          <a:ea typeface="+mn-ea"/>
                          <a:cs typeface="+mn-cs"/>
                        </a:rPr>
                        <a:t> record inserted as active</a:t>
                      </a:r>
                      <a:endParaRPr lang="en-US" sz="1350" kern="1200">
                        <a:solidFill>
                          <a:schemeClr val="dk1"/>
                        </a:solidFill>
                        <a:latin typeface="+mn-lt"/>
                        <a:ea typeface="+mn-ea"/>
                        <a:cs typeface="+mn-cs"/>
                      </a:endParaRPr>
                    </a:p>
                  </a:txBody>
                  <a:tcPr/>
                </a:tc>
                <a:extLst>
                  <a:ext uri="{0D108BD9-81ED-4DB2-BD59-A6C34878D82A}">
                    <a16:rowId xmlns:a16="http://schemas.microsoft.com/office/drawing/2014/main" val="1899454720"/>
                  </a:ext>
                </a:extLst>
              </a:tr>
              <a:tr h="713209">
                <a:tc>
                  <a:txBody>
                    <a:bodyPr/>
                    <a:lstStyle/>
                    <a:p>
                      <a:pPr algn="ctr"/>
                      <a:r>
                        <a:rPr lang="en-IN" sz="1350"/>
                        <a:t>3</a:t>
                      </a:r>
                      <a:endParaRPr lang="en-US" sz="1350"/>
                    </a:p>
                  </a:txBody>
                  <a:tcPr/>
                </a:tc>
                <a:tc>
                  <a:txBody>
                    <a:bodyPr/>
                    <a:lstStyle/>
                    <a:p>
                      <a:r>
                        <a:rPr lang="en-IN" sz="1350" baseline="0"/>
                        <a:t>A record (existing in conformed as active) comes from standardised with some updates as well as </a:t>
                      </a:r>
                      <a:r>
                        <a:rPr lang="en-US" sz="1350" err="1"/>
                        <a:t>lakeDeletedTimestamp</a:t>
                      </a:r>
                      <a:endParaRPr lang="en-IN" sz="1350" baseline="0" err="1"/>
                    </a:p>
                    <a:p>
                      <a:pPr marL="0" marR="0" lvl="0" indent="0" algn="l" defTabSz="914400" rtl="0" eaLnBrk="1" fontAlgn="auto" latinLnBrk="0" hangingPunct="1">
                        <a:lnSpc>
                          <a:spcPct val="100000"/>
                        </a:lnSpc>
                        <a:spcBef>
                          <a:spcPts val="0"/>
                        </a:spcBef>
                        <a:spcAft>
                          <a:spcPts val="0"/>
                        </a:spcAft>
                        <a:buClrTx/>
                        <a:buSzTx/>
                        <a:buFontTx/>
                        <a:buNone/>
                        <a:tabLst/>
                        <a:defRPr/>
                      </a:pPr>
                      <a:r>
                        <a:rPr lang="en-IN" sz="1350" i="1">
                          <a:solidFill>
                            <a:schemeClr val="accent6">
                              <a:lumMod val="10000"/>
                            </a:schemeClr>
                          </a:solidFill>
                        </a:rPr>
                        <a:t>Eg: HBK</a:t>
                      </a:r>
                      <a:r>
                        <a:rPr lang="en-IN" sz="1350" i="1" baseline="0">
                          <a:solidFill>
                            <a:schemeClr val="accent6">
                              <a:lumMod val="10000"/>
                            </a:schemeClr>
                          </a:solidFill>
                        </a:rPr>
                        <a:t> = 1, HV = 3, VFT = D3, VTT = NULL, DT = D3</a:t>
                      </a:r>
                      <a:endParaRPr lang="en-US" sz="1350" i="1">
                        <a:solidFill>
                          <a:schemeClr val="accent6">
                            <a:lumMod val="10000"/>
                          </a:schemeClr>
                        </a:solidFill>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350" i="1">
                        <a:solidFill>
                          <a:schemeClr val="accent6">
                            <a:lumMod val="10000"/>
                          </a:schemeClr>
                        </a:solidFill>
                      </a:endParaRPr>
                    </a:p>
                  </a:txBody>
                  <a:tcPr/>
                </a:tc>
                <a:tc>
                  <a:txBody>
                    <a:bodyPr/>
                    <a:lstStyle/>
                    <a:p>
                      <a:r>
                        <a:rPr lang="en-IN" sz="1350"/>
                        <a:t>Existing active</a:t>
                      </a:r>
                      <a:r>
                        <a:rPr lang="en-IN" sz="1350" baseline="0"/>
                        <a:t> r</a:t>
                      </a:r>
                      <a:r>
                        <a:rPr lang="en-IN" sz="1350"/>
                        <a:t>ecord marked as inactive</a:t>
                      </a:r>
                    </a:p>
                    <a:p>
                      <a:r>
                        <a:rPr lang="en-IN" sz="1350"/>
                        <a:t>Record gets inserted as deleted and active record in conformed</a:t>
                      </a:r>
                    </a:p>
                    <a:p>
                      <a:pPr marL="0" marR="0" lvl="0" indent="0" algn="l" defTabSz="914400" rtl="0" eaLnBrk="1" fontAlgn="auto" latinLnBrk="0" hangingPunct="1">
                        <a:lnSpc>
                          <a:spcPct val="100000"/>
                        </a:lnSpc>
                        <a:spcBef>
                          <a:spcPts val="0"/>
                        </a:spcBef>
                        <a:spcAft>
                          <a:spcPts val="0"/>
                        </a:spcAft>
                        <a:buClrTx/>
                        <a:buSzTx/>
                        <a:buFontTx/>
                        <a:buNone/>
                        <a:tabLst/>
                        <a:defRPr/>
                      </a:pPr>
                      <a:r>
                        <a:rPr lang="en-IN" sz="1350" i="1">
                          <a:solidFill>
                            <a:schemeClr val="accent6">
                              <a:lumMod val="10000"/>
                            </a:schemeClr>
                          </a:solidFill>
                        </a:rPr>
                        <a:t>Eg: HBK</a:t>
                      </a:r>
                      <a:r>
                        <a:rPr lang="en-IN" sz="1350" i="1" baseline="0">
                          <a:solidFill>
                            <a:schemeClr val="accent6">
                              <a:lumMod val="10000"/>
                            </a:schemeClr>
                          </a:solidFill>
                        </a:rPr>
                        <a:t> = 1, HV = 1, VFT = D1, VTT = D2, NULL, DT = NULL</a:t>
                      </a:r>
                    </a:p>
                    <a:p>
                      <a:pPr marL="0" marR="0" lvl="0" indent="0" algn="l" defTabSz="914400" rtl="0" eaLnBrk="1" fontAlgn="auto" latinLnBrk="0" hangingPunct="1">
                        <a:lnSpc>
                          <a:spcPct val="100000"/>
                        </a:lnSpc>
                        <a:spcBef>
                          <a:spcPts val="0"/>
                        </a:spcBef>
                        <a:spcAft>
                          <a:spcPts val="0"/>
                        </a:spcAft>
                        <a:buClrTx/>
                        <a:buSzTx/>
                        <a:buFontTx/>
                        <a:buNone/>
                        <a:tabLst/>
                        <a:defRPr/>
                      </a:pPr>
                      <a:r>
                        <a:rPr lang="en-IN" sz="1350" i="1">
                          <a:solidFill>
                            <a:schemeClr val="accent6">
                              <a:lumMod val="10000"/>
                            </a:schemeClr>
                          </a:solidFill>
                        </a:rPr>
                        <a:t>      </a:t>
                      </a:r>
                      <a:r>
                        <a:rPr lang="en-IN" sz="1350" i="1" baseline="0">
                          <a:solidFill>
                            <a:schemeClr val="accent6">
                              <a:lumMod val="10000"/>
                            </a:schemeClr>
                          </a:solidFill>
                        </a:rPr>
                        <a:t> </a:t>
                      </a:r>
                      <a:r>
                        <a:rPr lang="en-IN" sz="1350" i="1">
                          <a:solidFill>
                            <a:schemeClr val="accent6">
                              <a:lumMod val="10000"/>
                            </a:schemeClr>
                          </a:solidFill>
                        </a:rPr>
                        <a:t>HBK</a:t>
                      </a:r>
                      <a:r>
                        <a:rPr lang="en-IN" sz="1350" i="1" baseline="0">
                          <a:solidFill>
                            <a:schemeClr val="accent6">
                              <a:lumMod val="10000"/>
                            </a:schemeClr>
                          </a:solidFill>
                        </a:rPr>
                        <a:t> = 1, HV = 2, VFT = D2, </a:t>
                      </a:r>
                      <a:r>
                        <a:rPr lang="en-IN" sz="1350" b="1" i="1" u="sng" baseline="0">
                          <a:solidFill>
                            <a:schemeClr val="accent6">
                              <a:lumMod val="10000"/>
                            </a:schemeClr>
                          </a:solidFill>
                        </a:rPr>
                        <a:t>VTT = D3</a:t>
                      </a:r>
                      <a:r>
                        <a:rPr lang="en-IN" sz="1350" i="1" baseline="0">
                          <a:solidFill>
                            <a:schemeClr val="accent6">
                              <a:lumMod val="10000"/>
                            </a:schemeClr>
                          </a:solidFill>
                        </a:rPr>
                        <a:t>, DT = NULL</a:t>
                      </a:r>
                    </a:p>
                    <a:p>
                      <a:pPr marL="0" marR="0" lvl="0" indent="0" algn="l" defTabSz="914400" rtl="0" eaLnBrk="1" fontAlgn="auto" latinLnBrk="0" hangingPunct="1">
                        <a:lnSpc>
                          <a:spcPct val="100000"/>
                        </a:lnSpc>
                        <a:spcBef>
                          <a:spcPts val="0"/>
                        </a:spcBef>
                        <a:spcAft>
                          <a:spcPts val="0"/>
                        </a:spcAft>
                        <a:buClrTx/>
                        <a:buSzTx/>
                        <a:buFontTx/>
                        <a:buNone/>
                        <a:tabLst/>
                        <a:defRPr/>
                      </a:pPr>
                      <a:r>
                        <a:rPr lang="en-IN" sz="1350" i="1" baseline="0">
                          <a:solidFill>
                            <a:schemeClr val="accent6">
                              <a:lumMod val="10000"/>
                            </a:schemeClr>
                          </a:solidFill>
                        </a:rPr>
                        <a:t>       </a:t>
                      </a:r>
                      <a:r>
                        <a:rPr lang="en-IN" sz="1350" i="1">
                          <a:solidFill>
                            <a:schemeClr val="accent6">
                              <a:lumMod val="10000"/>
                            </a:schemeClr>
                          </a:solidFill>
                        </a:rPr>
                        <a:t>HBK</a:t>
                      </a:r>
                      <a:r>
                        <a:rPr lang="en-IN" sz="1350" i="1" baseline="0">
                          <a:solidFill>
                            <a:schemeClr val="accent6">
                              <a:lumMod val="10000"/>
                            </a:schemeClr>
                          </a:solidFill>
                        </a:rPr>
                        <a:t> = 1, </a:t>
                      </a:r>
                      <a:r>
                        <a:rPr lang="en-IN" sz="1350" b="1" i="1" u="sng" baseline="0">
                          <a:solidFill>
                            <a:schemeClr val="accent6">
                              <a:lumMod val="10000"/>
                            </a:schemeClr>
                          </a:solidFill>
                        </a:rPr>
                        <a:t>HV = 3, VFT = D3</a:t>
                      </a:r>
                      <a:r>
                        <a:rPr lang="en-IN" sz="1350" i="1" baseline="0">
                          <a:solidFill>
                            <a:schemeClr val="accent6">
                              <a:lumMod val="10000"/>
                            </a:schemeClr>
                          </a:solidFill>
                        </a:rPr>
                        <a:t>, VTT = NULL, </a:t>
                      </a:r>
                      <a:r>
                        <a:rPr lang="en-IN" sz="1350" b="1" i="1" u="sng" baseline="0">
                          <a:solidFill>
                            <a:schemeClr val="accent6">
                              <a:lumMod val="10000"/>
                            </a:schemeClr>
                          </a:solidFill>
                        </a:rPr>
                        <a:t>DT = D3</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1350" kern="1200">
                          <a:solidFill>
                            <a:schemeClr val="dk1"/>
                          </a:solidFill>
                          <a:latin typeface="+mn-lt"/>
                          <a:ea typeface="+mn-ea"/>
                          <a:cs typeface="+mn-cs"/>
                        </a:rPr>
                        <a:t>Existing record closed, updated</a:t>
                      </a:r>
                      <a:r>
                        <a:rPr lang="en-IN" sz="1350" kern="1200" baseline="0">
                          <a:solidFill>
                            <a:schemeClr val="dk1"/>
                          </a:solidFill>
                          <a:latin typeface="+mn-lt"/>
                          <a:ea typeface="+mn-ea"/>
                          <a:cs typeface="+mn-cs"/>
                        </a:rPr>
                        <a:t> record inserted as deleted</a:t>
                      </a:r>
                      <a:endParaRPr lang="en-US" sz="1350" kern="1200">
                        <a:solidFill>
                          <a:schemeClr val="dk1"/>
                        </a:solidFill>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IN" sz="1350" b="1" i="1" u="sng" baseline="0">
                        <a:solidFill>
                          <a:schemeClr val="accent6">
                            <a:lumMod val="10000"/>
                          </a:schemeClr>
                        </a:solidFill>
                      </a:endParaRPr>
                    </a:p>
                  </a:txBody>
                  <a:tcPr/>
                </a:tc>
                <a:extLst>
                  <a:ext uri="{0D108BD9-81ED-4DB2-BD59-A6C34878D82A}">
                    <a16:rowId xmlns:a16="http://schemas.microsoft.com/office/drawing/2014/main" val="1083202189"/>
                  </a:ext>
                </a:extLst>
              </a:tr>
              <a:tr h="842882">
                <a:tc>
                  <a:txBody>
                    <a:bodyPr/>
                    <a:lstStyle/>
                    <a:p>
                      <a:pPr algn="ctr"/>
                      <a:r>
                        <a:rPr lang="en-IN" sz="1350"/>
                        <a:t>4</a:t>
                      </a:r>
                      <a:endParaRPr lang="en-US" sz="135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1350" baseline="0"/>
                        <a:t>A record (existing in conformed as deleted) comes from standardised with some updates as well as </a:t>
                      </a:r>
                      <a:r>
                        <a:rPr lang="en-US" sz="1350" err="1"/>
                        <a:t>lakeDeletedTimestamp</a:t>
                      </a:r>
                      <a:endParaRPr lang="en-IN" sz="1350" baseline="0" err="1"/>
                    </a:p>
                    <a:p>
                      <a:pPr marL="0" marR="0" lvl="0" indent="0" algn="l" defTabSz="914400" rtl="0" eaLnBrk="1" fontAlgn="auto" latinLnBrk="0" hangingPunct="1">
                        <a:lnSpc>
                          <a:spcPct val="100000"/>
                        </a:lnSpc>
                        <a:spcBef>
                          <a:spcPts val="0"/>
                        </a:spcBef>
                        <a:spcAft>
                          <a:spcPts val="0"/>
                        </a:spcAft>
                        <a:buClrTx/>
                        <a:buSzTx/>
                        <a:buFontTx/>
                        <a:buNone/>
                        <a:tabLst/>
                        <a:defRPr/>
                      </a:pPr>
                      <a:r>
                        <a:rPr lang="en-IN" sz="1350" i="1">
                          <a:solidFill>
                            <a:schemeClr val="accent6">
                              <a:lumMod val="10000"/>
                            </a:schemeClr>
                          </a:solidFill>
                        </a:rPr>
                        <a:t>Eg: HBK</a:t>
                      </a:r>
                      <a:r>
                        <a:rPr lang="en-IN" sz="1350" i="1" baseline="0">
                          <a:solidFill>
                            <a:schemeClr val="accent6">
                              <a:lumMod val="10000"/>
                            </a:schemeClr>
                          </a:solidFill>
                        </a:rPr>
                        <a:t> = 1, HV = 4, VFT = D4, VTT = NULL, DT = D4</a:t>
                      </a:r>
                      <a:endParaRPr lang="en-US" sz="1350" i="1">
                        <a:solidFill>
                          <a:schemeClr val="accent6">
                            <a:lumMod val="10000"/>
                          </a:schemeClr>
                        </a:solidFill>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IN" sz="1350" baseline="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1350"/>
                        <a:t>Existing active</a:t>
                      </a:r>
                      <a:r>
                        <a:rPr lang="en-IN" sz="1350" baseline="0"/>
                        <a:t> r</a:t>
                      </a:r>
                      <a:r>
                        <a:rPr lang="en-IN" sz="1350"/>
                        <a:t>ecord marked as inactive</a:t>
                      </a:r>
                    </a:p>
                    <a:p>
                      <a:r>
                        <a:rPr lang="en-IN" sz="1350"/>
                        <a:t>Record gets inserted as deleted and active record in conformed</a:t>
                      </a:r>
                    </a:p>
                    <a:p>
                      <a:pPr marL="0" marR="0" lvl="0" indent="0" algn="l" defTabSz="914400" rtl="0" eaLnBrk="1" fontAlgn="auto" latinLnBrk="0" hangingPunct="1">
                        <a:lnSpc>
                          <a:spcPct val="100000"/>
                        </a:lnSpc>
                        <a:spcBef>
                          <a:spcPts val="0"/>
                        </a:spcBef>
                        <a:spcAft>
                          <a:spcPts val="0"/>
                        </a:spcAft>
                        <a:buClrTx/>
                        <a:buSzTx/>
                        <a:buFontTx/>
                        <a:buNone/>
                        <a:tabLst/>
                        <a:defRPr/>
                      </a:pPr>
                      <a:r>
                        <a:rPr lang="en-IN" sz="1350" i="1">
                          <a:solidFill>
                            <a:schemeClr val="accent6">
                              <a:lumMod val="10000"/>
                            </a:schemeClr>
                          </a:solidFill>
                        </a:rPr>
                        <a:t>Eg: HBK</a:t>
                      </a:r>
                      <a:r>
                        <a:rPr lang="en-IN" sz="1350" i="1" baseline="0">
                          <a:solidFill>
                            <a:schemeClr val="accent6">
                              <a:lumMod val="10000"/>
                            </a:schemeClr>
                          </a:solidFill>
                        </a:rPr>
                        <a:t> = 1, HV = 1, VFT = D1, VTT = D2, NULL, DT = NULL</a:t>
                      </a:r>
                    </a:p>
                    <a:p>
                      <a:pPr marL="0" marR="0" lvl="0" indent="0" algn="l" defTabSz="914400" rtl="0" eaLnBrk="1" fontAlgn="auto" latinLnBrk="0" hangingPunct="1">
                        <a:lnSpc>
                          <a:spcPct val="100000"/>
                        </a:lnSpc>
                        <a:spcBef>
                          <a:spcPts val="0"/>
                        </a:spcBef>
                        <a:spcAft>
                          <a:spcPts val="0"/>
                        </a:spcAft>
                        <a:buClrTx/>
                        <a:buSzTx/>
                        <a:buFontTx/>
                        <a:buNone/>
                        <a:tabLst/>
                        <a:defRPr/>
                      </a:pPr>
                      <a:r>
                        <a:rPr lang="en-IN" sz="1350" i="1">
                          <a:solidFill>
                            <a:schemeClr val="accent6">
                              <a:lumMod val="10000"/>
                            </a:schemeClr>
                          </a:solidFill>
                        </a:rPr>
                        <a:t>      </a:t>
                      </a:r>
                      <a:r>
                        <a:rPr lang="en-IN" sz="1350" i="1" baseline="0">
                          <a:solidFill>
                            <a:schemeClr val="accent6">
                              <a:lumMod val="10000"/>
                            </a:schemeClr>
                          </a:solidFill>
                        </a:rPr>
                        <a:t> </a:t>
                      </a:r>
                      <a:r>
                        <a:rPr lang="en-IN" sz="1350" i="1">
                          <a:solidFill>
                            <a:schemeClr val="accent6">
                              <a:lumMod val="10000"/>
                            </a:schemeClr>
                          </a:solidFill>
                        </a:rPr>
                        <a:t>HBK</a:t>
                      </a:r>
                      <a:r>
                        <a:rPr lang="en-IN" sz="1350" i="1" baseline="0">
                          <a:solidFill>
                            <a:schemeClr val="accent6">
                              <a:lumMod val="10000"/>
                            </a:schemeClr>
                          </a:solidFill>
                        </a:rPr>
                        <a:t> = 1, HV = 2, VFT = D2, VTT = D3, DT = NULL</a:t>
                      </a:r>
                    </a:p>
                    <a:p>
                      <a:pPr marL="0" marR="0" lvl="0" indent="0" algn="l" defTabSz="914400" rtl="0" eaLnBrk="1" fontAlgn="auto" latinLnBrk="0" hangingPunct="1">
                        <a:lnSpc>
                          <a:spcPct val="100000"/>
                        </a:lnSpc>
                        <a:spcBef>
                          <a:spcPts val="0"/>
                        </a:spcBef>
                        <a:spcAft>
                          <a:spcPts val="0"/>
                        </a:spcAft>
                        <a:buClrTx/>
                        <a:buSzTx/>
                        <a:buFontTx/>
                        <a:buNone/>
                        <a:tabLst/>
                        <a:defRPr/>
                      </a:pPr>
                      <a:r>
                        <a:rPr lang="en-IN" sz="1350" i="1" baseline="0">
                          <a:solidFill>
                            <a:schemeClr val="accent6">
                              <a:lumMod val="10000"/>
                            </a:schemeClr>
                          </a:solidFill>
                        </a:rPr>
                        <a:t>       </a:t>
                      </a:r>
                      <a:r>
                        <a:rPr lang="en-IN" sz="1350" i="1">
                          <a:solidFill>
                            <a:schemeClr val="accent6">
                              <a:lumMod val="10000"/>
                            </a:schemeClr>
                          </a:solidFill>
                        </a:rPr>
                        <a:t>HBK</a:t>
                      </a:r>
                      <a:r>
                        <a:rPr lang="en-IN" sz="1350" i="1" baseline="0">
                          <a:solidFill>
                            <a:schemeClr val="accent6">
                              <a:lumMod val="10000"/>
                            </a:schemeClr>
                          </a:solidFill>
                        </a:rPr>
                        <a:t> = 1, HV = 3, VFT = D3, </a:t>
                      </a:r>
                      <a:r>
                        <a:rPr lang="en-IN" sz="1350" b="1" i="1" u="sng" baseline="0">
                          <a:solidFill>
                            <a:schemeClr val="accent6">
                              <a:lumMod val="10000"/>
                            </a:schemeClr>
                          </a:solidFill>
                        </a:rPr>
                        <a:t>VTT = D4</a:t>
                      </a:r>
                      <a:r>
                        <a:rPr lang="en-IN" sz="1350" i="1" baseline="0">
                          <a:solidFill>
                            <a:schemeClr val="accent6">
                              <a:lumMod val="10000"/>
                            </a:schemeClr>
                          </a:solidFill>
                        </a:rPr>
                        <a:t>, DT = D3</a:t>
                      </a:r>
                    </a:p>
                    <a:p>
                      <a:pPr marL="0" marR="0" lvl="0" indent="0" algn="l" defTabSz="914400" rtl="0" eaLnBrk="1" fontAlgn="auto" latinLnBrk="0" hangingPunct="1">
                        <a:lnSpc>
                          <a:spcPct val="100000"/>
                        </a:lnSpc>
                        <a:spcBef>
                          <a:spcPts val="0"/>
                        </a:spcBef>
                        <a:spcAft>
                          <a:spcPts val="0"/>
                        </a:spcAft>
                        <a:buClrTx/>
                        <a:buSzTx/>
                        <a:buFontTx/>
                        <a:buNone/>
                        <a:tabLst/>
                        <a:defRPr/>
                      </a:pPr>
                      <a:r>
                        <a:rPr lang="en-IN" sz="1350" i="1" baseline="0">
                          <a:solidFill>
                            <a:schemeClr val="accent6">
                              <a:lumMod val="10000"/>
                            </a:schemeClr>
                          </a:solidFill>
                        </a:rPr>
                        <a:t>       </a:t>
                      </a:r>
                      <a:r>
                        <a:rPr lang="en-IN" sz="1350" i="1">
                          <a:solidFill>
                            <a:schemeClr val="accent6">
                              <a:lumMod val="10000"/>
                            </a:schemeClr>
                          </a:solidFill>
                        </a:rPr>
                        <a:t>HBK</a:t>
                      </a:r>
                      <a:r>
                        <a:rPr lang="en-IN" sz="1350" i="1" baseline="0">
                          <a:solidFill>
                            <a:schemeClr val="accent6">
                              <a:lumMod val="10000"/>
                            </a:schemeClr>
                          </a:solidFill>
                        </a:rPr>
                        <a:t> = 1, </a:t>
                      </a:r>
                      <a:r>
                        <a:rPr lang="en-IN" sz="1350" b="1" i="1" u="sng" baseline="0">
                          <a:solidFill>
                            <a:schemeClr val="accent6">
                              <a:lumMod val="10000"/>
                            </a:schemeClr>
                          </a:solidFill>
                        </a:rPr>
                        <a:t>HV = 4, VFT = D4</a:t>
                      </a:r>
                      <a:r>
                        <a:rPr lang="en-IN" sz="1350" i="1" baseline="0">
                          <a:solidFill>
                            <a:schemeClr val="accent6">
                              <a:lumMod val="10000"/>
                            </a:schemeClr>
                          </a:solidFill>
                        </a:rPr>
                        <a:t>, VTT = NULL, </a:t>
                      </a:r>
                      <a:r>
                        <a:rPr lang="en-IN" sz="1350" b="1" i="1" u="sng" baseline="0">
                          <a:solidFill>
                            <a:schemeClr val="accent6">
                              <a:lumMod val="10000"/>
                            </a:schemeClr>
                          </a:solidFill>
                        </a:rPr>
                        <a:t>DT = D4</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1350" kern="1200">
                          <a:solidFill>
                            <a:schemeClr val="dk1"/>
                          </a:solidFill>
                          <a:latin typeface="+mn-lt"/>
                          <a:ea typeface="+mn-ea"/>
                          <a:cs typeface="+mn-cs"/>
                        </a:rPr>
                        <a:t>Existing record closed, updated</a:t>
                      </a:r>
                      <a:r>
                        <a:rPr lang="en-IN" sz="1350" kern="1200" baseline="0">
                          <a:solidFill>
                            <a:schemeClr val="dk1"/>
                          </a:solidFill>
                          <a:latin typeface="+mn-lt"/>
                          <a:ea typeface="+mn-ea"/>
                          <a:cs typeface="+mn-cs"/>
                        </a:rPr>
                        <a:t> record inserted as deleted</a:t>
                      </a:r>
                      <a:endParaRPr lang="en-US" sz="1350" kern="1200">
                        <a:solidFill>
                          <a:schemeClr val="dk1"/>
                        </a:solidFill>
                        <a:latin typeface="+mn-lt"/>
                        <a:ea typeface="+mn-ea"/>
                        <a:cs typeface="+mn-cs"/>
                      </a:endParaRPr>
                    </a:p>
                  </a:txBody>
                  <a:tcPr/>
                </a:tc>
                <a:extLst>
                  <a:ext uri="{0D108BD9-81ED-4DB2-BD59-A6C34878D82A}">
                    <a16:rowId xmlns:a16="http://schemas.microsoft.com/office/drawing/2014/main" val="492063053"/>
                  </a:ext>
                </a:extLst>
              </a:tr>
              <a:tr h="972556">
                <a:tc>
                  <a:txBody>
                    <a:bodyPr/>
                    <a:lstStyle/>
                    <a:p>
                      <a:pPr algn="ctr"/>
                      <a:r>
                        <a:rPr lang="en-IN" sz="1350"/>
                        <a:t>5</a:t>
                      </a:r>
                      <a:endParaRPr lang="en-US" sz="135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1350" baseline="0"/>
                        <a:t>A record (existing in conformed as deleted) comes from standardised with some update and as active</a:t>
                      </a:r>
                    </a:p>
                    <a:p>
                      <a:pPr marL="0" marR="0" lvl="0" indent="0" algn="l" defTabSz="914400" rtl="0" eaLnBrk="1" fontAlgn="auto" latinLnBrk="0" hangingPunct="1">
                        <a:lnSpc>
                          <a:spcPct val="100000"/>
                        </a:lnSpc>
                        <a:spcBef>
                          <a:spcPts val="0"/>
                        </a:spcBef>
                        <a:spcAft>
                          <a:spcPts val="0"/>
                        </a:spcAft>
                        <a:buClrTx/>
                        <a:buSzTx/>
                        <a:buFontTx/>
                        <a:buNone/>
                        <a:tabLst/>
                        <a:defRPr/>
                      </a:pPr>
                      <a:r>
                        <a:rPr lang="en-IN" sz="1350" i="1" err="1">
                          <a:solidFill>
                            <a:schemeClr val="accent6">
                              <a:lumMod val="10000"/>
                            </a:schemeClr>
                          </a:solidFill>
                        </a:rPr>
                        <a:t>Eg</a:t>
                      </a:r>
                      <a:r>
                        <a:rPr lang="en-IN" sz="1350" i="1">
                          <a:solidFill>
                            <a:schemeClr val="accent6">
                              <a:lumMod val="10000"/>
                            </a:schemeClr>
                          </a:solidFill>
                        </a:rPr>
                        <a:t>: HBK</a:t>
                      </a:r>
                      <a:r>
                        <a:rPr lang="en-IN" sz="1350" i="1" baseline="0">
                          <a:solidFill>
                            <a:schemeClr val="accent6">
                              <a:lumMod val="10000"/>
                            </a:schemeClr>
                          </a:solidFill>
                        </a:rPr>
                        <a:t> = 1, HV = 5, VFT = D5, VTT = NULL, DT = NULL</a:t>
                      </a:r>
                      <a:endParaRPr lang="en-US" sz="1350" i="1">
                        <a:solidFill>
                          <a:schemeClr val="accent6">
                            <a:lumMod val="10000"/>
                          </a:schemeClr>
                        </a:solidFill>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1350"/>
                        <a:t>Existing active</a:t>
                      </a:r>
                      <a:r>
                        <a:rPr lang="en-IN" sz="1350" baseline="0"/>
                        <a:t> r</a:t>
                      </a:r>
                      <a:r>
                        <a:rPr lang="en-IN" sz="1350"/>
                        <a:t>ecord marked as inactive</a:t>
                      </a:r>
                    </a:p>
                    <a:p>
                      <a:r>
                        <a:rPr lang="en-IN" sz="1350" baseline="0"/>
                        <a:t>Record gets inserted as new and active record in conformed</a:t>
                      </a:r>
                    </a:p>
                    <a:p>
                      <a:pPr marL="0" marR="0" lvl="0" indent="0" algn="l" defTabSz="914400" rtl="0" eaLnBrk="1" fontAlgn="auto" latinLnBrk="0" hangingPunct="1">
                        <a:lnSpc>
                          <a:spcPct val="100000"/>
                        </a:lnSpc>
                        <a:spcBef>
                          <a:spcPts val="0"/>
                        </a:spcBef>
                        <a:spcAft>
                          <a:spcPts val="0"/>
                        </a:spcAft>
                        <a:buClrTx/>
                        <a:buSzTx/>
                        <a:buFontTx/>
                        <a:buNone/>
                        <a:tabLst/>
                        <a:defRPr/>
                      </a:pPr>
                      <a:r>
                        <a:rPr lang="en-IN" sz="1350" i="1">
                          <a:solidFill>
                            <a:schemeClr val="accent6">
                              <a:lumMod val="10000"/>
                            </a:schemeClr>
                          </a:solidFill>
                        </a:rPr>
                        <a:t>Eg: HBK</a:t>
                      </a:r>
                      <a:r>
                        <a:rPr lang="en-IN" sz="1350" i="1" baseline="0">
                          <a:solidFill>
                            <a:schemeClr val="accent6">
                              <a:lumMod val="10000"/>
                            </a:schemeClr>
                          </a:solidFill>
                        </a:rPr>
                        <a:t> = 1, HV = 1, VFT = D1, VTT = D2, NULL, DT = NULL</a:t>
                      </a:r>
                    </a:p>
                    <a:p>
                      <a:pPr marL="0" marR="0" lvl="0" indent="0" algn="l" defTabSz="914400" rtl="0" eaLnBrk="1" fontAlgn="auto" latinLnBrk="0" hangingPunct="1">
                        <a:lnSpc>
                          <a:spcPct val="100000"/>
                        </a:lnSpc>
                        <a:spcBef>
                          <a:spcPts val="0"/>
                        </a:spcBef>
                        <a:spcAft>
                          <a:spcPts val="0"/>
                        </a:spcAft>
                        <a:buClrTx/>
                        <a:buSzTx/>
                        <a:buFontTx/>
                        <a:buNone/>
                        <a:tabLst/>
                        <a:defRPr/>
                      </a:pPr>
                      <a:r>
                        <a:rPr lang="en-IN" sz="1350" i="1">
                          <a:solidFill>
                            <a:schemeClr val="accent6">
                              <a:lumMod val="10000"/>
                            </a:schemeClr>
                          </a:solidFill>
                        </a:rPr>
                        <a:t>      </a:t>
                      </a:r>
                      <a:r>
                        <a:rPr lang="en-IN" sz="1350" i="1" baseline="0">
                          <a:solidFill>
                            <a:schemeClr val="accent6">
                              <a:lumMod val="10000"/>
                            </a:schemeClr>
                          </a:solidFill>
                        </a:rPr>
                        <a:t> </a:t>
                      </a:r>
                      <a:r>
                        <a:rPr lang="en-IN" sz="1350" i="1">
                          <a:solidFill>
                            <a:schemeClr val="accent6">
                              <a:lumMod val="10000"/>
                            </a:schemeClr>
                          </a:solidFill>
                        </a:rPr>
                        <a:t>HBK</a:t>
                      </a:r>
                      <a:r>
                        <a:rPr lang="en-IN" sz="1350" i="1" baseline="0">
                          <a:solidFill>
                            <a:schemeClr val="accent6">
                              <a:lumMod val="10000"/>
                            </a:schemeClr>
                          </a:solidFill>
                        </a:rPr>
                        <a:t> = 1, HV = 2, VFT = D2, VTT = D3, DT = NULL</a:t>
                      </a:r>
                    </a:p>
                    <a:p>
                      <a:pPr marL="0" marR="0" lvl="0" indent="0" algn="l" defTabSz="914400" rtl="0" eaLnBrk="1" fontAlgn="auto" latinLnBrk="0" hangingPunct="1">
                        <a:lnSpc>
                          <a:spcPct val="100000"/>
                        </a:lnSpc>
                        <a:spcBef>
                          <a:spcPts val="0"/>
                        </a:spcBef>
                        <a:spcAft>
                          <a:spcPts val="0"/>
                        </a:spcAft>
                        <a:buClrTx/>
                        <a:buSzTx/>
                        <a:buFontTx/>
                        <a:buNone/>
                        <a:tabLst/>
                        <a:defRPr/>
                      </a:pPr>
                      <a:r>
                        <a:rPr lang="en-IN" sz="1350" i="1" baseline="0">
                          <a:solidFill>
                            <a:schemeClr val="accent6">
                              <a:lumMod val="10000"/>
                            </a:schemeClr>
                          </a:solidFill>
                        </a:rPr>
                        <a:t>       </a:t>
                      </a:r>
                      <a:r>
                        <a:rPr lang="en-IN" sz="1350" i="1">
                          <a:solidFill>
                            <a:schemeClr val="accent6">
                              <a:lumMod val="10000"/>
                            </a:schemeClr>
                          </a:solidFill>
                        </a:rPr>
                        <a:t>HBK</a:t>
                      </a:r>
                      <a:r>
                        <a:rPr lang="en-IN" sz="1350" i="1" baseline="0">
                          <a:solidFill>
                            <a:schemeClr val="accent6">
                              <a:lumMod val="10000"/>
                            </a:schemeClr>
                          </a:solidFill>
                        </a:rPr>
                        <a:t> = 1, HV = 3, VFT = D3, VTT = D4, DT = D3</a:t>
                      </a:r>
                    </a:p>
                    <a:p>
                      <a:pPr marL="0" marR="0" lvl="0" indent="0" algn="l" defTabSz="914400" rtl="0" eaLnBrk="1" fontAlgn="auto" latinLnBrk="0" hangingPunct="1">
                        <a:lnSpc>
                          <a:spcPct val="100000"/>
                        </a:lnSpc>
                        <a:spcBef>
                          <a:spcPts val="0"/>
                        </a:spcBef>
                        <a:spcAft>
                          <a:spcPts val="0"/>
                        </a:spcAft>
                        <a:buClrTx/>
                        <a:buSzTx/>
                        <a:buFontTx/>
                        <a:buNone/>
                        <a:tabLst/>
                        <a:defRPr/>
                      </a:pPr>
                      <a:r>
                        <a:rPr lang="en-IN" sz="1350" i="1" baseline="0">
                          <a:solidFill>
                            <a:schemeClr val="accent6">
                              <a:lumMod val="10000"/>
                            </a:schemeClr>
                          </a:solidFill>
                        </a:rPr>
                        <a:t>       </a:t>
                      </a:r>
                      <a:r>
                        <a:rPr lang="en-IN" sz="1350" i="1">
                          <a:solidFill>
                            <a:schemeClr val="accent6">
                              <a:lumMod val="10000"/>
                            </a:schemeClr>
                          </a:solidFill>
                        </a:rPr>
                        <a:t>HBK</a:t>
                      </a:r>
                      <a:r>
                        <a:rPr lang="en-IN" sz="1350" i="1" baseline="0">
                          <a:solidFill>
                            <a:schemeClr val="accent6">
                              <a:lumMod val="10000"/>
                            </a:schemeClr>
                          </a:solidFill>
                        </a:rPr>
                        <a:t> = 1, HV = 4, VFT = D4, </a:t>
                      </a:r>
                      <a:r>
                        <a:rPr lang="en-IN" sz="1350" b="1" i="1" u="sng" baseline="0">
                          <a:solidFill>
                            <a:schemeClr val="accent6">
                              <a:lumMod val="10000"/>
                            </a:schemeClr>
                          </a:solidFill>
                        </a:rPr>
                        <a:t>VTT = D5</a:t>
                      </a:r>
                      <a:r>
                        <a:rPr lang="en-IN" sz="1350" i="1" baseline="0">
                          <a:solidFill>
                            <a:schemeClr val="accent6">
                              <a:lumMod val="10000"/>
                            </a:schemeClr>
                          </a:solidFill>
                        </a:rPr>
                        <a:t>, DT = D4</a:t>
                      </a:r>
                    </a:p>
                    <a:p>
                      <a:pPr marL="0" marR="0" lvl="0" indent="0" algn="l" defTabSz="914400" rtl="0" eaLnBrk="1" fontAlgn="auto" latinLnBrk="0" hangingPunct="1">
                        <a:lnSpc>
                          <a:spcPct val="100000"/>
                        </a:lnSpc>
                        <a:spcBef>
                          <a:spcPts val="0"/>
                        </a:spcBef>
                        <a:spcAft>
                          <a:spcPts val="0"/>
                        </a:spcAft>
                        <a:buClrTx/>
                        <a:buSzTx/>
                        <a:buFontTx/>
                        <a:buNone/>
                        <a:tabLst/>
                        <a:defRPr/>
                      </a:pPr>
                      <a:r>
                        <a:rPr lang="en-IN" sz="1350" i="1" baseline="0">
                          <a:solidFill>
                            <a:schemeClr val="accent6">
                              <a:lumMod val="10000"/>
                            </a:schemeClr>
                          </a:solidFill>
                        </a:rPr>
                        <a:t>       </a:t>
                      </a:r>
                      <a:r>
                        <a:rPr lang="en-IN" sz="1350" i="1">
                          <a:solidFill>
                            <a:schemeClr val="accent6">
                              <a:lumMod val="10000"/>
                            </a:schemeClr>
                          </a:solidFill>
                        </a:rPr>
                        <a:t>HBK</a:t>
                      </a:r>
                      <a:r>
                        <a:rPr lang="en-IN" sz="1350" i="1" baseline="0">
                          <a:solidFill>
                            <a:schemeClr val="accent6">
                              <a:lumMod val="10000"/>
                            </a:schemeClr>
                          </a:solidFill>
                        </a:rPr>
                        <a:t> = 1, </a:t>
                      </a:r>
                      <a:r>
                        <a:rPr lang="en-IN" sz="1350" b="1" i="1" u="sng" baseline="0">
                          <a:solidFill>
                            <a:schemeClr val="accent6">
                              <a:lumMod val="10000"/>
                            </a:schemeClr>
                          </a:solidFill>
                        </a:rPr>
                        <a:t>HV = 5, VFT = D5</a:t>
                      </a:r>
                      <a:r>
                        <a:rPr lang="en-IN" sz="1350" i="1" baseline="0">
                          <a:solidFill>
                            <a:schemeClr val="accent6">
                              <a:lumMod val="10000"/>
                            </a:schemeClr>
                          </a:solidFill>
                        </a:rPr>
                        <a:t>, VTT = NULL, DT = NULL</a:t>
                      </a:r>
                      <a:endParaRPr lang="en-IN" sz="1350" i="1" u="none" baseline="0">
                        <a:solidFill>
                          <a:schemeClr val="accent6">
                            <a:lumMod val="10000"/>
                          </a:schemeClr>
                        </a:solidFill>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1350" kern="1200">
                          <a:solidFill>
                            <a:schemeClr val="dk1"/>
                          </a:solidFill>
                          <a:latin typeface="+mn-lt"/>
                          <a:ea typeface="+mn-ea"/>
                          <a:cs typeface="+mn-cs"/>
                        </a:rPr>
                        <a:t>Existing record closed, updated</a:t>
                      </a:r>
                      <a:r>
                        <a:rPr lang="en-IN" sz="1350" kern="1200" baseline="0">
                          <a:solidFill>
                            <a:schemeClr val="dk1"/>
                          </a:solidFill>
                          <a:latin typeface="+mn-lt"/>
                          <a:ea typeface="+mn-ea"/>
                          <a:cs typeface="+mn-cs"/>
                        </a:rPr>
                        <a:t> record inserted as active</a:t>
                      </a:r>
                      <a:endParaRPr lang="en-US" sz="1350" kern="1200">
                        <a:solidFill>
                          <a:schemeClr val="dk1"/>
                        </a:solidFill>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IN" sz="1350" i="1" u="none" baseline="0">
                        <a:solidFill>
                          <a:schemeClr val="accent6">
                            <a:lumMod val="10000"/>
                          </a:schemeClr>
                        </a:solidFill>
                      </a:endParaRPr>
                    </a:p>
                  </a:txBody>
                  <a:tcPr/>
                </a:tc>
                <a:extLst>
                  <a:ext uri="{0D108BD9-81ED-4DB2-BD59-A6C34878D82A}">
                    <a16:rowId xmlns:a16="http://schemas.microsoft.com/office/drawing/2014/main" val="3034433646"/>
                  </a:ext>
                </a:extLst>
              </a:tr>
            </a:tbl>
          </a:graphicData>
        </a:graphic>
      </p:graphicFrame>
    </p:spTree>
    <p:extLst>
      <p:ext uri="{BB962C8B-B14F-4D97-AF65-F5344CB8AC3E}">
        <p14:creationId xmlns:p14="http://schemas.microsoft.com/office/powerpoint/2010/main" val="263138823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57200" y="342454"/>
            <a:ext cx="11277600" cy="936386"/>
          </a:xfrm>
        </p:spPr>
        <p:txBody>
          <a:bodyPr/>
          <a:lstStyle/>
          <a:p>
            <a:r>
              <a:rPr lang="en-US" b="1">
                <a:solidFill>
                  <a:srgbClr val="CD2883"/>
                </a:solidFill>
              </a:rPr>
              <a:t>Standardised To Conformed</a:t>
            </a:r>
            <a:r>
              <a:rPr lang="en-US" sz="4200" b="1">
                <a:solidFill>
                  <a:srgbClr val="CD2883"/>
                </a:solidFill>
              </a:rPr>
              <a:t> (Merge)</a:t>
            </a:r>
            <a:endParaRPr lang="en-US" b="1">
              <a:solidFill>
                <a:srgbClr val="CD2883"/>
              </a:solidFill>
            </a:endParaRPr>
          </a:p>
        </p:txBody>
      </p:sp>
      <p:sp>
        <p:nvSpPr>
          <p:cNvPr id="4" name="Rectangle 3"/>
          <p:cNvSpPr/>
          <p:nvPr/>
        </p:nvSpPr>
        <p:spPr>
          <a:xfrm>
            <a:off x="8211523" y="6472409"/>
            <a:ext cx="2728225" cy="302964"/>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 name="Rectangle 4"/>
          <p:cNvSpPr/>
          <p:nvPr/>
        </p:nvSpPr>
        <p:spPr>
          <a:xfrm>
            <a:off x="11005851" y="6290631"/>
            <a:ext cx="837282" cy="35254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aphicFrame>
        <p:nvGraphicFramePr>
          <p:cNvPr id="6" name="Table 5"/>
          <p:cNvGraphicFramePr>
            <a:graphicFrameLocks noGrp="1"/>
          </p:cNvGraphicFramePr>
          <p:nvPr>
            <p:extLst>
              <p:ext uri="{D42A27DB-BD31-4B8C-83A1-F6EECF244321}">
                <p14:modId xmlns:p14="http://schemas.microsoft.com/office/powerpoint/2010/main" val="2853091546"/>
              </p:ext>
            </p:extLst>
          </p:nvPr>
        </p:nvGraphicFramePr>
        <p:xfrm>
          <a:off x="457200" y="867063"/>
          <a:ext cx="11277599" cy="5791200"/>
        </p:xfrm>
        <a:graphic>
          <a:graphicData uri="http://schemas.openxmlformats.org/drawingml/2006/table">
            <a:tbl>
              <a:tblPr firstRow="1" bandRow="1">
                <a:tableStyleId>{1E171933-4619-4E11-9A3F-F7608DF75F80}</a:tableStyleId>
              </a:tblPr>
              <a:tblGrid>
                <a:gridCol w="446418">
                  <a:extLst>
                    <a:ext uri="{9D8B030D-6E8A-4147-A177-3AD203B41FA5}">
                      <a16:colId xmlns:a16="http://schemas.microsoft.com/office/drawing/2014/main" val="2264788010"/>
                    </a:ext>
                  </a:extLst>
                </a:gridCol>
                <a:gridCol w="4426040">
                  <a:extLst>
                    <a:ext uri="{9D8B030D-6E8A-4147-A177-3AD203B41FA5}">
                      <a16:colId xmlns:a16="http://schemas.microsoft.com/office/drawing/2014/main" val="960615748"/>
                    </a:ext>
                  </a:extLst>
                </a:gridCol>
                <a:gridCol w="4519861">
                  <a:extLst>
                    <a:ext uri="{9D8B030D-6E8A-4147-A177-3AD203B41FA5}">
                      <a16:colId xmlns:a16="http://schemas.microsoft.com/office/drawing/2014/main" val="2389614480"/>
                    </a:ext>
                  </a:extLst>
                </a:gridCol>
                <a:gridCol w="1885280">
                  <a:extLst>
                    <a:ext uri="{9D8B030D-6E8A-4147-A177-3AD203B41FA5}">
                      <a16:colId xmlns:a16="http://schemas.microsoft.com/office/drawing/2014/main" val="1440364513"/>
                    </a:ext>
                  </a:extLst>
                </a:gridCol>
              </a:tblGrid>
              <a:tr h="275769">
                <a:tc>
                  <a:txBody>
                    <a:bodyPr/>
                    <a:lstStyle/>
                    <a:p>
                      <a:pPr algn="ctr"/>
                      <a:r>
                        <a:rPr lang="en-IN" sz="1250"/>
                        <a:t>Sr.</a:t>
                      </a:r>
                      <a:endParaRPr lang="en-US" sz="1250"/>
                    </a:p>
                  </a:txBody>
                  <a:tcPr>
                    <a:solidFill>
                      <a:srgbClr val="CD2883"/>
                    </a:solidFill>
                  </a:tcPr>
                </a:tc>
                <a:tc>
                  <a:txBody>
                    <a:bodyPr/>
                    <a:lstStyle/>
                    <a:p>
                      <a:pPr algn="ctr"/>
                      <a:r>
                        <a:rPr lang="en-IN" sz="1250"/>
                        <a:t>Scenario</a:t>
                      </a:r>
                      <a:endParaRPr lang="en-US" sz="1250"/>
                    </a:p>
                  </a:txBody>
                  <a:tcPr>
                    <a:solidFill>
                      <a:srgbClr val="CD2883"/>
                    </a:solidFill>
                  </a:tcPr>
                </a:tc>
                <a:tc>
                  <a:txBody>
                    <a:bodyPr/>
                    <a:lstStyle/>
                    <a:p>
                      <a:pPr algn="ctr"/>
                      <a:r>
                        <a:rPr lang="en-IN" sz="1250"/>
                        <a:t>Outcome</a:t>
                      </a:r>
                      <a:endParaRPr lang="en-US" sz="1250"/>
                    </a:p>
                  </a:txBody>
                  <a:tcPr>
                    <a:solidFill>
                      <a:srgbClr val="CD2883"/>
                    </a:solidFill>
                  </a:tcPr>
                </a:tc>
                <a:tc>
                  <a:txBody>
                    <a:bodyPr/>
                    <a:lstStyle/>
                    <a:p>
                      <a:pPr algn="ctr"/>
                      <a:r>
                        <a:rPr lang="en-IN" sz="1250"/>
                        <a:t>Description</a:t>
                      </a:r>
                      <a:endParaRPr lang="en-US" sz="1250"/>
                    </a:p>
                  </a:txBody>
                  <a:tcPr>
                    <a:solidFill>
                      <a:srgbClr val="CD2883"/>
                    </a:solidFill>
                  </a:tcPr>
                </a:tc>
                <a:extLst>
                  <a:ext uri="{0D108BD9-81ED-4DB2-BD59-A6C34878D82A}">
                    <a16:rowId xmlns:a16="http://schemas.microsoft.com/office/drawing/2014/main" val="2927049239"/>
                  </a:ext>
                </a:extLst>
              </a:tr>
              <a:tr h="1230357">
                <a:tc>
                  <a:txBody>
                    <a:bodyPr/>
                    <a:lstStyle/>
                    <a:p>
                      <a:pPr algn="ctr"/>
                      <a:r>
                        <a:rPr lang="en-IN" sz="1250"/>
                        <a:t>6</a:t>
                      </a:r>
                      <a:endParaRPr lang="en-US" sz="125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1250" baseline="0"/>
                        <a:t>A record (existing in conformed as active) comes from standardised with no change and as active</a:t>
                      </a:r>
                    </a:p>
                    <a:p>
                      <a:pPr marL="0" marR="0" lvl="0" indent="0" algn="l" defTabSz="914400" rtl="0" eaLnBrk="1" fontAlgn="auto" latinLnBrk="0" hangingPunct="1">
                        <a:lnSpc>
                          <a:spcPct val="100000"/>
                        </a:lnSpc>
                        <a:spcBef>
                          <a:spcPts val="0"/>
                        </a:spcBef>
                        <a:spcAft>
                          <a:spcPts val="0"/>
                        </a:spcAft>
                        <a:buClrTx/>
                        <a:buSzTx/>
                        <a:buFontTx/>
                        <a:buNone/>
                        <a:tabLst/>
                        <a:defRPr/>
                      </a:pPr>
                      <a:r>
                        <a:rPr lang="en-IN" sz="1250" i="1">
                          <a:solidFill>
                            <a:schemeClr val="accent6">
                              <a:lumMod val="10000"/>
                            </a:schemeClr>
                          </a:solidFill>
                        </a:rPr>
                        <a:t>Eg: HBK</a:t>
                      </a:r>
                      <a:r>
                        <a:rPr lang="en-IN" sz="1250" i="1" baseline="0">
                          <a:solidFill>
                            <a:schemeClr val="accent6">
                              <a:lumMod val="10000"/>
                            </a:schemeClr>
                          </a:solidFill>
                        </a:rPr>
                        <a:t> = 1, HV = 5, VFT = D5, VTT = NULL, DT = NULL</a:t>
                      </a:r>
                      <a:endParaRPr lang="en-US" sz="1250" i="1">
                        <a:solidFill>
                          <a:schemeClr val="accent6">
                            <a:lumMod val="10000"/>
                          </a:schemeClr>
                        </a:solidFill>
                      </a:endParaRPr>
                    </a:p>
                  </a:txBody>
                  <a:tcPr/>
                </a:tc>
                <a:tc>
                  <a:txBody>
                    <a:bodyPr/>
                    <a:lstStyle/>
                    <a:p>
                      <a:r>
                        <a:rPr lang="en-IN" sz="1250"/>
                        <a:t>No</a:t>
                      </a:r>
                      <a:r>
                        <a:rPr lang="en-IN" sz="1250" baseline="0"/>
                        <a:t> change in conformed table</a:t>
                      </a:r>
                    </a:p>
                    <a:p>
                      <a:pPr marL="0" marR="0" lvl="0" indent="0" algn="l" defTabSz="914400" rtl="0" eaLnBrk="1" fontAlgn="auto" latinLnBrk="0" hangingPunct="1">
                        <a:lnSpc>
                          <a:spcPct val="100000"/>
                        </a:lnSpc>
                        <a:spcBef>
                          <a:spcPts val="0"/>
                        </a:spcBef>
                        <a:spcAft>
                          <a:spcPts val="0"/>
                        </a:spcAft>
                        <a:buClrTx/>
                        <a:buSzTx/>
                        <a:buFontTx/>
                        <a:buNone/>
                        <a:tabLst/>
                        <a:defRPr/>
                      </a:pPr>
                      <a:r>
                        <a:rPr lang="en-IN" sz="1250" i="1">
                          <a:solidFill>
                            <a:schemeClr val="accent6">
                              <a:lumMod val="10000"/>
                            </a:schemeClr>
                          </a:solidFill>
                        </a:rPr>
                        <a:t>Eg: HBK</a:t>
                      </a:r>
                      <a:r>
                        <a:rPr lang="en-IN" sz="1250" i="1" baseline="0">
                          <a:solidFill>
                            <a:schemeClr val="accent6">
                              <a:lumMod val="10000"/>
                            </a:schemeClr>
                          </a:solidFill>
                        </a:rPr>
                        <a:t> = 1, HV = 1, VFT = D1, VTT = D2, NULL, DT = NULL</a:t>
                      </a:r>
                    </a:p>
                    <a:p>
                      <a:pPr marL="0" marR="0" lvl="0" indent="0" algn="l" defTabSz="914400" rtl="0" eaLnBrk="1" fontAlgn="auto" latinLnBrk="0" hangingPunct="1">
                        <a:lnSpc>
                          <a:spcPct val="100000"/>
                        </a:lnSpc>
                        <a:spcBef>
                          <a:spcPts val="0"/>
                        </a:spcBef>
                        <a:spcAft>
                          <a:spcPts val="0"/>
                        </a:spcAft>
                        <a:buClrTx/>
                        <a:buSzTx/>
                        <a:buFontTx/>
                        <a:buNone/>
                        <a:tabLst/>
                        <a:defRPr/>
                      </a:pPr>
                      <a:r>
                        <a:rPr lang="en-IN" sz="1250" i="1">
                          <a:solidFill>
                            <a:schemeClr val="accent6">
                              <a:lumMod val="10000"/>
                            </a:schemeClr>
                          </a:solidFill>
                        </a:rPr>
                        <a:t>      </a:t>
                      </a:r>
                      <a:r>
                        <a:rPr lang="en-IN" sz="1250" i="1" baseline="0">
                          <a:solidFill>
                            <a:schemeClr val="accent6">
                              <a:lumMod val="10000"/>
                            </a:schemeClr>
                          </a:solidFill>
                        </a:rPr>
                        <a:t> </a:t>
                      </a:r>
                      <a:r>
                        <a:rPr lang="en-IN" sz="1250" i="1">
                          <a:solidFill>
                            <a:schemeClr val="accent6">
                              <a:lumMod val="10000"/>
                            </a:schemeClr>
                          </a:solidFill>
                        </a:rPr>
                        <a:t>HBK</a:t>
                      </a:r>
                      <a:r>
                        <a:rPr lang="en-IN" sz="1250" i="1" baseline="0">
                          <a:solidFill>
                            <a:schemeClr val="accent6">
                              <a:lumMod val="10000"/>
                            </a:schemeClr>
                          </a:solidFill>
                        </a:rPr>
                        <a:t> = 1, HV = 2, VFT = D2, VTT = D3, DT = NULL</a:t>
                      </a:r>
                    </a:p>
                    <a:p>
                      <a:pPr marL="0" marR="0" lvl="0" indent="0" algn="l" defTabSz="914400" rtl="0" eaLnBrk="1" fontAlgn="auto" latinLnBrk="0" hangingPunct="1">
                        <a:lnSpc>
                          <a:spcPct val="100000"/>
                        </a:lnSpc>
                        <a:spcBef>
                          <a:spcPts val="0"/>
                        </a:spcBef>
                        <a:spcAft>
                          <a:spcPts val="0"/>
                        </a:spcAft>
                        <a:buClrTx/>
                        <a:buSzTx/>
                        <a:buFontTx/>
                        <a:buNone/>
                        <a:tabLst/>
                        <a:defRPr/>
                      </a:pPr>
                      <a:r>
                        <a:rPr lang="en-IN" sz="1250" i="1" baseline="0">
                          <a:solidFill>
                            <a:schemeClr val="accent6">
                              <a:lumMod val="10000"/>
                            </a:schemeClr>
                          </a:solidFill>
                        </a:rPr>
                        <a:t>       </a:t>
                      </a:r>
                      <a:r>
                        <a:rPr lang="en-IN" sz="1250" i="1">
                          <a:solidFill>
                            <a:schemeClr val="accent6">
                              <a:lumMod val="10000"/>
                            </a:schemeClr>
                          </a:solidFill>
                        </a:rPr>
                        <a:t>HBK</a:t>
                      </a:r>
                      <a:r>
                        <a:rPr lang="en-IN" sz="1250" i="1" baseline="0">
                          <a:solidFill>
                            <a:schemeClr val="accent6">
                              <a:lumMod val="10000"/>
                            </a:schemeClr>
                          </a:solidFill>
                        </a:rPr>
                        <a:t> = 1, HV = 3, VFT = D3, VTT = D4, DT = D3</a:t>
                      </a:r>
                    </a:p>
                    <a:p>
                      <a:pPr marL="0" marR="0" lvl="0" indent="0" algn="l" defTabSz="914400" rtl="0" eaLnBrk="1" fontAlgn="auto" latinLnBrk="0" hangingPunct="1">
                        <a:lnSpc>
                          <a:spcPct val="100000"/>
                        </a:lnSpc>
                        <a:spcBef>
                          <a:spcPts val="0"/>
                        </a:spcBef>
                        <a:spcAft>
                          <a:spcPts val="0"/>
                        </a:spcAft>
                        <a:buClrTx/>
                        <a:buSzTx/>
                        <a:buFontTx/>
                        <a:buNone/>
                        <a:tabLst/>
                        <a:defRPr/>
                      </a:pPr>
                      <a:r>
                        <a:rPr lang="en-IN" sz="1250" i="1" baseline="0">
                          <a:solidFill>
                            <a:schemeClr val="accent6">
                              <a:lumMod val="10000"/>
                            </a:schemeClr>
                          </a:solidFill>
                        </a:rPr>
                        <a:t>       </a:t>
                      </a:r>
                      <a:r>
                        <a:rPr lang="en-IN" sz="1250" i="1">
                          <a:solidFill>
                            <a:schemeClr val="accent6">
                              <a:lumMod val="10000"/>
                            </a:schemeClr>
                          </a:solidFill>
                        </a:rPr>
                        <a:t>HBK</a:t>
                      </a:r>
                      <a:r>
                        <a:rPr lang="en-IN" sz="1250" i="1" baseline="0">
                          <a:solidFill>
                            <a:schemeClr val="accent6">
                              <a:lumMod val="10000"/>
                            </a:schemeClr>
                          </a:solidFill>
                        </a:rPr>
                        <a:t> = 1, HV = 4, VFT = D4, VTT = D5, DT = D4</a:t>
                      </a:r>
                    </a:p>
                    <a:p>
                      <a:pPr marL="0" marR="0" lvl="0" indent="0" algn="l" defTabSz="914400" rtl="0" eaLnBrk="1" fontAlgn="auto" latinLnBrk="0" hangingPunct="1">
                        <a:lnSpc>
                          <a:spcPct val="100000"/>
                        </a:lnSpc>
                        <a:spcBef>
                          <a:spcPts val="0"/>
                        </a:spcBef>
                        <a:spcAft>
                          <a:spcPts val="0"/>
                        </a:spcAft>
                        <a:buClrTx/>
                        <a:buSzTx/>
                        <a:buFontTx/>
                        <a:buNone/>
                        <a:tabLst/>
                        <a:defRPr/>
                      </a:pPr>
                      <a:r>
                        <a:rPr lang="en-IN" sz="1250" i="1" baseline="0">
                          <a:solidFill>
                            <a:schemeClr val="accent6">
                              <a:lumMod val="10000"/>
                            </a:schemeClr>
                          </a:solidFill>
                        </a:rPr>
                        <a:t>       </a:t>
                      </a:r>
                      <a:r>
                        <a:rPr lang="en-IN" sz="1250" i="1">
                          <a:solidFill>
                            <a:schemeClr val="accent6">
                              <a:lumMod val="10000"/>
                            </a:schemeClr>
                          </a:solidFill>
                        </a:rPr>
                        <a:t>HBK</a:t>
                      </a:r>
                      <a:r>
                        <a:rPr lang="en-IN" sz="1250" i="1" baseline="0">
                          <a:solidFill>
                            <a:schemeClr val="accent6">
                              <a:lumMod val="10000"/>
                            </a:schemeClr>
                          </a:solidFill>
                        </a:rPr>
                        <a:t> = 1, HV = 5, VFT = D5, VTT = NULL, DT = NULL</a:t>
                      </a:r>
                      <a:endParaRPr lang="en-IN" sz="1250" i="1" u="none" baseline="0">
                        <a:solidFill>
                          <a:schemeClr val="accent6">
                            <a:lumMod val="10000"/>
                          </a:schemeClr>
                        </a:solidFill>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1250" kern="1200">
                          <a:solidFill>
                            <a:schemeClr val="dk1"/>
                          </a:solidFill>
                          <a:latin typeface="+mn-lt"/>
                          <a:ea typeface="+mn-ea"/>
                          <a:cs typeface="+mn-cs"/>
                        </a:rPr>
                        <a:t>No impact on existing dataset</a:t>
                      </a:r>
                      <a:endParaRPr lang="en-IN" sz="1250" i="1" baseline="0">
                        <a:solidFill>
                          <a:schemeClr val="accent6">
                            <a:lumMod val="10000"/>
                          </a:schemeClr>
                        </a:solidFill>
                      </a:endParaRPr>
                    </a:p>
                  </a:txBody>
                  <a:tcPr/>
                </a:tc>
                <a:extLst>
                  <a:ext uri="{0D108BD9-81ED-4DB2-BD59-A6C34878D82A}">
                    <a16:rowId xmlns:a16="http://schemas.microsoft.com/office/drawing/2014/main" val="925760394"/>
                  </a:ext>
                </a:extLst>
              </a:tr>
              <a:tr h="1421271">
                <a:tc>
                  <a:txBody>
                    <a:bodyPr/>
                    <a:lstStyle/>
                    <a:p>
                      <a:pPr algn="ctr"/>
                      <a:r>
                        <a:rPr lang="en-IN" sz="1250"/>
                        <a:t>7</a:t>
                      </a:r>
                      <a:endParaRPr lang="en-US" sz="125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1250" baseline="0"/>
                        <a:t>A record (existing in conformed as active) comes from standardised with no change but with some </a:t>
                      </a:r>
                      <a:r>
                        <a:rPr lang="en-US" sz="1250" err="1"/>
                        <a:t>lakeDeletedTimestamp</a:t>
                      </a:r>
                      <a:endParaRPr lang="en-IN" sz="1250" baseline="0" err="1"/>
                    </a:p>
                    <a:p>
                      <a:pPr marL="0" marR="0" lvl="0" indent="0" algn="l" defTabSz="914400" rtl="0" eaLnBrk="1" fontAlgn="auto" latinLnBrk="0" hangingPunct="1">
                        <a:lnSpc>
                          <a:spcPct val="100000"/>
                        </a:lnSpc>
                        <a:spcBef>
                          <a:spcPts val="0"/>
                        </a:spcBef>
                        <a:spcAft>
                          <a:spcPts val="0"/>
                        </a:spcAft>
                        <a:buClrTx/>
                        <a:buSzTx/>
                        <a:buFontTx/>
                        <a:buNone/>
                        <a:tabLst/>
                        <a:defRPr/>
                      </a:pPr>
                      <a:r>
                        <a:rPr lang="en-IN" sz="1250" i="1">
                          <a:solidFill>
                            <a:schemeClr val="accent6">
                              <a:lumMod val="10000"/>
                            </a:schemeClr>
                          </a:solidFill>
                        </a:rPr>
                        <a:t>Eg: HBK</a:t>
                      </a:r>
                      <a:r>
                        <a:rPr lang="en-IN" sz="1250" i="1" baseline="0">
                          <a:solidFill>
                            <a:schemeClr val="accent6">
                              <a:lumMod val="10000"/>
                            </a:schemeClr>
                          </a:solidFill>
                        </a:rPr>
                        <a:t> = 1, HV = 5, VFT = D5, VTT = NULL, DT = D7</a:t>
                      </a:r>
                      <a:endParaRPr lang="en-US" sz="1250" i="1">
                        <a:solidFill>
                          <a:schemeClr val="accent6">
                            <a:lumMod val="10000"/>
                          </a:schemeClr>
                        </a:solidFill>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1250"/>
                        <a:t>Existing active</a:t>
                      </a:r>
                      <a:r>
                        <a:rPr lang="en-IN" sz="1250" baseline="0"/>
                        <a:t> r</a:t>
                      </a:r>
                      <a:r>
                        <a:rPr lang="en-IN" sz="1250"/>
                        <a:t>ecord marked as inactive</a:t>
                      </a:r>
                    </a:p>
                    <a:p>
                      <a:r>
                        <a:rPr lang="en-IN" sz="1250" baseline="0"/>
                        <a:t>Record gets inserted as deleted and active record</a:t>
                      </a:r>
                    </a:p>
                    <a:p>
                      <a:pPr marL="0" marR="0" lvl="0" indent="0" algn="l" defTabSz="914400" rtl="0" eaLnBrk="1" fontAlgn="auto" latinLnBrk="0" hangingPunct="1">
                        <a:lnSpc>
                          <a:spcPct val="100000"/>
                        </a:lnSpc>
                        <a:spcBef>
                          <a:spcPts val="0"/>
                        </a:spcBef>
                        <a:spcAft>
                          <a:spcPts val="0"/>
                        </a:spcAft>
                        <a:buClrTx/>
                        <a:buSzTx/>
                        <a:buFontTx/>
                        <a:buNone/>
                        <a:tabLst/>
                        <a:defRPr/>
                      </a:pPr>
                      <a:r>
                        <a:rPr lang="en-IN" sz="1250" i="1">
                          <a:solidFill>
                            <a:schemeClr val="accent6">
                              <a:lumMod val="10000"/>
                            </a:schemeClr>
                          </a:solidFill>
                        </a:rPr>
                        <a:t>Eg: HBK</a:t>
                      </a:r>
                      <a:r>
                        <a:rPr lang="en-IN" sz="1250" i="1" baseline="0">
                          <a:solidFill>
                            <a:schemeClr val="accent6">
                              <a:lumMod val="10000"/>
                            </a:schemeClr>
                          </a:solidFill>
                        </a:rPr>
                        <a:t> = 1, HV = 1, VFT = D1, VTT = D2, NULL, DT = NULL</a:t>
                      </a:r>
                    </a:p>
                    <a:p>
                      <a:pPr marL="0" marR="0" lvl="0" indent="0" algn="l" defTabSz="914400" rtl="0" eaLnBrk="1" fontAlgn="auto" latinLnBrk="0" hangingPunct="1">
                        <a:lnSpc>
                          <a:spcPct val="100000"/>
                        </a:lnSpc>
                        <a:spcBef>
                          <a:spcPts val="0"/>
                        </a:spcBef>
                        <a:spcAft>
                          <a:spcPts val="0"/>
                        </a:spcAft>
                        <a:buClrTx/>
                        <a:buSzTx/>
                        <a:buFontTx/>
                        <a:buNone/>
                        <a:tabLst/>
                        <a:defRPr/>
                      </a:pPr>
                      <a:r>
                        <a:rPr lang="en-IN" sz="1250" i="1">
                          <a:solidFill>
                            <a:schemeClr val="accent6">
                              <a:lumMod val="10000"/>
                            </a:schemeClr>
                          </a:solidFill>
                        </a:rPr>
                        <a:t>      </a:t>
                      </a:r>
                      <a:r>
                        <a:rPr lang="en-IN" sz="1250" i="1" baseline="0">
                          <a:solidFill>
                            <a:schemeClr val="accent6">
                              <a:lumMod val="10000"/>
                            </a:schemeClr>
                          </a:solidFill>
                        </a:rPr>
                        <a:t> </a:t>
                      </a:r>
                      <a:r>
                        <a:rPr lang="en-IN" sz="1250" i="1">
                          <a:solidFill>
                            <a:schemeClr val="accent6">
                              <a:lumMod val="10000"/>
                            </a:schemeClr>
                          </a:solidFill>
                        </a:rPr>
                        <a:t>HBK</a:t>
                      </a:r>
                      <a:r>
                        <a:rPr lang="en-IN" sz="1250" i="1" baseline="0">
                          <a:solidFill>
                            <a:schemeClr val="accent6">
                              <a:lumMod val="10000"/>
                            </a:schemeClr>
                          </a:solidFill>
                        </a:rPr>
                        <a:t> = 1, HV = 2, VFT = D2, VTT = D3, DT = NULL</a:t>
                      </a:r>
                    </a:p>
                    <a:p>
                      <a:pPr marL="0" marR="0" lvl="0" indent="0" algn="l" defTabSz="914400" rtl="0" eaLnBrk="1" fontAlgn="auto" latinLnBrk="0" hangingPunct="1">
                        <a:lnSpc>
                          <a:spcPct val="100000"/>
                        </a:lnSpc>
                        <a:spcBef>
                          <a:spcPts val="0"/>
                        </a:spcBef>
                        <a:spcAft>
                          <a:spcPts val="0"/>
                        </a:spcAft>
                        <a:buClrTx/>
                        <a:buSzTx/>
                        <a:buFontTx/>
                        <a:buNone/>
                        <a:tabLst/>
                        <a:defRPr/>
                      </a:pPr>
                      <a:r>
                        <a:rPr lang="en-IN" sz="1250" i="1" baseline="0">
                          <a:solidFill>
                            <a:schemeClr val="accent6">
                              <a:lumMod val="10000"/>
                            </a:schemeClr>
                          </a:solidFill>
                        </a:rPr>
                        <a:t>       </a:t>
                      </a:r>
                      <a:r>
                        <a:rPr lang="en-IN" sz="1250" i="1">
                          <a:solidFill>
                            <a:schemeClr val="accent6">
                              <a:lumMod val="10000"/>
                            </a:schemeClr>
                          </a:solidFill>
                        </a:rPr>
                        <a:t>HBK</a:t>
                      </a:r>
                      <a:r>
                        <a:rPr lang="en-IN" sz="1250" i="1" baseline="0">
                          <a:solidFill>
                            <a:schemeClr val="accent6">
                              <a:lumMod val="10000"/>
                            </a:schemeClr>
                          </a:solidFill>
                        </a:rPr>
                        <a:t> = 1, HV = 3, VFT = D3, VTT = D4, DT = D3</a:t>
                      </a:r>
                    </a:p>
                    <a:p>
                      <a:pPr marL="0" marR="0" lvl="0" indent="0" algn="l" defTabSz="914400" rtl="0" eaLnBrk="1" fontAlgn="auto" latinLnBrk="0" hangingPunct="1">
                        <a:lnSpc>
                          <a:spcPct val="100000"/>
                        </a:lnSpc>
                        <a:spcBef>
                          <a:spcPts val="0"/>
                        </a:spcBef>
                        <a:spcAft>
                          <a:spcPts val="0"/>
                        </a:spcAft>
                        <a:buClrTx/>
                        <a:buSzTx/>
                        <a:buFontTx/>
                        <a:buNone/>
                        <a:tabLst/>
                        <a:defRPr/>
                      </a:pPr>
                      <a:r>
                        <a:rPr lang="en-IN" sz="1250" i="1" baseline="0">
                          <a:solidFill>
                            <a:schemeClr val="accent6">
                              <a:lumMod val="10000"/>
                            </a:schemeClr>
                          </a:solidFill>
                        </a:rPr>
                        <a:t>       </a:t>
                      </a:r>
                      <a:r>
                        <a:rPr lang="en-IN" sz="1250" i="1">
                          <a:solidFill>
                            <a:schemeClr val="accent6">
                              <a:lumMod val="10000"/>
                            </a:schemeClr>
                          </a:solidFill>
                        </a:rPr>
                        <a:t>HBK</a:t>
                      </a:r>
                      <a:r>
                        <a:rPr lang="en-IN" sz="1250" i="1" baseline="0">
                          <a:solidFill>
                            <a:schemeClr val="accent6">
                              <a:lumMod val="10000"/>
                            </a:schemeClr>
                          </a:solidFill>
                        </a:rPr>
                        <a:t> = 1, HV = 4, VFT = D4, </a:t>
                      </a:r>
                      <a:r>
                        <a:rPr lang="en-IN" sz="1250" b="0" i="1" u="none" baseline="0">
                          <a:solidFill>
                            <a:schemeClr val="accent6">
                              <a:lumMod val="10000"/>
                            </a:schemeClr>
                          </a:solidFill>
                        </a:rPr>
                        <a:t>VTT = D5</a:t>
                      </a:r>
                      <a:r>
                        <a:rPr lang="en-IN" sz="1250" i="1" baseline="0">
                          <a:solidFill>
                            <a:schemeClr val="accent6">
                              <a:lumMod val="10000"/>
                            </a:schemeClr>
                          </a:solidFill>
                        </a:rPr>
                        <a:t>, DT = D4</a:t>
                      </a:r>
                    </a:p>
                    <a:p>
                      <a:pPr marL="0" marR="0" lvl="0" indent="0" algn="l" defTabSz="914400" rtl="0" eaLnBrk="1" fontAlgn="auto" latinLnBrk="0" hangingPunct="1">
                        <a:lnSpc>
                          <a:spcPct val="100000"/>
                        </a:lnSpc>
                        <a:spcBef>
                          <a:spcPts val="0"/>
                        </a:spcBef>
                        <a:spcAft>
                          <a:spcPts val="0"/>
                        </a:spcAft>
                        <a:buClrTx/>
                        <a:buSzTx/>
                        <a:buFontTx/>
                        <a:buNone/>
                        <a:tabLst/>
                        <a:defRPr/>
                      </a:pPr>
                      <a:r>
                        <a:rPr lang="en-IN" sz="1250" i="1" baseline="0">
                          <a:solidFill>
                            <a:schemeClr val="accent6">
                              <a:lumMod val="10000"/>
                            </a:schemeClr>
                          </a:solidFill>
                        </a:rPr>
                        <a:t>       </a:t>
                      </a:r>
                      <a:r>
                        <a:rPr lang="en-IN" sz="1250" i="1">
                          <a:solidFill>
                            <a:schemeClr val="accent6">
                              <a:lumMod val="10000"/>
                            </a:schemeClr>
                          </a:solidFill>
                        </a:rPr>
                        <a:t>HBK</a:t>
                      </a:r>
                      <a:r>
                        <a:rPr lang="en-IN" sz="1250" i="1" baseline="0">
                          <a:solidFill>
                            <a:schemeClr val="accent6">
                              <a:lumMod val="10000"/>
                            </a:schemeClr>
                          </a:solidFill>
                        </a:rPr>
                        <a:t> = 1, HV = 5,</a:t>
                      </a:r>
                      <a:r>
                        <a:rPr lang="en-IN" sz="1250" b="0" i="1" u="none" baseline="0">
                          <a:solidFill>
                            <a:schemeClr val="accent6">
                              <a:lumMod val="10000"/>
                            </a:schemeClr>
                          </a:solidFill>
                        </a:rPr>
                        <a:t> </a:t>
                      </a:r>
                      <a:r>
                        <a:rPr lang="en-IN" sz="1250" b="0" i="0" u="none" baseline="0">
                          <a:solidFill>
                            <a:schemeClr val="accent6">
                              <a:lumMod val="10000"/>
                            </a:schemeClr>
                          </a:solidFill>
                        </a:rPr>
                        <a:t>VFT = D5</a:t>
                      </a:r>
                      <a:r>
                        <a:rPr lang="en-IN" sz="1250" i="1" baseline="0">
                          <a:solidFill>
                            <a:schemeClr val="accent6">
                              <a:lumMod val="10000"/>
                            </a:schemeClr>
                          </a:solidFill>
                        </a:rPr>
                        <a:t>, VTT = NULL, </a:t>
                      </a:r>
                      <a:r>
                        <a:rPr lang="en-IN" sz="1250" b="1" i="1" u="sng" baseline="0">
                          <a:solidFill>
                            <a:schemeClr val="accent6">
                              <a:lumMod val="10000"/>
                            </a:schemeClr>
                          </a:solidFill>
                        </a:rPr>
                        <a:t>DT = D7</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1250" kern="1200">
                          <a:solidFill>
                            <a:schemeClr val="dk1"/>
                          </a:solidFill>
                          <a:latin typeface="+mn-lt"/>
                          <a:ea typeface="+mn-ea"/>
                          <a:cs typeface="+mn-cs"/>
                        </a:rPr>
                        <a:t>Existing record closed, updated</a:t>
                      </a:r>
                      <a:r>
                        <a:rPr lang="en-IN" sz="1250" kern="1200" baseline="0">
                          <a:solidFill>
                            <a:schemeClr val="dk1"/>
                          </a:solidFill>
                          <a:latin typeface="+mn-lt"/>
                          <a:ea typeface="+mn-ea"/>
                          <a:cs typeface="+mn-cs"/>
                        </a:rPr>
                        <a:t> record inserted as deleted</a:t>
                      </a:r>
                      <a:endParaRPr lang="en-US" sz="1250" kern="1200">
                        <a:solidFill>
                          <a:schemeClr val="dk1"/>
                        </a:solidFill>
                        <a:latin typeface="+mn-lt"/>
                        <a:ea typeface="+mn-ea"/>
                        <a:cs typeface="+mn-cs"/>
                      </a:endParaRPr>
                    </a:p>
                  </a:txBody>
                  <a:tcPr/>
                </a:tc>
                <a:extLst>
                  <a:ext uri="{0D108BD9-81ED-4DB2-BD59-A6C34878D82A}">
                    <a16:rowId xmlns:a16="http://schemas.microsoft.com/office/drawing/2014/main" val="1899454720"/>
                  </a:ext>
                </a:extLst>
              </a:tr>
              <a:tr h="1230357">
                <a:tc>
                  <a:txBody>
                    <a:bodyPr/>
                    <a:lstStyle/>
                    <a:p>
                      <a:pPr algn="ctr"/>
                      <a:r>
                        <a:rPr lang="en-IN" sz="1250"/>
                        <a:t>8</a:t>
                      </a:r>
                      <a:endParaRPr lang="en-US" sz="125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1250" baseline="0"/>
                        <a:t>A record (existing in conformed as deleted) comes from standardised with no change but with some </a:t>
                      </a:r>
                      <a:r>
                        <a:rPr lang="en-US" sz="1250" err="1"/>
                        <a:t>lakeDeletedTimestamp</a:t>
                      </a:r>
                      <a:endParaRPr lang="en-IN" sz="1250" baseline="0" err="1"/>
                    </a:p>
                    <a:p>
                      <a:pPr marL="0" marR="0" lvl="0" indent="0" algn="l" defTabSz="914400" rtl="0" eaLnBrk="1" fontAlgn="auto" latinLnBrk="0" hangingPunct="1">
                        <a:lnSpc>
                          <a:spcPct val="100000"/>
                        </a:lnSpc>
                        <a:spcBef>
                          <a:spcPts val="0"/>
                        </a:spcBef>
                        <a:spcAft>
                          <a:spcPts val="0"/>
                        </a:spcAft>
                        <a:buClrTx/>
                        <a:buSzTx/>
                        <a:buFontTx/>
                        <a:buNone/>
                        <a:tabLst/>
                        <a:defRPr/>
                      </a:pPr>
                      <a:r>
                        <a:rPr lang="en-IN" sz="1250" i="1">
                          <a:solidFill>
                            <a:schemeClr val="accent6">
                              <a:lumMod val="10000"/>
                            </a:schemeClr>
                          </a:solidFill>
                        </a:rPr>
                        <a:t>Eg: HBK</a:t>
                      </a:r>
                      <a:r>
                        <a:rPr lang="en-IN" sz="1250" i="1" baseline="0">
                          <a:solidFill>
                            <a:schemeClr val="accent6">
                              <a:lumMod val="10000"/>
                            </a:schemeClr>
                          </a:solidFill>
                        </a:rPr>
                        <a:t> = 1, HV = 5, VFT = D8, VTT = NULL, DT = D8</a:t>
                      </a:r>
                      <a:endParaRPr lang="en-US" sz="1250" i="1">
                        <a:solidFill>
                          <a:schemeClr val="accent6">
                            <a:lumMod val="10000"/>
                          </a:schemeClr>
                        </a:solidFill>
                      </a:endParaRPr>
                    </a:p>
                  </a:txBody>
                  <a:tcPr/>
                </a:tc>
                <a:tc>
                  <a:txBody>
                    <a:bodyPr/>
                    <a:lstStyle/>
                    <a:p>
                      <a:r>
                        <a:rPr lang="en-IN" sz="1250"/>
                        <a:t>No</a:t>
                      </a:r>
                      <a:r>
                        <a:rPr lang="en-IN" sz="1250" baseline="0"/>
                        <a:t> change in conformed table</a:t>
                      </a:r>
                    </a:p>
                    <a:p>
                      <a:pPr marL="0" marR="0" lvl="0" indent="0" algn="l" defTabSz="914400" rtl="0" eaLnBrk="1" fontAlgn="auto" latinLnBrk="0" hangingPunct="1">
                        <a:lnSpc>
                          <a:spcPct val="100000"/>
                        </a:lnSpc>
                        <a:spcBef>
                          <a:spcPts val="0"/>
                        </a:spcBef>
                        <a:spcAft>
                          <a:spcPts val="0"/>
                        </a:spcAft>
                        <a:buClrTx/>
                        <a:buSzTx/>
                        <a:buFontTx/>
                        <a:buNone/>
                        <a:tabLst/>
                        <a:defRPr/>
                      </a:pPr>
                      <a:r>
                        <a:rPr lang="en-IN" sz="1250" i="1">
                          <a:solidFill>
                            <a:schemeClr val="accent6">
                              <a:lumMod val="10000"/>
                            </a:schemeClr>
                          </a:solidFill>
                        </a:rPr>
                        <a:t>Eg: HBK</a:t>
                      </a:r>
                      <a:r>
                        <a:rPr lang="en-IN" sz="1250" i="1" baseline="0">
                          <a:solidFill>
                            <a:schemeClr val="accent6">
                              <a:lumMod val="10000"/>
                            </a:schemeClr>
                          </a:solidFill>
                        </a:rPr>
                        <a:t> = 1, HV = 1, VFT = D1, VTT = D2, NULL, DT = NULL</a:t>
                      </a:r>
                    </a:p>
                    <a:p>
                      <a:pPr marL="0" marR="0" lvl="0" indent="0" algn="l" defTabSz="914400" rtl="0" eaLnBrk="1" fontAlgn="auto" latinLnBrk="0" hangingPunct="1">
                        <a:lnSpc>
                          <a:spcPct val="100000"/>
                        </a:lnSpc>
                        <a:spcBef>
                          <a:spcPts val="0"/>
                        </a:spcBef>
                        <a:spcAft>
                          <a:spcPts val="0"/>
                        </a:spcAft>
                        <a:buClrTx/>
                        <a:buSzTx/>
                        <a:buFontTx/>
                        <a:buNone/>
                        <a:tabLst/>
                        <a:defRPr/>
                      </a:pPr>
                      <a:r>
                        <a:rPr lang="en-IN" sz="1250" i="1">
                          <a:solidFill>
                            <a:schemeClr val="accent6">
                              <a:lumMod val="10000"/>
                            </a:schemeClr>
                          </a:solidFill>
                        </a:rPr>
                        <a:t>      </a:t>
                      </a:r>
                      <a:r>
                        <a:rPr lang="en-IN" sz="1250" i="1" baseline="0">
                          <a:solidFill>
                            <a:schemeClr val="accent6">
                              <a:lumMod val="10000"/>
                            </a:schemeClr>
                          </a:solidFill>
                        </a:rPr>
                        <a:t> </a:t>
                      </a:r>
                      <a:r>
                        <a:rPr lang="en-IN" sz="1250" i="1">
                          <a:solidFill>
                            <a:schemeClr val="accent6">
                              <a:lumMod val="10000"/>
                            </a:schemeClr>
                          </a:solidFill>
                        </a:rPr>
                        <a:t>HBK</a:t>
                      </a:r>
                      <a:r>
                        <a:rPr lang="en-IN" sz="1250" i="1" baseline="0">
                          <a:solidFill>
                            <a:schemeClr val="accent6">
                              <a:lumMod val="10000"/>
                            </a:schemeClr>
                          </a:solidFill>
                        </a:rPr>
                        <a:t> = 1, HV = 2, VFT = D2, VTT = D3, DT = NULL</a:t>
                      </a:r>
                    </a:p>
                    <a:p>
                      <a:pPr marL="0" marR="0" lvl="0" indent="0" algn="l" defTabSz="914400" rtl="0" eaLnBrk="1" fontAlgn="auto" latinLnBrk="0" hangingPunct="1">
                        <a:lnSpc>
                          <a:spcPct val="100000"/>
                        </a:lnSpc>
                        <a:spcBef>
                          <a:spcPts val="0"/>
                        </a:spcBef>
                        <a:spcAft>
                          <a:spcPts val="0"/>
                        </a:spcAft>
                        <a:buClrTx/>
                        <a:buSzTx/>
                        <a:buFontTx/>
                        <a:buNone/>
                        <a:tabLst/>
                        <a:defRPr/>
                      </a:pPr>
                      <a:r>
                        <a:rPr lang="en-IN" sz="1250" i="1" baseline="0">
                          <a:solidFill>
                            <a:schemeClr val="accent6">
                              <a:lumMod val="10000"/>
                            </a:schemeClr>
                          </a:solidFill>
                        </a:rPr>
                        <a:t>       </a:t>
                      </a:r>
                      <a:r>
                        <a:rPr lang="en-IN" sz="1250" i="1">
                          <a:solidFill>
                            <a:schemeClr val="accent6">
                              <a:lumMod val="10000"/>
                            </a:schemeClr>
                          </a:solidFill>
                        </a:rPr>
                        <a:t>HBK</a:t>
                      </a:r>
                      <a:r>
                        <a:rPr lang="en-IN" sz="1250" i="1" baseline="0">
                          <a:solidFill>
                            <a:schemeClr val="accent6">
                              <a:lumMod val="10000"/>
                            </a:schemeClr>
                          </a:solidFill>
                        </a:rPr>
                        <a:t> = 1, HV = 3, VFT = D3, VTT = D4, DT = D3</a:t>
                      </a:r>
                    </a:p>
                    <a:p>
                      <a:pPr marL="0" marR="0" lvl="0" indent="0" algn="l" defTabSz="914400" rtl="0" eaLnBrk="1" fontAlgn="auto" latinLnBrk="0" hangingPunct="1">
                        <a:lnSpc>
                          <a:spcPct val="100000"/>
                        </a:lnSpc>
                        <a:spcBef>
                          <a:spcPts val="0"/>
                        </a:spcBef>
                        <a:spcAft>
                          <a:spcPts val="0"/>
                        </a:spcAft>
                        <a:buClrTx/>
                        <a:buSzTx/>
                        <a:buFontTx/>
                        <a:buNone/>
                        <a:tabLst/>
                        <a:defRPr/>
                      </a:pPr>
                      <a:r>
                        <a:rPr lang="en-IN" sz="1250" i="1" baseline="0">
                          <a:solidFill>
                            <a:schemeClr val="accent6">
                              <a:lumMod val="10000"/>
                            </a:schemeClr>
                          </a:solidFill>
                        </a:rPr>
                        <a:t>       </a:t>
                      </a:r>
                      <a:r>
                        <a:rPr lang="en-IN" sz="1250" i="1">
                          <a:solidFill>
                            <a:schemeClr val="accent6">
                              <a:lumMod val="10000"/>
                            </a:schemeClr>
                          </a:solidFill>
                        </a:rPr>
                        <a:t>HBK</a:t>
                      </a:r>
                      <a:r>
                        <a:rPr lang="en-IN" sz="1250" i="1" baseline="0">
                          <a:solidFill>
                            <a:schemeClr val="accent6">
                              <a:lumMod val="10000"/>
                            </a:schemeClr>
                          </a:solidFill>
                        </a:rPr>
                        <a:t> = 1, HV = 4, VFT = D4, VTT = D5, DT = D4</a:t>
                      </a:r>
                    </a:p>
                    <a:p>
                      <a:pPr marL="0" marR="0" lvl="0" indent="0" algn="l" defTabSz="914400" rtl="0" eaLnBrk="1" fontAlgn="auto" latinLnBrk="0" hangingPunct="1">
                        <a:lnSpc>
                          <a:spcPct val="100000"/>
                        </a:lnSpc>
                        <a:spcBef>
                          <a:spcPts val="0"/>
                        </a:spcBef>
                        <a:spcAft>
                          <a:spcPts val="0"/>
                        </a:spcAft>
                        <a:buClrTx/>
                        <a:buSzTx/>
                        <a:buFontTx/>
                        <a:buNone/>
                        <a:tabLst/>
                        <a:defRPr/>
                      </a:pPr>
                      <a:r>
                        <a:rPr lang="en-IN" sz="1250" i="1" baseline="0">
                          <a:solidFill>
                            <a:schemeClr val="accent6">
                              <a:lumMod val="10000"/>
                            </a:schemeClr>
                          </a:solidFill>
                        </a:rPr>
                        <a:t>       </a:t>
                      </a:r>
                      <a:r>
                        <a:rPr lang="en-IN" sz="1250" i="1">
                          <a:solidFill>
                            <a:schemeClr val="accent6">
                              <a:lumMod val="10000"/>
                            </a:schemeClr>
                          </a:solidFill>
                        </a:rPr>
                        <a:t>HBK</a:t>
                      </a:r>
                      <a:r>
                        <a:rPr lang="en-IN" sz="1250" i="1" baseline="0">
                          <a:solidFill>
                            <a:schemeClr val="accent6">
                              <a:lumMod val="10000"/>
                            </a:schemeClr>
                          </a:solidFill>
                        </a:rPr>
                        <a:t> = 1, HV = 5, VFT = D5, VTT = NULL, DT = D7</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1250" kern="1200">
                          <a:solidFill>
                            <a:schemeClr val="dk1"/>
                          </a:solidFill>
                          <a:latin typeface="+mn-lt"/>
                          <a:ea typeface="+mn-ea"/>
                          <a:cs typeface="+mn-cs"/>
                        </a:rPr>
                        <a:t>No impact on existing dataset</a:t>
                      </a:r>
                      <a:endParaRPr lang="en-IN" sz="1250" i="1" baseline="0">
                        <a:solidFill>
                          <a:schemeClr val="accent6">
                            <a:lumMod val="10000"/>
                          </a:schemeClr>
                        </a:solidFill>
                      </a:endParaRPr>
                    </a:p>
                  </a:txBody>
                  <a:tcPr/>
                </a:tc>
                <a:extLst>
                  <a:ext uri="{0D108BD9-81ED-4DB2-BD59-A6C34878D82A}">
                    <a16:rowId xmlns:a16="http://schemas.microsoft.com/office/drawing/2014/main" val="1083202189"/>
                  </a:ext>
                </a:extLst>
              </a:tr>
              <a:tr h="1612196">
                <a:tc>
                  <a:txBody>
                    <a:bodyPr/>
                    <a:lstStyle/>
                    <a:p>
                      <a:pPr algn="ctr"/>
                      <a:r>
                        <a:rPr lang="en-IN" sz="1250"/>
                        <a:t>9</a:t>
                      </a:r>
                      <a:endParaRPr lang="en-US" sz="125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1250" baseline="0"/>
                        <a:t>A record (existing in conformed as deleted) comes from standardised with no change and as active</a:t>
                      </a:r>
                    </a:p>
                    <a:p>
                      <a:pPr marL="0" marR="0" lvl="0" indent="0" algn="l" defTabSz="914400" rtl="0" eaLnBrk="1" fontAlgn="auto" latinLnBrk="0" hangingPunct="1">
                        <a:lnSpc>
                          <a:spcPct val="100000"/>
                        </a:lnSpc>
                        <a:spcBef>
                          <a:spcPts val="0"/>
                        </a:spcBef>
                        <a:spcAft>
                          <a:spcPts val="0"/>
                        </a:spcAft>
                        <a:buClrTx/>
                        <a:buSzTx/>
                        <a:buFontTx/>
                        <a:buNone/>
                        <a:tabLst/>
                        <a:defRPr/>
                      </a:pPr>
                      <a:r>
                        <a:rPr lang="en-IN" sz="1250" i="1">
                          <a:solidFill>
                            <a:schemeClr val="accent6">
                              <a:lumMod val="10000"/>
                            </a:schemeClr>
                          </a:solidFill>
                        </a:rPr>
                        <a:t>Eg: HBK</a:t>
                      </a:r>
                      <a:r>
                        <a:rPr lang="en-IN" sz="1250" i="1" baseline="0">
                          <a:solidFill>
                            <a:schemeClr val="accent6">
                              <a:lumMod val="10000"/>
                            </a:schemeClr>
                          </a:solidFill>
                        </a:rPr>
                        <a:t> = 1, HV = 5, VFT = D9, VTT = NULL, DT = NULL</a:t>
                      </a:r>
                      <a:endParaRPr lang="en-US" sz="1250" i="1">
                        <a:solidFill>
                          <a:schemeClr val="accent6">
                            <a:lumMod val="10000"/>
                          </a:schemeClr>
                        </a:solidFill>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1250"/>
                        <a:t>Existing active</a:t>
                      </a:r>
                      <a:r>
                        <a:rPr lang="en-IN" sz="1250" baseline="0"/>
                        <a:t> r</a:t>
                      </a:r>
                      <a:r>
                        <a:rPr lang="en-IN" sz="1250"/>
                        <a:t>ecord marked as inactive</a:t>
                      </a:r>
                    </a:p>
                    <a:p>
                      <a:r>
                        <a:rPr lang="en-IN" sz="1250" baseline="0"/>
                        <a:t>Record gets inserted as active record in conformed</a:t>
                      </a:r>
                    </a:p>
                    <a:p>
                      <a:pPr marL="0" marR="0" lvl="0" indent="0" algn="l" defTabSz="914400" rtl="0" eaLnBrk="1" fontAlgn="auto" latinLnBrk="0" hangingPunct="1">
                        <a:lnSpc>
                          <a:spcPct val="100000"/>
                        </a:lnSpc>
                        <a:spcBef>
                          <a:spcPts val="0"/>
                        </a:spcBef>
                        <a:spcAft>
                          <a:spcPts val="0"/>
                        </a:spcAft>
                        <a:buClrTx/>
                        <a:buSzTx/>
                        <a:buFontTx/>
                        <a:buNone/>
                        <a:tabLst/>
                        <a:defRPr/>
                      </a:pPr>
                      <a:r>
                        <a:rPr lang="en-IN" sz="1250" i="1">
                          <a:solidFill>
                            <a:schemeClr val="accent6">
                              <a:lumMod val="10000"/>
                            </a:schemeClr>
                          </a:solidFill>
                        </a:rPr>
                        <a:t>Eg: HBK</a:t>
                      </a:r>
                      <a:r>
                        <a:rPr lang="en-IN" sz="1250" i="1" baseline="0">
                          <a:solidFill>
                            <a:schemeClr val="accent6">
                              <a:lumMod val="10000"/>
                            </a:schemeClr>
                          </a:solidFill>
                        </a:rPr>
                        <a:t> = 1, HV = 1, VFT = D1, VTT = D2, NULL, DT = NULL</a:t>
                      </a:r>
                    </a:p>
                    <a:p>
                      <a:pPr marL="0" marR="0" lvl="0" indent="0" algn="l" defTabSz="914400" rtl="0" eaLnBrk="1" fontAlgn="auto" latinLnBrk="0" hangingPunct="1">
                        <a:lnSpc>
                          <a:spcPct val="100000"/>
                        </a:lnSpc>
                        <a:spcBef>
                          <a:spcPts val="0"/>
                        </a:spcBef>
                        <a:spcAft>
                          <a:spcPts val="0"/>
                        </a:spcAft>
                        <a:buClrTx/>
                        <a:buSzTx/>
                        <a:buFontTx/>
                        <a:buNone/>
                        <a:tabLst/>
                        <a:defRPr/>
                      </a:pPr>
                      <a:r>
                        <a:rPr lang="en-IN" sz="1250" i="1">
                          <a:solidFill>
                            <a:schemeClr val="accent6">
                              <a:lumMod val="10000"/>
                            </a:schemeClr>
                          </a:solidFill>
                        </a:rPr>
                        <a:t>      </a:t>
                      </a:r>
                      <a:r>
                        <a:rPr lang="en-IN" sz="1250" i="1" baseline="0">
                          <a:solidFill>
                            <a:schemeClr val="accent6">
                              <a:lumMod val="10000"/>
                            </a:schemeClr>
                          </a:solidFill>
                        </a:rPr>
                        <a:t> </a:t>
                      </a:r>
                      <a:r>
                        <a:rPr lang="en-IN" sz="1250" i="1">
                          <a:solidFill>
                            <a:schemeClr val="accent6">
                              <a:lumMod val="10000"/>
                            </a:schemeClr>
                          </a:solidFill>
                        </a:rPr>
                        <a:t>HBK</a:t>
                      </a:r>
                      <a:r>
                        <a:rPr lang="en-IN" sz="1250" i="1" baseline="0">
                          <a:solidFill>
                            <a:schemeClr val="accent6">
                              <a:lumMod val="10000"/>
                            </a:schemeClr>
                          </a:solidFill>
                        </a:rPr>
                        <a:t> = 1, HV = 2, VFT = D2, VTT = D3, DT = NULL</a:t>
                      </a:r>
                    </a:p>
                    <a:p>
                      <a:pPr marL="0" marR="0" lvl="0" indent="0" algn="l" defTabSz="914400" rtl="0" eaLnBrk="1" fontAlgn="auto" latinLnBrk="0" hangingPunct="1">
                        <a:lnSpc>
                          <a:spcPct val="100000"/>
                        </a:lnSpc>
                        <a:spcBef>
                          <a:spcPts val="0"/>
                        </a:spcBef>
                        <a:spcAft>
                          <a:spcPts val="0"/>
                        </a:spcAft>
                        <a:buClrTx/>
                        <a:buSzTx/>
                        <a:buFontTx/>
                        <a:buNone/>
                        <a:tabLst/>
                        <a:defRPr/>
                      </a:pPr>
                      <a:r>
                        <a:rPr lang="en-IN" sz="1250" i="1" baseline="0">
                          <a:solidFill>
                            <a:schemeClr val="accent6">
                              <a:lumMod val="10000"/>
                            </a:schemeClr>
                          </a:solidFill>
                        </a:rPr>
                        <a:t>       </a:t>
                      </a:r>
                      <a:r>
                        <a:rPr lang="en-IN" sz="1250" i="1">
                          <a:solidFill>
                            <a:schemeClr val="accent6">
                              <a:lumMod val="10000"/>
                            </a:schemeClr>
                          </a:solidFill>
                        </a:rPr>
                        <a:t>HBK</a:t>
                      </a:r>
                      <a:r>
                        <a:rPr lang="en-IN" sz="1250" i="1" baseline="0">
                          <a:solidFill>
                            <a:schemeClr val="accent6">
                              <a:lumMod val="10000"/>
                            </a:schemeClr>
                          </a:solidFill>
                        </a:rPr>
                        <a:t> = 1, HV = 3, VFT = D3, VTT = D4, DT = D3</a:t>
                      </a:r>
                    </a:p>
                    <a:p>
                      <a:pPr marL="0" marR="0" lvl="0" indent="0" algn="l" defTabSz="914400" rtl="0" eaLnBrk="1" fontAlgn="auto" latinLnBrk="0" hangingPunct="1">
                        <a:lnSpc>
                          <a:spcPct val="100000"/>
                        </a:lnSpc>
                        <a:spcBef>
                          <a:spcPts val="0"/>
                        </a:spcBef>
                        <a:spcAft>
                          <a:spcPts val="0"/>
                        </a:spcAft>
                        <a:buClrTx/>
                        <a:buSzTx/>
                        <a:buFontTx/>
                        <a:buNone/>
                        <a:tabLst/>
                        <a:defRPr/>
                      </a:pPr>
                      <a:r>
                        <a:rPr lang="en-IN" sz="1250" i="1" baseline="0">
                          <a:solidFill>
                            <a:schemeClr val="accent6">
                              <a:lumMod val="10000"/>
                            </a:schemeClr>
                          </a:solidFill>
                        </a:rPr>
                        <a:t>       </a:t>
                      </a:r>
                      <a:r>
                        <a:rPr lang="en-IN" sz="1250" i="1">
                          <a:solidFill>
                            <a:schemeClr val="accent6">
                              <a:lumMod val="10000"/>
                            </a:schemeClr>
                          </a:solidFill>
                        </a:rPr>
                        <a:t>HBK</a:t>
                      </a:r>
                      <a:r>
                        <a:rPr lang="en-IN" sz="1250" i="1" baseline="0">
                          <a:solidFill>
                            <a:schemeClr val="accent6">
                              <a:lumMod val="10000"/>
                            </a:schemeClr>
                          </a:solidFill>
                        </a:rPr>
                        <a:t> = 1, HV = 4, VFT = D4, VTT = D5, DT = D4</a:t>
                      </a:r>
                    </a:p>
                    <a:p>
                      <a:pPr marL="0" marR="0" lvl="0" indent="0" algn="l" defTabSz="914400" rtl="0" eaLnBrk="1" fontAlgn="auto" latinLnBrk="0" hangingPunct="1">
                        <a:lnSpc>
                          <a:spcPct val="100000"/>
                        </a:lnSpc>
                        <a:spcBef>
                          <a:spcPts val="0"/>
                        </a:spcBef>
                        <a:spcAft>
                          <a:spcPts val="0"/>
                        </a:spcAft>
                        <a:buClrTx/>
                        <a:buSzTx/>
                        <a:buFontTx/>
                        <a:buNone/>
                        <a:tabLst/>
                        <a:defRPr/>
                      </a:pPr>
                      <a:r>
                        <a:rPr lang="en-IN" sz="1250" i="1" baseline="0">
                          <a:solidFill>
                            <a:schemeClr val="accent6">
                              <a:lumMod val="10000"/>
                            </a:schemeClr>
                          </a:solidFill>
                        </a:rPr>
                        <a:t>       </a:t>
                      </a:r>
                      <a:r>
                        <a:rPr lang="en-IN" sz="1250" i="1">
                          <a:solidFill>
                            <a:schemeClr val="accent6">
                              <a:lumMod val="10000"/>
                            </a:schemeClr>
                          </a:solidFill>
                        </a:rPr>
                        <a:t>HBK</a:t>
                      </a:r>
                      <a:r>
                        <a:rPr lang="en-IN" sz="1250" i="1" baseline="0">
                          <a:solidFill>
                            <a:schemeClr val="accent6">
                              <a:lumMod val="10000"/>
                            </a:schemeClr>
                          </a:solidFill>
                        </a:rPr>
                        <a:t> = 1, HV = 5, VFT = D5, </a:t>
                      </a:r>
                      <a:r>
                        <a:rPr lang="en-IN" sz="1250" b="1" i="1" u="sng" baseline="0">
                          <a:solidFill>
                            <a:schemeClr val="accent6">
                              <a:lumMod val="10000"/>
                            </a:schemeClr>
                          </a:solidFill>
                        </a:rPr>
                        <a:t>VTT = D9</a:t>
                      </a:r>
                      <a:r>
                        <a:rPr lang="en-IN" sz="1250" i="1" baseline="0">
                          <a:solidFill>
                            <a:schemeClr val="accent6">
                              <a:lumMod val="10000"/>
                            </a:schemeClr>
                          </a:solidFill>
                        </a:rPr>
                        <a:t>, DT = D7</a:t>
                      </a:r>
                    </a:p>
                    <a:p>
                      <a:pPr marL="0" marR="0" lvl="0" indent="0" algn="l" defTabSz="914400" rtl="0" eaLnBrk="1" fontAlgn="auto" latinLnBrk="0" hangingPunct="1">
                        <a:lnSpc>
                          <a:spcPct val="100000"/>
                        </a:lnSpc>
                        <a:spcBef>
                          <a:spcPts val="0"/>
                        </a:spcBef>
                        <a:spcAft>
                          <a:spcPts val="0"/>
                        </a:spcAft>
                        <a:buClrTx/>
                        <a:buSzTx/>
                        <a:buFontTx/>
                        <a:buNone/>
                        <a:tabLst/>
                        <a:defRPr/>
                      </a:pPr>
                      <a:r>
                        <a:rPr lang="en-IN" sz="1250" i="1" baseline="0">
                          <a:solidFill>
                            <a:schemeClr val="accent6">
                              <a:lumMod val="10000"/>
                            </a:schemeClr>
                          </a:solidFill>
                        </a:rPr>
                        <a:t>       </a:t>
                      </a:r>
                      <a:r>
                        <a:rPr lang="en-IN" sz="1250" i="1">
                          <a:solidFill>
                            <a:schemeClr val="accent6">
                              <a:lumMod val="10000"/>
                            </a:schemeClr>
                          </a:solidFill>
                        </a:rPr>
                        <a:t>HBK</a:t>
                      </a:r>
                      <a:r>
                        <a:rPr lang="en-IN" sz="1250" i="1" baseline="0">
                          <a:solidFill>
                            <a:schemeClr val="accent6">
                              <a:lumMod val="10000"/>
                            </a:schemeClr>
                          </a:solidFill>
                        </a:rPr>
                        <a:t> = 1, HV = 5, </a:t>
                      </a:r>
                      <a:r>
                        <a:rPr lang="en-IN" sz="1250" b="1" i="1" u="sng" baseline="0">
                          <a:solidFill>
                            <a:schemeClr val="accent6">
                              <a:lumMod val="10000"/>
                            </a:schemeClr>
                          </a:solidFill>
                        </a:rPr>
                        <a:t>VFT = D9</a:t>
                      </a:r>
                      <a:r>
                        <a:rPr lang="en-IN" sz="1250" i="1" baseline="0">
                          <a:solidFill>
                            <a:schemeClr val="accent6">
                              <a:lumMod val="10000"/>
                            </a:schemeClr>
                          </a:solidFill>
                        </a:rPr>
                        <a:t>, VTT = NULL, DT = NULL</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1250" kern="1200">
                          <a:solidFill>
                            <a:schemeClr val="dk1"/>
                          </a:solidFill>
                          <a:latin typeface="+mn-lt"/>
                          <a:ea typeface="+mn-ea"/>
                          <a:cs typeface="+mn-cs"/>
                        </a:rPr>
                        <a:t>Existing record closed, updated</a:t>
                      </a:r>
                      <a:r>
                        <a:rPr lang="en-IN" sz="1250" kern="1200" baseline="0">
                          <a:solidFill>
                            <a:schemeClr val="dk1"/>
                          </a:solidFill>
                          <a:latin typeface="+mn-lt"/>
                          <a:ea typeface="+mn-ea"/>
                          <a:cs typeface="+mn-cs"/>
                        </a:rPr>
                        <a:t> record inserted as active</a:t>
                      </a:r>
                      <a:endParaRPr lang="en-US" sz="1250" kern="1200">
                        <a:solidFill>
                          <a:schemeClr val="dk1"/>
                        </a:solidFill>
                        <a:latin typeface="+mn-lt"/>
                        <a:ea typeface="+mn-ea"/>
                        <a:cs typeface="+mn-cs"/>
                      </a:endParaRPr>
                    </a:p>
                  </a:txBody>
                  <a:tcPr/>
                </a:tc>
                <a:extLst>
                  <a:ext uri="{0D108BD9-81ED-4DB2-BD59-A6C34878D82A}">
                    <a16:rowId xmlns:a16="http://schemas.microsoft.com/office/drawing/2014/main" val="1629395900"/>
                  </a:ext>
                </a:extLst>
              </a:tr>
            </a:tbl>
          </a:graphicData>
        </a:graphic>
      </p:graphicFrame>
    </p:spTree>
    <p:extLst>
      <p:ext uri="{BB962C8B-B14F-4D97-AF65-F5344CB8AC3E}">
        <p14:creationId xmlns:p14="http://schemas.microsoft.com/office/powerpoint/2010/main" val="317349647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1"/>
          <p:cNvSpPr>
            <a:spLocks noGrp="1"/>
          </p:cNvSpPr>
          <p:nvPr>
            <p:ph type="ctrTitle"/>
          </p:nvPr>
        </p:nvSpPr>
        <p:spPr>
          <a:xfrm>
            <a:off x="457200" y="405954"/>
            <a:ext cx="11277600" cy="936386"/>
          </a:xfrm>
        </p:spPr>
        <p:txBody>
          <a:bodyPr/>
          <a:lstStyle/>
          <a:p>
            <a:r>
              <a:rPr lang="en-US" b="1">
                <a:solidFill>
                  <a:srgbClr val="CD2883"/>
                </a:solidFill>
              </a:rPr>
              <a:t>Incremental Filter</a:t>
            </a:r>
            <a:r>
              <a:rPr lang="en-US" sz="4200" b="1">
                <a:solidFill>
                  <a:srgbClr val="CD2883"/>
                </a:solidFill>
              </a:rPr>
              <a:t> – Conformed</a:t>
            </a:r>
          </a:p>
        </p:txBody>
      </p:sp>
      <p:sp>
        <p:nvSpPr>
          <p:cNvPr id="6" name="Rectangle 5"/>
          <p:cNvSpPr/>
          <p:nvPr/>
        </p:nvSpPr>
        <p:spPr>
          <a:xfrm>
            <a:off x="8211523" y="6472409"/>
            <a:ext cx="2728225" cy="302964"/>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 name="Rectangle 6"/>
          <p:cNvSpPr/>
          <p:nvPr/>
        </p:nvSpPr>
        <p:spPr>
          <a:xfrm>
            <a:off x="11005851" y="6290631"/>
            <a:ext cx="837282" cy="35254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 name="Text Placeholder 2">
            <a:extLst>
              <a:ext uri="{FF2B5EF4-FFF2-40B4-BE49-F238E27FC236}">
                <a16:creationId xmlns:a16="http://schemas.microsoft.com/office/drawing/2014/main" id="{1E3CA7DB-677A-CBCB-DAE2-CD3EB7677817}"/>
              </a:ext>
            </a:extLst>
          </p:cNvPr>
          <p:cNvSpPr txBox="1">
            <a:spLocks/>
          </p:cNvSpPr>
          <p:nvPr/>
        </p:nvSpPr>
        <p:spPr>
          <a:xfrm>
            <a:off x="2847002" y="1072169"/>
            <a:ext cx="1728693" cy="404905"/>
          </a:xfrm>
          <a:prstGeom prst="rect">
            <a:avLst/>
          </a:prstGeom>
        </p:spPr>
        <p:txBody>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lvl="0" indent="0" algn="ctr">
              <a:spcBef>
                <a:spcPts val="0"/>
              </a:spcBef>
              <a:buClr>
                <a:srgbClr val="FB4D0A"/>
              </a:buClr>
              <a:buNone/>
            </a:pPr>
            <a:r>
              <a:rPr lang="en-GB" sz="1500">
                <a:solidFill>
                  <a:srgbClr val="FB4D0A"/>
                </a:solidFill>
                <a:latin typeface="Calibri" panose="020F0502020204030204" pitchFamily="34" charset="0"/>
                <a:cs typeface="Calibri" panose="020F0502020204030204" pitchFamily="34" charset="0"/>
              </a:rPr>
              <a:t>Apply BED at individual table</a:t>
            </a:r>
          </a:p>
        </p:txBody>
      </p:sp>
      <p:sp>
        <p:nvSpPr>
          <p:cNvPr id="9" name="Rectangle 8">
            <a:extLst>
              <a:ext uri="{FF2B5EF4-FFF2-40B4-BE49-F238E27FC236}">
                <a16:creationId xmlns:a16="http://schemas.microsoft.com/office/drawing/2014/main" id="{DA4D5E7B-8F63-BCFA-D1CC-D36216EF8F1A}"/>
              </a:ext>
            </a:extLst>
          </p:cNvPr>
          <p:cNvSpPr/>
          <p:nvPr/>
        </p:nvSpPr>
        <p:spPr>
          <a:xfrm>
            <a:off x="3840590" y="1623423"/>
            <a:ext cx="573742" cy="776941"/>
          </a:xfrm>
          <a:prstGeom prst="rect">
            <a:avLst/>
          </a:prstGeom>
          <a:solidFill>
            <a:srgbClr val="CD2883"/>
          </a:solidFill>
          <a:ln>
            <a:solidFill>
              <a:srgbClr val="CD288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GB"/>
          </a:p>
        </p:txBody>
      </p:sp>
      <p:sp>
        <p:nvSpPr>
          <p:cNvPr id="10" name="Rectangle 9">
            <a:extLst>
              <a:ext uri="{FF2B5EF4-FFF2-40B4-BE49-F238E27FC236}">
                <a16:creationId xmlns:a16="http://schemas.microsoft.com/office/drawing/2014/main" id="{094540B3-7946-4BD4-31D8-0387AE80DCA6}"/>
              </a:ext>
            </a:extLst>
          </p:cNvPr>
          <p:cNvSpPr/>
          <p:nvPr/>
        </p:nvSpPr>
        <p:spPr>
          <a:xfrm>
            <a:off x="2847002" y="1623423"/>
            <a:ext cx="1728694" cy="776941"/>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r>
              <a:rPr lang="en-GB" sz="1600">
                <a:solidFill>
                  <a:srgbClr val="424242"/>
                </a:solidFill>
              </a:rPr>
              <a:t>A</a:t>
            </a:r>
          </a:p>
        </p:txBody>
      </p:sp>
      <p:sp>
        <p:nvSpPr>
          <p:cNvPr id="11" name="Rectangle 10">
            <a:extLst>
              <a:ext uri="{FF2B5EF4-FFF2-40B4-BE49-F238E27FC236}">
                <a16:creationId xmlns:a16="http://schemas.microsoft.com/office/drawing/2014/main" id="{13750838-16E4-4099-9AAD-39595ACC85CE}"/>
              </a:ext>
            </a:extLst>
          </p:cNvPr>
          <p:cNvSpPr/>
          <p:nvPr/>
        </p:nvSpPr>
        <p:spPr>
          <a:xfrm>
            <a:off x="3476025" y="2600576"/>
            <a:ext cx="938307" cy="776941"/>
          </a:xfrm>
          <a:prstGeom prst="rect">
            <a:avLst/>
          </a:prstGeom>
          <a:solidFill>
            <a:srgbClr val="CD2883"/>
          </a:solidFill>
          <a:ln>
            <a:solidFill>
              <a:srgbClr val="CD288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GB"/>
          </a:p>
        </p:txBody>
      </p:sp>
      <p:sp>
        <p:nvSpPr>
          <p:cNvPr id="12" name="Rectangle 11">
            <a:extLst>
              <a:ext uri="{FF2B5EF4-FFF2-40B4-BE49-F238E27FC236}">
                <a16:creationId xmlns:a16="http://schemas.microsoft.com/office/drawing/2014/main" id="{451474E2-CF93-67B6-D626-F7381B7BC74B}"/>
              </a:ext>
            </a:extLst>
          </p:cNvPr>
          <p:cNvSpPr/>
          <p:nvPr/>
        </p:nvSpPr>
        <p:spPr>
          <a:xfrm>
            <a:off x="2847002" y="2600576"/>
            <a:ext cx="1728694" cy="776941"/>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r>
              <a:rPr lang="en-GB" sz="1600">
                <a:solidFill>
                  <a:srgbClr val="424242"/>
                </a:solidFill>
              </a:rPr>
              <a:t>B</a:t>
            </a:r>
          </a:p>
        </p:txBody>
      </p:sp>
      <p:cxnSp>
        <p:nvCxnSpPr>
          <p:cNvPr id="13" name="Straight Connector 12">
            <a:extLst>
              <a:ext uri="{FF2B5EF4-FFF2-40B4-BE49-F238E27FC236}">
                <a16:creationId xmlns:a16="http://schemas.microsoft.com/office/drawing/2014/main" id="{9A51F6AE-7B1E-2F0F-0B00-13EE9FDDE614}"/>
              </a:ext>
            </a:extLst>
          </p:cNvPr>
          <p:cNvCxnSpPr>
            <a:cxnSpLocks/>
          </p:cNvCxnSpPr>
          <p:nvPr/>
        </p:nvCxnSpPr>
        <p:spPr>
          <a:xfrm flipH="1">
            <a:off x="3476025" y="2400364"/>
            <a:ext cx="364565" cy="200212"/>
          </a:xfrm>
          <a:prstGeom prst="line">
            <a:avLst/>
          </a:prstGeom>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49207EA5-F55E-9C4D-2EAC-07EBD614D48C}"/>
              </a:ext>
            </a:extLst>
          </p:cNvPr>
          <p:cNvCxnSpPr>
            <a:cxnSpLocks/>
          </p:cNvCxnSpPr>
          <p:nvPr/>
        </p:nvCxnSpPr>
        <p:spPr>
          <a:xfrm>
            <a:off x="4414332" y="2400364"/>
            <a:ext cx="0" cy="200212"/>
          </a:xfrm>
          <a:prstGeom prst="line">
            <a:avLst/>
          </a:prstGeom>
        </p:spPr>
        <p:style>
          <a:lnRef idx="1">
            <a:schemeClr val="accent1"/>
          </a:lnRef>
          <a:fillRef idx="0">
            <a:schemeClr val="accent1"/>
          </a:fillRef>
          <a:effectRef idx="0">
            <a:schemeClr val="accent1"/>
          </a:effectRef>
          <a:fontRef idx="minor">
            <a:schemeClr val="tx1"/>
          </a:fontRef>
        </p:style>
      </p:cxnSp>
      <p:sp>
        <p:nvSpPr>
          <p:cNvPr id="15" name="Rectangle 14">
            <a:extLst>
              <a:ext uri="{FF2B5EF4-FFF2-40B4-BE49-F238E27FC236}">
                <a16:creationId xmlns:a16="http://schemas.microsoft.com/office/drawing/2014/main" id="{F1DA0D2C-64B9-9DA0-9925-0092E4106272}"/>
              </a:ext>
            </a:extLst>
          </p:cNvPr>
          <p:cNvSpPr/>
          <p:nvPr/>
        </p:nvSpPr>
        <p:spPr>
          <a:xfrm>
            <a:off x="5571004" y="2600575"/>
            <a:ext cx="938307" cy="776941"/>
          </a:xfrm>
          <a:prstGeom prst="rect">
            <a:avLst/>
          </a:prstGeom>
          <a:solidFill>
            <a:srgbClr val="CD2883"/>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GB"/>
          </a:p>
        </p:txBody>
      </p:sp>
      <p:sp>
        <p:nvSpPr>
          <p:cNvPr id="16" name="Rectangle 15">
            <a:extLst>
              <a:ext uri="{FF2B5EF4-FFF2-40B4-BE49-F238E27FC236}">
                <a16:creationId xmlns:a16="http://schemas.microsoft.com/office/drawing/2014/main" id="{DC8EC76B-3834-A652-7005-85A7D46C176E}"/>
              </a:ext>
            </a:extLst>
          </p:cNvPr>
          <p:cNvSpPr/>
          <p:nvPr/>
        </p:nvSpPr>
        <p:spPr>
          <a:xfrm>
            <a:off x="5571003" y="1623423"/>
            <a:ext cx="938307" cy="776941"/>
          </a:xfrm>
          <a:prstGeom prst="rect">
            <a:avLst/>
          </a:prstGeom>
          <a:solidFill>
            <a:srgbClr val="CD2883"/>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GB"/>
          </a:p>
        </p:txBody>
      </p:sp>
      <p:sp>
        <p:nvSpPr>
          <p:cNvPr id="17" name="Text Placeholder 2">
            <a:extLst>
              <a:ext uri="{FF2B5EF4-FFF2-40B4-BE49-F238E27FC236}">
                <a16:creationId xmlns:a16="http://schemas.microsoft.com/office/drawing/2014/main" id="{EA24F8EC-1E66-173D-31F5-8EE21F05D73E}"/>
              </a:ext>
            </a:extLst>
          </p:cNvPr>
          <p:cNvSpPr txBox="1">
            <a:spLocks/>
          </p:cNvSpPr>
          <p:nvPr/>
        </p:nvSpPr>
        <p:spPr>
          <a:xfrm>
            <a:off x="5175809" y="1072168"/>
            <a:ext cx="1728693" cy="404905"/>
          </a:xfrm>
          <a:prstGeom prst="rect">
            <a:avLst/>
          </a:prstGeom>
        </p:spPr>
        <p:txBody>
          <a:bodyPr vert="horz" lIns="0" tIns="0" rIns="0" bIns="0" rtlCol="0">
            <a:no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lang="en-GB" sz="1500"/>
              <a:t>Join &amp; Apply object dates availability</a:t>
            </a:r>
          </a:p>
        </p:txBody>
      </p:sp>
      <p:cxnSp>
        <p:nvCxnSpPr>
          <p:cNvPr id="18" name="Straight Connector 17">
            <a:extLst>
              <a:ext uri="{FF2B5EF4-FFF2-40B4-BE49-F238E27FC236}">
                <a16:creationId xmlns:a16="http://schemas.microsoft.com/office/drawing/2014/main" id="{781C0F65-071E-958D-F4B0-49721931ED3D}"/>
              </a:ext>
            </a:extLst>
          </p:cNvPr>
          <p:cNvCxnSpPr>
            <a:cxnSpLocks/>
          </p:cNvCxnSpPr>
          <p:nvPr/>
        </p:nvCxnSpPr>
        <p:spPr>
          <a:xfrm>
            <a:off x="4714350" y="994501"/>
            <a:ext cx="0" cy="3661749"/>
          </a:xfrm>
          <a:prstGeom prst="line">
            <a:avLst/>
          </a:prstGeom>
          <a:ln w="12700">
            <a:prstDash val="sysDash"/>
          </a:ln>
        </p:spPr>
        <p:style>
          <a:lnRef idx="1">
            <a:schemeClr val="accent1"/>
          </a:lnRef>
          <a:fillRef idx="0">
            <a:schemeClr val="accent1"/>
          </a:fillRef>
          <a:effectRef idx="0">
            <a:schemeClr val="accent1"/>
          </a:effectRef>
          <a:fontRef idx="minor">
            <a:schemeClr val="tx1"/>
          </a:fontRef>
        </p:style>
      </p:cxnSp>
      <p:cxnSp>
        <p:nvCxnSpPr>
          <p:cNvPr id="19" name="Straight Arrow Connector 18">
            <a:extLst>
              <a:ext uri="{FF2B5EF4-FFF2-40B4-BE49-F238E27FC236}">
                <a16:creationId xmlns:a16="http://schemas.microsoft.com/office/drawing/2014/main" id="{C3744973-FA38-2EA7-1E95-51DAA5959C49}"/>
              </a:ext>
            </a:extLst>
          </p:cNvPr>
          <p:cNvCxnSpPr>
            <a:cxnSpLocks/>
            <a:endCxn id="16" idx="1"/>
          </p:cNvCxnSpPr>
          <p:nvPr/>
        </p:nvCxnSpPr>
        <p:spPr>
          <a:xfrm>
            <a:off x="4127610" y="2011894"/>
            <a:ext cx="1443393" cy="0"/>
          </a:xfrm>
          <a:prstGeom prst="straightConnector1">
            <a:avLst/>
          </a:prstGeom>
          <a:ln w="19050">
            <a:solidFill>
              <a:srgbClr val="004EFF"/>
            </a:solidFill>
            <a:headEnd type="oval"/>
            <a:tailEnd type="triangle"/>
          </a:ln>
        </p:spPr>
        <p:style>
          <a:lnRef idx="1">
            <a:schemeClr val="accent1"/>
          </a:lnRef>
          <a:fillRef idx="0">
            <a:schemeClr val="accent1"/>
          </a:fillRef>
          <a:effectRef idx="0">
            <a:schemeClr val="accent1"/>
          </a:effectRef>
          <a:fontRef idx="minor">
            <a:schemeClr val="tx1"/>
          </a:fontRef>
        </p:style>
      </p:cxnSp>
      <p:cxnSp>
        <p:nvCxnSpPr>
          <p:cNvPr id="20" name="Straight Arrow Connector 19">
            <a:extLst>
              <a:ext uri="{FF2B5EF4-FFF2-40B4-BE49-F238E27FC236}">
                <a16:creationId xmlns:a16="http://schemas.microsoft.com/office/drawing/2014/main" id="{0FA114DF-7417-6E31-6C0B-FFDCE6536FB6}"/>
              </a:ext>
            </a:extLst>
          </p:cNvPr>
          <p:cNvCxnSpPr>
            <a:cxnSpLocks/>
            <a:endCxn id="15" idx="1"/>
          </p:cNvCxnSpPr>
          <p:nvPr/>
        </p:nvCxnSpPr>
        <p:spPr>
          <a:xfrm>
            <a:off x="3945178" y="2989046"/>
            <a:ext cx="1625826" cy="0"/>
          </a:xfrm>
          <a:prstGeom prst="straightConnector1">
            <a:avLst/>
          </a:prstGeom>
          <a:ln w="19050">
            <a:solidFill>
              <a:srgbClr val="004EFF"/>
            </a:solidFill>
            <a:headEnd type="oval"/>
            <a:tailEnd type="triangle"/>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5D4F30F3-2BCF-E6EB-AF4B-287915BA518E}"/>
              </a:ext>
            </a:extLst>
          </p:cNvPr>
          <p:cNvCxnSpPr>
            <a:cxnSpLocks/>
          </p:cNvCxnSpPr>
          <p:nvPr/>
        </p:nvCxnSpPr>
        <p:spPr>
          <a:xfrm>
            <a:off x="7365960" y="959162"/>
            <a:ext cx="14719" cy="3619839"/>
          </a:xfrm>
          <a:prstGeom prst="line">
            <a:avLst/>
          </a:prstGeom>
          <a:ln w="12700">
            <a:prstDash val="sysDash"/>
          </a:ln>
        </p:spPr>
        <p:style>
          <a:lnRef idx="1">
            <a:schemeClr val="accent1"/>
          </a:lnRef>
          <a:fillRef idx="0">
            <a:schemeClr val="accent1"/>
          </a:fillRef>
          <a:effectRef idx="0">
            <a:schemeClr val="accent1"/>
          </a:effectRef>
          <a:fontRef idx="minor">
            <a:schemeClr val="tx1"/>
          </a:fontRef>
        </p:style>
      </p:cxnSp>
      <p:sp>
        <p:nvSpPr>
          <p:cNvPr id="22" name="Text Placeholder 2">
            <a:extLst>
              <a:ext uri="{FF2B5EF4-FFF2-40B4-BE49-F238E27FC236}">
                <a16:creationId xmlns:a16="http://schemas.microsoft.com/office/drawing/2014/main" id="{56AE205D-5233-077A-1AB8-E089E14C8FB0}"/>
              </a:ext>
            </a:extLst>
          </p:cNvPr>
          <p:cNvSpPr txBox="1">
            <a:spLocks/>
          </p:cNvSpPr>
          <p:nvPr/>
        </p:nvSpPr>
        <p:spPr>
          <a:xfrm>
            <a:off x="7365960" y="1038398"/>
            <a:ext cx="1728693" cy="404905"/>
          </a:xfrm>
          <a:prstGeom prst="rect">
            <a:avLst/>
          </a:prstGeom>
        </p:spPr>
        <p:txBody>
          <a:bodyPr vert="horz" lIns="0" tIns="0" rIns="0" bIns="0" rtlCol="0">
            <a:no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lang="en-GB" sz="1500"/>
              <a:t>Merge into Target</a:t>
            </a:r>
          </a:p>
        </p:txBody>
      </p:sp>
      <p:sp>
        <p:nvSpPr>
          <p:cNvPr id="23" name="Rectangle 22">
            <a:extLst>
              <a:ext uri="{FF2B5EF4-FFF2-40B4-BE49-F238E27FC236}">
                <a16:creationId xmlns:a16="http://schemas.microsoft.com/office/drawing/2014/main" id="{4FABE8F6-7B80-CFA8-703E-986838BFF719}"/>
              </a:ext>
            </a:extLst>
          </p:cNvPr>
          <p:cNvSpPr/>
          <p:nvPr/>
        </p:nvSpPr>
        <p:spPr>
          <a:xfrm>
            <a:off x="7502151" y="2129104"/>
            <a:ext cx="1728694" cy="1719281"/>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r>
              <a:rPr lang="en-GB" sz="1600">
                <a:solidFill>
                  <a:srgbClr val="424242"/>
                </a:solidFill>
              </a:rPr>
              <a:t>Conformed Table</a:t>
            </a:r>
          </a:p>
        </p:txBody>
      </p:sp>
      <p:cxnSp>
        <p:nvCxnSpPr>
          <p:cNvPr id="24" name="Straight Arrow Connector 23">
            <a:extLst>
              <a:ext uri="{FF2B5EF4-FFF2-40B4-BE49-F238E27FC236}">
                <a16:creationId xmlns:a16="http://schemas.microsoft.com/office/drawing/2014/main" id="{4AAE4428-3FDB-0C88-2793-B1FA20AC2A8D}"/>
              </a:ext>
            </a:extLst>
          </p:cNvPr>
          <p:cNvCxnSpPr>
            <a:cxnSpLocks/>
            <a:stCxn id="15" idx="3"/>
            <a:endCxn id="23" idx="1"/>
          </p:cNvCxnSpPr>
          <p:nvPr/>
        </p:nvCxnSpPr>
        <p:spPr>
          <a:xfrm flipV="1">
            <a:off x="6509311" y="2988745"/>
            <a:ext cx="992840" cy="301"/>
          </a:xfrm>
          <a:prstGeom prst="straightConnector1">
            <a:avLst/>
          </a:prstGeom>
          <a:ln w="19050">
            <a:solidFill>
              <a:srgbClr val="004EFF"/>
            </a:solidFill>
            <a:headEnd type="oval"/>
            <a:tailEnd type="triangle"/>
          </a:ln>
        </p:spPr>
        <p:style>
          <a:lnRef idx="1">
            <a:schemeClr val="accent1"/>
          </a:lnRef>
          <a:fillRef idx="0">
            <a:schemeClr val="accent1"/>
          </a:fillRef>
          <a:effectRef idx="0">
            <a:schemeClr val="accent1"/>
          </a:effectRef>
          <a:fontRef idx="minor">
            <a:schemeClr val="tx1"/>
          </a:fontRef>
        </p:style>
      </p:cxnSp>
      <p:sp>
        <p:nvSpPr>
          <p:cNvPr id="25" name="Text Placeholder 2">
            <a:extLst>
              <a:ext uri="{FF2B5EF4-FFF2-40B4-BE49-F238E27FC236}">
                <a16:creationId xmlns:a16="http://schemas.microsoft.com/office/drawing/2014/main" id="{C5DF0B43-2427-F9E4-8678-BC2BB9282327}"/>
              </a:ext>
            </a:extLst>
          </p:cNvPr>
          <p:cNvSpPr txBox="1">
            <a:spLocks/>
          </p:cNvSpPr>
          <p:nvPr/>
        </p:nvSpPr>
        <p:spPr>
          <a:xfrm>
            <a:off x="2822501" y="4750898"/>
            <a:ext cx="1728693" cy="1490840"/>
          </a:xfrm>
          <a:prstGeom prst="rect">
            <a:avLst/>
          </a:prstGeom>
        </p:spPr>
        <p:txBody>
          <a:bodyPr vert="horz" lIns="0" tIns="0" rIns="0" bIns="0" rtlCol="0">
            <a:no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lang="en-GB" sz="1500" b="0" i="1"/>
              <a:t>When we fetch the data from multiple standardised tables, filter of BED is applied on each table. Thus, the data gets restricted in the custom SQL</a:t>
            </a:r>
          </a:p>
        </p:txBody>
      </p:sp>
      <p:sp>
        <p:nvSpPr>
          <p:cNvPr id="26" name="Text Placeholder 2">
            <a:extLst>
              <a:ext uri="{FF2B5EF4-FFF2-40B4-BE49-F238E27FC236}">
                <a16:creationId xmlns:a16="http://schemas.microsoft.com/office/drawing/2014/main" id="{468C7699-D701-2FA7-D406-98F5B622250B}"/>
              </a:ext>
            </a:extLst>
          </p:cNvPr>
          <p:cNvSpPr txBox="1">
            <a:spLocks/>
          </p:cNvSpPr>
          <p:nvPr/>
        </p:nvSpPr>
        <p:spPr>
          <a:xfrm>
            <a:off x="4714351" y="4754109"/>
            <a:ext cx="2666328" cy="1487629"/>
          </a:xfrm>
          <a:prstGeom prst="rect">
            <a:avLst/>
          </a:prstGeom>
        </p:spPr>
        <p:txBody>
          <a:bodyPr vert="horz" lIns="0" tIns="0" rIns="0" bIns="0" rtlCol="0">
            <a:no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lang="en-GB" sz="1500" b="0" i="1"/>
              <a:t>Based on the source phase dates availability populated for tables A, B &amp; C in standardised layer. A </a:t>
            </a:r>
            <a:r>
              <a:rPr lang="en-GB" sz="1500" b="0" i="1" err="1"/>
              <a:t>where_clause</a:t>
            </a:r>
            <a:r>
              <a:rPr lang="en-GB" sz="1500" b="0" i="1"/>
              <a:t> is generated on partition column taking min &amp; max date of data loaded across three tables.</a:t>
            </a:r>
          </a:p>
        </p:txBody>
      </p:sp>
      <p:sp>
        <p:nvSpPr>
          <p:cNvPr id="27" name="Text Placeholder 2">
            <a:extLst>
              <a:ext uri="{FF2B5EF4-FFF2-40B4-BE49-F238E27FC236}">
                <a16:creationId xmlns:a16="http://schemas.microsoft.com/office/drawing/2014/main" id="{7760A6A5-C132-1A9A-E689-1E6230830FC8}"/>
              </a:ext>
            </a:extLst>
          </p:cNvPr>
          <p:cNvSpPr txBox="1">
            <a:spLocks/>
          </p:cNvSpPr>
          <p:nvPr/>
        </p:nvSpPr>
        <p:spPr>
          <a:xfrm>
            <a:off x="7380679" y="4726530"/>
            <a:ext cx="1988819" cy="1229064"/>
          </a:xfrm>
          <a:prstGeom prst="rect">
            <a:avLst/>
          </a:prstGeom>
        </p:spPr>
        <p:txBody>
          <a:bodyPr vert="horz" lIns="0" tIns="0" rIns="0" bIns="0" rtlCol="0">
            <a:no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lang="en-GB" sz="1500" b="0" i="1"/>
              <a:t>The source data gets filtered based on </a:t>
            </a:r>
            <a:r>
              <a:rPr lang="en-GB" sz="1500" b="0" i="1" err="1"/>
              <a:t>where_clause</a:t>
            </a:r>
            <a:r>
              <a:rPr lang="en-GB" sz="1500" b="0" i="1"/>
              <a:t> post which it gets inserted, updated or soft deleted in target conformed table</a:t>
            </a:r>
          </a:p>
        </p:txBody>
      </p:sp>
      <p:sp>
        <p:nvSpPr>
          <p:cNvPr id="28" name="Rectangle 27">
            <a:extLst>
              <a:ext uri="{FF2B5EF4-FFF2-40B4-BE49-F238E27FC236}">
                <a16:creationId xmlns:a16="http://schemas.microsoft.com/office/drawing/2014/main" id="{13750838-16E4-4099-9AAD-39595ACC85CE}"/>
              </a:ext>
            </a:extLst>
          </p:cNvPr>
          <p:cNvSpPr/>
          <p:nvPr/>
        </p:nvSpPr>
        <p:spPr>
          <a:xfrm>
            <a:off x="4127610" y="3577727"/>
            <a:ext cx="299123" cy="776941"/>
          </a:xfrm>
          <a:prstGeom prst="rect">
            <a:avLst/>
          </a:prstGeom>
          <a:solidFill>
            <a:srgbClr val="CD2883"/>
          </a:solidFill>
          <a:ln>
            <a:solidFill>
              <a:srgbClr val="CD288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GB"/>
          </a:p>
        </p:txBody>
      </p:sp>
      <p:sp>
        <p:nvSpPr>
          <p:cNvPr id="29" name="Rectangle 28">
            <a:extLst>
              <a:ext uri="{FF2B5EF4-FFF2-40B4-BE49-F238E27FC236}">
                <a16:creationId xmlns:a16="http://schemas.microsoft.com/office/drawing/2014/main" id="{451474E2-CF93-67B6-D626-F7381B7BC74B}"/>
              </a:ext>
            </a:extLst>
          </p:cNvPr>
          <p:cNvSpPr/>
          <p:nvPr/>
        </p:nvSpPr>
        <p:spPr>
          <a:xfrm>
            <a:off x="2859403" y="3577727"/>
            <a:ext cx="1728694" cy="776941"/>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r>
              <a:rPr lang="en-GB" sz="1600">
                <a:solidFill>
                  <a:srgbClr val="424242"/>
                </a:solidFill>
              </a:rPr>
              <a:t>C</a:t>
            </a:r>
          </a:p>
        </p:txBody>
      </p:sp>
      <p:cxnSp>
        <p:nvCxnSpPr>
          <p:cNvPr id="30" name="Straight Arrow Connector 29">
            <a:extLst>
              <a:ext uri="{FF2B5EF4-FFF2-40B4-BE49-F238E27FC236}">
                <a16:creationId xmlns:a16="http://schemas.microsoft.com/office/drawing/2014/main" id="{0FA114DF-7417-6E31-6C0B-FFDCE6536FB6}"/>
              </a:ext>
            </a:extLst>
          </p:cNvPr>
          <p:cNvCxnSpPr>
            <a:cxnSpLocks/>
          </p:cNvCxnSpPr>
          <p:nvPr/>
        </p:nvCxnSpPr>
        <p:spPr>
          <a:xfrm>
            <a:off x="4277171" y="3966196"/>
            <a:ext cx="1306234" cy="1"/>
          </a:xfrm>
          <a:prstGeom prst="straightConnector1">
            <a:avLst/>
          </a:prstGeom>
          <a:ln w="19050">
            <a:solidFill>
              <a:srgbClr val="004EFF"/>
            </a:solidFill>
            <a:headEnd type="oval"/>
            <a:tailEnd type="triangle"/>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9A51F6AE-7B1E-2F0F-0B00-13EE9FDDE614}"/>
              </a:ext>
            </a:extLst>
          </p:cNvPr>
          <p:cNvCxnSpPr>
            <a:cxnSpLocks/>
          </p:cNvCxnSpPr>
          <p:nvPr/>
        </p:nvCxnSpPr>
        <p:spPr>
          <a:xfrm flipH="1" flipV="1">
            <a:off x="3476025" y="3377517"/>
            <a:ext cx="618196" cy="200210"/>
          </a:xfrm>
          <a:prstGeom prst="line">
            <a:avLst/>
          </a:prstGeom>
        </p:spPr>
        <p:style>
          <a:lnRef idx="1">
            <a:schemeClr val="accent1"/>
          </a:lnRef>
          <a:fillRef idx="0">
            <a:schemeClr val="accent1"/>
          </a:fillRef>
          <a:effectRef idx="0">
            <a:schemeClr val="accent1"/>
          </a:effectRef>
          <a:fontRef idx="minor">
            <a:schemeClr val="tx1"/>
          </a:fontRef>
        </p:style>
      </p:cxnSp>
      <p:sp>
        <p:nvSpPr>
          <p:cNvPr id="32" name="Rectangle 31">
            <a:extLst>
              <a:ext uri="{FF2B5EF4-FFF2-40B4-BE49-F238E27FC236}">
                <a16:creationId xmlns:a16="http://schemas.microsoft.com/office/drawing/2014/main" id="{F1DA0D2C-64B9-9DA0-9925-0092E4106272}"/>
              </a:ext>
            </a:extLst>
          </p:cNvPr>
          <p:cNvSpPr/>
          <p:nvPr/>
        </p:nvSpPr>
        <p:spPr>
          <a:xfrm>
            <a:off x="5571004" y="3593259"/>
            <a:ext cx="938307" cy="776941"/>
          </a:xfrm>
          <a:prstGeom prst="rect">
            <a:avLst/>
          </a:prstGeom>
          <a:solidFill>
            <a:srgbClr val="CD2883"/>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GB"/>
          </a:p>
        </p:txBody>
      </p:sp>
    </p:spTree>
    <p:extLst>
      <p:ext uri="{BB962C8B-B14F-4D97-AF65-F5344CB8AC3E}">
        <p14:creationId xmlns:p14="http://schemas.microsoft.com/office/powerpoint/2010/main" val="144357543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C66D73-1951-9405-5F38-E1142EB00BC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80D0088-9919-24A2-0B9D-A049B402CFA0}"/>
              </a:ext>
            </a:extLst>
          </p:cNvPr>
          <p:cNvSpPr>
            <a:spLocks noGrp="1"/>
          </p:cNvSpPr>
          <p:nvPr>
            <p:ph type="ctrTitle"/>
          </p:nvPr>
        </p:nvSpPr>
        <p:spPr>
          <a:xfrm>
            <a:off x="457200" y="405954"/>
            <a:ext cx="11277600" cy="936386"/>
          </a:xfrm>
        </p:spPr>
        <p:txBody>
          <a:bodyPr/>
          <a:lstStyle/>
          <a:p>
            <a:r>
              <a:rPr lang="en-US" b="1">
                <a:solidFill>
                  <a:srgbClr val="CD2883"/>
                </a:solidFill>
              </a:rPr>
              <a:t>Conformed to DW</a:t>
            </a:r>
            <a:endParaRPr lang="en-US" sz="4200" b="1">
              <a:solidFill>
                <a:srgbClr val="CD2883"/>
              </a:solidFill>
              <a:ea typeface="Calibri Light"/>
              <a:cs typeface="Calibri Light"/>
            </a:endParaRPr>
          </a:p>
        </p:txBody>
      </p:sp>
      <p:grpSp>
        <p:nvGrpSpPr>
          <p:cNvPr id="4" name="Group 3">
            <a:extLst>
              <a:ext uri="{FF2B5EF4-FFF2-40B4-BE49-F238E27FC236}">
                <a16:creationId xmlns:a16="http://schemas.microsoft.com/office/drawing/2014/main" id="{5AB6F8F7-CBD3-F061-9CB7-D3B9417F9C02}"/>
              </a:ext>
            </a:extLst>
          </p:cNvPr>
          <p:cNvGrpSpPr/>
          <p:nvPr/>
        </p:nvGrpSpPr>
        <p:grpSpPr>
          <a:xfrm>
            <a:off x="245027" y="970006"/>
            <a:ext cx="11701947" cy="4917989"/>
            <a:chOff x="245027" y="970006"/>
            <a:chExt cx="11701947" cy="4917989"/>
          </a:xfrm>
        </p:grpSpPr>
        <p:grpSp>
          <p:nvGrpSpPr>
            <p:cNvPr id="49" name="Group 48">
              <a:extLst>
                <a:ext uri="{FF2B5EF4-FFF2-40B4-BE49-F238E27FC236}">
                  <a16:creationId xmlns:a16="http://schemas.microsoft.com/office/drawing/2014/main" id="{16BC5284-ACBF-716A-5917-BA69C9321627}"/>
                </a:ext>
              </a:extLst>
            </p:cNvPr>
            <p:cNvGrpSpPr/>
            <p:nvPr/>
          </p:nvGrpSpPr>
          <p:grpSpPr>
            <a:xfrm>
              <a:off x="245027" y="1499341"/>
              <a:ext cx="1071154" cy="793559"/>
              <a:chOff x="999310" y="1342340"/>
              <a:chExt cx="1071154" cy="936386"/>
            </a:xfrm>
          </p:grpSpPr>
          <p:pic>
            <p:nvPicPr>
              <p:cNvPr id="76" name="Picture 75">
                <a:extLst>
                  <a:ext uri="{FF2B5EF4-FFF2-40B4-BE49-F238E27FC236}">
                    <a16:creationId xmlns:a16="http://schemas.microsoft.com/office/drawing/2014/main" id="{544A179B-B896-A2C0-7690-0F4EB7012574}"/>
                  </a:ext>
                </a:extLst>
              </p:cNvPr>
              <p:cNvPicPr>
                <a:picLocks noChangeAspect="1"/>
              </p:cNvPicPr>
              <p:nvPr/>
            </p:nvPicPr>
            <p:blipFill rotWithShape="1">
              <a:blip r:embed="rId2" cstate="print">
                <a:extLst>
                  <a:ext uri="{28A0092B-C50C-407E-A947-70E740481C1C}">
                    <a14:useLocalDpi xmlns:a14="http://schemas.microsoft.com/office/drawing/2010/main" val="0"/>
                  </a:ext>
                </a:extLst>
              </a:blip>
              <a:srcRect l="31768" r="10034"/>
              <a:stretch/>
            </p:blipFill>
            <p:spPr>
              <a:xfrm>
                <a:off x="999310" y="1920745"/>
                <a:ext cx="1071154" cy="357981"/>
              </a:xfrm>
              <a:prstGeom prst="rect">
                <a:avLst/>
              </a:prstGeom>
            </p:spPr>
          </p:pic>
          <p:pic>
            <p:nvPicPr>
              <p:cNvPr id="77" name="Picture 76">
                <a:extLst>
                  <a:ext uri="{FF2B5EF4-FFF2-40B4-BE49-F238E27FC236}">
                    <a16:creationId xmlns:a16="http://schemas.microsoft.com/office/drawing/2014/main" id="{E65421DA-A04D-D59B-2A4D-52887003E3B9}"/>
                  </a:ext>
                </a:extLst>
              </p:cNvPr>
              <p:cNvPicPr>
                <a:picLocks noChangeAspect="1"/>
              </p:cNvPicPr>
              <p:nvPr/>
            </p:nvPicPr>
            <p:blipFill rotWithShape="1">
              <a:blip r:embed="rId3">
                <a:extLst>
                  <a:ext uri="{BEBA8EAE-BF5A-486C-A8C5-ECC9F3942E4B}">
                    <a14:imgProps xmlns:a14="http://schemas.microsoft.com/office/drawing/2010/main">
                      <a14:imgLayer r:embed="rId4">
                        <a14:imgEffect>
                          <a14:saturation sat="0"/>
                        </a14:imgEffect>
                        <a14:imgEffect>
                          <a14:brightnessContrast contrast="20000"/>
                        </a14:imgEffect>
                      </a14:imgLayer>
                    </a14:imgProps>
                  </a:ext>
                  <a:ext uri="{28A0092B-C50C-407E-A947-70E740481C1C}">
                    <a14:useLocalDpi xmlns:a14="http://schemas.microsoft.com/office/drawing/2010/main" val="0"/>
                  </a:ext>
                </a:extLst>
              </a:blip>
              <a:srcRect l="8507" r="66705"/>
              <a:stretch/>
            </p:blipFill>
            <p:spPr>
              <a:xfrm>
                <a:off x="1201784" y="1342340"/>
                <a:ext cx="666206" cy="522736"/>
              </a:xfrm>
              <a:prstGeom prst="rect">
                <a:avLst/>
              </a:prstGeom>
            </p:spPr>
          </p:pic>
        </p:grpSp>
        <p:sp>
          <p:nvSpPr>
            <p:cNvPr id="51" name="Right Arrow 50">
              <a:extLst>
                <a:ext uri="{FF2B5EF4-FFF2-40B4-BE49-F238E27FC236}">
                  <a16:creationId xmlns:a16="http://schemas.microsoft.com/office/drawing/2014/main" id="{15E4CD24-CC42-F5E8-1A9C-4E948E235B9F}"/>
                </a:ext>
              </a:extLst>
            </p:cNvPr>
            <p:cNvSpPr/>
            <p:nvPr/>
          </p:nvSpPr>
          <p:spPr>
            <a:xfrm>
              <a:off x="1554896" y="1800943"/>
              <a:ext cx="580572" cy="190354"/>
            </a:xfrm>
            <a:prstGeom prst="rightArrow">
              <a:avLst/>
            </a:prstGeom>
            <a:solidFill>
              <a:schemeClr val="accent5">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panose="020F0502020204030204"/>
                <a:ea typeface="+mn-ea"/>
                <a:cs typeface="+mn-cs"/>
              </a:endParaRPr>
            </a:p>
          </p:txBody>
        </p:sp>
        <p:sp>
          <p:nvSpPr>
            <p:cNvPr id="52" name="Right Arrow 51">
              <a:extLst>
                <a:ext uri="{FF2B5EF4-FFF2-40B4-BE49-F238E27FC236}">
                  <a16:creationId xmlns:a16="http://schemas.microsoft.com/office/drawing/2014/main" id="{C1F267AA-C9A3-2525-CA9E-707FAEB17A5E}"/>
                </a:ext>
              </a:extLst>
            </p:cNvPr>
            <p:cNvSpPr/>
            <p:nvPr/>
          </p:nvSpPr>
          <p:spPr>
            <a:xfrm>
              <a:off x="3549284" y="1800943"/>
              <a:ext cx="580572" cy="190354"/>
            </a:xfrm>
            <a:prstGeom prst="rightArrow">
              <a:avLst/>
            </a:prstGeom>
            <a:solidFill>
              <a:schemeClr val="accent5">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panose="020F0502020204030204"/>
                <a:ea typeface="+mn-ea"/>
                <a:cs typeface="+mn-cs"/>
              </a:endParaRPr>
            </a:p>
          </p:txBody>
        </p:sp>
        <p:sp>
          <p:nvSpPr>
            <p:cNvPr id="53" name="Right Arrow 52">
              <a:extLst>
                <a:ext uri="{FF2B5EF4-FFF2-40B4-BE49-F238E27FC236}">
                  <a16:creationId xmlns:a16="http://schemas.microsoft.com/office/drawing/2014/main" id="{AE09E11D-DC2C-0DA1-B800-33CB4F415A4A}"/>
                </a:ext>
              </a:extLst>
            </p:cNvPr>
            <p:cNvSpPr/>
            <p:nvPr/>
          </p:nvSpPr>
          <p:spPr>
            <a:xfrm>
              <a:off x="10200443" y="1804763"/>
              <a:ext cx="580572" cy="190354"/>
            </a:xfrm>
            <a:prstGeom prst="rightArrow">
              <a:avLst/>
            </a:prstGeom>
            <a:solidFill>
              <a:schemeClr val="accent5">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panose="020F0502020204030204"/>
                <a:ea typeface="+mn-ea"/>
                <a:cs typeface="+mn-cs"/>
              </a:endParaRPr>
            </a:p>
          </p:txBody>
        </p:sp>
        <p:pic>
          <p:nvPicPr>
            <p:cNvPr id="54" name="Picture 53">
              <a:extLst>
                <a:ext uri="{FF2B5EF4-FFF2-40B4-BE49-F238E27FC236}">
                  <a16:creationId xmlns:a16="http://schemas.microsoft.com/office/drawing/2014/main" id="{5462D5FC-A218-0655-65E7-6CE4568F4656}"/>
                </a:ext>
              </a:extLst>
            </p:cNvPr>
            <p:cNvPicPr>
              <a:picLocks noChangeAspect="1"/>
            </p:cNvPicPr>
            <p:nvPr/>
          </p:nvPicPr>
          <p:blipFill>
            <a:blip r:embed="rId5" cstate="print">
              <a:extLst>
                <a:ext uri="{BEBA8EAE-BF5A-486C-A8C5-ECC9F3942E4B}">
                  <a14:imgProps xmlns:a14="http://schemas.microsoft.com/office/drawing/2010/main">
                    <a14:imgLayer r:embed="rId6">
                      <a14:imgEffect>
                        <a14:saturation sat="0"/>
                      </a14:imgEffect>
                      <a14:imgEffect>
                        <a14:brightnessContrast contrast="20000"/>
                      </a14:imgEffect>
                    </a14:imgLayer>
                  </a14:imgProps>
                </a:ext>
                <a:ext uri="{28A0092B-C50C-407E-A947-70E740481C1C}">
                  <a14:useLocalDpi xmlns:a14="http://schemas.microsoft.com/office/drawing/2010/main" val="0"/>
                </a:ext>
              </a:extLst>
            </a:blip>
            <a:stretch>
              <a:fillRect/>
            </a:stretch>
          </p:blipFill>
          <p:spPr>
            <a:xfrm>
              <a:off x="11010588" y="1499341"/>
              <a:ext cx="936386" cy="793559"/>
            </a:xfrm>
            <a:prstGeom prst="rect">
              <a:avLst/>
            </a:prstGeom>
            <a:solidFill>
              <a:schemeClr val="tx1"/>
            </a:solidFill>
          </p:spPr>
        </p:pic>
        <p:grpSp>
          <p:nvGrpSpPr>
            <p:cNvPr id="55" name="Group 54">
              <a:extLst>
                <a:ext uri="{FF2B5EF4-FFF2-40B4-BE49-F238E27FC236}">
                  <a16:creationId xmlns:a16="http://schemas.microsoft.com/office/drawing/2014/main" id="{441BCF97-BD37-C6BD-4AD1-CD3F4321AFBF}"/>
                </a:ext>
              </a:extLst>
            </p:cNvPr>
            <p:cNvGrpSpPr/>
            <p:nvPr/>
          </p:nvGrpSpPr>
          <p:grpSpPr>
            <a:xfrm>
              <a:off x="754837" y="2844485"/>
              <a:ext cx="1576531" cy="1806552"/>
              <a:chOff x="955415" y="3360918"/>
              <a:chExt cx="1900644" cy="1300827"/>
            </a:xfrm>
          </p:grpSpPr>
          <p:sp>
            <p:nvSpPr>
              <p:cNvPr id="73" name="Freeform 72">
                <a:extLst>
                  <a:ext uri="{FF2B5EF4-FFF2-40B4-BE49-F238E27FC236}">
                    <a16:creationId xmlns:a16="http://schemas.microsoft.com/office/drawing/2014/main" id="{467C9334-ADC3-0E94-D5DC-D73897FD40E4}"/>
                  </a:ext>
                </a:extLst>
              </p:cNvPr>
              <p:cNvSpPr/>
              <p:nvPr/>
            </p:nvSpPr>
            <p:spPr>
              <a:xfrm>
                <a:off x="955415" y="3360918"/>
                <a:ext cx="1900644" cy="420033"/>
              </a:xfrm>
              <a:custGeom>
                <a:avLst/>
                <a:gdLst>
                  <a:gd name="connsiteX0" fmla="*/ 209245 w 1255447"/>
                  <a:gd name="connsiteY0" fmla="*/ 0 h 6775979"/>
                  <a:gd name="connsiteX1" fmla="*/ 1046202 w 1255447"/>
                  <a:gd name="connsiteY1" fmla="*/ 0 h 6775979"/>
                  <a:gd name="connsiteX2" fmla="*/ 1255447 w 1255447"/>
                  <a:gd name="connsiteY2" fmla="*/ 209245 h 6775979"/>
                  <a:gd name="connsiteX3" fmla="*/ 1255447 w 1255447"/>
                  <a:gd name="connsiteY3" fmla="*/ 6775979 h 6775979"/>
                  <a:gd name="connsiteX4" fmla="*/ 1255447 w 1255447"/>
                  <a:gd name="connsiteY4" fmla="*/ 6775979 h 6775979"/>
                  <a:gd name="connsiteX5" fmla="*/ 0 w 1255447"/>
                  <a:gd name="connsiteY5" fmla="*/ 6775979 h 6775979"/>
                  <a:gd name="connsiteX6" fmla="*/ 0 w 1255447"/>
                  <a:gd name="connsiteY6" fmla="*/ 6775979 h 6775979"/>
                  <a:gd name="connsiteX7" fmla="*/ 0 w 1255447"/>
                  <a:gd name="connsiteY7" fmla="*/ 209245 h 6775979"/>
                  <a:gd name="connsiteX8" fmla="*/ 209245 w 1255447"/>
                  <a:gd name="connsiteY8" fmla="*/ 0 h 67759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55447" h="6775979">
                    <a:moveTo>
                      <a:pt x="1255447" y="1129352"/>
                    </a:moveTo>
                    <a:lnTo>
                      <a:pt x="1255447" y="5646627"/>
                    </a:lnTo>
                    <a:cubicBezTo>
                      <a:pt x="1255447" y="6270350"/>
                      <a:pt x="1238090" y="6775976"/>
                      <a:pt x="1216678" y="6775976"/>
                    </a:cubicBezTo>
                    <a:lnTo>
                      <a:pt x="0" y="6775976"/>
                    </a:lnTo>
                    <a:lnTo>
                      <a:pt x="0" y="6775976"/>
                    </a:lnTo>
                    <a:lnTo>
                      <a:pt x="0" y="3"/>
                    </a:lnTo>
                    <a:lnTo>
                      <a:pt x="0" y="3"/>
                    </a:lnTo>
                    <a:lnTo>
                      <a:pt x="1216678" y="3"/>
                    </a:lnTo>
                    <a:cubicBezTo>
                      <a:pt x="1238090" y="3"/>
                      <a:pt x="1255447" y="505629"/>
                      <a:pt x="1255447" y="1129352"/>
                    </a:cubicBezTo>
                    <a:close/>
                  </a:path>
                </a:pathLst>
              </a:custGeom>
            </p:spPr>
            <p:style>
              <a:lnRef idx="2">
                <a:schemeClr val="accent1">
                  <a:hueOff val="0"/>
                  <a:satOff val="0"/>
                  <a:lumOff val="0"/>
                  <a:alphaOff val="0"/>
                </a:schemeClr>
              </a:lnRef>
              <a:fillRef idx="1">
                <a:schemeClr val="lt1">
                  <a:alpha val="90000"/>
                  <a:hueOff val="0"/>
                  <a:satOff val="0"/>
                  <a:lumOff val="0"/>
                  <a:alphaOff val="0"/>
                </a:schemeClr>
              </a:fillRef>
              <a:effectRef idx="0">
                <a:schemeClr val="lt1">
                  <a:alpha val="90000"/>
                  <a:hueOff val="0"/>
                  <a:satOff val="0"/>
                  <a:lumOff val="0"/>
                  <a:alphaOff val="0"/>
                </a:schemeClr>
              </a:effectRef>
              <a:fontRef idx="minor">
                <a:schemeClr val="dk1">
                  <a:hueOff val="0"/>
                  <a:satOff val="0"/>
                  <a:lumOff val="0"/>
                  <a:alphaOff val="0"/>
                </a:schemeClr>
              </a:fontRef>
            </p:style>
            <p:txBody>
              <a:bodyPr spcFirstLastPara="0" vert="horz" wrap="square" lIns="248920" tIns="83511" rIns="83511" bIns="83511" numCol="1" spcCol="1270" anchor="ctr" anchorCtr="0">
                <a:noAutofit/>
              </a:bodyPr>
              <a:lstStyle/>
              <a:p>
                <a:pPr marL="0" marR="0" lvl="1" indent="0" algn="l" defTabSz="1555750" rtl="0" eaLnBrk="1" fontAlgn="auto" latinLnBrk="0" hangingPunct="1">
                  <a:lnSpc>
                    <a:spcPct val="90000"/>
                  </a:lnSpc>
                  <a:spcBef>
                    <a:spcPct val="0"/>
                  </a:spcBef>
                  <a:spcAft>
                    <a:spcPct val="15000"/>
                  </a:spcAft>
                  <a:buClrTx/>
                  <a:buSzTx/>
                  <a:buFontTx/>
                  <a:buNone/>
                  <a:tabLst/>
                  <a:defRPr/>
                </a:pPr>
                <a:r>
                  <a:rPr kumimoji="0" lang="en-IN" sz="1300" b="0" i="0" u="none" strike="noStrike" kern="1200" cap="none" spc="0" normalizeH="0" baseline="0" noProof="0">
                    <a:ln>
                      <a:noFill/>
                    </a:ln>
                    <a:solidFill>
                      <a:srgbClr val="000000">
                        <a:lumMod val="75000"/>
                        <a:lumOff val="25000"/>
                      </a:srgbClr>
                    </a:solidFill>
                    <a:effectLst/>
                    <a:uLnTx/>
                    <a:uFillTx/>
                    <a:latin typeface="Calibri" panose="020F0502020204030204"/>
                    <a:ea typeface="+mn-ea"/>
                    <a:cs typeface="+mn-cs"/>
                  </a:rPr>
                  <a:t>Looks for active Batch and BED in SQLDB</a:t>
                </a:r>
                <a:endParaRPr kumimoji="0" lang="en-US" sz="1300" b="0" i="0" u="none" strike="noStrike" kern="1200" cap="none" spc="0" normalizeH="0" baseline="0" noProof="0">
                  <a:ln>
                    <a:noFill/>
                  </a:ln>
                  <a:solidFill>
                    <a:srgbClr val="000000">
                      <a:lumMod val="75000"/>
                      <a:lumOff val="25000"/>
                    </a:srgbClr>
                  </a:solidFill>
                  <a:effectLst/>
                  <a:uLnTx/>
                  <a:uFillTx/>
                  <a:latin typeface="Calibri" panose="020F0502020204030204"/>
                  <a:ea typeface="+mn-ea"/>
                  <a:cs typeface="+mn-cs"/>
                </a:endParaRPr>
              </a:p>
            </p:txBody>
          </p:sp>
          <p:sp>
            <p:nvSpPr>
              <p:cNvPr id="74" name="Freeform 73">
                <a:extLst>
                  <a:ext uri="{FF2B5EF4-FFF2-40B4-BE49-F238E27FC236}">
                    <a16:creationId xmlns:a16="http://schemas.microsoft.com/office/drawing/2014/main" id="{E67D644F-1E94-61AB-29AE-A2674F6C4EBE}"/>
                  </a:ext>
                </a:extLst>
              </p:cNvPr>
              <p:cNvSpPr/>
              <p:nvPr/>
            </p:nvSpPr>
            <p:spPr>
              <a:xfrm>
                <a:off x="955415" y="3805607"/>
                <a:ext cx="1900644" cy="420033"/>
              </a:xfrm>
              <a:custGeom>
                <a:avLst/>
                <a:gdLst>
                  <a:gd name="connsiteX0" fmla="*/ 209245 w 1255447"/>
                  <a:gd name="connsiteY0" fmla="*/ 0 h 6775979"/>
                  <a:gd name="connsiteX1" fmla="*/ 1046202 w 1255447"/>
                  <a:gd name="connsiteY1" fmla="*/ 0 h 6775979"/>
                  <a:gd name="connsiteX2" fmla="*/ 1255447 w 1255447"/>
                  <a:gd name="connsiteY2" fmla="*/ 209245 h 6775979"/>
                  <a:gd name="connsiteX3" fmla="*/ 1255447 w 1255447"/>
                  <a:gd name="connsiteY3" fmla="*/ 6775979 h 6775979"/>
                  <a:gd name="connsiteX4" fmla="*/ 1255447 w 1255447"/>
                  <a:gd name="connsiteY4" fmla="*/ 6775979 h 6775979"/>
                  <a:gd name="connsiteX5" fmla="*/ 0 w 1255447"/>
                  <a:gd name="connsiteY5" fmla="*/ 6775979 h 6775979"/>
                  <a:gd name="connsiteX6" fmla="*/ 0 w 1255447"/>
                  <a:gd name="connsiteY6" fmla="*/ 6775979 h 6775979"/>
                  <a:gd name="connsiteX7" fmla="*/ 0 w 1255447"/>
                  <a:gd name="connsiteY7" fmla="*/ 209245 h 6775979"/>
                  <a:gd name="connsiteX8" fmla="*/ 209245 w 1255447"/>
                  <a:gd name="connsiteY8" fmla="*/ 0 h 67759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55447" h="6775979">
                    <a:moveTo>
                      <a:pt x="1255447" y="1129352"/>
                    </a:moveTo>
                    <a:lnTo>
                      <a:pt x="1255447" y="5646627"/>
                    </a:lnTo>
                    <a:cubicBezTo>
                      <a:pt x="1255447" y="6270350"/>
                      <a:pt x="1238090" y="6775976"/>
                      <a:pt x="1216678" y="6775976"/>
                    </a:cubicBezTo>
                    <a:lnTo>
                      <a:pt x="0" y="6775976"/>
                    </a:lnTo>
                    <a:lnTo>
                      <a:pt x="0" y="6775976"/>
                    </a:lnTo>
                    <a:lnTo>
                      <a:pt x="0" y="3"/>
                    </a:lnTo>
                    <a:lnTo>
                      <a:pt x="0" y="3"/>
                    </a:lnTo>
                    <a:lnTo>
                      <a:pt x="1216678" y="3"/>
                    </a:lnTo>
                    <a:cubicBezTo>
                      <a:pt x="1238090" y="3"/>
                      <a:pt x="1255447" y="505629"/>
                      <a:pt x="1255447" y="1129352"/>
                    </a:cubicBezTo>
                    <a:close/>
                  </a:path>
                </a:pathLst>
              </a:custGeom>
            </p:spPr>
            <p:style>
              <a:lnRef idx="2">
                <a:schemeClr val="accent1">
                  <a:hueOff val="0"/>
                  <a:satOff val="0"/>
                  <a:lumOff val="0"/>
                  <a:alphaOff val="0"/>
                </a:schemeClr>
              </a:lnRef>
              <a:fillRef idx="1">
                <a:schemeClr val="lt1">
                  <a:alpha val="90000"/>
                  <a:hueOff val="0"/>
                  <a:satOff val="0"/>
                  <a:lumOff val="0"/>
                  <a:alphaOff val="0"/>
                </a:schemeClr>
              </a:fillRef>
              <a:effectRef idx="0">
                <a:schemeClr val="lt1">
                  <a:alpha val="90000"/>
                  <a:hueOff val="0"/>
                  <a:satOff val="0"/>
                  <a:lumOff val="0"/>
                  <a:alphaOff val="0"/>
                </a:schemeClr>
              </a:effectRef>
              <a:fontRef idx="minor">
                <a:schemeClr val="dk1">
                  <a:hueOff val="0"/>
                  <a:satOff val="0"/>
                  <a:lumOff val="0"/>
                  <a:alphaOff val="0"/>
                </a:schemeClr>
              </a:fontRef>
            </p:style>
            <p:txBody>
              <a:bodyPr spcFirstLastPara="0" vert="horz" wrap="square" lIns="248920" tIns="83511" rIns="83511" bIns="83511" numCol="1" spcCol="1270" anchor="ctr" anchorCtr="0">
                <a:noAutofit/>
              </a:bodyPr>
              <a:lstStyle/>
              <a:p>
                <a:pPr marL="0" marR="0" lvl="1" indent="0" algn="l" defTabSz="1555750" rtl="0" eaLnBrk="1" fontAlgn="auto" latinLnBrk="0" hangingPunct="1">
                  <a:lnSpc>
                    <a:spcPct val="90000"/>
                  </a:lnSpc>
                  <a:spcBef>
                    <a:spcPct val="0"/>
                  </a:spcBef>
                  <a:spcAft>
                    <a:spcPct val="15000"/>
                  </a:spcAft>
                  <a:buClrTx/>
                  <a:buSzTx/>
                  <a:buFontTx/>
                  <a:buNone/>
                  <a:tabLst/>
                  <a:defRPr/>
                </a:pPr>
                <a:r>
                  <a:rPr kumimoji="0" lang="en-IN" sz="1300" b="0" i="0" u="none" strike="noStrike" kern="1200" cap="none" spc="0" normalizeH="0" baseline="0" noProof="0">
                    <a:ln>
                      <a:noFill/>
                    </a:ln>
                    <a:solidFill>
                      <a:srgbClr val="000000">
                        <a:lumMod val="75000"/>
                        <a:lumOff val="25000"/>
                      </a:srgbClr>
                    </a:solidFill>
                    <a:effectLst/>
                    <a:uLnTx/>
                    <a:uFillTx/>
                    <a:latin typeface="Calibri" panose="020F0502020204030204"/>
                    <a:ea typeface="+mn-ea"/>
                    <a:cs typeface="+mn-cs"/>
                  </a:rPr>
                  <a:t>Calls custom notebook for individual entity</a:t>
                </a:r>
              </a:p>
            </p:txBody>
          </p:sp>
          <p:sp>
            <p:nvSpPr>
              <p:cNvPr id="75" name="Freeform 74">
                <a:extLst>
                  <a:ext uri="{FF2B5EF4-FFF2-40B4-BE49-F238E27FC236}">
                    <a16:creationId xmlns:a16="http://schemas.microsoft.com/office/drawing/2014/main" id="{5FEEC794-B671-9F6A-052B-C14E1AFADC3A}"/>
                  </a:ext>
                </a:extLst>
              </p:cNvPr>
              <p:cNvSpPr/>
              <p:nvPr/>
            </p:nvSpPr>
            <p:spPr>
              <a:xfrm>
                <a:off x="955415" y="4241712"/>
                <a:ext cx="1900644" cy="420033"/>
              </a:xfrm>
              <a:custGeom>
                <a:avLst/>
                <a:gdLst>
                  <a:gd name="connsiteX0" fmla="*/ 209245 w 1255447"/>
                  <a:gd name="connsiteY0" fmla="*/ 0 h 6775979"/>
                  <a:gd name="connsiteX1" fmla="*/ 1046202 w 1255447"/>
                  <a:gd name="connsiteY1" fmla="*/ 0 h 6775979"/>
                  <a:gd name="connsiteX2" fmla="*/ 1255447 w 1255447"/>
                  <a:gd name="connsiteY2" fmla="*/ 209245 h 6775979"/>
                  <a:gd name="connsiteX3" fmla="*/ 1255447 w 1255447"/>
                  <a:gd name="connsiteY3" fmla="*/ 6775979 h 6775979"/>
                  <a:gd name="connsiteX4" fmla="*/ 1255447 w 1255447"/>
                  <a:gd name="connsiteY4" fmla="*/ 6775979 h 6775979"/>
                  <a:gd name="connsiteX5" fmla="*/ 0 w 1255447"/>
                  <a:gd name="connsiteY5" fmla="*/ 6775979 h 6775979"/>
                  <a:gd name="connsiteX6" fmla="*/ 0 w 1255447"/>
                  <a:gd name="connsiteY6" fmla="*/ 6775979 h 6775979"/>
                  <a:gd name="connsiteX7" fmla="*/ 0 w 1255447"/>
                  <a:gd name="connsiteY7" fmla="*/ 209245 h 6775979"/>
                  <a:gd name="connsiteX8" fmla="*/ 209245 w 1255447"/>
                  <a:gd name="connsiteY8" fmla="*/ 0 h 67759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55447" h="6775979">
                    <a:moveTo>
                      <a:pt x="1255447" y="1129352"/>
                    </a:moveTo>
                    <a:lnTo>
                      <a:pt x="1255447" y="5646627"/>
                    </a:lnTo>
                    <a:cubicBezTo>
                      <a:pt x="1255447" y="6270350"/>
                      <a:pt x="1238090" y="6775976"/>
                      <a:pt x="1216678" y="6775976"/>
                    </a:cubicBezTo>
                    <a:lnTo>
                      <a:pt x="0" y="6775976"/>
                    </a:lnTo>
                    <a:lnTo>
                      <a:pt x="0" y="6775976"/>
                    </a:lnTo>
                    <a:lnTo>
                      <a:pt x="0" y="3"/>
                    </a:lnTo>
                    <a:lnTo>
                      <a:pt x="0" y="3"/>
                    </a:lnTo>
                    <a:lnTo>
                      <a:pt x="1216678" y="3"/>
                    </a:lnTo>
                    <a:cubicBezTo>
                      <a:pt x="1238090" y="3"/>
                      <a:pt x="1255447" y="505629"/>
                      <a:pt x="1255447" y="1129352"/>
                    </a:cubicBezTo>
                    <a:close/>
                  </a:path>
                </a:pathLst>
              </a:custGeom>
            </p:spPr>
            <p:style>
              <a:lnRef idx="2">
                <a:schemeClr val="accent1">
                  <a:hueOff val="0"/>
                  <a:satOff val="0"/>
                  <a:lumOff val="0"/>
                  <a:alphaOff val="0"/>
                </a:schemeClr>
              </a:lnRef>
              <a:fillRef idx="1">
                <a:schemeClr val="lt1">
                  <a:alpha val="90000"/>
                  <a:hueOff val="0"/>
                  <a:satOff val="0"/>
                  <a:lumOff val="0"/>
                  <a:alphaOff val="0"/>
                </a:schemeClr>
              </a:fillRef>
              <a:effectRef idx="0">
                <a:schemeClr val="lt1">
                  <a:alpha val="90000"/>
                  <a:hueOff val="0"/>
                  <a:satOff val="0"/>
                  <a:lumOff val="0"/>
                  <a:alphaOff val="0"/>
                </a:schemeClr>
              </a:effectRef>
              <a:fontRef idx="minor">
                <a:schemeClr val="dk1">
                  <a:hueOff val="0"/>
                  <a:satOff val="0"/>
                  <a:lumOff val="0"/>
                  <a:alphaOff val="0"/>
                </a:schemeClr>
              </a:fontRef>
            </p:style>
            <p:txBody>
              <a:bodyPr spcFirstLastPara="0" vert="horz" wrap="square" lIns="248920" tIns="83511" rIns="83511" bIns="83511" numCol="1" spcCol="1270" anchor="ctr" anchorCtr="0">
                <a:noAutofit/>
              </a:bodyPr>
              <a:lstStyle/>
              <a:p>
                <a:pPr marL="0" marR="0" lvl="1" indent="0" algn="l" defTabSz="1555750" rtl="0" eaLnBrk="1" fontAlgn="auto" latinLnBrk="0" hangingPunct="1">
                  <a:lnSpc>
                    <a:spcPct val="90000"/>
                  </a:lnSpc>
                  <a:spcBef>
                    <a:spcPct val="0"/>
                  </a:spcBef>
                  <a:spcAft>
                    <a:spcPct val="15000"/>
                  </a:spcAft>
                  <a:buClrTx/>
                  <a:buSzTx/>
                  <a:buFontTx/>
                  <a:buNone/>
                  <a:tabLst/>
                  <a:defRPr/>
                </a:pPr>
                <a:r>
                  <a:rPr kumimoji="0" lang="en-IN" sz="1300" b="0" i="0" u="none" strike="noStrike" kern="1200" cap="none" spc="0" normalizeH="0" baseline="0" noProof="0">
                    <a:ln>
                      <a:noFill/>
                    </a:ln>
                    <a:solidFill>
                      <a:srgbClr val="000000">
                        <a:lumMod val="75000"/>
                        <a:lumOff val="25000"/>
                      </a:srgbClr>
                    </a:solidFill>
                    <a:effectLst/>
                    <a:uLnTx/>
                    <a:uFillTx/>
                    <a:latin typeface="Calibri" panose="020F0502020204030204"/>
                    <a:ea typeface="+mn-ea"/>
                    <a:cs typeface="+mn-cs"/>
                  </a:rPr>
                  <a:t>Update the log tables</a:t>
                </a:r>
              </a:p>
            </p:txBody>
          </p:sp>
        </p:grpSp>
        <p:sp>
          <p:nvSpPr>
            <p:cNvPr id="56" name="5-Point Star 55">
              <a:extLst>
                <a:ext uri="{FF2B5EF4-FFF2-40B4-BE49-F238E27FC236}">
                  <a16:creationId xmlns:a16="http://schemas.microsoft.com/office/drawing/2014/main" id="{E54C5B0C-5FCD-46AA-9334-31082A791CCD}"/>
                </a:ext>
              </a:extLst>
            </p:cNvPr>
            <p:cNvSpPr/>
            <p:nvPr/>
          </p:nvSpPr>
          <p:spPr>
            <a:xfrm>
              <a:off x="592443" y="2693614"/>
              <a:ext cx="321491" cy="264599"/>
            </a:xfrm>
            <a:prstGeom prst="star5">
              <a:avLst/>
            </a:prstGeom>
            <a:solidFill>
              <a:schemeClr val="accent5">
                <a:lumMod val="9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300" b="0" i="0" u="none" strike="noStrike" kern="1200" cap="none" spc="0" normalizeH="0" baseline="0" noProof="0">
                <a:ln>
                  <a:noFill/>
                </a:ln>
                <a:solidFill>
                  <a:srgbClr val="FFFFFF"/>
                </a:solidFill>
                <a:effectLst/>
                <a:uLnTx/>
                <a:uFillTx/>
                <a:latin typeface="Calibri" panose="020F0502020204030204"/>
                <a:ea typeface="+mn-ea"/>
                <a:cs typeface="+mn-cs"/>
              </a:endParaRPr>
            </a:p>
          </p:txBody>
        </p:sp>
        <p:grpSp>
          <p:nvGrpSpPr>
            <p:cNvPr id="57" name="Group 56">
              <a:extLst>
                <a:ext uri="{FF2B5EF4-FFF2-40B4-BE49-F238E27FC236}">
                  <a16:creationId xmlns:a16="http://schemas.microsoft.com/office/drawing/2014/main" id="{C6566ACF-FC4D-1487-6E8C-6D0F2FAF7C93}"/>
                </a:ext>
              </a:extLst>
            </p:cNvPr>
            <p:cNvGrpSpPr/>
            <p:nvPr/>
          </p:nvGrpSpPr>
          <p:grpSpPr>
            <a:xfrm>
              <a:off x="3004640" y="2844485"/>
              <a:ext cx="1638119" cy="1198375"/>
              <a:chOff x="3648511" y="3724892"/>
              <a:chExt cx="1648085" cy="1198375"/>
            </a:xfrm>
          </p:grpSpPr>
          <p:sp>
            <p:nvSpPr>
              <p:cNvPr id="71" name="Freeform 70">
                <a:extLst>
                  <a:ext uri="{FF2B5EF4-FFF2-40B4-BE49-F238E27FC236}">
                    <a16:creationId xmlns:a16="http://schemas.microsoft.com/office/drawing/2014/main" id="{40DE573C-CD43-207B-CAC3-512311A8B372}"/>
                  </a:ext>
                </a:extLst>
              </p:cNvPr>
              <p:cNvSpPr/>
              <p:nvPr/>
            </p:nvSpPr>
            <p:spPr>
              <a:xfrm>
                <a:off x="3648511" y="3724892"/>
                <a:ext cx="1648085" cy="583330"/>
              </a:xfrm>
              <a:custGeom>
                <a:avLst/>
                <a:gdLst>
                  <a:gd name="connsiteX0" fmla="*/ 209245 w 1255447"/>
                  <a:gd name="connsiteY0" fmla="*/ 0 h 6775979"/>
                  <a:gd name="connsiteX1" fmla="*/ 1046202 w 1255447"/>
                  <a:gd name="connsiteY1" fmla="*/ 0 h 6775979"/>
                  <a:gd name="connsiteX2" fmla="*/ 1255447 w 1255447"/>
                  <a:gd name="connsiteY2" fmla="*/ 209245 h 6775979"/>
                  <a:gd name="connsiteX3" fmla="*/ 1255447 w 1255447"/>
                  <a:gd name="connsiteY3" fmla="*/ 6775979 h 6775979"/>
                  <a:gd name="connsiteX4" fmla="*/ 1255447 w 1255447"/>
                  <a:gd name="connsiteY4" fmla="*/ 6775979 h 6775979"/>
                  <a:gd name="connsiteX5" fmla="*/ 0 w 1255447"/>
                  <a:gd name="connsiteY5" fmla="*/ 6775979 h 6775979"/>
                  <a:gd name="connsiteX6" fmla="*/ 0 w 1255447"/>
                  <a:gd name="connsiteY6" fmla="*/ 6775979 h 6775979"/>
                  <a:gd name="connsiteX7" fmla="*/ 0 w 1255447"/>
                  <a:gd name="connsiteY7" fmla="*/ 209245 h 6775979"/>
                  <a:gd name="connsiteX8" fmla="*/ 209245 w 1255447"/>
                  <a:gd name="connsiteY8" fmla="*/ 0 h 67759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55447" h="6775979">
                    <a:moveTo>
                      <a:pt x="1255447" y="1129352"/>
                    </a:moveTo>
                    <a:lnTo>
                      <a:pt x="1255447" y="5646627"/>
                    </a:lnTo>
                    <a:cubicBezTo>
                      <a:pt x="1255447" y="6270350"/>
                      <a:pt x="1238090" y="6775976"/>
                      <a:pt x="1216678" y="6775976"/>
                    </a:cubicBezTo>
                    <a:lnTo>
                      <a:pt x="0" y="6775976"/>
                    </a:lnTo>
                    <a:lnTo>
                      <a:pt x="0" y="6775976"/>
                    </a:lnTo>
                    <a:lnTo>
                      <a:pt x="0" y="3"/>
                    </a:lnTo>
                    <a:lnTo>
                      <a:pt x="0" y="3"/>
                    </a:lnTo>
                    <a:lnTo>
                      <a:pt x="1216678" y="3"/>
                    </a:lnTo>
                    <a:cubicBezTo>
                      <a:pt x="1238090" y="3"/>
                      <a:pt x="1255447" y="505629"/>
                      <a:pt x="1255447" y="1129352"/>
                    </a:cubicBezTo>
                    <a:close/>
                  </a:path>
                </a:pathLst>
              </a:custGeom>
            </p:spPr>
            <p:style>
              <a:lnRef idx="2">
                <a:schemeClr val="accent1">
                  <a:hueOff val="0"/>
                  <a:satOff val="0"/>
                  <a:lumOff val="0"/>
                  <a:alphaOff val="0"/>
                </a:schemeClr>
              </a:lnRef>
              <a:fillRef idx="1">
                <a:schemeClr val="lt1">
                  <a:alpha val="90000"/>
                  <a:hueOff val="0"/>
                  <a:satOff val="0"/>
                  <a:lumOff val="0"/>
                  <a:alphaOff val="0"/>
                </a:schemeClr>
              </a:fillRef>
              <a:effectRef idx="0">
                <a:schemeClr val="lt1">
                  <a:alpha val="90000"/>
                  <a:hueOff val="0"/>
                  <a:satOff val="0"/>
                  <a:lumOff val="0"/>
                  <a:alphaOff val="0"/>
                </a:schemeClr>
              </a:effectRef>
              <a:fontRef idx="minor">
                <a:schemeClr val="dk1">
                  <a:hueOff val="0"/>
                  <a:satOff val="0"/>
                  <a:lumOff val="0"/>
                  <a:alphaOff val="0"/>
                </a:schemeClr>
              </a:fontRef>
            </p:style>
            <p:txBody>
              <a:bodyPr spcFirstLastPara="0" vert="horz" wrap="square" lIns="248920" tIns="83511" rIns="83511" bIns="83511" numCol="1" spcCol="1270" anchor="ctr" anchorCtr="0">
                <a:noAutofit/>
              </a:bodyPr>
              <a:lstStyle/>
              <a:p>
                <a:pPr marL="0" marR="0" lvl="0" indent="-457200" algn="l" defTabSz="1555750" rtl="0" eaLnBrk="1" fontAlgn="auto" latinLnBrk="0" hangingPunct="1">
                  <a:lnSpc>
                    <a:spcPct val="90000"/>
                  </a:lnSpc>
                  <a:spcBef>
                    <a:spcPct val="0"/>
                  </a:spcBef>
                  <a:spcAft>
                    <a:spcPct val="15000"/>
                  </a:spcAft>
                  <a:buClrTx/>
                  <a:buSzTx/>
                  <a:buFontTx/>
                  <a:buNone/>
                  <a:tabLst/>
                  <a:defRPr/>
                </a:pPr>
                <a:r>
                  <a:rPr kumimoji="0" lang="en-IN" sz="1300" b="0" i="0" u="none" strike="noStrike" kern="1200" cap="none" spc="0" normalizeH="0" baseline="0" noProof="0">
                    <a:ln>
                      <a:noFill/>
                    </a:ln>
                    <a:solidFill>
                      <a:srgbClr val="000000">
                        <a:lumMod val="75000"/>
                        <a:lumOff val="25000"/>
                      </a:srgbClr>
                    </a:solidFill>
                    <a:effectLst/>
                    <a:uLnTx/>
                    <a:uFillTx/>
                    <a:latin typeface="Calibri" panose="020F0502020204030204"/>
                    <a:ea typeface="+mn-ea"/>
                    <a:cs typeface="+mn-cs"/>
                  </a:rPr>
                  <a:t>Fetches data based on entries in object dates availability </a:t>
                </a:r>
                <a:endParaRPr kumimoji="0" lang="en-US" sz="1300" b="0" i="0" u="none" strike="noStrike" kern="1200" cap="none" spc="0" normalizeH="0" baseline="0" noProof="0">
                  <a:ln>
                    <a:noFill/>
                  </a:ln>
                  <a:solidFill>
                    <a:srgbClr val="000000">
                      <a:lumMod val="75000"/>
                      <a:lumOff val="25000"/>
                    </a:srgbClr>
                  </a:solidFill>
                  <a:effectLst/>
                  <a:uLnTx/>
                  <a:uFillTx/>
                  <a:latin typeface="Calibri" panose="020F0502020204030204"/>
                  <a:ea typeface="+mn-ea"/>
                  <a:cs typeface="+mn-cs"/>
                </a:endParaRPr>
              </a:p>
            </p:txBody>
          </p:sp>
          <p:sp>
            <p:nvSpPr>
              <p:cNvPr id="72" name="Freeform 71">
                <a:extLst>
                  <a:ext uri="{FF2B5EF4-FFF2-40B4-BE49-F238E27FC236}">
                    <a16:creationId xmlns:a16="http://schemas.microsoft.com/office/drawing/2014/main" id="{E3A71DBF-4967-92DF-E919-9CF3D4D01BFA}"/>
                  </a:ext>
                </a:extLst>
              </p:cNvPr>
              <p:cNvSpPr/>
              <p:nvPr/>
            </p:nvSpPr>
            <p:spPr>
              <a:xfrm>
                <a:off x="3648511" y="4339937"/>
                <a:ext cx="1648085" cy="583330"/>
              </a:xfrm>
              <a:custGeom>
                <a:avLst/>
                <a:gdLst>
                  <a:gd name="connsiteX0" fmla="*/ 209245 w 1255447"/>
                  <a:gd name="connsiteY0" fmla="*/ 0 h 6775979"/>
                  <a:gd name="connsiteX1" fmla="*/ 1046202 w 1255447"/>
                  <a:gd name="connsiteY1" fmla="*/ 0 h 6775979"/>
                  <a:gd name="connsiteX2" fmla="*/ 1255447 w 1255447"/>
                  <a:gd name="connsiteY2" fmla="*/ 209245 h 6775979"/>
                  <a:gd name="connsiteX3" fmla="*/ 1255447 w 1255447"/>
                  <a:gd name="connsiteY3" fmla="*/ 6775979 h 6775979"/>
                  <a:gd name="connsiteX4" fmla="*/ 1255447 w 1255447"/>
                  <a:gd name="connsiteY4" fmla="*/ 6775979 h 6775979"/>
                  <a:gd name="connsiteX5" fmla="*/ 0 w 1255447"/>
                  <a:gd name="connsiteY5" fmla="*/ 6775979 h 6775979"/>
                  <a:gd name="connsiteX6" fmla="*/ 0 w 1255447"/>
                  <a:gd name="connsiteY6" fmla="*/ 6775979 h 6775979"/>
                  <a:gd name="connsiteX7" fmla="*/ 0 w 1255447"/>
                  <a:gd name="connsiteY7" fmla="*/ 209245 h 6775979"/>
                  <a:gd name="connsiteX8" fmla="*/ 209245 w 1255447"/>
                  <a:gd name="connsiteY8" fmla="*/ 0 h 67759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55447" h="6775979">
                    <a:moveTo>
                      <a:pt x="1255447" y="1129352"/>
                    </a:moveTo>
                    <a:lnTo>
                      <a:pt x="1255447" y="5646627"/>
                    </a:lnTo>
                    <a:cubicBezTo>
                      <a:pt x="1255447" y="6270350"/>
                      <a:pt x="1238090" y="6775976"/>
                      <a:pt x="1216678" y="6775976"/>
                    </a:cubicBezTo>
                    <a:lnTo>
                      <a:pt x="0" y="6775976"/>
                    </a:lnTo>
                    <a:lnTo>
                      <a:pt x="0" y="6775976"/>
                    </a:lnTo>
                    <a:lnTo>
                      <a:pt x="0" y="3"/>
                    </a:lnTo>
                    <a:lnTo>
                      <a:pt x="0" y="3"/>
                    </a:lnTo>
                    <a:lnTo>
                      <a:pt x="1216678" y="3"/>
                    </a:lnTo>
                    <a:cubicBezTo>
                      <a:pt x="1238090" y="3"/>
                      <a:pt x="1255447" y="505629"/>
                      <a:pt x="1255447" y="1129352"/>
                    </a:cubicBezTo>
                    <a:close/>
                  </a:path>
                </a:pathLst>
              </a:custGeom>
            </p:spPr>
            <p:style>
              <a:lnRef idx="2">
                <a:schemeClr val="accent1">
                  <a:hueOff val="0"/>
                  <a:satOff val="0"/>
                  <a:lumOff val="0"/>
                  <a:alphaOff val="0"/>
                </a:schemeClr>
              </a:lnRef>
              <a:fillRef idx="1">
                <a:schemeClr val="lt1">
                  <a:alpha val="90000"/>
                  <a:hueOff val="0"/>
                  <a:satOff val="0"/>
                  <a:lumOff val="0"/>
                  <a:alphaOff val="0"/>
                </a:schemeClr>
              </a:fillRef>
              <a:effectRef idx="0">
                <a:schemeClr val="lt1">
                  <a:alpha val="90000"/>
                  <a:hueOff val="0"/>
                  <a:satOff val="0"/>
                  <a:lumOff val="0"/>
                  <a:alphaOff val="0"/>
                </a:schemeClr>
              </a:effectRef>
              <a:fontRef idx="minor">
                <a:schemeClr val="dk1">
                  <a:hueOff val="0"/>
                  <a:satOff val="0"/>
                  <a:lumOff val="0"/>
                  <a:alphaOff val="0"/>
                </a:schemeClr>
              </a:fontRef>
            </p:style>
            <p:txBody>
              <a:bodyPr spcFirstLastPara="0" vert="horz" wrap="square" lIns="248920" tIns="83511" rIns="83511" bIns="83511" numCol="1" spcCol="1270" anchor="ctr" anchorCtr="0">
                <a:noAutofit/>
              </a:bodyPr>
              <a:lstStyle/>
              <a:p>
                <a:pPr marL="0" marR="0" lvl="1" indent="0" algn="l" defTabSz="1555750" rtl="0" eaLnBrk="1" fontAlgn="auto" latinLnBrk="0" hangingPunct="1">
                  <a:lnSpc>
                    <a:spcPct val="90000"/>
                  </a:lnSpc>
                  <a:spcBef>
                    <a:spcPct val="0"/>
                  </a:spcBef>
                  <a:spcAft>
                    <a:spcPct val="15000"/>
                  </a:spcAft>
                  <a:buClrTx/>
                  <a:buSzTx/>
                  <a:buFontTx/>
                  <a:buNone/>
                  <a:tabLst/>
                  <a:defRPr/>
                </a:pPr>
                <a:r>
                  <a:rPr kumimoji="0" lang="en-IN" sz="1300" b="0" i="0" u="none" strike="noStrike" kern="1200" cap="none" spc="0" normalizeH="0" baseline="0" noProof="0">
                    <a:ln>
                      <a:noFill/>
                    </a:ln>
                    <a:solidFill>
                      <a:srgbClr val="000000">
                        <a:lumMod val="75000"/>
                        <a:lumOff val="25000"/>
                      </a:srgbClr>
                    </a:solidFill>
                    <a:effectLst/>
                    <a:uLnTx/>
                    <a:uFillTx/>
                    <a:latin typeface="Calibri" panose="020F0502020204030204"/>
                    <a:ea typeface="+mn-ea"/>
                    <a:cs typeface="+mn-cs"/>
                  </a:rPr>
                  <a:t>This helps to filter only for new data from </a:t>
                </a:r>
                <a:r>
                  <a:rPr lang="en-IN" sz="1200">
                    <a:solidFill>
                      <a:srgbClr val="000000">
                        <a:lumMod val="75000"/>
                        <a:lumOff val="25000"/>
                      </a:srgbClr>
                    </a:solidFill>
                    <a:latin typeface="Calibri" panose="020F0502020204030204"/>
                  </a:rPr>
                  <a:t>conformed</a:t>
                </a:r>
                <a:endParaRPr kumimoji="0" lang="en-IN" sz="1200" b="0" i="0" u="none" strike="noStrike" kern="1200" cap="none" spc="0" normalizeH="0" baseline="0" noProof="0">
                  <a:ln>
                    <a:noFill/>
                  </a:ln>
                  <a:solidFill>
                    <a:srgbClr val="000000">
                      <a:lumMod val="75000"/>
                      <a:lumOff val="25000"/>
                    </a:srgbClr>
                  </a:solidFill>
                  <a:effectLst/>
                  <a:uLnTx/>
                  <a:uFillTx/>
                  <a:latin typeface="Calibri" panose="020F0502020204030204"/>
                  <a:ea typeface="+mn-ea"/>
                  <a:cs typeface="+mn-cs"/>
                </a:endParaRPr>
              </a:p>
            </p:txBody>
          </p:sp>
        </p:grpSp>
        <p:grpSp>
          <p:nvGrpSpPr>
            <p:cNvPr id="58" name="Group 57">
              <a:extLst>
                <a:ext uri="{FF2B5EF4-FFF2-40B4-BE49-F238E27FC236}">
                  <a16:creationId xmlns:a16="http://schemas.microsoft.com/office/drawing/2014/main" id="{1EB221F9-4497-73C5-9712-BEC5711B3329}"/>
                </a:ext>
              </a:extLst>
            </p:cNvPr>
            <p:cNvGrpSpPr/>
            <p:nvPr/>
          </p:nvGrpSpPr>
          <p:grpSpPr>
            <a:xfrm>
              <a:off x="9806686" y="2834917"/>
              <a:ext cx="1648087" cy="1203552"/>
              <a:chOff x="6065138" y="3719715"/>
              <a:chExt cx="1648087" cy="1203552"/>
            </a:xfrm>
          </p:grpSpPr>
          <p:sp>
            <p:nvSpPr>
              <p:cNvPr id="69" name="Freeform 68">
                <a:extLst>
                  <a:ext uri="{FF2B5EF4-FFF2-40B4-BE49-F238E27FC236}">
                    <a16:creationId xmlns:a16="http://schemas.microsoft.com/office/drawing/2014/main" id="{2D37C36C-CD44-9788-7B02-DA6D986C3F50}"/>
                  </a:ext>
                </a:extLst>
              </p:cNvPr>
              <p:cNvSpPr/>
              <p:nvPr/>
            </p:nvSpPr>
            <p:spPr>
              <a:xfrm>
                <a:off x="6065140" y="3719715"/>
                <a:ext cx="1648085" cy="583330"/>
              </a:xfrm>
              <a:custGeom>
                <a:avLst/>
                <a:gdLst>
                  <a:gd name="connsiteX0" fmla="*/ 209245 w 1255447"/>
                  <a:gd name="connsiteY0" fmla="*/ 0 h 6775979"/>
                  <a:gd name="connsiteX1" fmla="*/ 1046202 w 1255447"/>
                  <a:gd name="connsiteY1" fmla="*/ 0 h 6775979"/>
                  <a:gd name="connsiteX2" fmla="*/ 1255447 w 1255447"/>
                  <a:gd name="connsiteY2" fmla="*/ 209245 h 6775979"/>
                  <a:gd name="connsiteX3" fmla="*/ 1255447 w 1255447"/>
                  <a:gd name="connsiteY3" fmla="*/ 6775979 h 6775979"/>
                  <a:gd name="connsiteX4" fmla="*/ 1255447 w 1255447"/>
                  <a:gd name="connsiteY4" fmla="*/ 6775979 h 6775979"/>
                  <a:gd name="connsiteX5" fmla="*/ 0 w 1255447"/>
                  <a:gd name="connsiteY5" fmla="*/ 6775979 h 6775979"/>
                  <a:gd name="connsiteX6" fmla="*/ 0 w 1255447"/>
                  <a:gd name="connsiteY6" fmla="*/ 6775979 h 6775979"/>
                  <a:gd name="connsiteX7" fmla="*/ 0 w 1255447"/>
                  <a:gd name="connsiteY7" fmla="*/ 209245 h 6775979"/>
                  <a:gd name="connsiteX8" fmla="*/ 209245 w 1255447"/>
                  <a:gd name="connsiteY8" fmla="*/ 0 h 67759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55447" h="6775979">
                    <a:moveTo>
                      <a:pt x="1255447" y="1129352"/>
                    </a:moveTo>
                    <a:lnTo>
                      <a:pt x="1255447" y="5646627"/>
                    </a:lnTo>
                    <a:cubicBezTo>
                      <a:pt x="1255447" y="6270350"/>
                      <a:pt x="1238090" y="6775976"/>
                      <a:pt x="1216678" y="6775976"/>
                    </a:cubicBezTo>
                    <a:lnTo>
                      <a:pt x="0" y="6775976"/>
                    </a:lnTo>
                    <a:lnTo>
                      <a:pt x="0" y="6775976"/>
                    </a:lnTo>
                    <a:lnTo>
                      <a:pt x="0" y="3"/>
                    </a:lnTo>
                    <a:lnTo>
                      <a:pt x="0" y="3"/>
                    </a:lnTo>
                    <a:lnTo>
                      <a:pt x="1216678" y="3"/>
                    </a:lnTo>
                    <a:cubicBezTo>
                      <a:pt x="1238090" y="3"/>
                      <a:pt x="1255447" y="505629"/>
                      <a:pt x="1255447" y="1129352"/>
                    </a:cubicBezTo>
                    <a:close/>
                  </a:path>
                </a:pathLst>
              </a:custGeom>
            </p:spPr>
            <p:style>
              <a:lnRef idx="2">
                <a:schemeClr val="accent1">
                  <a:hueOff val="0"/>
                  <a:satOff val="0"/>
                  <a:lumOff val="0"/>
                  <a:alphaOff val="0"/>
                </a:schemeClr>
              </a:lnRef>
              <a:fillRef idx="1">
                <a:schemeClr val="lt1">
                  <a:alpha val="90000"/>
                  <a:hueOff val="0"/>
                  <a:satOff val="0"/>
                  <a:lumOff val="0"/>
                  <a:alphaOff val="0"/>
                </a:schemeClr>
              </a:fillRef>
              <a:effectRef idx="0">
                <a:schemeClr val="lt1">
                  <a:alpha val="90000"/>
                  <a:hueOff val="0"/>
                  <a:satOff val="0"/>
                  <a:lumOff val="0"/>
                  <a:alphaOff val="0"/>
                </a:schemeClr>
              </a:effectRef>
              <a:fontRef idx="minor">
                <a:schemeClr val="dk1">
                  <a:hueOff val="0"/>
                  <a:satOff val="0"/>
                  <a:lumOff val="0"/>
                  <a:alphaOff val="0"/>
                </a:schemeClr>
              </a:fontRef>
            </p:style>
            <p:txBody>
              <a:bodyPr spcFirstLastPara="0" vert="horz" wrap="square" lIns="248920" tIns="83511" rIns="83511" bIns="83511" numCol="1" spcCol="1270" anchor="ctr" anchorCtr="0">
                <a:noAutofit/>
              </a:bodyPr>
              <a:lstStyle/>
              <a:p>
                <a:pPr marL="0" marR="0" lvl="1" indent="0" algn="l" defTabSz="1555750" rtl="0" eaLnBrk="1" fontAlgn="auto" latinLnBrk="0" hangingPunct="1">
                  <a:lnSpc>
                    <a:spcPct val="90000"/>
                  </a:lnSpc>
                  <a:spcBef>
                    <a:spcPct val="0"/>
                  </a:spcBef>
                  <a:spcAft>
                    <a:spcPct val="15000"/>
                  </a:spcAft>
                  <a:buClrTx/>
                  <a:buSzTx/>
                  <a:buFontTx/>
                  <a:buNone/>
                  <a:tabLst/>
                  <a:defRPr/>
                </a:pPr>
                <a:r>
                  <a:rPr kumimoji="0" lang="en-IN" sz="1300" b="0" i="0" u="none" strike="noStrike" kern="1200" cap="none" spc="0" normalizeH="0" baseline="0" noProof="0">
                    <a:ln>
                      <a:noFill/>
                    </a:ln>
                    <a:solidFill>
                      <a:srgbClr val="000000">
                        <a:lumMod val="75000"/>
                        <a:lumOff val="25000"/>
                      </a:srgbClr>
                    </a:solidFill>
                    <a:effectLst/>
                    <a:uLnTx/>
                    <a:uFillTx/>
                    <a:latin typeface="Calibri" panose="020F0502020204030204"/>
                    <a:ea typeface="+mn-ea"/>
                    <a:cs typeface="+mn-cs"/>
                  </a:rPr>
                  <a:t>Update the object date availability for conformed tables</a:t>
                </a:r>
                <a:endParaRPr kumimoji="0" lang="en-US" sz="1300" b="0" i="0" u="none" strike="noStrike" kern="1200" cap="none" spc="0" normalizeH="0" baseline="0" noProof="0">
                  <a:ln>
                    <a:noFill/>
                  </a:ln>
                  <a:solidFill>
                    <a:srgbClr val="000000">
                      <a:lumMod val="75000"/>
                      <a:lumOff val="25000"/>
                    </a:srgbClr>
                  </a:solidFill>
                  <a:effectLst/>
                  <a:uLnTx/>
                  <a:uFillTx/>
                  <a:latin typeface="Calibri" panose="020F0502020204030204"/>
                  <a:ea typeface="+mn-ea"/>
                  <a:cs typeface="+mn-cs"/>
                </a:endParaRPr>
              </a:p>
            </p:txBody>
          </p:sp>
          <p:sp>
            <p:nvSpPr>
              <p:cNvPr id="70" name="Freeform 69">
                <a:extLst>
                  <a:ext uri="{FF2B5EF4-FFF2-40B4-BE49-F238E27FC236}">
                    <a16:creationId xmlns:a16="http://schemas.microsoft.com/office/drawing/2014/main" id="{FEEC3BA5-D3BD-DF88-01FC-A7F64371B041}"/>
                  </a:ext>
                </a:extLst>
              </p:cNvPr>
              <p:cNvSpPr/>
              <p:nvPr/>
            </p:nvSpPr>
            <p:spPr>
              <a:xfrm>
                <a:off x="6065138" y="4339937"/>
                <a:ext cx="1648085" cy="583330"/>
              </a:xfrm>
              <a:custGeom>
                <a:avLst/>
                <a:gdLst>
                  <a:gd name="connsiteX0" fmla="*/ 209245 w 1255447"/>
                  <a:gd name="connsiteY0" fmla="*/ 0 h 6775979"/>
                  <a:gd name="connsiteX1" fmla="*/ 1046202 w 1255447"/>
                  <a:gd name="connsiteY1" fmla="*/ 0 h 6775979"/>
                  <a:gd name="connsiteX2" fmla="*/ 1255447 w 1255447"/>
                  <a:gd name="connsiteY2" fmla="*/ 209245 h 6775979"/>
                  <a:gd name="connsiteX3" fmla="*/ 1255447 w 1255447"/>
                  <a:gd name="connsiteY3" fmla="*/ 6775979 h 6775979"/>
                  <a:gd name="connsiteX4" fmla="*/ 1255447 w 1255447"/>
                  <a:gd name="connsiteY4" fmla="*/ 6775979 h 6775979"/>
                  <a:gd name="connsiteX5" fmla="*/ 0 w 1255447"/>
                  <a:gd name="connsiteY5" fmla="*/ 6775979 h 6775979"/>
                  <a:gd name="connsiteX6" fmla="*/ 0 w 1255447"/>
                  <a:gd name="connsiteY6" fmla="*/ 6775979 h 6775979"/>
                  <a:gd name="connsiteX7" fmla="*/ 0 w 1255447"/>
                  <a:gd name="connsiteY7" fmla="*/ 209245 h 6775979"/>
                  <a:gd name="connsiteX8" fmla="*/ 209245 w 1255447"/>
                  <a:gd name="connsiteY8" fmla="*/ 0 h 67759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55447" h="6775979">
                    <a:moveTo>
                      <a:pt x="1255447" y="1129352"/>
                    </a:moveTo>
                    <a:lnTo>
                      <a:pt x="1255447" y="5646627"/>
                    </a:lnTo>
                    <a:cubicBezTo>
                      <a:pt x="1255447" y="6270350"/>
                      <a:pt x="1238090" y="6775976"/>
                      <a:pt x="1216678" y="6775976"/>
                    </a:cubicBezTo>
                    <a:lnTo>
                      <a:pt x="0" y="6775976"/>
                    </a:lnTo>
                    <a:lnTo>
                      <a:pt x="0" y="6775976"/>
                    </a:lnTo>
                    <a:lnTo>
                      <a:pt x="0" y="3"/>
                    </a:lnTo>
                    <a:lnTo>
                      <a:pt x="0" y="3"/>
                    </a:lnTo>
                    <a:lnTo>
                      <a:pt x="1216678" y="3"/>
                    </a:lnTo>
                    <a:cubicBezTo>
                      <a:pt x="1238090" y="3"/>
                      <a:pt x="1255447" y="505629"/>
                      <a:pt x="1255447" y="1129352"/>
                    </a:cubicBezTo>
                    <a:close/>
                  </a:path>
                </a:pathLst>
              </a:custGeom>
            </p:spPr>
            <p:style>
              <a:lnRef idx="2">
                <a:schemeClr val="accent1">
                  <a:hueOff val="0"/>
                  <a:satOff val="0"/>
                  <a:lumOff val="0"/>
                  <a:alphaOff val="0"/>
                </a:schemeClr>
              </a:lnRef>
              <a:fillRef idx="1">
                <a:schemeClr val="lt1">
                  <a:alpha val="90000"/>
                  <a:hueOff val="0"/>
                  <a:satOff val="0"/>
                  <a:lumOff val="0"/>
                  <a:alphaOff val="0"/>
                </a:schemeClr>
              </a:fillRef>
              <a:effectRef idx="0">
                <a:schemeClr val="lt1">
                  <a:alpha val="90000"/>
                  <a:hueOff val="0"/>
                  <a:satOff val="0"/>
                  <a:lumOff val="0"/>
                  <a:alphaOff val="0"/>
                </a:schemeClr>
              </a:effectRef>
              <a:fontRef idx="minor">
                <a:schemeClr val="dk1">
                  <a:hueOff val="0"/>
                  <a:satOff val="0"/>
                  <a:lumOff val="0"/>
                  <a:alphaOff val="0"/>
                </a:schemeClr>
              </a:fontRef>
            </p:style>
            <p:txBody>
              <a:bodyPr spcFirstLastPara="0" vert="horz" wrap="square" lIns="248920" tIns="83511" rIns="83511" bIns="83511" numCol="1" spcCol="1270" anchor="ctr" anchorCtr="0">
                <a:noAutofit/>
              </a:bodyPr>
              <a:lstStyle/>
              <a:p>
                <a:pPr marL="0" marR="0" lvl="1" indent="0" algn="l" defTabSz="1555750" rtl="0" eaLnBrk="1" fontAlgn="auto" latinLnBrk="0" hangingPunct="1">
                  <a:lnSpc>
                    <a:spcPct val="90000"/>
                  </a:lnSpc>
                  <a:spcBef>
                    <a:spcPct val="0"/>
                  </a:spcBef>
                  <a:spcAft>
                    <a:spcPct val="15000"/>
                  </a:spcAft>
                  <a:buClrTx/>
                  <a:buSzTx/>
                  <a:buFontTx/>
                  <a:buNone/>
                  <a:tabLst/>
                  <a:defRPr/>
                </a:pPr>
                <a:r>
                  <a:rPr kumimoji="0" lang="en-IN" sz="1300" b="0" i="0" u="none" strike="noStrike" kern="1200" cap="none" spc="0" normalizeH="0" baseline="0" noProof="0">
                    <a:ln>
                      <a:noFill/>
                    </a:ln>
                    <a:solidFill>
                      <a:srgbClr val="000000">
                        <a:lumMod val="75000"/>
                        <a:lumOff val="25000"/>
                      </a:srgbClr>
                    </a:solidFill>
                    <a:effectLst/>
                    <a:uLnTx/>
                    <a:uFillTx/>
                    <a:latin typeface="Calibri" panose="020F0502020204030204"/>
                    <a:ea typeface="+mn-ea"/>
                    <a:cs typeface="+mn-cs"/>
                  </a:rPr>
                  <a:t>Update the log tables</a:t>
                </a:r>
              </a:p>
            </p:txBody>
          </p:sp>
        </p:grpSp>
        <p:sp>
          <p:nvSpPr>
            <p:cNvPr id="59" name="5-Point Star 58">
              <a:extLst>
                <a:ext uri="{FF2B5EF4-FFF2-40B4-BE49-F238E27FC236}">
                  <a16:creationId xmlns:a16="http://schemas.microsoft.com/office/drawing/2014/main" id="{6A9F5E28-85A9-3837-3C1F-3A627936F376}"/>
                </a:ext>
              </a:extLst>
            </p:cNvPr>
            <p:cNvSpPr/>
            <p:nvPr/>
          </p:nvSpPr>
          <p:spPr>
            <a:xfrm>
              <a:off x="2843893" y="2686908"/>
              <a:ext cx="319547" cy="264599"/>
            </a:xfrm>
            <a:prstGeom prst="star5">
              <a:avLst/>
            </a:prstGeom>
            <a:solidFill>
              <a:schemeClr val="accent5">
                <a:lumMod val="9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300" b="0" i="0" u="none" strike="noStrike" kern="1200" cap="none" spc="0" normalizeH="0" baseline="0" noProof="0">
                <a:ln>
                  <a:noFill/>
                </a:ln>
                <a:solidFill>
                  <a:srgbClr val="FFFFFF"/>
                </a:solidFill>
                <a:effectLst/>
                <a:uLnTx/>
                <a:uFillTx/>
                <a:latin typeface="Calibri" panose="020F0502020204030204"/>
                <a:ea typeface="+mn-ea"/>
                <a:cs typeface="+mn-cs"/>
              </a:endParaRPr>
            </a:p>
          </p:txBody>
        </p:sp>
        <p:sp>
          <p:nvSpPr>
            <p:cNvPr id="60" name="5-Point Star 59">
              <a:extLst>
                <a:ext uri="{FF2B5EF4-FFF2-40B4-BE49-F238E27FC236}">
                  <a16:creationId xmlns:a16="http://schemas.microsoft.com/office/drawing/2014/main" id="{043EF763-788A-4301-2089-762186704B2B}"/>
                </a:ext>
              </a:extLst>
            </p:cNvPr>
            <p:cNvSpPr/>
            <p:nvPr/>
          </p:nvSpPr>
          <p:spPr>
            <a:xfrm>
              <a:off x="9645941" y="2677340"/>
              <a:ext cx="321491" cy="264599"/>
            </a:xfrm>
            <a:prstGeom prst="star5">
              <a:avLst/>
            </a:prstGeom>
            <a:solidFill>
              <a:schemeClr val="accent5">
                <a:lumMod val="9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300" b="0" i="0" u="none" strike="noStrike" kern="1200" cap="none" spc="0" normalizeH="0" baseline="0" noProof="0">
                <a:ln>
                  <a:noFill/>
                </a:ln>
                <a:solidFill>
                  <a:srgbClr val="FFFFFF"/>
                </a:solidFill>
                <a:effectLst/>
                <a:uLnTx/>
                <a:uFillTx/>
                <a:latin typeface="Calibri" panose="020F0502020204030204"/>
                <a:ea typeface="+mn-ea"/>
                <a:cs typeface="+mn-cs"/>
              </a:endParaRPr>
            </a:p>
          </p:txBody>
        </p:sp>
        <p:pic>
          <p:nvPicPr>
            <p:cNvPr id="61" name="Picture 60">
              <a:extLst>
                <a:ext uri="{FF2B5EF4-FFF2-40B4-BE49-F238E27FC236}">
                  <a16:creationId xmlns:a16="http://schemas.microsoft.com/office/drawing/2014/main" id="{1C00051D-A81A-ECD1-6F67-CD381B99C27B}"/>
                </a:ext>
              </a:extLst>
            </p:cNvPr>
            <p:cNvPicPr>
              <a:picLocks noChangeAspect="1"/>
            </p:cNvPicPr>
            <p:nvPr/>
          </p:nvPicPr>
          <p:blipFill rotWithShape="1">
            <a:blip r:embed="rId7">
              <a:extLst>
                <a:ext uri="{28A0092B-C50C-407E-A947-70E740481C1C}">
                  <a14:useLocalDpi xmlns:a14="http://schemas.microsoft.com/office/drawing/2010/main" val="0"/>
                </a:ext>
              </a:extLst>
            </a:blip>
            <a:srcRect l="25822" r="26889"/>
            <a:stretch/>
          </p:blipFill>
          <p:spPr>
            <a:xfrm>
              <a:off x="6697645" y="1349145"/>
              <a:ext cx="1418308" cy="1071729"/>
            </a:xfrm>
            <a:prstGeom prst="rect">
              <a:avLst/>
            </a:prstGeom>
          </p:spPr>
        </p:pic>
        <p:pic>
          <p:nvPicPr>
            <p:cNvPr id="62" name="Picture 61">
              <a:extLst>
                <a:ext uri="{FF2B5EF4-FFF2-40B4-BE49-F238E27FC236}">
                  <a16:creationId xmlns:a16="http://schemas.microsoft.com/office/drawing/2014/main" id="{79477653-FD93-B5DA-806A-393C02A6B5F8}"/>
                </a:ext>
              </a:extLst>
            </p:cNvPr>
            <p:cNvPicPr>
              <a:picLocks noChangeAspect="1"/>
            </p:cNvPicPr>
            <p:nvPr/>
          </p:nvPicPr>
          <p:blipFill rotWithShape="1">
            <a:blip r:embed="rId8">
              <a:extLst>
                <a:ext uri="{BEBA8EAE-BF5A-486C-A8C5-ECC9F3942E4B}">
                  <a14:imgProps xmlns:a14="http://schemas.microsoft.com/office/drawing/2010/main">
                    <a14:imgLayer r:embed="rId9">
                      <a14:imgEffect>
                        <a14:saturation sat="0"/>
                      </a14:imgEffect>
                      <a14:imgEffect>
                        <a14:brightnessContrast contrast="20000"/>
                      </a14:imgEffect>
                    </a14:imgLayer>
                  </a14:imgProps>
                </a:ext>
                <a:ext uri="{28A0092B-C50C-407E-A947-70E740481C1C}">
                  <a14:useLocalDpi xmlns:a14="http://schemas.microsoft.com/office/drawing/2010/main" val="0"/>
                </a:ext>
              </a:extLst>
            </a:blip>
            <a:srcRect l="10999" r="9061"/>
            <a:stretch/>
          </p:blipFill>
          <p:spPr>
            <a:xfrm>
              <a:off x="4363359" y="1417800"/>
              <a:ext cx="1290638" cy="934421"/>
            </a:xfrm>
            <a:prstGeom prst="rect">
              <a:avLst/>
            </a:prstGeom>
          </p:spPr>
        </p:pic>
        <p:sp>
          <p:nvSpPr>
            <p:cNvPr id="63" name="Freeform 62">
              <a:extLst>
                <a:ext uri="{FF2B5EF4-FFF2-40B4-BE49-F238E27FC236}">
                  <a16:creationId xmlns:a16="http://schemas.microsoft.com/office/drawing/2014/main" id="{F66304BF-235D-361F-6906-BDBF994FDA70}"/>
                </a:ext>
              </a:extLst>
            </p:cNvPr>
            <p:cNvSpPr/>
            <p:nvPr/>
          </p:nvSpPr>
          <p:spPr>
            <a:xfrm>
              <a:off x="5365212" y="2848054"/>
              <a:ext cx="1740988" cy="583330"/>
            </a:xfrm>
            <a:custGeom>
              <a:avLst/>
              <a:gdLst>
                <a:gd name="connsiteX0" fmla="*/ 209245 w 1255447"/>
                <a:gd name="connsiteY0" fmla="*/ 0 h 6775979"/>
                <a:gd name="connsiteX1" fmla="*/ 1046202 w 1255447"/>
                <a:gd name="connsiteY1" fmla="*/ 0 h 6775979"/>
                <a:gd name="connsiteX2" fmla="*/ 1255447 w 1255447"/>
                <a:gd name="connsiteY2" fmla="*/ 209245 h 6775979"/>
                <a:gd name="connsiteX3" fmla="*/ 1255447 w 1255447"/>
                <a:gd name="connsiteY3" fmla="*/ 6775979 h 6775979"/>
                <a:gd name="connsiteX4" fmla="*/ 1255447 w 1255447"/>
                <a:gd name="connsiteY4" fmla="*/ 6775979 h 6775979"/>
                <a:gd name="connsiteX5" fmla="*/ 0 w 1255447"/>
                <a:gd name="connsiteY5" fmla="*/ 6775979 h 6775979"/>
                <a:gd name="connsiteX6" fmla="*/ 0 w 1255447"/>
                <a:gd name="connsiteY6" fmla="*/ 6775979 h 6775979"/>
                <a:gd name="connsiteX7" fmla="*/ 0 w 1255447"/>
                <a:gd name="connsiteY7" fmla="*/ 209245 h 6775979"/>
                <a:gd name="connsiteX8" fmla="*/ 209245 w 1255447"/>
                <a:gd name="connsiteY8" fmla="*/ 0 h 67759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55447" h="6775979">
                  <a:moveTo>
                    <a:pt x="1255447" y="1129352"/>
                  </a:moveTo>
                  <a:lnTo>
                    <a:pt x="1255447" y="5646627"/>
                  </a:lnTo>
                  <a:cubicBezTo>
                    <a:pt x="1255447" y="6270350"/>
                    <a:pt x="1238090" y="6775976"/>
                    <a:pt x="1216678" y="6775976"/>
                  </a:cubicBezTo>
                  <a:lnTo>
                    <a:pt x="0" y="6775976"/>
                  </a:lnTo>
                  <a:lnTo>
                    <a:pt x="0" y="6775976"/>
                  </a:lnTo>
                  <a:lnTo>
                    <a:pt x="0" y="3"/>
                  </a:lnTo>
                  <a:lnTo>
                    <a:pt x="0" y="3"/>
                  </a:lnTo>
                  <a:lnTo>
                    <a:pt x="1216678" y="3"/>
                  </a:lnTo>
                  <a:cubicBezTo>
                    <a:pt x="1238090" y="3"/>
                    <a:pt x="1255447" y="505629"/>
                    <a:pt x="1255447" y="1129352"/>
                  </a:cubicBezTo>
                  <a:close/>
                </a:path>
              </a:pathLst>
            </a:custGeom>
          </p:spPr>
          <p:style>
            <a:lnRef idx="2">
              <a:schemeClr val="accent1">
                <a:hueOff val="0"/>
                <a:satOff val="0"/>
                <a:lumOff val="0"/>
                <a:alphaOff val="0"/>
              </a:schemeClr>
            </a:lnRef>
            <a:fillRef idx="1">
              <a:schemeClr val="lt1">
                <a:alpha val="90000"/>
                <a:hueOff val="0"/>
                <a:satOff val="0"/>
                <a:lumOff val="0"/>
                <a:alphaOff val="0"/>
              </a:schemeClr>
            </a:fillRef>
            <a:effectRef idx="0">
              <a:schemeClr val="lt1">
                <a:alpha val="90000"/>
                <a:hueOff val="0"/>
                <a:satOff val="0"/>
                <a:lumOff val="0"/>
                <a:alphaOff val="0"/>
              </a:schemeClr>
            </a:effectRef>
            <a:fontRef idx="minor">
              <a:schemeClr val="dk1">
                <a:hueOff val="0"/>
                <a:satOff val="0"/>
                <a:lumOff val="0"/>
                <a:alphaOff val="0"/>
              </a:schemeClr>
            </a:fontRef>
          </p:style>
          <p:txBody>
            <a:bodyPr spcFirstLastPara="0" vert="horz" wrap="square" lIns="248920" tIns="83511" rIns="83511" bIns="83511" numCol="1" spcCol="1270" anchor="ctr" anchorCtr="0">
              <a:noAutofit/>
            </a:bodyPr>
            <a:lstStyle/>
            <a:p>
              <a:pPr marL="0" marR="0" lvl="1" indent="0" algn="l" defTabSz="1555750" rtl="0" eaLnBrk="1" fontAlgn="auto" latinLnBrk="0" hangingPunct="1">
                <a:lnSpc>
                  <a:spcPct val="90000"/>
                </a:lnSpc>
                <a:spcBef>
                  <a:spcPct val="0"/>
                </a:spcBef>
                <a:spcAft>
                  <a:spcPct val="15000"/>
                </a:spcAft>
                <a:buClrTx/>
                <a:buSzTx/>
                <a:buFontTx/>
                <a:buNone/>
                <a:tabLst/>
                <a:defRPr/>
              </a:pPr>
              <a:r>
                <a:rPr kumimoji="0" lang="en-IN" sz="1300" b="0" i="0" u="none" strike="noStrike" kern="1200" cap="none" spc="0" normalizeH="0" baseline="0" noProof="0">
                  <a:ln>
                    <a:noFill/>
                  </a:ln>
                  <a:solidFill>
                    <a:srgbClr val="000000">
                      <a:lumMod val="75000"/>
                      <a:lumOff val="25000"/>
                    </a:srgbClr>
                  </a:solidFill>
                  <a:effectLst/>
                  <a:uLnTx/>
                  <a:uFillTx/>
                  <a:latin typeface="Calibri" panose="020F0502020204030204"/>
                  <a:ea typeface="+mn-ea"/>
                  <a:cs typeface="+mn-cs"/>
                </a:rPr>
                <a:t>Apply the merge statement - insert, update &amp; soft delete</a:t>
              </a:r>
            </a:p>
          </p:txBody>
        </p:sp>
        <p:sp>
          <p:nvSpPr>
            <p:cNvPr id="64" name="5-Point Star 63">
              <a:extLst>
                <a:ext uri="{FF2B5EF4-FFF2-40B4-BE49-F238E27FC236}">
                  <a16:creationId xmlns:a16="http://schemas.microsoft.com/office/drawing/2014/main" id="{9449B7B8-AB82-868B-E628-F1071FDD6632}"/>
                </a:ext>
              </a:extLst>
            </p:cNvPr>
            <p:cNvSpPr/>
            <p:nvPr/>
          </p:nvSpPr>
          <p:spPr>
            <a:xfrm>
              <a:off x="5204465" y="2690477"/>
              <a:ext cx="321491" cy="264599"/>
            </a:xfrm>
            <a:prstGeom prst="star5">
              <a:avLst/>
            </a:prstGeom>
            <a:solidFill>
              <a:schemeClr val="accent5">
                <a:lumMod val="9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300" b="0" i="0" u="none" strike="noStrike" kern="1200" cap="none" spc="0" normalizeH="0" baseline="0" noProof="0">
                <a:ln>
                  <a:noFill/>
                </a:ln>
                <a:solidFill>
                  <a:srgbClr val="FFFFFF"/>
                </a:solidFill>
                <a:effectLst/>
                <a:uLnTx/>
                <a:uFillTx/>
                <a:latin typeface="Calibri" panose="020F0502020204030204"/>
                <a:ea typeface="+mn-ea"/>
                <a:cs typeface="+mn-cs"/>
              </a:endParaRPr>
            </a:p>
          </p:txBody>
        </p:sp>
        <p:sp>
          <p:nvSpPr>
            <p:cNvPr id="65" name="Right Arrow 64">
              <a:extLst>
                <a:ext uri="{FF2B5EF4-FFF2-40B4-BE49-F238E27FC236}">
                  <a16:creationId xmlns:a16="http://schemas.microsoft.com/office/drawing/2014/main" id="{4E446A57-D71C-EC18-D4D5-D041DA45C822}"/>
                </a:ext>
              </a:extLst>
            </p:cNvPr>
            <p:cNvSpPr/>
            <p:nvPr/>
          </p:nvSpPr>
          <p:spPr>
            <a:xfrm>
              <a:off x="5887500" y="1804763"/>
              <a:ext cx="580572" cy="190354"/>
            </a:xfrm>
            <a:prstGeom prst="rightArrow">
              <a:avLst/>
            </a:prstGeom>
            <a:solidFill>
              <a:schemeClr val="accent5">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panose="020F0502020204030204"/>
                <a:ea typeface="+mn-ea"/>
                <a:cs typeface="+mn-cs"/>
              </a:endParaRPr>
            </a:p>
          </p:txBody>
        </p:sp>
        <p:sp>
          <p:nvSpPr>
            <p:cNvPr id="66" name="Freeform 65">
              <a:extLst>
                <a:ext uri="{FF2B5EF4-FFF2-40B4-BE49-F238E27FC236}">
                  <a16:creationId xmlns:a16="http://schemas.microsoft.com/office/drawing/2014/main" id="{60DCDEB3-1888-EC43-2A86-1A5C96F68E54}"/>
                </a:ext>
              </a:extLst>
            </p:cNvPr>
            <p:cNvSpPr/>
            <p:nvPr/>
          </p:nvSpPr>
          <p:spPr>
            <a:xfrm>
              <a:off x="3003666" y="4074575"/>
              <a:ext cx="1639093" cy="583330"/>
            </a:xfrm>
            <a:custGeom>
              <a:avLst/>
              <a:gdLst>
                <a:gd name="connsiteX0" fmla="*/ 209245 w 1255447"/>
                <a:gd name="connsiteY0" fmla="*/ 0 h 6775979"/>
                <a:gd name="connsiteX1" fmla="*/ 1046202 w 1255447"/>
                <a:gd name="connsiteY1" fmla="*/ 0 h 6775979"/>
                <a:gd name="connsiteX2" fmla="*/ 1255447 w 1255447"/>
                <a:gd name="connsiteY2" fmla="*/ 209245 h 6775979"/>
                <a:gd name="connsiteX3" fmla="*/ 1255447 w 1255447"/>
                <a:gd name="connsiteY3" fmla="*/ 6775979 h 6775979"/>
                <a:gd name="connsiteX4" fmla="*/ 1255447 w 1255447"/>
                <a:gd name="connsiteY4" fmla="*/ 6775979 h 6775979"/>
                <a:gd name="connsiteX5" fmla="*/ 0 w 1255447"/>
                <a:gd name="connsiteY5" fmla="*/ 6775979 h 6775979"/>
                <a:gd name="connsiteX6" fmla="*/ 0 w 1255447"/>
                <a:gd name="connsiteY6" fmla="*/ 6775979 h 6775979"/>
                <a:gd name="connsiteX7" fmla="*/ 0 w 1255447"/>
                <a:gd name="connsiteY7" fmla="*/ 209245 h 6775979"/>
                <a:gd name="connsiteX8" fmla="*/ 209245 w 1255447"/>
                <a:gd name="connsiteY8" fmla="*/ 0 h 67759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55447" h="6775979">
                  <a:moveTo>
                    <a:pt x="1255447" y="1129352"/>
                  </a:moveTo>
                  <a:lnTo>
                    <a:pt x="1255447" y="5646627"/>
                  </a:lnTo>
                  <a:cubicBezTo>
                    <a:pt x="1255447" y="6270350"/>
                    <a:pt x="1238090" y="6775976"/>
                    <a:pt x="1216678" y="6775976"/>
                  </a:cubicBezTo>
                  <a:lnTo>
                    <a:pt x="0" y="6775976"/>
                  </a:lnTo>
                  <a:lnTo>
                    <a:pt x="0" y="6775976"/>
                  </a:lnTo>
                  <a:lnTo>
                    <a:pt x="0" y="3"/>
                  </a:lnTo>
                  <a:lnTo>
                    <a:pt x="0" y="3"/>
                  </a:lnTo>
                  <a:lnTo>
                    <a:pt x="1216678" y="3"/>
                  </a:lnTo>
                  <a:cubicBezTo>
                    <a:pt x="1238090" y="3"/>
                    <a:pt x="1255447" y="505629"/>
                    <a:pt x="1255447" y="1129352"/>
                  </a:cubicBezTo>
                  <a:close/>
                </a:path>
              </a:pathLst>
            </a:custGeom>
          </p:spPr>
          <p:style>
            <a:lnRef idx="2">
              <a:schemeClr val="accent1">
                <a:hueOff val="0"/>
                <a:satOff val="0"/>
                <a:lumOff val="0"/>
                <a:alphaOff val="0"/>
              </a:schemeClr>
            </a:lnRef>
            <a:fillRef idx="1">
              <a:schemeClr val="lt1">
                <a:alpha val="90000"/>
                <a:hueOff val="0"/>
                <a:satOff val="0"/>
                <a:lumOff val="0"/>
                <a:alphaOff val="0"/>
              </a:schemeClr>
            </a:fillRef>
            <a:effectRef idx="0">
              <a:schemeClr val="lt1">
                <a:alpha val="90000"/>
                <a:hueOff val="0"/>
                <a:satOff val="0"/>
                <a:lumOff val="0"/>
                <a:alphaOff val="0"/>
              </a:schemeClr>
            </a:effectRef>
            <a:fontRef idx="minor">
              <a:schemeClr val="dk1">
                <a:hueOff val="0"/>
                <a:satOff val="0"/>
                <a:lumOff val="0"/>
                <a:alphaOff val="0"/>
              </a:schemeClr>
            </a:fontRef>
          </p:style>
          <p:txBody>
            <a:bodyPr spcFirstLastPara="0" vert="horz" wrap="square" lIns="248920" tIns="83511" rIns="83511" bIns="83511" numCol="1" spcCol="1270" anchor="ctr" anchorCtr="0">
              <a:noAutofit/>
            </a:bodyPr>
            <a:lstStyle/>
            <a:p>
              <a:pPr marL="0" marR="0" lvl="1" indent="0" algn="l" defTabSz="1555750" rtl="0" eaLnBrk="1" fontAlgn="auto" latinLnBrk="0" hangingPunct="1">
                <a:lnSpc>
                  <a:spcPct val="90000"/>
                </a:lnSpc>
                <a:spcBef>
                  <a:spcPct val="0"/>
                </a:spcBef>
                <a:spcAft>
                  <a:spcPct val="15000"/>
                </a:spcAft>
                <a:buClrTx/>
                <a:buSzTx/>
                <a:buFontTx/>
                <a:buNone/>
                <a:tabLst/>
                <a:defRPr/>
              </a:pPr>
              <a:r>
                <a:rPr kumimoji="0" lang="en-IN" sz="1300" b="0" i="0" u="none" strike="noStrike" kern="1200" cap="none" spc="0" normalizeH="0" baseline="0" noProof="0">
                  <a:ln>
                    <a:noFill/>
                  </a:ln>
                  <a:solidFill>
                    <a:srgbClr val="000000">
                      <a:lumMod val="75000"/>
                      <a:lumOff val="25000"/>
                    </a:srgbClr>
                  </a:solidFill>
                  <a:effectLst/>
                  <a:uLnTx/>
                  <a:uFillTx/>
                  <a:latin typeface="Calibri" panose="020F0502020204030204"/>
                  <a:ea typeface="+mn-ea"/>
                  <a:cs typeface="+mn-cs"/>
                </a:rPr>
                <a:t>Custom SQL helps to fetch data as per target structure </a:t>
              </a:r>
              <a:endParaRPr kumimoji="0" lang="en-IN" sz="1200" b="0" i="0" u="none" strike="noStrike" kern="1200" cap="none" spc="0" normalizeH="0" baseline="0" noProof="0">
                <a:ln>
                  <a:noFill/>
                </a:ln>
                <a:solidFill>
                  <a:srgbClr val="000000">
                    <a:lumMod val="75000"/>
                    <a:lumOff val="25000"/>
                  </a:srgbClr>
                </a:solidFill>
                <a:effectLst/>
                <a:uLnTx/>
                <a:uFillTx/>
                <a:latin typeface="Calibri" panose="020F0502020204030204"/>
                <a:ea typeface="+mn-ea"/>
                <a:cs typeface="+mn-cs"/>
              </a:endParaRPr>
            </a:p>
          </p:txBody>
        </p:sp>
        <p:sp>
          <p:nvSpPr>
            <p:cNvPr id="67" name="Freeform 66">
              <a:extLst>
                <a:ext uri="{FF2B5EF4-FFF2-40B4-BE49-F238E27FC236}">
                  <a16:creationId xmlns:a16="http://schemas.microsoft.com/office/drawing/2014/main" id="{8EFD9D9C-BE9A-7268-8B56-9468D564391A}"/>
                </a:ext>
              </a:extLst>
            </p:cNvPr>
            <p:cNvSpPr/>
            <p:nvPr/>
          </p:nvSpPr>
          <p:spPr>
            <a:xfrm>
              <a:off x="3020023" y="4690323"/>
              <a:ext cx="1639093" cy="583330"/>
            </a:xfrm>
            <a:custGeom>
              <a:avLst/>
              <a:gdLst>
                <a:gd name="connsiteX0" fmla="*/ 209245 w 1255447"/>
                <a:gd name="connsiteY0" fmla="*/ 0 h 6775979"/>
                <a:gd name="connsiteX1" fmla="*/ 1046202 w 1255447"/>
                <a:gd name="connsiteY1" fmla="*/ 0 h 6775979"/>
                <a:gd name="connsiteX2" fmla="*/ 1255447 w 1255447"/>
                <a:gd name="connsiteY2" fmla="*/ 209245 h 6775979"/>
                <a:gd name="connsiteX3" fmla="*/ 1255447 w 1255447"/>
                <a:gd name="connsiteY3" fmla="*/ 6775979 h 6775979"/>
                <a:gd name="connsiteX4" fmla="*/ 1255447 w 1255447"/>
                <a:gd name="connsiteY4" fmla="*/ 6775979 h 6775979"/>
                <a:gd name="connsiteX5" fmla="*/ 0 w 1255447"/>
                <a:gd name="connsiteY5" fmla="*/ 6775979 h 6775979"/>
                <a:gd name="connsiteX6" fmla="*/ 0 w 1255447"/>
                <a:gd name="connsiteY6" fmla="*/ 6775979 h 6775979"/>
                <a:gd name="connsiteX7" fmla="*/ 0 w 1255447"/>
                <a:gd name="connsiteY7" fmla="*/ 209245 h 6775979"/>
                <a:gd name="connsiteX8" fmla="*/ 209245 w 1255447"/>
                <a:gd name="connsiteY8" fmla="*/ 0 h 67759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55447" h="6775979">
                  <a:moveTo>
                    <a:pt x="1255447" y="1129352"/>
                  </a:moveTo>
                  <a:lnTo>
                    <a:pt x="1255447" y="5646627"/>
                  </a:lnTo>
                  <a:cubicBezTo>
                    <a:pt x="1255447" y="6270350"/>
                    <a:pt x="1238090" y="6775976"/>
                    <a:pt x="1216678" y="6775976"/>
                  </a:cubicBezTo>
                  <a:lnTo>
                    <a:pt x="0" y="6775976"/>
                  </a:lnTo>
                  <a:lnTo>
                    <a:pt x="0" y="6775976"/>
                  </a:lnTo>
                  <a:lnTo>
                    <a:pt x="0" y="3"/>
                  </a:lnTo>
                  <a:lnTo>
                    <a:pt x="0" y="3"/>
                  </a:lnTo>
                  <a:lnTo>
                    <a:pt x="1216678" y="3"/>
                  </a:lnTo>
                  <a:cubicBezTo>
                    <a:pt x="1238090" y="3"/>
                    <a:pt x="1255447" y="505629"/>
                    <a:pt x="1255447" y="1129352"/>
                  </a:cubicBezTo>
                  <a:close/>
                </a:path>
              </a:pathLst>
            </a:custGeom>
          </p:spPr>
          <p:style>
            <a:lnRef idx="2">
              <a:schemeClr val="accent1">
                <a:hueOff val="0"/>
                <a:satOff val="0"/>
                <a:lumOff val="0"/>
                <a:alphaOff val="0"/>
              </a:schemeClr>
            </a:lnRef>
            <a:fillRef idx="1">
              <a:schemeClr val="lt1">
                <a:alpha val="90000"/>
                <a:hueOff val="0"/>
                <a:satOff val="0"/>
                <a:lumOff val="0"/>
                <a:alphaOff val="0"/>
              </a:schemeClr>
            </a:fillRef>
            <a:effectRef idx="0">
              <a:schemeClr val="lt1">
                <a:alpha val="90000"/>
                <a:hueOff val="0"/>
                <a:satOff val="0"/>
                <a:lumOff val="0"/>
                <a:alphaOff val="0"/>
              </a:schemeClr>
            </a:effectRef>
            <a:fontRef idx="minor">
              <a:schemeClr val="dk1">
                <a:hueOff val="0"/>
                <a:satOff val="0"/>
                <a:lumOff val="0"/>
                <a:alphaOff val="0"/>
              </a:schemeClr>
            </a:fontRef>
          </p:style>
          <p:txBody>
            <a:bodyPr spcFirstLastPara="0" vert="horz" wrap="square" lIns="248920" tIns="83511" rIns="83511" bIns="83511" numCol="1" spcCol="1270" anchor="ctr" anchorCtr="0">
              <a:noAutofit/>
            </a:bodyPr>
            <a:lstStyle/>
            <a:p>
              <a:pPr marL="0" marR="0" lvl="1" indent="0" algn="l" defTabSz="1555750" rtl="0" eaLnBrk="1" fontAlgn="auto" latinLnBrk="0" hangingPunct="1">
                <a:lnSpc>
                  <a:spcPct val="90000"/>
                </a:lnSpc>
                <a:spcBef>
                  <a:spcPct val="0"/>
                </a:spcBef>
                <a:spcAft>
                  <a:spcPct val="15000"/>
                </a:spcAft>
                <a:buClrTx/>
                <a:buSzTx/>
                <a:buFontTx/>
                <a:buNone/>
                <a:tabLst/>
                <a:defRPr/>
              </a:pPr>
              <a:r>
                <a:rPr kumimoji="0" lang="en-IN" sz="1300" b="0" i="0" u="none" strike="noStrike" kern="1200" cap="none" spc="0" normalizeH="0" baseline="0" noProof="0">
                  <a:ln>
                    <a:noFill/>
                  </a:ln>
                  <a:solidFill>
                    <a:srgbClr val="000000">
                      <a:lumMod val="75000"/>
                      <a:lumOff val="25000"/>
                    </a:srgbClr>
                  </a:solidFill>
                  <a:effectLst/>
                  <a:uLnTx/>
                  <a:uFillTx/>
                  <a:latin typeface="Calibri" panose="020F0502020204030204"/>
                  <a:ea typeface="+mn-ea"/>
                  <a:cs typeface="+mn-cs"/>
                </a:rPr>
                <a:t>BED filter is applied in custom SQL Notebook</a:t>
              </a:r>
              <a:endParaRPr kumimoji="0" lang="en-IN" sz="1200" b="0" i="0" u="none" strike="noStrike" kern="1200" cap="none" spc="0" normalizeH="0" baseline="0" noProof="0">
                <a:ln>
                  <a:noFill/>
                </a:ln>
                <a:solidFill>
                  <a:srgbClr val="000000">
                    <a:lumMod val="75000"/>
                    <a:lumOff val="25000"/>
                  </a:srgbClr>
                </a:solidFill>
                <a:effectLst/>
                <a:uLnTx/>
                <a:uFillTx/>
                <a:latin typeface="Calibri" panose="020F0502020204030204"/>
                <a:ea typeface="+mn-ea"/>
                <a:cs typeface="+mn-cs"/>
              </a:endParaRPr>
            </a:p>
          </p:txBody>
        </p:sp>
        <p:sp>
          <p:nvSpPr>
            <p:cNvPr id="68" name="Freeform 67">
              <a:extLst>
                <a:ext uri="{FF2B5EF4-FFF2-40B4-BE49-F238E27FC236}">
                  <a16:creationId xmlns:a16="http://schemas.microsoft.com/office/drawing/2014/main" id="{49968DC6-4B9A-FEC3-7C6C-C4C080234A58}"/>
                </a:ext>
              </a:extLst>
            </p:cNvPr>
            <p:cNvSpPr/>
            <p:nvPr/>
          </p:nvSpPr>
          <p:spPr>
            <a:xfrm>
              <a:off x="3020023" y="5304665"/>
              <a:ext cx="1639093" cy="583330"/>
            </a:xfrm>
            <a:custGeom>
              <a:avLst/>
              <a:gdLst>
                <a:gd name="connsiteX0" fmla="*/ 209245 w 1255447"/>
                <a:gd name="connsiteY0" fmla="*/ 0 h 6775979"/>
                <a:gd name="connsiteX1" fmla="*/ 1046202 w 1255447"/>
                <a:gd name="connsiteY1" fmla="*/ 0 h 6775979"/>
                <a:gd name="connsiteX2" fmla="*/ 1255447 w 1255447"/>
                <a:gd name="connsiteY2" fmla="*/ 209245 h 6775979"/>
                <a:gd name="connsiteX3" fmla="*/ 1255447 w 1255447"/>
                <a:gd name="connsiteY3" fmla="*/ 6775979 h 6775979"/>
                <a:gd name="connsiteX4" fmla="*/ 1255447 w 1255447"/>
                <a:gd name="connsiteY4" fmla="*/ 6775979 h 6775979"/>
                <a:gd name="connsiteX5" fmla="*/ 0 w 1255447"/>
                <a:gd name="connsiteY5" fmla="*/ 6775979 h 6775979"/>
                <a:gd name="connsiteX6" fmla="*/ 0 w 1255447"/>
                <a:gd name="connsiteY6" fmla="*/ 6775979 h 6775979"/>
                <a:gd name="connsiteX7" fmla="*/ 0 w 1255447"/>
                <a:gd name="connsiteY7" fmla="*/ 209245 h 6775979"/>
                <a:gd name="connsiteX8" fmla="*/ 209245 w 1255447"/>
                <a:gd name="connsiteY8" fmla="*/ 0 h 67759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55447" h="6775979">
                  <a:moveTo>
                    <a:pt x="1255447" y="1129352"/>
                  </a:moveTo>
                  <a:lnTo>
                    <a:pt x="1255447" y="5646627"/>
                  </a:lnTo>
                  <a:cubicBezTo>
                    <a:pt x="1255447" y="6270350"/>
                    <a:pt x="1238090" y="6775976"/>
                    <a:pt x="1216678" y="6775976"/>
                  </a:cubicBezTo>
                  <a:lnTo>
                    <a:pt x="0" y="6775976"/>
                  </a:lnTo>
                  <a:lnTo>
                    <a:pt x="0" y="6775976"/>
                  </a:lnTo>
                  <a:lnTo>
                    <a:pt x="0" y="3"/>
                  </a:lnTo>
                  <a:lnTo>
                    <a:pt x="0" y="3"/>
                  </a:lnTo>
                  <a:lnTo>
                    <a:pt x="1216678" y="3"/>
                  </a:lnTo>
                  <a:cubicBezTo>
                    <a:pt x="1238090" y="3"/>
                    <a:pt x="1255447" y="505629"/>
                    <a:pt x="1255447" y="1129352"/>
                  </a:cubicBezTo>
                  <a:close/>
                </a:path>
              </a:pathLst>
            </a:custGeom>
          </p:spPr>
          <p:style>
            <a:lnRef idx="2">
              <a:schemeClr val="accent1">
                <a:hueOff val="0"/>
                <a:satOff val="0"/>
                <a:lumOff val="0"/>
                <a:alphaOff val="0"/>
              </a:schemeClr>
            </a:lnRef>
            <a:fillRef idx="1">
              <a:schemeClr val="lt1">
                <a:alpha val="90000"/>
                <a:hueOff val="0"/>
                <a:satOff val="0"/>
                <a:lumOff val="0"/>
                <a:alphaOff val="0"/>
              </a:schemeClr>
            </a:fillRef>
            <a:effectRef idx="0">
              <a:schemeClr val="lt1">
                <a:alpha val="90000"/>
                <a:hueOff val="0"/>
                <a:satOff val="0"/>
                <a:lumOff val="0"/>
                <a:alphaOff val="0"/>
              </a:schemeClr>
            </a:effectRef>
            <a:fontRef idx="minor">
              <a:schemeClr val="dk1">
                <a:hueOff val="0"/>
                <a:satOff val="0"/>
                <a:lumOff val="0"/>
                <a:alphaOff val="0"/>
              </a:schemeClr>
            </a:fontRef>
          </p:style>
          <p:txBody>
            <a:bodyPr spcFirstLastPara="0" vert="horz" wrap="square" lIns="248920" tIns="83511" rIns="83511" bIns="83511" numCol="1" spcCol="1270" anchor="ctr" anchorCtr="0">
              <a:noAutofit/>
            </a:bodyPr>
            <a:lstStyle/>
            <a:p>
              <a:pPr marL="0" marR="0" lvl="1" indent="0" algn="l" defTabSz="1555750" rtl="0" eaLnBrk="1" fontAlgn="auto" latinLnBrk="0" hangingPunct="1">
                <a:lnSpc>
                  <a:spcPct val="90000"/>
                </a:lnSpc>
                <a:spcBef>
                  <a:spcPct val="0"/>
                </a:spcBef>
                <a:spcAft>
                  <a:spcPct val="15000"/>
                </a:spcAft>
                <a:buClrTx/>
                <a:buSzTx/>
                <a:buFontTx/>
                <a:buNone/>
                <a:tabLst/>
                <a:defRPr/>
              </a:pPr>
              <a:r>
                <a:rPr kumimoji="0" lang="en-IN" sz="1300" b="0" i="0" u="none" strike="noStrike" kern="1200" cap="none" spc="0" normalizeH="0" baseline="0" noProof="0">
                  <a:ln>
                    <a:noFill/>
                  </a:ln>
                  <a:solidFill>
                    <a:srgbClr val="000000">
                      <a:lumMod val="75000"/>
                      <a:lumOff val="25000"/>
                    </a:srgbClr>
                  </a:solidFill>
                  <a:effectLst/>
                  <a:uLnTx/>
                  <a:uFillTx/>
                  <a:latin typeface="Calibri" panose="020F0502020204030204"/>
                  <a:ea typeface="+mn-ea"/>
                  <a:cs typeface="+mn-cs"/>
                </a:rPr>
                <a:t>NULLs are assigned to respective DEFAULT values</a:t>
              </a:r>
              <a:endParaRPr kumimoji="0" lang="en-IN" sz="1200" b="0" i="0" u="none" strike="noStrike" kern="1200" cap="none" spc="0" normalizeH="0" baseline="0" noProof="0">
                <a:ln>
                  <a:noFill/>
                </a:ln>
                <a:solidFill>
                  <a:srgbClr val="000000">
                    <a:lumMod val="75000"/>
                    <a:lumOff val="25000"/>
                  </a:srgbClr>
                </a:solidFill>
                <a:effectLst/>
                <a:uLnTx/>
                <a:uFillTx/>
                <a:latin typeface="Calibri" panose="020F0502020204030204"/>
                <a:ea typeface="+mn-ea"/>
                <a:cs typeface="+mn-cs"/>
              </a:endParaRPr>
            </a:p>
          </p:txBody>
        </p:sp>
        <p:pic>
          <p:nvPicPr>
            <p:cNvPr id="36" name="Picture 35">
              <a:extLst>
                <a:ext uri="{FF2B5EF4-FFF2-40B4-BE49-F238E27FC236}">
                  <a16:creationId xmlns:a16="http://schemas.microsoft.com/office/drawing/2014/main" id="{99627EF8-F53A-9C99-8E2A-7C27DAB8AA99}"/>
                </a:ext>
              </a:extLst>
            </p:cNvPr>
            <p:cNvPicPr>
              <a:picLocks noChangeAspect="1"/>
            </p:cNvPicPr>
            <p:nvPr/>
          </p:nvPicPr>
          <p:blipFill>
            <a:blip r:embed="rId10">
              <a:extLst>
                <a:ext uri="{BEBA8EAE-BF5A-486C-A8C5-ECC9F3942E4B}">
                  <a14:imgProps xmlns:a14="http://schemas.microsoft.com/office/drawing/2010/main">
                    <a14:imgLayer r:embed="rId11">
                      <a14:imgEffect>
                        <a14:saturation sat="0"/>
                      </a14:imgEffect>
                      <a14:imgEffect>
                        <a14:brightnessContrast contrast="20000"/>
                      </a14:imgEffect>
                    </a14:imgLayer>
                  </a14:imgProps>
                </a:ext>
                <a:ext uri="{28A0092B-C50C-407E-A947-70E740481C1C}">
                  <a14:useLocalDpi xmlns:a14="http://schemas.microsoft.com/office/drawing/2010/main" val="0"/>
                </a:ext>
              </a:extLst>
            </a:blip>
            <a:stretch>
              <a:fillRect/>
            </a:stretch>
          </p:blipFill>
          <p:spPr>
            <a:xfrm>
              <a:off x="2312829" y="1359521"/>
              <a:ext cx="1053881" cy="1053881"/>
            </a:xfrm>
            <a:prstGeom prst="rect">
              <a:avLst/>
            </a:prstGeom>
          </p:spPr>
        </p:pic>
        <p:sp>
          <p:nvSpPr>
            <p:cNvPr id="33" name="TextBox 32">
              <a:extLst>
                <a:ext uri="{FF2B5EF4-FFF2-40B4-BE49-F238E27FC236}">
                  <a16:creationId xmlns:a16="http://schemas.microsoft.com/office/drawing/2014/main" id="{CBC2527F-586C-25EA-BC67-C5D71B2A8696}"/>
                </a:ext>
              </a:extLst>
            </p:cNvPr>
            <p:cNvSpPr txBox="1"/>
            <p:nvPr/>
          </p:nvSpPr>
          <p:spPr>
            <a:xfrm>
              <a:off x="11005376" y="970006"/>
              <a:ext cx="941598" cy="492443"/>
            </a:xfrm>
            <a:prstGeom prst="rect">
              <a:avLst/>
            </a:prstGeom>
            <a:noFill/>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IN" sz="1300" b="0" i="0" u="none" strike="noStrike" kern="1200" cap="none" spc="0" normalizeH="0" baseline="0" noProof="0">
                  <a:ln>
                    <a:noFill/>
                  </a:ln>
                  <a:solidFill>
                    <a:srgbClr val="424242"/>
                  </a:solidFill>
                  <a:effectLst/>
                  <a:uLnTx/>
                  <a:uFillTx/>
                  <a:latin typeface="Calibri" panose="020F0502020204030204"/>
                  <a:ea typeface="+mn-ea"/>
                  <a:cs typeface="+mn-cs"/>
                </a:rPr>
                <a:t>SQLDB (Metadata)</a:t>
              </a:r>
              <a:endParaRPr kumimoji="0" lang="en-US" sz="1300" b="0" i="0" u="none" strike="noStrike" kern="1200" cap="none" spc="0" normalizeH="0" baseline="0" noProof="0">
                <a:ln>
                  <a:noFill/>
                </a:ln>
                <a:solidFill>
                  <a:srgbClr val="424242"/>
                </a:solidFill>
                <a:effectLst/>
                <a:uLnTx/>
                <a:uFillTx/>
                <a:latin typeface="Calibri" panose="020F0502020204030204"/>
                <a:ea typeface="+mn-ea"/>
                <a:cs typeface="+mn-cs"/>
              </a:endParaRPr>
            </a:p>
          </p:txBody>
        </p:sp>
        <p:sp>
          <p:nvSpPr>
            <p:cNvPr id="34" name="Right Arrow 33">
              <a:extLst>
                <a:ext uri="{FF2B5EF4-FFF2-40B4-BE49-F238E27FC236}">
                  <a16:creationId xmlns:a16="http://schemas.microsoft.com/office/drawing/2014/main" id="{20A6D43F-CF6E-096C-D014-7A2B4E18E71D}"/>
                </a:ext>
              </a:extLst>
            </p:cNvPr>
            <p:cNvSpPr/>
            <p:nvPr/>
          </p:nvSpPr>
          <p:spPr>
            <a:xfrm>
              <a:off x="8345526" y="1795354"/>
              <a:ext cx="580572" cy="190354"/>
            </a:xfrm>
            <a:prstGeom prst="rightArrow">
              <a:avLst/>
            </a:prstGeom>
            <a:solidFill>
              <a:schemeClr val="accent5">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panose="020F0502020204030204"/>
                <a:ea typeface="+mn-ea"/>
                <a:cs typeface="+mn-cs"/>
              </a:endParaRPr>
            </a:p>
          </p:txBody>
        </p:sp>
        <p:pic>
          <p:nvPicPr>
            <p:cNvPr id="35" name="Picture 34">
              <a:extLst>
                <a:ext uri="{FF2B5EF4-FFF2-40B4-BE49-F238E27FC236}">
                  <a16:creationId xmlns:a16="http://schemas.microsoft.com/office/drawing/2014/main" id="{52B4B2E3-D49F-76D1-09DF-67D9AF0C42F6}"/>
                </a:ext>
              </a:extLst>
            </p:cNvPr>
            <p:cNvPicPr>
              <a:picLocks noChangeAspect="1"/>
            </p:cNvPicPr>
            <p:nvPr/>
          </p:nvPicPr>
          <p:blipFill rotWithShape="1">
            <a:blip r:embed="rId12" cstate="print">
              <a:extLst>
                <a:ext uri="{BEBA8EAE-BF5A-486C-A8C5-ECC9F3942E4B}">
                  <a14:imgProps xmlns:a14="http://schemas.microsoft.com/office/drawing/2010/main">
                    <a14:imgLayer r:embed="rId13">
                      <a14:imgEffect>
                        <a14:saturation sat="0"/>
                      </a14:imgEffect>
                      <a14:imgEffect>
                        <a14:brightnessContrast contrast="20000"/>
                      </a14:imgEffect>
                    </a14:imgLayer>
                  </a14:imgProps>
                </a:ext>
                <a:ext uri="{28A0092B-C50C-407E-A947-70E740481C1C}">
                  <a14:useLocalDpi xmlns:a14="http://schemas.microsoft.com/office/drawing/2010/main" val="0"/>
                </a:ext>
              </a:extLst>
            </a:blip>
            <a:srcRect l="27867" r="28400"/>
            <a:stretch/>
          </p:blipFill>
          <p:spPr>
            <a:xfrm>
              <a:off x="9155671" y="1508437"/>
              <a:ext cx="815199" cy="793560"/>
            </a:xfrm>
            <a:prstGeom prst="rect">
              <a:avLst/>
            </a:prstGeom>
          </p:spPr>
        </p:pic>
        <p:sp>
          <p:nvSpPr>
            <p:cNvPr id="37" name="TextBox 36">
              <a:extLst>
                <a:ext uri="{FF2B5EF4-FFF2-40B4-BE49-F238E27FC236}">
                  <a16:creationId xmlns:a16="http://schemas.microsoft.com/office/drawing/2014/main" id="{9F4BA1D7-7551-2F69-0AD9-236880C7D6D2}"/>
                </a:ext>
              </a:extLst>
            </p:cNvPr>
            <p:cNvSpPr txBox="1"/>
            <p:nvPr/>
          </p:nvSpPr>
          <p:spPr>
            <a:xfrm>
              <a:off x="9155670" y="1032129"/>
              <a:ext cx="815200" cy="292388"/>
            </a:xfrm>
            <a:prstGeom prst="rect">
              <a:avLst/>
            </a:prstGeom>
            <a:noFill/>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IN" sz="1300" b="0" i="0" u="none" strike="noStrike" kern="1200" cap="none" spc="0" normalizeH="0" baseline="0" noProof="0">
                  <a:ln>
                    <a:noFill/>
                  </a:ln>
                  <a:solidFill>
                    <a:srgbClr val="424242"/>
                  </a:solidFill>
                  <a:effectLst/>
                  <a:uLnTx/>
                  <a:uFillTx/>
                  <a:latin typeface="Calibri" panose="020F0502020204030204"/>
                  <a:ea typeface="+mn-ea"/>
                  <a:cs typeface="+mn-cs"/>
                </a:rPr>
                <a:t>ADLS</a:t>
              </a:r>
              <a:endParaRPr kumimoji="0" lang="en-US" sz="1300" b="0" i="0" u="none" strike="noStrike" kern="1200" cap="none" spc="0" normalizeH="0" baseline="0" noProof="0">
                <a:ln>
                  <a:noFill/>
                </a:ln>
                <a:solidFill>
                  <a:srgbClr val="424242"/>
                </a:solidFill>
                <a:effectLst/>
                <a:uLnTx/>
                <a:uFillTx/>
                <a:latin typeface="Calibri" panose="020F0502020204030204"/>
                <a:ea typeface="+mn-ea"/>
                <a:cs typeface="+mn-cs"/>
              </a:endParaRPr>
            </a:p>
          </p:txBody>
        </p:sp>
        <p:sp>
          <p:nvSpPr>
            <p:cNvPr id="38" name="Freeform 37">
              <a:extLst>
                <a:ext uri="{FF2B5EF4-FFF2-40B4-BE49-F238E27FC236}">
                  <a16:creationId xmlns:a16="http://schemas.microsoft.com/office/drawing/2014/main" id="{7A78516F-73FA-4834-D80F-B418B11E7639}"/>
                </a:ext>
              </a:extLst>
            </p:cNvPr>
            <p:cNvSpPr/>
            <p:nvPr/>
          </p:nvSpPr>
          <p:spPr>
            <a:xfrm>
              <a:off x="7680116" y="2836183"/>
              <a:ext cx="1648085" cy="583330"/>
            </a:xfrm>
            <a:custGeom>
              <a:avLst/>
              <a:gdLst>
                <a:gd name="connsiteX0" fmla="*/ 209245 w 1255447"/>
                <a:gd name="connsiteY0" fmla="*/ 0 h 6775979"/>
                <a:gd name="connsiteX1" fmla="*/ 1046202 w 1255447"/>
                <a:gd name="connsiteY1" fmla="*/ 0 h 6775979"/>
                <a:gd name="connsiteX2" fmla="*/ 1255447 w 1255447"/>
                <a:gd name="connsiteY2" fmla="*/ 209245 h 6775979"/>
                <a:gd name="connsiteX3" fmla="*/ 1255447 w 1255447"/>
                <a:gd name="connsiteY3" fmla="*/ 6775979 h 6775979"/>
                <a:gd name="connsiteX4" fmla="*/ 1255447 w 1255447"/>
                <a:gd name="connsiteY4" fmla="*/ 6775979 h 6775979"/>
                <a:gd name="connsiteX5" fmla="*/ 0 w 1255447"/>
                <a:gd name="connsiteY5" fmla="*/ 6775979 h 6775979"/>
                <a:gd name="connsiteX6" fmla="*/ 0 w 1255447"/>
                <a:gd name="connsiteY6" fmla="*/ 6775979 h 6775979"/>
                <a:gd name="connsiteX7" fmla="*/ 0 w 1255447"/>
                <a:gd name="connsiteY7" fmla="*/ 209245 h 6775979"/>
                <a:gd name="connsiteX8" fmla="*/ 209245 w 1255447"/>
                <a:gd name="connsiteY8" fmla="*/ 0 h 67759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55447" h="6775979">
                  <a:moveTo>
                    <a:pt x="1255447" y="1129352"/>
                  </a:moveTo>
                  <a:lnTo>
                    <a:pt x="1255447" y="5646627"/>
                  </a:lnTo>
                  <a:cubicBezTo>
                    <a:pt x="1255447" y="6270350"/>
                    <a:pt x="1238090" y="6775976"/>
                    <a:pt x="1216678" y="6775976"/>
                  </a:cubicBezTo>
                  <a:lnTo>
                    <a:pt x="0" y="6775976"/>
                  </a:lnTo>
                  <a:lnTo>
                    <a:pt x="0" y="6775976"/>
                  </a:lnTo>
                  <a:lnTo>
                    <a:pt x="0" y="3"/>
                  </a:lnTo>
                  <a:lnTo>
                    <a:pt x="0" y="3"/>
                  </a:lnTo>
                  <a:lnTo>
                    <a:pt x="1216678" y="3"/>
                  </a:lnTo>
                  <a:cubicBezTo>
                    <a:pt x="1238090" y="3"/>
                    <a:pt x="1255447" y="505629"/>
                    <a:pt x="1255447" y="1129352"/>
                  </a:cubicBezTo>
                  <a:close/>
                </a:path>
              </a:pathLst>
            </a:custGeom>
          </p:spPr>
          <p:style>
            <a:lnRef idx="2">
              <a:schemeClr val="accent1">
                <a:hueOff val="0"/>
                <a:satOff val="0"/>
                <a:lumOff val="0"/>
                <a:alphaOff val="0"/>
              </a:schemeClr>
            </a:lnRef>
            <a:fillRef idx="1">
              <a:schemeClr val="lt1">
                <a:alpha val="90000"/>
                <a:hueOff val="0"/>
                <a:satOff val="0"/>
                <a:lumOff val="0"/>
                <a:alphaOff val="0"/>
              </a:schemeClr>
            </a:fillRef>
            <a:effectRef idx="0">
              <a:schemeClr val="lt1">
                <a:alpha val="90000"/>
                <a:hueOff val="0"/>
                <a:satOff val="0"/>
                <a:lumOff val="0"/>
                <a:alphaOff val="0"/>
              </a:schemeClr>
            </a:effectRef>
            <a:fontRef idx="minor">
              <a:schemeClr val="dk1">
                <a:hueOff val="0"/>
                <a:satOff val="0"/>
                <a:lumOff val="0"/>
                <a:alphaOff val="0"/>
              </a:schemeClr>
            </a:fontRef>
          </p:style>
          <p:txBody>
            <a:bodyPr spcFirstLastPara="0" vert="horz" wrap="square" lIns="248920" tIns="83511" rIns="83511" bIns="83511" numCol="1" spcCol="1270" anchor="ctr" anchorCtr="0">
              <a:noAutofit/>
            </a:bodyPr>
            <a:lstStyle/>
            <a:p>
              <a:pPr marL="0" marR="0" lvl="1" indent="0" algn="l" defTabSz="1555750" rtl="0" eaLnBrk="1" fontAlgn="auto" latinLnBrk="0" hangingPunct="1">
                <a:lnSpc>
                  <a:spcPct val="90000"/>
                </a:lnSpc>
                <a:spcBef>
                  <a:spcPct val="0"/>
                </a:spcBef>
                <a:spcAft>
                  <a:spcPct val="15000"/>
                </a:spcAft>
                <a:buClrTx/>
                <a:buSzTx/>
                <a:buFontTx/>
                <a:buNone/>
                <a:tabLst/>
                <a:defRPr/>
              </a:pPr>
              <a:r>
                <a:rPr kumimoji="0" lang="en-IN" sz="1300" b="0" i="0" u="none" strike="noStrike" kern="1200" cap="none" spc="0" normalizeH="0" baseline="0" noProof="0">
                  <a:ln>
                    <a:noFill/>
                  </a:ln>
                  <a:solidFill>
                    <a:srgbClr val="000000">
                      <a:lumMod val="75000"/>
                      <a:lumOff val="25000"/>
                    </a:srgbClr>
                  </a:solidFill>
                  <a:effectLst/>
                  <a:uLnTx/>
                  <a:uFillTx/>
                  <a:latin typeface="Calibri" panose="020F0502020204030204"/>
                  <a:ea typeface="+mn-ea"/>
                  <a:cs typeface="+mn-cs"/>
                </a:rPr>
                <a:t>Loads the data in delta table</a:t>
              </a:r>
              <a:endParaRPr kumimoji="0" lang="en-US" sz="1300" b="0" i="0" u="none" strike="noStrike" kern="1200" cap="none" spc="0" normalizeH="0" baseline="0" noProof="0">
                <a:ln>
                  <a:noFill/>
                </a:ln>
                <a:solidFill>
                  <a:srgbClr val="000000">
                    <a:lumMod val="75000"/>
                    <a:lumOff val="25000"/>
                  </a:srgbClr>
                </a:solidFill>
                <a:effectLst/>
                <a:uLnTx/>
                <a:uFillTx/>
                <a:latin typeface="Calibri" panose="020F0502020204030204"/>
                <a:ea typeface="+mn-ea"/>
                <a:cs typeface="+mn-cs"/>
              </a:endParaRPr>
            </a:p>
          </p:txBody>
        </p:sp>
        <p:sp>
          <p:nvSpPr>
            <p:cNvPr id="39" name="5-Point Star 38">
              <a:extLst>
                <a:ext uri="{FF2B5EF4-FFF2-40B4-BE49-F238E27FC236}">
                  <a16:creationId xmlns:a16="http://schemas.microsoft.com/office/drawing/2014/main" id="{7FAFB716-6021-3381-33D8-ED3768D39454}"/>
                </a:ext>
              </a:extLst>
            </p:cNvPr>
            <p:cNvSpPr/>
            <p:nvPr/>
          </p:nvSpPr>
          <p:spPr>
            <a:xfrm>
              <a:off x="7495305" y="2678606"/>
              <a:ext cx="321491" cy="264599"/>
            </a:xfrm>
            <a:prstGeom prst="star5">
              <a:avLst/>
            </a:prstGeom>
            <a:solidFill>
              <a:schemeClr val="accent5">
                <a:lumMod val="9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300" b="0" i="0" u="none" strike="noStrike" kern="1200" cap="none" spc="0" normalizeH="0" baseline="0" noProof="0">
                <a:ln>
                  <a:noFill/>
                </a:ln>
                <a:solidFill>
                  <a:srgbClr val="FFFFFF"/>
                </a:solidFill>
                <a:effectLst/>
                <a:uLnTx/>
                <a:uFillTx/>
                <a:latin typeface="Calibri" panose="020F0502020204030204"/>
                <a:ea typeface="+mn-ea"/>
                <a:cs typeface="+mn-cs"/>
              </a:endParaRPr>
            </a:p>
          </p:txBody>
        </p:sp>
      </p:grpSp>
      <p:sp>
        <p:nvSpPr>
          <p:cNvPr id="40" name="Freeform 39">
            <a:extLst>
              <a:ext uri="{FF2B5EF4-FFF2-40B4-BE49-F238E27FC236}">
                <a16:creationId xmlns:a16="http://schemas.microsoft.com/office/drawing/2014/main" id="{2A704C33-7608-8870-A12B-96C1B9A7538E}"/>
              </a:ext>
            </a:extLst>
          </p:cNvPr>
          <p:cNvSpPr/>
          <p:nvPr/>
        </p:nvSpPr>
        <p:spPr>
          <a:xfrm>
            <a:off x="5365212" y="3459530"/>
            <a:ext cx="1740988" cy="583330"/>
          </a:xfrm>
          <a:custGeom>
            <a:avLst/>
            <a:gdLst>
              <a:gd name="connsiteX0" fmla="*/ 209245 w 1255447"/>
              <a:gd name="connsiteY0" fmla="*/ 0 h 6775979"/>
              <a:gd name="connsiteX1" fmla="*/ 1046202 w 1255447"/>
              <a:gd name="connsiteY1" fmla="*/ 0 h 6775979"/>
              <a:gd name="connsiteX2" fmla="*/ 1255447 w 1255447"/>
              <a:gd name="connsiteY2" fmla="*/ 209245 h 6775979"/>
              <a:gd name="connsiteX3" fmla="*/ 1255447 w 1255447"/>
              <a:gd name="connsiteY3" fmla="*/ 6775979 h 6775979"/>
              <a:gd name="connsiteX4" fmla="*/ 1255447 w 1255447"/>
              <a:gd name="connsiteY4" fmla="*/ 6775979 h 6775979"/>
              <a:gd name="connsiteX5" fmla="*/ 0 w 1255447"/>
              <a:gd name="connsiteY5" fmla="*/ 6775979 h 6775979"/>
              <a:gd name="connsiteX6" fmla="*/ 0 w 1255447"/>
              <a:gd name="connsiteY6" fmla="*/ 6775979 h 6775979"/>
              <a:gd name="connsiteX7" fmla="*/ 0 w 1255447"/>
              <a:gd name="connsiteY7" fmla="*/ 209245 h 6775979"/>
              <a:gd name="connsiteX8" fmla="*/ 209245 w 1255447"/>
              <a:gd name="connsiteY8" fmla="*/ 0 h 67759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55447" h="6775979">
                <a:moveTo>
                  <a:pt x="1255447" y="1129352"/>
                </a:moveTo>
                <a:lnTo>
                  <a:pt x="1255447" y="5646627"/>
                </a:lnTo>
                <a:cubicBezTo>
                  <a:pt x="1255447" y="6270350"/>
                  <a:pt x="1238090" y="6775976"/>
                  <a:pt x="1216678" y="6775976"/>
                </a:cubicBezTo>
                <a:lnTo>
                  <a:pt x="0" y="6775976"/>
                </a:lnTo>
                <a:lnTo>
                  <a:pt x="0" y="6775976"/>
                </a:lnTo>
                <a:lnTo>
                  <a:pt x="0" y="3"/>
                </a:lnTo>
                <a:lnTo>
                  <a:pt x="0" y="3"/>
                </a:lnTo>
                <a:lnTo>
                  <a:pt x="1216678" y="3"/>
                </a:lnTo>
                <a:cubicBezTo>
                  <a:pt x="1238090" y="3"/>
                  <a:pt x="1255447" y="505629"/>
                  <a:pt x="1255447" y="1129352"/>
                </a:cubicBezTo>
                <a:close/>
              </a:path>
            </a:pathLst>
          </a:custGeom>
        </p:spPr>
        <p:style>
          <a:lnRef idx="2">
            <a:schemeClr val="accent1">
              <a:hueOff val="0"/>
              <a:satOff val="0"/>
              <a:lumOff val="0"/>
              <a:alphaOff val="0"/>
            </a:schemeClr>
          </a:lnRef>
          <a:fillRef idx="1">
            <a:schemeClr val="lt1">
              <a:alpha val="90000"/>
              <a:hueOff val="0"/>
              <a:satOff val="0"/>
              <a:lumOff val="0"/>
              <a:alphaOff val="0"/>
            </a:schemeClr>
          </a:fillRef>
          <a:effectRef idx="0">
            <a:schemeClr val="lt1">
              <a:alpha val="90000"/>
              <a:hueOff val="0"/>
              <a:satOff val="0"/>
              <a:lumOff val="0"/>
              <a:alphaOff val="0"/>
            </a:schemeClr>
          </a:effectRef>
          <a:fontRef idx="minor">
            <a:schemeClr val="dk1">
              <a:hueOff val="0"/>
              <a:satOff val="0"/>
              <a:lumOff val="0"/>
              <a:alphaOff val="0"/>
            </a:schemeClr>
          </a:fontRef>
        </p:style>
        <p:txBody>
          <a:bodyPr spcFirstLastPara="0" vert="horz" wrap="square" lIns="248920" tIns="83511" rIns="83511" bIns="83511" numCol="1" spcCol="1270" anchor="ctr" anchorCtr="0">
            <a:noAutofit/>
          </a:bodyPr>
          <a:lstStyle/>
          <a:p>
            <a:pPr marL="0" lvl="1" defTabSz="1555750">
              <a:lnSpc>
                <a:spcPct val="90000"/>
              </a:lnSpc>
              <a:spcBef>
                <a:spcPct val="0"/>
              </a:spcBef>
              <a:spcAft>
                <a:spcPct val="15000"/>
              </a:spcAft>
              <a:defRPr/>
            </a:pPr>
            <a:r>
              <a:rPr lang="en-IN" sz="1300">
                <a:solidFill>
                  <a:srgbClr val="404040"/>
                </a:solidFill>
                <a:latin typeface="Calibri" panose="020F0502020204030204"/>
                <a:ea typeface="Calibri"/>
                <a:cs typeface="Calibri"/>
              </a:rPr>
              <a:t>Append Contra and Deletes in Fact</a:t>
            </a:r>
            <a:endParaRPr lang="en-IN" sz="1300">
              <a:solidFill>
                <a:srgbClr val="404040"/>
              </a:solidFill>
              <a:ea typeface="Calibri"/>
              <a:cs typeface="Calibri"/>
            </a:endParaRPr>
          </a:p>
        </p:txBody>
      </p:sp>
      <p:sp>
        <p:nvSpPr>
          <p:cNvPr id="41" name="Rectangle 40">
            <a:extLst>
              <a:ext uri="{FF2B5EF4-FFF2-40B4-BE49-F238E27FC236}">
                <a16:creationId xmlns:a16="http://schemas.microsoft.com/office/drawing/2014/main" id="{1053DE4D-C4D6-2F0D-0422-9606DFA84494}"/>
              </a:ext>
            </a:extLst>
          </p:cNvPr>
          <p:cNvSpPr/>
          <p:nvPr/>
        </p:nvSpPr>
        <p:spPr>
          <a:xfrm>
            <a:off x="8211523" y="6472409"/>
            <a:ext cx="2728225" cy="302964"/>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2" name="Rectangle 41">
            <a:extLst>
              <a:ext uri="{FF2B5EF4-FFF2-40B4-BE49-F238E27FC236}">
                <a16:creationId xmlns:a16="http://schemas.microsoft.com/office/drawing/2014/main" id="{6D6B49C1-8EA4-DD3D-FA01-8BBA6E1B58E6}"/>
              </a:ext>
            </a:extLst>
          </p:cNvPr>
          <p:cNvSpPr/>
          <p:nvPr/>
        </p:nvSpPr>
        <p:spPr>
          <a:xfrm>
            <a:off x="11005851" y="6290631"/>
            <a:ext cx="837282" cy="35254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278861061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3" name="Table 12"/>
          <p:cNvGraphicFramePr>
            <a:graphicFrameLocks noGrp="1"/>
          </p:cNvGraphicFramePr>
          <p:nvPr>
            <p:extLst>
              <p:ext uri="{D42A27DB-BD31-4B8C-83A1-F6EECF244321}">
                <p14:modId xmlns:p14="http://schemas.microsoft.com/office/powerpoint/2010/main" val="1058245449"/>
              </p:ext>
            </p:extLst>
          </p:nvPr>
        </p:nvGraphicFramePr>
        <p:xfrm>
          <a:off x="2652623" y="1055057"/>
          <a:ext cx="6889711" cy="5244274"/>
        </p:xfrm>
        <a:graphic>
          <a:graphicData uri="http://schemas.openxmlformats.org/drawingml/2006/table">
            <a:tbl>
              <a:tblPr/>
              <a:tblGrid>
                <a:gridCol w="1257796">
                  <a:extLst>
                    <a:ext uri="{9D8B030D-6E8A-4147-A177-3AD203B41FA5}">
                      <a16:colId xmlns:a16="http://schemas.microsoft.com/office/drawing/2014/main" val="913977000"/>
                    </a:ext>
                  </a:extLst>
                </a:gridCol>
                <a:gridCol w="1051291">
                  <a:extLst>
                    <a:ext uri="{9D8B030D-6E8A-4147-A177-3AD203B41FA5}">
                      <a16:colId xmlns:a16="http://schemas.microsoft.com/office/drawing/2014/main" val="1728580465"/>
                    </a:ext>
                  </a:extLst>
                </a:gridCol>
                <a:gridCol w="1145156">
                  <a:extLst>
                    <a:ext uri="{9D8B030D-6E8A-4147-A177-3AD203B41FA5}">
                      <a16:colId xmlns:a16="http://schemas.microsoft.com/office/drawing/2014/main" val="1157789206"/>
                    </a:ext>
                  </a:extLst>
                </a:gridCol>
                <a:gridCol w="1145156">
                  <a:extLst>
                    <a:ext uri="{9D8B030D-6E8A-4147-A177-3AD203B41FA5}">
                      <a16:colId xmlns:a16="http://schemas.microsoft.com/office/drawing/2014/main" val="2759755747"/>
                    </a:ext>
                  </a:extLst>
                </a:gridCol>
                <a:gridCol w="1145156">
                  <a:extLst>
                    <a:ext uri="{9D8B030D-6E8A-4147-A177-3AD203B41FA5}">
                      <a16:colId xmlns:a16="http://schemas.microsoft.com/office/drawing/2014/main" val="592155057"/>
                    </a:ext>
                  </a:extLst>
                </a:gridCol>
                <a:gridCol w="1145156">
                  <a:extLst>
                    <a:ext uri="{9D8B030D-6E8A-4147-A177-3AD203B41FA5}">
                      <a16:colId xmlns:a16="http://schemas.microsoft.com/office/drawing/2014/main" val="1293698235"/>
                    </a:ext>
                  </a:extLst>
                </a:gridCol>
              </a:tblGrid>
              <a:tr h="370324">
                <a:tc>
                  <a:txBody>
                    <a:bodyPr/>
                    <a:lstStyle/>
                    <a:p>
                      <a:pPr algn="ctr" fontAlgn="auto"/>
                      <a:r>
                        <a:rPr lang="en-GB" sz="1000" b="1" i="0" dirty="0">
                          <a:solidFill>
                            <a:srgbClr val="FFFFFF"/>
                          </a:solidFill>
                          <a:effectLst/>
                          <a:latin typeface="Calibri"/>
                        </a:rPr>
                        <a:t>​</a:t>
                      </a:r>
                    </a:p>
                  </a:txBody>
                  <a:tcPr marL="63478" marR="63478" marT="31739" marB="31739" anchor="ctr">
                    <a:lnL w="12192" cap="flat" cmpd="sng" algn="ctr">
                      <a:solidFill>
                        <a:srgbClr val="FFFFFF"/>
                      </a:solidFill>
                      <a:prstDash val="solid"/>
                      <a:round/>
                      <a:headEnd type="none" w="med" len="med"/>
                      <a:tailEnd type="none" w="med" len="med"/>
                    </a:lnL>
                    <a:lnR w="12192" cap="flat" cmpd="sng" algn="ctr">
                      <a:solidFill>
                        <a:srgbClr val="FFFFFF"/>
                      </a:solidFill>
                      <a:prstDash val="solid"/>
                      <a:round/>
                      <a:headEnd type="none" w="med" len="med"/>
                      <a:tailEnd type="none" w="med" len="med"/>
                    </a:lnR>
                    <a:lnT w="12192" cap="flat" cmpd="sng" algn="ctr">
                      <a:solidFill>
                        <a:srgbClr val="FFFFFF"/>
                      </a:solidFill>
                      <a:prstDash val="solid"/>
                      <a:round/>
                      <a:headEnd type="none" w="med" len="med"/>
                      <a:tailEnd type="none" w="med" len="med"/>
                    </a:lnT>
                    <a:lnB w="12192" cap="flat" cmpd="sng" algn="ctr">
                      <a:solidFill>
                        <a:srgbClr val="FFFFFF"/>
                      </a:solidFill>
                      <a:prstDash val="solid"/>
                      <a:round/>
                      <a:headEnd type="none" w="med" len="med"/>
                      <a:tailEnd type="none" w="med" len="med"/>
                    </a:lnB>
                    <a:solidFill>
                      <a:srgbClr val="CD2883"/>
                    </a:solidFill>
                  </a:tcPr>
                </a:tc>
                <a:tc>
                  <a:txBody>
                    <a:bodyPr/>
                    <a:lstStyle/>
                    <a:p>
                      <a:pPr algn="ctr" fontAlgn="base"/>
                      <a:r>
                        <a:rPr lang="en-GB" sz="1000" b="1" i="0" dirty="0">
                          <a:solidFill>
                            <a:srgbClr val="FFFFFF"/>
                          </a:solidFill>
                          <a:effectLst/>
                          <a:latin typeface="Calibri"/>
                        </a:rPr>
                        <a:t>Raw​</a:t>
                      </a:r>
                    </a:p>
                  </a:txBody>
                  <a:tcPr marL="63478" marR="63478" marT="31739" marB="31739" anchor="ctr">
                    <a:lnL w="12192" cap="flat" cmpd="sng" algn="ctr">
                      <a:solidFill>
                        <a:srgbClr val="FFFFFF"/>
                      </a:solidFill>
                      <a:prstDash val="solid"/>
                      <a:round/>
                      <a:headEnd type="none" w="med" len="med"/>
                      <a:tailEnd type="none" w="med" len="med"/>
                    </a:lnL>
                    <a:lnR w="12192" cap="flat" cmpd="sng" algn="ctr">
                      <a:solidFill>
                        <a:srgbClr val="FFFFFF"/>
                      </a:solidFill>
                      <a:prstDash val="solid"/>
                      <a:round/>
                      <a:headEnd type="none" w="med" len="med"/>
                      <a:tailEnd type="none" w="med" len="med"/>
                    </a:lnR>
                    <a:lnT w="12192" cap="flat" cmpd="sng" algn="ctr">
                      <a:solidFill>
                        <a:srgbClr val="FFFFFF"/>
                      </a:solidFill>
                      <a:prstDash val="solid"/>
                      <a:round/>
                      <a:headEnd type="none" w="med" len="med"/>
                      <a:tailEnd type="none" w="med" len="med"/>
                    </a:lnT>
                    <a:lnB w="12192" cap="flat" cmpd="sng" algn="ctr">
                      <a:solidFill>
                        <a:srgbClr val="FFFFFF"/>
                      </a:solidFill>
                      <a:prstDash val="solid"/>
                      <a:round/>
                      <a:headEnd type="none" w="med" len="med"/>
                      <a:tailEnd type="none" w="med" len="med"/>
                    </a:lnB>
                    <a:solidFill>
                      <a:srgbClr val="CD2883"/>
                    </a:solidFill>
                  </a:tcPr>
                </a:tc>
                <a:tc>
                  <a:txBody>
                    <a:bodyPr/>
                    <a:lstStyle/>
                    <a:p>
                      <a:pPr algn="ctr" fontAlgn="base"/>
                      <a:r>
                        <a:rPr lang="en-GB" sz="1000" b="1" i="0" dirty="0">
                          <a:solidFill>
                            <a:srgbClr val="FFFFFF"/>
                          </a:solidFill>
                          <a:effectLst/>
                          <a:latin typeface="Calibri"/>
                        </a:rPr>
                        <a:t>Standardised​</a:t>
                      </a:r>
                    </a:p>
                  </a:txBody>
                  <a:tcPr marL="63478" marR="63478" marT="31739" marB="31739" anchor="ctr">
                    <a:lnL w="12192" cap="flat" cmpd="sng" algn="ctr">
                      <a:solidFill>
                        <a:srgbClr val="FFFFFF"/>
                      </a:solidFill>
                      <a:prstDash val="solid"/>
                      <a:round/>
                      <a:headEnd type="none" w="med" len="med"/>
                      <a:tailEnd type="none" w="med" len="med"/>
                    </a:lnL>
                    <a:lnR w="12192" cap="flat" cmpd="sng" algn="ctr">
                      <a:solidFill>
                        <a:srgbClr val="FFFFFF"/>
                      </a:solidFill>
                      <a:prstDash val="solid"/>
                      <a:round/>
                      <a:headEnd type="none" w="med" len="med"/>
                      <a:tailEnd type="none" w="med" len="med"/>
                    </a:lnR>
                    <a:lnT w="12192" cap="flat" cmpd="sng" algn="ctr">
                      <a:solidFill>
                        <a:srgbClr val="FFFFFF"/>
                      </a:solidFill>
                      <a:prstDash val="solid"/>
                      <a:round/>
                      <a:headEnd type="none" w="med" len="med"/>
                      <a:tailEnd type="none" w="med" len="med"/>
                    </a:lnT>
                    <a:lnB w="12192" cap="flat" cmpd="sng" algn="ctr">
                      <a:solidFill>
                        <a:srgbClr val="FFFFFF"/>
                      </a:solidFill>
                      <a:prstDash val="solid"/>
                      <a:round/>
                      <a:headEnd type="none" w="med" len="med"/>
                      <a:tailEnd type="none" w="med" len="med"/>
                    </a:lnB>
                    <a:solidFill>
                      <a:srgbClr val="CD2883"/>
                    </a:solidFill>
                  </a:tcPr>
                </a:tc>
                <a:tc>
                  <a:txBody>
                    <a:bodyPr/>
                    <a:lstStyle/>
                    <a:p>
                      <a:pPr algn="ctr" fontAlgn="base"/>
                      <a:r>
                        <a:rPr lang="en-GB" sz="1000" b="1" i="0" dirty="0">
                          <a:solidFill>
                            <a:srgbClr val="FFFFFF"/>
                          </a:solidFill>
                          <a:effectLst/>
                          <a:latin typeface="Calibri"/>
                        </a:rPr>
                        <a:t>Conformed Table​</a:t>
                      </a:r>
                    </a:p>
                  </a:txBody>
                  <a:tcPr marL="63478" marR="63478" marT="31739" marB="31739" anchor="ctr">
                    <a:lnL w="12192" cap="flat" cmpd="sng" algn="ctr">
                      <a:solidFill>
                        <a:srgbClr val="FFFFFF"/>
                      </a:solidFill>
                      <a:prstDash val="solid"/>
                      <a:round/>
                      <a:headEnd type="none" w="med" len="med"/>
                      <a:tailEnd type="none" w="med" len="med"/>
                    </a:lnL>
                    <a:lnR w="12192" cap="flat" cmpd="sng" algn="ctr">
                      <a:solidFill>
                        <a:srgbClr val="FFFFFF"/>
                      </a:solidFill>
                      <a:prstDash val="solid"/>
                      <a:round/>
                      <a:headEnd type="none" w="med" len="med"/>
                      <a:tailEnd type="none" w="med" len="med"/>
                    </a:lnR>
                    <a:lnT w="12192" cap="flat" cmpd="sng" algn="ctr">
                      <a:solidFill>
                        <a:srgbClr val="FFFFFF"/>
                      </a:solidFill>
                      <a:prstDash val="solid"/>
                      <a:round/>
                      <a:headEnd type="none" w="med" len="med"/>
                      <a:tailEnd type="none" w="med" len="med"/>
                    </a:lnT>
                    <a:lnB w="12192" cap="flat" cmpd="sng" algn="ctr">
                      <a:solidFill>
                        <a:srgbClr val="FFFFFF"/>
                      </a:solidFill>
                      <a:prstDash val="solid"/>
                      <a:round/>
                      <a:headEnd type="none" w="med" len="med"/>
                      <a:tailEnd type="none" w="med" len="med"/>
                    </a:lnB>
                    <a:solidFill>
                      <a:srgbClr val="CD2883"/>
                    </a:solidFill>
                  </a:tcPr>
                </a:tc>
                <a:tc>
                  <a:txBody>
                    <a:bodyPr/>
                    <a:lstStyle/>
                    <a:p>
                      <a:pPr algn="ctr" fontAlgn="base"/>
                      <a:r>
                        <a:rPr lang="en-GB" sz="1000" b="1" i="0" dirty="0">
                          <a:solidFill>
                            <a:srgbClr val="FFFFFF"/>
                          </a:solidFill>
                          <a:effectLst/>
                          <a:latin typeface="Calibri"/>
                        </a:rPr>
                        <a:t>Conformed View​</a:t>
                      </a:r>
                    </a:p>
                  </a:txBody>
                  <a:tcPr marL="63478" marR="63478" marT="31739" marB="31739" anchor="ctr">
                    <a:lnL w="12192" cap="flat" cmpd="sng" algn="ctr">
                      <a:solidFill>
                        <a:srgbClr val="FFFFFF"/>
                      </a:solidFill>
                      <a:prstDash val="solid"/>
                      <a:round/>
                      <a:headEnd type="none" w="med" len="med"/>
                      <a:tailEnd type="none" w="med" len="med"/>
                    </a:lnL>
                    <a:lnR w="12192" cap="flat" cmpd="sng" algn="ctr">
                      <a:solidFill>
                        <a:srgbClr val="FFFFFF"/>
                      </a:solidFill>
                      <a:prstDash val="solid"/>
                      <a:round/>
                      <a:headEnd type="none" w="med" len="med"/>
                      <a:tailEnd type="none" w="med" len="med"/>
                    </a:lnR>
                    <a:lnT w="12192" cap="flat" cmpd="sng" algn="ctr">
                      <a:solidFill>
                        <a:srgbClr val="FFFFFF"/>
                      </a:solidFill>
                      <a:prstDash val="solid"/>
                      <a:round/>
                      <a:headEnd type="none" w="med" len="med"/>
                      <a:tailEnd type="none" w="med" len="med"/>
                    </a:lnT>
                    <a:lnB w="12192" cap="flat" cmpd="sng" algn="ctr">
                      <a:solidFill>
                        <a:srgbClr val="FFFFFF"/>
                      </a:solidFill>
                      <a:prstDash val="solid"/>
                      <a:round/>
                      <a:headEnd type="none" w="med" len="med"/>
                      <a:tailEnd type="none" w="med" len="med"/>
                    </a:lnB>
                    <a:solidFill>
                      <a:srgbClr val="CD2883"/>
                    </a:solidFill>
                  </a:tcPr>
                </a:tc>
                <a:tc>
                  <a:txBody>
                    <a:bodyPr/>
                    <a:lstStyle/>
                    <a:p>
                      <a:pPr algn="ctr" fontAlgn="base"/>
                      <a:r>
                        <a:rPr lang="en-GB" sz="1000" b="1" i="0" dirty="0">
                          <a:solidFill>
                            <a:srgbClr val="FFFFFF"/>
                          </a:solidFill>
                          <a:effectLst/>
                          <a:latin typeface="Calibri"/>
                        </a:rPr>
                        <a:t>Dimension/Fact Table​</a:t>
                      </a:r>
                    </a:p>
                  </a:txBody>
                  <a:tcPr marL="63478" marR="63478" marT="31739" marB="31739" anchor="ctr">
                    <a:lnL w="12192" cap="flat" cmpd="sng" algn="ctr">
                      <a:solidFill>
                        <a:srgbClr val="FFFFFF"/>
                      </a:solidFill>
                      <a:prstDash val="solid"/>
                      <a:round/>
                      <a:headEnd type="none" w="med" len="med"/>
                      <a:tailEnd type="none" w="med" len="med"/>
                    </a:lnL>
                    <a:lnR w="12192" cap="flat" cmpd="sng" algn="ctr">
                      <a:solidFill>
                        <a:srgbClr val="FFFFFF"/>
                      </a:solidFill>
                      <a:prstDash val="solid"/>
                      <a:round/>
                      <a:headEnd type="none" w="med" len="med"/>
                      <a:tailEnd type="none" w="med" len="med"/>
                    </a:lnR>
                    <a:lnT w="12192" cap="flat" cmpd="sng" algn="ctr">
                      <a:solidFill>
                        <a:srgbClr val="FFFFFF"/>
                      </a:solidFill>
                      <a:prstDash val="solid"/>
                      <a:round/>
                      <a:headEnd type="none" w="med" len="med"/>
                      <a:tailEnd type="none" w="med" len="med"/>
                    </a:lnT>
                    <a:lnB w="12192" cap="flat" cmpd="sng" algn="ctr">
                      <a:solidFill>
                        <a:srgbClr val="FFFFFF"/>
                      </a:solidFill>
                      <a:prstDash val="solid"/>
                      <a:round/>
                      <a:headEnd type="none" w="med" len="med"/>
                      <a:tailEnd type="none" w="med" len="med"/>
                    </a:lnB>
                    <a:solidFill>
                      <a:srgbClr val="CD2883"/>
                    </a:solidFill>
                  </a:tcPr>
                </a:tc>
                <a:extLst>
                  <a:ext uri="{0D108BD9-81ED-4DB2-BD59-A6C34878D82A}">
                    <a16:rowId xmlns:a16="http://schemas.microsoft.com/office/drawing/2014/main" val="2067517966"/>
                  </a:ext>
                </a:extLst>
              </a:tr>
              <a:tr h="1063461">
                <a:tc>
                  <a:txBody>
                    <a:bodyPr/>
                    <a:lstStyle/>
                    <a:p>
                      <a:pPr algn="ctr" fontAlgn="base"/>
                      <a:r>
                        <a:rPr lang="en-GB" sz="1000" b="0" i="0" dirty="0">
                          <a:solidFill>
                            <a:srgbClr val="FB4D0A"/>
                          </a:solidFill>
                          <a:effectLst/>
                          <a:latin typeface="Calibri"/>
                        </a:rPr>
                        <a:t>Description​</a:t>
                      </a:r>
                    </a:p>
                  </a:txBody>
                  <a:tcPr marL="63478" marR="63478" marT="31739" marB="31739" anchor="ctr">
                    <a:lnL w="12192" cap="flat" cmpd="sng" algn="ctr">
                      <a:solidFill>
                        <a:srgbClr val="FFFFFF"/>
                      </a:solidFill>
                      <a:prstDash val="solid"/>
                      <a:round/>
                      <a:headEnd type="none" w="med" len="med"/>
                      <a:tailEnd type="none" w="med" len="med"/>
                    </a:lnL>
                    <a:lnR w="12192" cap="flat" cmpd="sng" algn="ctr">
                      <a:solidFill>
                        <a:srgbClr val="FFFFFF"/>
                      </a:solidFill>
                      <a:prstDash val="solid"/>
                      <a:round/>
                      <a:headEnd type="none" w="med" len="med"/>
                      <a:tailEnd type="none" w="med" len="med"/>
                    </a:lnR>
                    <a:lnT w="12192" cap="flat" cmpd="sng" algn="ctr">
                      <a:solidFill>
                        <a:srgbClr val="FFFFFF"/>
                      </a:solidFill>
                      <a:prstDash val="solid"/>
                      <a:round/>
                      <a:headEnd type="none" w="med" len="med"/>
                      <a:tailEnd type="none" w="med" len="med"/>
                    </a:lnT>
                    <a:lnB w="12192" cap="flat" cmpd="sng" algn="ctr">
                      <a:solidFill>
                        <a:srgbClr val="FFFFFF"/>
                      </a:solidFill>
                      <a:prstDash val="solid"/>
                      <a:round/>
                      <a:headEnd type="none" w="med" len="med"/>
                      <a:tailEnd type="none" w="med" len="med"/>
                    </a:lnB>
                    <a:solidFill>
                      <a:srgbClr val="FDD0CC"/>
                    </a:solidFill>
                  </a:tcPr>
                </a:tc>
                <a:tc>
                  <a:txBody>
                    <a:bodyPr/>
                    <a:lstStyle/>
                    <a:p>
                      <a:pPr algn="ctr" fontAlgn="base"/>
                      <a:r>
                        <a:rPr lang="en-US" sz="1000" b="0" i="0" dirty="0">
                          <a:solidFill>
                            <a:srgbClr val="FB4D0A"/>
                          </a:solidFill>
                          <a:effectLst/>
                          <a:latin typeface="Calibri"/>
                        </a:rPr>
                        <a:t>Source specific physical table in </a:t>
                      </a:r>
                      <a:r>
                        <a:rPr lang="en-US" sz="1000" b="0" i="0" dirty="0" err="1">
                          <a:solidFill>
                            <a:srgbClr val="FB4D0A"/>
                          </a:solidFill>
                          <a:effectLst/>
                          <a:latin typeface="Calibri"/>
                        </a:rPr>
                        <a:t>databricks</a:t>
                      </a:r>
                      <a:r>
                        <a:rPr lang="en-US" sz="1000" b="0" i="0" dirty="0">
                          <a:solidFill>
                            <a:srgbClr val="FB4D0A"/>
                          </a:solidFill>
                          <a:effectLst/>
                          <a:latin typeface="Calibri"/>
                        </a:rPr>
                        <a:t> holding latest extract from source​</a:t>
                      </a:r>
                    </a:p>
                  </a:txBody>
                  <a:tcPr marL="63478" marR="63478" marT="31739" marB="31739" anchor="ctr">
                    <a:lnL w="12192" cap="flat" cmpd="sng" algn="ctr">
                      <a:solidFill>
                        <a:srgbClr val="FFFFFF"/>
                      </a:solidFill>
                      <a:prstDash val="solid"/>
                      <a:round/>
                      <a:headEnd type="none" w="med" len="med"/>
                      <a:tailEnd type="none" w="med" len="med"/>
                    </a:lnL>
                    <a:lnR w="12192" cap="flat" cmpd="sng" algn="ctr">
                      <a:solidFill>
                        <a:srgbClr val="FFFFFF"/>
                      </a:solidFill>
                      <a:prstDash val="solid"/>
                      <a:round/>
                      <a:headEnd type="none" w="med" len="med"/>
                      <a:tailEnd type="none" w="med" len="med"/>
                    </a:lnR>
                    <a:lnT w="12192" cap="flat" cmpd="sng" algn="ctr">
                      <a:solidFill>
                        <a:srgbClr val="FFFFFF"/>
                      </a:solidFill>
                      <a:prstDash val="solid"/>
                      <a:round/>
                      <a:headEnd type="none" w="med" len="med"/>
                      <a:tailEnd type="none" w="med" len="med"/>
                    </a:lnT>
                    <a:lnB w="12192" cap="flat" cmpd="sng" algn="ctr">
                      <a:solidFill>
                        <a:srgbClr val="FFFFFF"/>
                      </a:solidFill>
                      <a:prstDash val="solid"/>
                      <a:round/>
                      <a:headEnd type="none" w="med" len="med"/>
                      <a:tailEnd type="none" w="med" len="med"/>
                    </a:lnB>
                    <a:solidFill>
                      <a:srgbClr val="FDD0CC"/>
                    </a:solidFill>
                  </a:tcPr>
                </a:tc>
                <a:tc>
                  <a:txBody>
                    <a:bodyPr/>
                    <a:lstStyle/>
                    <a:p>
                      <a:pPr algn="ctr" fontAlgn="base"/>
                      <a:r>
                        <a:rPr lang="en-US" sz="1000" b="0" i="0" dirty="0">
                          <a:solidFill>
                            <a:srgbClr val="FB4D0A"/>
                          </a:solidFill>
                          <a:effectLst/>
                          <a:latin typeface="Calibri"/>
                        </a:rPr>
                        <a:t>Source specific physical table in </a:t>
                      </a:r>
                      <a:r>
                        <a:rPr lang="en-US" sz="1000" b="0" i="0" dirty="0" err="1">
                          <a:solidFill>
                            <a:srgbClr val="FB4D0A"/>
                          </a:solidFill>
                          <a:effectLst/>
                          <a:latin typeface="Calibri"/>
                        </a:rPr>
                        <a:t>databricks</a:t>
                      </a:r>
                      <a:r>
                        <a:rPr lang="en-US" sz="1000" b="0" i="0" dirty="0">
                          <a:solidFill>
                            <a:srgbClr val="FB4D0A"/>
                          </a:solidFill>
                          <a:effectLst/>
                          <a:latin typeface="Calibri"/>
                        </a:rPr>
                        <a:t> holding all type 2 historical data​</a:t>
                      </a:r>
                    </a:p>
                  </a:txBody>
                  <a:tcPr marL="63478" marR="63478" marT="31739" marB="31739" anchor="ctr">
                    <a:lnL w="12192" cap="flat" cmpd="sng" algn="ctr">
                      <a:solidFill>
                        <a:srgbClr val="FFFFFF"/>
                      </a:solidFill>
                      <a:prstDash val="solid"/>
                      <a:round/>
                      <a:headEnd type="none" w="med" len="med"/>
                      <a:tailEnd type="none" w="med" len="med"/>
                    </a:lnL>
                    <a:lnR w="12192" cap="flat" cmpd="sng" algn="ctr">
                      <a:solidFill>
                        <a:srgbClr val="FFFFFF"/>
                      </a:solidFill>
                      <a:prstDash val="solid"/>
                      <a:round/>
                      <a:headEnd type="none" w="med" len="med"/>
                      <a:tailEnd type="none" w="med" len="med"/>
                    </a:lnR>
                    <a:lnT w="12192" cap="flat" cmpd="sng" algn="ctr">
                      <a:solidFill>
                        <a:srgbClr val="FFFFFF"/>
                      </a:solidFill>
                      <a:prstDash val="solid"/>
                      <a:round/>
                      <a:headEnd type="none" w="med" len="med"/>
                      <a:tailEnd type="none" w="med" len="med"/>
                    </a:lnT>
                    <a:lnB w="12192" cap="flat" cmpd="sng" algn="ctr">
                      <a:solidFill>
                        <a:srgbClr val="FFFFFF"/>
                      </a:solidFill>
                      <a:prstDash val="solid"/>
                      <a:round/>
                      <a:headEnd type="none" w="med" len="med"/>
                      <a:tailEnd type="none" w="med" len="med"/>
                    </a:lnB>
                    <a:solidFill>
                      <a:srgbClr val="FDD0CC"/>
                    </a:solidFill>
                  </a:tcPr>
                </a:tc>
                <a:tc>
                  <a:txBody>
                    <a:bodyPr/>
                    <a:lstStyle/>
                    <a:p>
                      <a:pPr algn="ctr" fontAlgn="base"/>
                      <a:r>
                        <a:rPr lang="en-US" sz="1000" b="0" i="0" dirty="0">
                          <a:solidFill>
                            <a:srgbClr val="FB4D0A"/>
                          </a:solidFill>
                          <a:effectLst/>
                          <a:latin typeface="Calibri"/>
                        </a:rPr>
                        <a:t>Source specific physical table in </a:t>
                      </a:r>
                      <a:r>
                        <a:rPr lang="en-US" sz="1000" b="0" i="0" dirty="0" err="1">
                          <a:solidFill>
                            <a:srgbClr val="FB4D0A"/>
                          </a:solidFill>
                          <a:effectLst/>
                          <a:latin typeface="Calibri"/>
                        </a:rPr>
                        <a:t>databricks</a:t>
                      </a:r>
                      <a:r>
                        <a:rPr lang="en-US" sz="1000" b="0" i="0" dirty="0">
                          <a:solidFill>
                            <a:srgbClr val="FB4D0A"/>
                          </a:solidFill>
                          <a:effectLst/>
                          <a:latin typeface="Calibri"/>
                        </a:rPr>
                        <a:t> holding all type 2historical data that has been conformed across multiple </a:t>
                      </a:r>
                      <a:r>
                        <a:rPr lang="en-US" sz="1000" b="0" i="0" dirty="0" err="1">
                          <a:solidFill>
                            <a:srgbClr val="FB4D0A"/>
                          </a:solidFill>
                          <a:effectLst/>
                          <a:latin typeface="Calibri"/>
                        </a:rPr>
                        <a:t>standardised</a:t>
                      </a:r>
                      <a:r>
                        <a:rPr lang="en-US" sz="1000" b="0" i="0" dirty="0">
                          <a:solidFill>
                            <a:srgbClr val="FB4D0A"/>
                          </a:solidFill>
                          <a:effectLst/>
                          <a:latin typeface="Calibri"/>
                        </a:rPr>
                        <a:t> tables​</a:t>
                      </a:r>
                    </a:p>
                  </a:txBody>
                  <a:tcPr marL="63478" marR="63478" marT="31739" marB="31739" anchor="ctr">
                    <a:lnL w="12192" cap="flat" cmpd="sng" algn="ctr">
                      <a:solidFill>
                        <a:srgbClr val="FFFFFF"/>
                      </a:solidFill>
                      <a:prstDash val="solid"/>
                      <a:round/>
                      <a:headEnd type="none" w="med" len="med"/>
                      <a:tailEnd type="none" w="med" len="med"/>
                    </a:lnL>
                    <a:lnR w="12192" cap="flat" cmpd="sng" algn="ctr">
                      <a:solidFill>
                        <a:srgbClr val="FFFFFF"/>
                      </a:solidFill>
                      <a:prstDash val="solid"/>
                      <a:round/>
                      <a:headEnd type="none" w="med" len="med"/>
                      <a:tailEnd type="none" w="med" len="med"/>
                    </a:lnR>
                    <a:lnT w="12192" cap="flat" cmpd="sng" algn="ctr">
                      <a:solidFill>
                        <a:srgbClr val="FFFFFF"/>
                      </a:solidFill>
                      <a:prstDash val="solid"/>
                      <a:round/>
                      <a:headEnd type="none" w="med" len="med"/>
                      <a:tailEnd type="none" w="med" len="med"/>
                    </a:lnT>
                    <a:lnB w="12192" cap="flat" cmpd="sng" algn="ctr">
                      <a:solidFill>
                        <a:srgbClr val="FFFFFF"/>
                      </a:solidFill>
                      <a:prstDash val="solid"/>
                      <a:round/>
                      <a:headEnd type="none" w="med" len="med"/>
                      <a:tailEnd type="none" w="med" len="med"/>
                    </a:lnB>
                    <a:solidFill>
                      <a:srgbClr val="FDD0CC"/>
                    </a:solidFill>
                  </a:tcPr>
                </a:tc>
                <a:tc>
                  <a:txBody>
                    <a:bodyPr/>
                    <a:lstStyle/>
                    <a:p>
                      <a:pPr algn="ctr" fontAlgn="base"/>
                      <a:r>
                        <a:rPr lang="en-US" sz="1000" b="0" i="0" dirty="0">
                          <a:solidFill>
                            <a:srgbClr val="FB4D0A"/>
                          </a:solidFill>
                          <a:effectLst/>
                          <a:latin typeface="Calibri"/>
                        </a:rPr>
                        <a:t>View sitting over source </a:t>
                      </a:r>
                      <a:r>
                        <a:rPr lang="en-US" sz="1000" b="0" i="0" dirty="0" err="1">
                          <a:solidFill>
                            <a:srgbClr val="FB4D0A"/>
                          </a:solidFill>
                          <a:effectLst/>
                          <a:latin typeface="Calibri"/>
                        </a:rPr>
                        <a:t>specificconformed</a:t>
                      </a:r>
                      <a:r>
                        <a:rPr lang="en-US" sz="1000" b="0" i="0" dirty="0">
                          <a:solidFill>
                            <a:srgbClr val="FB4D0A"/>
                          </a:solidFill>
                          <a:effectLst/>
                          <a:latin typeface="Calibri"/>
                        </a:rPr>
                        <a:t> tables –should be </a:t>
                      </a:r>
                      <a:r>
                        <a:rPr lang="en-US" sz="1000" b="0" i="0" dirty="0" err="1">
                          <a:solidFill>
                            <a:srgbClr val="FB4D0A"/>
                          </a:solidFill>
                          <a:effectLst/>
                          <a:latin typeface="Calibri"/>
                        </a:rPr>
                        <a:t>identicalstructure</a:t>
                      </a:r>
                      <a:r>
                        <a:rPr lang="en-US" sz="1000" b="0" i="0" dirty="0">
                          <a:solidFill>
                            <a:srgbClr val="FB4D0A"/>
                          </a:solidFill>
                          <a:effectLst/>
                          <a:latin typeface="Calibri"/>
                        </a:rPr>
                        <a:t> to </a:t>
                      </a:r>
                      <a:r>
                        <a:rPr lang="en-US" sz="1000" b="0" i="0" dirty="0" err="1">
                          <a:solidFill>
                            <a:srgbClr val="FB4D0A"/>
                          </a:solidFill>
                          <a:effectLst/>
                          <a:latin typeface="Calibri"/>
                        </a:rPr>
                        <a:t>warehousestaging</a:t>
                      </a:r>
                      <a:r>
                        <a:rPr lang="en-US" sz="1000" b="0" i="0" dirty="0">
                          <a:solidFill>
                            <a:srgbClr val="FB4D0A"/>
                          </a:solidFill>
                          <a:effectLst/>
                          <a:latin typeface="Calibri"/>
                        </a:rPr>
                        <a:t> table </a:t>
                      </a:r>
                      <a:r>
                        <a:rPr lang="en-US" sz="1000" b="0" i="0" dirty="0" err="1">
                          <a:solidFill>
                            <a:srgbClr val="FB4D0A"/>
                          </a:solidFill>
                          <a:effectLst/>
                          <a:latin typeface="Calibri"/>
                        </a:rPr>
                        <a:t>andwarehouse</a:t>
                      </a:r>
                      <a:r>
                        <a:rPr lang="en-US" sz="1000" b="0" i="0" dirty="0">
                          <a:solidFill>
                            <a:srgbClr val="FB4D0A"/>
                          </a:solidFill>
                          <a:effectLst/>
                          <a:latin typeface="Calibri"/>
                        </a:rPr>
                        <a:t> external view​</a:t>
                      </a:r>
                    </a:p>
                  </a:txBody>
                  <a:tcPr marL="63478" marR="63478" marT="31739" marB="31739" anchor="ctr">
                    <a:lnL w="12192" cap="flat" cmpd="sng" algn="ctr">
                      <a:solidFill>
                        <a:srgbClr val="FFFFFF"/>
                      </a:solidFill>
                      <a:prstDash val="solid"/>
                      <a:round/>
                      <a:headEnd type="none" w="med" len="med"/>
                      <a:tailEnd type="none" w="med" len="med"/>
                    </a:lnL>
                    <a:lnR w="12192" cap="flat" cmpd="sng" algn="ctr">
                      <a:solidFill>
                        <a:srgbClr val="FFFFFF"/>
                      </a:solidFill>
                      <a:prstDash val="solid"/>
                      <a:round/>
                      <a:headEnd type="none" w="med" len="med"/>
                      <a:tailEnd type="none" w="med" len="med"/>
                    </a:lnR>
                    <a:lnT w="12192" cap="flat" cmpd="sng" algn="ctr">
                      <a:solidFill>
                        <a:srgbClr val="FFFFFF"/>
                      </a:solidFill>
                      <a:prstDash val="solid"/>
                      <a:round/>
                      <a:headEnd type="none" w="med" len="med"/>
                      <a:tailEnd type="none" w="med" len="med"/>
                    </a:lnT>
                    <a:lnB w="12192" cap="flat" cmpd="sng" algn="ctr">
                      <a:solidFill>
                        <a:srgbClr val="FFFFFF"/>
                      </a:solidFill>
                      <a:prstDash val="solid"/>
                      <a:round/>
                      <a:headEnd type="none" w="med" len="med"/>
                      <a:tailEnd type="none" w="med" len="med"/>
                    </a:lnB>
                    <a:solidFill>
                      <a:srgbClr val="FDD0CC"/>
                    </a:solidFill>
                  </a:tcPr>
                </a:tc>
                <a:tc>
                  <a:txBody>
                    <a:bodyPr/>
                    <a:lstStyle/>
                    <a:p>
                      <a:pPr algn="ctr" fontAlgn="auto"/>
                      <a:r>
                        <a:rPr lang="en-GB" sz="1000" b="0" i="0" dirty="0">
                          <a:solidFill>
                            <a:srgbClr val="FB4D0A"/>
                          </a:solidFill>
                          <a:effectLst/>
                          <a:latin typeface="Calibri"/>
                        </a:rPr>
                        <a:t>​</a:t>
                      </a:r>
                    </a:p>
                  </a:txBody>
                  <a:tcPr marL="63478" marR="63478" marT="31739" marB="31739" anchor="ctr">
                    <a:lnL w="12192" cap="flat" cmpd="sng" algn="ctr">
                      <a:solidFill>
                        <a:srgbClr val="FFFFFF"/>
                      </a:solidFill>
                      <a:prstDash val="solid"/>
                      <a:round/>
                      <a:headEnd type="none" w="med" len="med"/>
                      <a:tailEnd type="none" w="med" len="med"/>
                    </a:lnL>
                    <a:lnR w="12192" cap="flat" cmpd="sng" algn="ctr">
                      <a:solidFill>
                        <a:srgbClr val="FFFFFF"/>
                      </a:solidFill>
                      <a:prstDash val="solid"/>
                      <a:round/>
                      <a:headEnd type="none" w="med" len="med"/>
                      <a:tailEnd type="none" w="med" len="med"/>
                    </a:lnR>
                    <a:lnT w="12192" cap="flat" cmpd="sng" algn="ctr">
                      <a:solidFill>
                        <a:srgbClr val="FFFFFF"/>
                      </a:solidFill>
                      <a:prstDash val="solid"/>
                      <a:round/>
                      <a:headEnd type="none" w="med" len="med"/>
                      <a:tailEnd type="none" w="med" len="med"/>
                    </a:lnT>
                    <a:lnB w="12192" cap="flat" cmpd="sng" algn="ctr">
                      <a:solidFill>
                        <a:srgbClr val="FFFFFF"/>
                      </a:solidFill>
                      <a:prstDash val="solid"/>
                      <a:round/>
                      <a:headEnd type="none" w="med" len="med"/>
                      <a:tailEnd type="none" w="med" len="med"/>
                    </a:lnB>
                    <a:solidFill>
                      <a:srgbClr val="FDD0CC"/>
                    </a:solidFill>
                  </a:tcPr>
                </a:tc>
                <a:extLst>
                  <a:ext uri="{0D108BD9-81ED-4DB2-BD59-A6C34878D82A}">
                    <a16:rowId xmlns:a16="http://schemas.microsoft.com/office/drawing/2014/main" val="796606399"/>
                  </a:ext>
                </a:extLst>
              </a:tr>
              <a:tr h="495335">
                <a:tc>
                  <a:txBody>
                    <a:bodyPr/>
                    <a:lstStyle/>
                    <a:p>
                      <a:pPr algn="ctr" fontAlgn="base"/>
                      <a:r>
                        <a:rPr lang="en-GB" sz="1000" b="0" i="0" dirty="0">
                          <a:solidFill>
                            <a:srgbClr val="FB4D0A"/>
                          </a:solidFill>
                          <a:effectLst/>
                          <a:latin typeface="Calibri"/>
                        </a:rPr>
                        <a:t>Modelled in ERWIN​</a:t>
                      </a:r>
                    </a:p>
                  </a:txBody>
                  <a:tcPr marL="63478" marR="63478" marT="31739" marB="31739" anchor="ctr">
                    <a:lnL w="12192" cap="flat" cmpd="sng" algn="ctr">
                      <a:solidFill>
                        <a:srgbClr val="FFFFFF"/>
                      </a:solidFill>
                      <a:prstDash val="solid"/>
                      <a:round/>
                      <a:headEnd type="none" w="med" len="med"/>
                      <a:tailEnd type="none" w="med" len="med"/>
                    </a:lnL>
                    <a:lnR w="12192" cap="flat" cmpd="sng" algn="ctr">
                      <a:solidFill>
                        <a:srgbClr val="FFFFFF"/>
                      </a:solidFill>
                      <a:prstDash val="solid"/>
                      <a:round/>
                      <a:headEnd type="none" w="med" len="med"/>
                      <a:tailEnd type="none" w="med" len="med"/>
                    </a:lnR>
                    <a:lnT w="12192" cap="flat" cmpd="sng" algn="ctr">
                      <a:solidFill>
                        <a:srgbClr val="FFFFFF"/>
                      </a:solidFill>
                      <a:prstDash val="solid"/>
                      <a:round/>
                      <a:headEnd type="none" w="med" len="med"/>
                      <a:tailEnd type="none" w="med" len="med"/>
                    </a:lnT>
                    <a:lnB w="12192" cap="flat" cmpd="sng" algn="ctr">
                      <a:solidFill>
                        <a:srgbClr val="FFFFFF"/>
                      </a:solidFill>
                      <a:prstDash val="solid"/>
                      <a:round/>
                      <a:headEnd type="none" w="med" len="med"/>
                      <a:tailEnd type="none" w="med" len="med"/>
                    </a:lnB>
                    <a:solidFill>
                      <a:srgbClr val="FEE9E7"/>
                    </a:solidFill>
                  </a:tcPr>
                </a:tc>
                <a:tc>
                  <a:txBody>
                    <a:bodyPr/>
                    <a:lstStyle/>
                    <a:p>
                      <a:pPr algn="ctr" fontAlgn="base"/>
                      <a:r>
                        <a:rPr lang="en-GB" sz="1000" b="0" i="0" dirty="0">
                          <a:solidFill>
                            <a:srgbClr val="FB4D0A"/>
                          </a:solidFill>
                          <a:effectLst/>
                          <a:latin typeface="Calibri"/>
                        </a:rPr>
                        <a:t>Yes​</a:t>
                      </a:r>
                    </a:p>
                  </a:txBody>
                  <a:tcPr marL="63478" marR="63478" marT="31739" marB="31739" anchor="ctr">
                    <a:lnL w="12192" cap="flat" cmpd="sng" algn="ctr">
                      <a:solidFill>
                        <a:srgbClr val="FFFFFF"/>
                      </a:solidFill>
                      <a:prstDash val="solid"/>
                      <a:round/>
                      <a:headEnd type="none" w="med" len="med"/>
                      <a:tailEnd type="none" w="med" len="med"/>
                    </a:lnL>
                    <a:lnR w="12192" cap="flat" cmpd="sng" algn="ctr">
                      <a:solidFill>
                        <a:srgbClr val="FFFFFF"/>
                      </a:solidFill>
                      <a:prstDash val="solid"/>
                      <a:round/>
                      <a:headEnd type="none" w="med" len="med"/>
                      <a:tailEnd type="none" w="med" len="med"/>
                    </a:lnR>
                    <a:lnT w="12192" cap="flat" cmpd="sng" algn="ctr">
                      <a:solidFill>
                        <a:srgbClr val="FFFFFF"/>
                      </a:solidFill>
                      <a:prstDash val="solid"/>
                      <a:round/>
                      <a:headEnd type="none" w="med" len="med"/>
                      <a:tailEnd type="none" w="med" len="med"/>
                    </a:lnT>
                    <a:lnB w="12192" cap="flat" cmpd="sng" algn="ctr">
                      <a:solidFill>
                        <a:srgbClr val="FFFFFF"/>
                      </a:solidFill>
                      <a:prstDash val="solid"/>
                      <a:round/>
                      <a:headEnd type="none" w="med" len="med"/>
                      <a:tailEnd type="none" w="med" len="med"/>
                    </a:lnB>
                    <a:solidFill>
                      <a:srgbClr val="FEE9E7"/>
                    </a:solidFill>
                  </a:tcPr>
                </a:tc>
                <a:tc>
                  <a:txBody>
                    <a:bodyPr/>
                    <a:lstStyle/>
                    <a:p>
                      <a:pPr algn="ctr" fontAlgn="base"/>
                      <a:r>
                        <a:rPr lang="en-GB" sz="1000" b="0" i="0" dirty="0">
                          <a:solidFill>
                            <a:srgbClr val="FB4D0A"/>
                          </a:solidFill>
                          <a:effectLst/>
                          <a:latin typeface="Calibri"/>
                        </a:rPr>
                        <a:t>Yes​</a:t>
                      </a:r>
                    </a:p>
                  </a:txBody>
                  <a:tcPr marL="63478" marR="63478" marT="31739" marB="31739" anchor="ctr">
                    <a:lnL w="12192" cap="flat" cmpd="sng" algn="ctr">
                      <a:solidFill>
                        <a:srgbClr val="FFFFFF"/>
                      </a:solidFill>
                      <a:prstDash val="solid"/>
                      <a:round/>
                      <a:headEnd type="none" w="med" len="med"/>
                      <a:tailEnd type="none" w="med" len="med"/>
                    </a:lnL>
                    <a:lnR w="12192" cap="flat" cmpd="sng" algn="ctr">
                      <a:solidFill>
                        <a:srgbClr val="FFFFFF"/>
                      </a:solidFill>
                      <a:prstDash val="solid"/>
                      <a:round/>
                      <a:headEnd type="none" w="med" len="med"/>
                      <a:tailEnd type="none" w="med" len="med"/>
                    </a:lnR>
                    <a:lnT w="12192" cap="flat" cmpd="sng" algn="ctr">
                      <a:solidFill>
                        <a:srgbClr val="FFFFFF"/>
                      </a:solidFill>
                      <a:prstDash val="solid"/>
                      <a:round/>
                      <a:headEnd type="none" w="med" len="med"/>
                      <a:tailEnd type="none" w="med" len="med"/>
                    </a:lnT>
                    <a:lnB w="12192" cap="flat" cmpd="sng" algn="ctr">
                      <a:solidFill>
                        <a:srgbClr val="FFFFFF"/>
                      </a:solidFill>
                      <a:prstDash val="solid"/>
                      <a:round/>
                      <a:headEnd type="none" w="med" len="med"/>
                      <a:tailEnd type="none" w="med" len="med"/>
                    </a:lnB>
                    <a:solidFill>
                      <a:srgbClr val="FEE9E7"/>
                    </a:solidFill>
                  </a:tcPr>
                </a:tc>
                <a:tc>
                  <a:txBody>
                    <a:bodyPr/>
                    <a:lstStyle/>
                    <a:p>
                      <a:pPr algn="ctr" fontAlgn="base"/>
                      <a:r>
                        <a:rPr lang="en-GB" sz="1000" b="0" i="0" dirty="0">
                          <a:solidFill>
                            <a:srgbClr val="FB4D0A"/>
                          </a:solidFill>
                          <a:effectLst/>
                          <a:latin typeface="Calibri"/>
                        </a:rPr>
                        <a:t>Yes​</a:t>
                      </a:r>
                    </a:p>
                  </a:txBody>
                  <a:tcPr marL="63478" marR="63478" marT="31739" marB="31739" anchor="ctr">
                    <a:lnL w="12192" cap="flat" cmpd="sng" algn="ctr">
                      <a:solidFill>
                        <a:srgbClr val="FFFFFF"/>
                      </a:solidFill>
                      <a:prstDash val="solid"/>
                      <a:round/>
                      <a:headEnd type="none" w="med" len="med"/>
                      <a:tailEnd type="none" w="med" len="med"/>
                    </a:lnL>
                    <a:lnR w="12192" cap="flat" cmpd="sng" algn="ctr">
                      <a:solidFill>
                        <a:srgbClr val="FFFFFF"/>
                      </a:solidFill>
                      <a:prstDash val="solid"/>
                      <a:round/>
                      <a:headEnd type="none" w="med" len="med"/>
                      <a:tailEnd type="none" w="med" len="med"/>
                    </a:lnR>
                    <a:lnT w="12192" cap="flat" cmpd="sng" algn="ctr">
                      <a:solidFill>
                        <a:srgbClr val="FFFFFF"/>
                      </a:solidFill>
                      <a:prstDash val="solid"/>
                      <a:round/>
                      <a:headEnd type="none" w="med" len="med"/>
                      <a:tailEnd type="none" w="med" len="med"/>
                    </a:lnT>
                    <a:lnB w="12192" cap="flat" cmpd="sng" algn="ctr">
                      <a:solidFill>
                        <a:srgbClr val="FFFFFF"/>
                      </a:solidFill>
                      <a:prstDash val="solid"/>
                      <a:round/>
                      <a:headEnd type="none" w="med" len="med"/>
                      <a:tailEnd type="none" w="med" len="med"/>
                    </a:lnB>
                    <a:solidFill>
                      <a:srgbClr val="FEE9E7"/>
                    </a:solidFill>
                  </a:tcPr>
                </a:tc>
                <a:tc>
                  <a:txBody>
                    <a:bodyPr/>
                    <a:lstStyle/>
                    <a:p>
                      <a:pPr algn="ctr" fontAlgn="base"/>
                      <a:r>
                        <a:rPr lang="en-GB" sz="1000" b="0" i="0" dirty="0">
                          <a:solidFill>
                            <a:srgbClr val="FB4D0A"/>
                          </a:solidFill>
                          <a:effectLst/>
                          <a:latin typeface="Calibri"/>
                        </a:rPr>
                        <a:t>No</a:t>
                      </a:r>
                    </a:p>
                  </a:txBody>
                  <a:tcPr marL="63478" marR="63478" marT="31739" marB="31739" anchor="ctr">
                    <a:lnL w="12192" cap="flat" cmpd="sng" algn="ctr">
                      <a:solidFill>
                        <a:srgbClr val="FFFFFF"/>
                      </a:solidFill>
                      <a:prstDash val="solid"/>
                      <a:round/>
                      <a:headEnd type="none" w="med" len="med"/>
                      <a:tailEnd type="none" w="med" len="med"/>
                    </a:lnL>
                    <a:lnR w="12192" cap="flat" cmpd="sng" algn="ctr">
                      <a:solidFill>
                        <a:srgbClr val="FFFFFF"/>
                      </a:solidFill>
                      <a:prstDash val="solid"/>
                      <a:round/>
                      <a:headEnd type="none" w="med" len="med"/>
                      <a:tailEnd type="none" w="med" len="med"/>
                    </a:lnR>
                    <a:lnT w="12192" cap="flat" cmpd="sng" algn="ctr">
                      <a:solidFill>
                        <a:srgbClr val="FFFFFF"/>
                      </a:solidFill>
                      <a:prstDash val="solid"/>
                      <a:round/>
                      <a:headEnd type="none" w="med" len="med"/>
                      <a:tailEnd type="none" w="med" len="med"/>
                    </a:lnT>
                    <a:lnB w="12192" cap="flat" cmpd="sng" algn="ctr">
                      <a:solidFill>
                        <a:srgbClr val="FFFFFF"/>
                      </a:solidFill>
                      <a:prstDash val="solid"/>
                      <a:round/>
                      <a:headEnd type="none" w="med" len="med"/>
                      <a:tailEnd type="none" w="med" len="med"/>
                    </a:lnB>
                    <a:solidFill>
                      <a:srgbClr val="FEE9E7"/>
                    </a:solidFill>
                  </a:tcPr>
                </a:tc>
                <a:tc>
                  <a:txBody>
                    <a:bodyPr/>
                    <a:lstStyle/>
                    <a:p>
                      <a:pPr algn="ctr" fontAlgn="base"/>
                      <a:r>
                        <a:rPr lang="en-GB" sz="1000" b="0" i="0" dirty="0">
                          <a:solidFill>
                            <a:srgbClr val="FB4D0A"/>
                          </a:solidFill>
                          <a:effectLst/>
                          <a:latin typeface="Calibri"/>
                        </a:rPr>
                        <a:t>Yes​</a:t>
                      </a:r>
                    </a:p>
                  </a:txBody>
                  <a:tcPr marL="63478" marR="63478" marT="31739" marB="31739" anchor="ctr">
                    <a:lnL w="12192" cap="flat" cmpd="sng" algn="ctr">
                      <a:solidFill>
                        <a:srgbClr val="FFFFFF"/>
                      </a:solidFill>
                      <a:prstDash val="solid"/>
                      <a:round/>
                      <a:headEnd type="none" w="med" len="med"/>
                      <a:tailEnd type="none" w="med" len="med"/>
                    </a:lnL>
                    <a:lnR w="12192" cap="flat" cmpd="sng" algn="ctr">
                      <a:solidFill>
                        <a:srgbClr val="FFFFFF"/>
                      </a:solidFill>
                      <a:prstDash val="solid"/>
                      <a:round/>
                      <a:headEnd type="none" w="med" len="med"/>
                      <a:tailEnd type="none" w="med" len="med"/>
                    </a:lnR>
                    <a:lnT w="12192" cap="flat" cmpd="sng" algn="ctr">
                      <a:solidFill>
                        <a:srgbClr val="FFFFFF"/>
                      </a:solidFill>
                      <a:prstDash val="solid"/>
                      <a:round/>
                      <a:headEnd type="none" w="med" len="med"/>
                      <a:tailEnd type="none" w="med" len="med"/>
                    </a:lnT>
                    <a:lnB w="12192" cap="flat" cmpd="sng" algn="ctr">
                      <a:solidFill>
                        <a:srgbClr val="FFFFFF"/>
                      </a:solidFill>
                      <a:prstDash val="solid"/>
                      <a:round/>
                      <a:headEnd type="none" w="med" len="med"/>
                      <a:tailEnd type="none" w="med" len="med"/>
                    </a:lnB>
                    <a:solidFill>
                      <a:srgbClr val="FEE9E7"/>
                    </a:solidFill>
                  </a:tcPr>
                </a:tc>
                <a:extLst>
                  <a:ext uri="{0D108BD9-81ED-4DB2-BD59-A6C34878D82A}">
                    <a16:rowId xmlns:a16="http://schemas.microsoft.com/office/drawing/2014/main" val="279792456"/>
                  </a:ext>
                </a:extLst>
              </a:tr>
              <a:tr h="281846">
                <a:tc>
                  <a:txBody>
                    <a:bodyPr/>
                    <a:lstStyle/>
                    <a:p>
                      <a:pPr algn="ctr" fontAlgn="base"/>
                      <a:r>
                        <a:rPr lang="en-GB" sz="1000" b="0" i="0" dirty="0">
                          <a:solidFill>
                            <a:srgbClr val="FB4D0A"/>
                          </a:solidFill>
                          <a:effectLst/>
                          <a:latin typeface="Calibri"/>
                        </a:rPr>
                        <a:t>Creates HBK​</a:t>
                      </a:r>
                    </a:p>
                  </a:txBody>
                  <a:tcPr marL="63478" marR="63478" marT="31739" marB="31739" anchor="ctr">
                    <a:lnL w="12192" cap="flat" cmpd="sng" algn="ctr">
                      <a:solidFill>
                        <a:srgbClr val="FFFFFF"/>
                      </a:solidFill>
                      <a:prstDash val="solid"/>
                      <a:round/>
                      <a:headEnd type="none" w="med" len="med"/>
                      <a:tailEnd type="none" w="med" len="med"/>
                    </a:lnL>
                    <a:lnR w="12192" cap="flat" cmpd="sng" algn="ctr">
                      <a:solidFill>
                        <a:srgbClr val="FFFFFF"/>
                      </a:solidFill>
                      <a:prstDash val="solid"/>
                      <a:round/>
                      <a:headEnd type="none" w="med" len="med"/>
                      <a:tailEnd type="none" w="med" len="med"/>
                    </a:lnR>
                    <a:lnT w="12192" cap="flat" cmpd="sng" algn="ctr">
                      <a:solidFill>
                        <a:srgbClr val="FFFFFF"/>
                      </a:solidFill>
                      <a:prstDash val="solid"/>
                      <a:round/>
                      <a:headEnd type="none" w="med" len="med"/>
                      <a:tailEnd type="none" w="med" len="med"/>
                    </a:lnT>
                    <a:lnB w="12192" cap="flat" cmpd="sng" algn="ctr">
                      <a:solidFill>
                        <a:srgbClr val="FFFFFF"/>
                      </a:solidFill>
                      <a:prstDash val="solid"/>
                      <a:round/>
                      <a:headEnd type="none" w="med" len="med"/>
                      <a:tailEnd type="none" w="med" len="med"/>
                    </a:lnB>
                    <a:solidFill>
                      <a:srgbClr val="FDD0CC"/>
                    </a:solidFill>
                  </a:tcPr>
                </a:tc>
                <a:tc>
                  <a:txBody>
                    <a:bodyPr/>
                    <a:lstStyle/>
                    <a:p>
                      <a:pPr algn="ctr" fontAlgn="base"/>
                      <a:r>
                        <a:rPr lang="en-GB" sz="1000" b="0" i="0" dirty="0">
                          <a:solidFill>
                            <a:srgbClr val="FB4D0A"/>
                          </a:solidFill>
                          <a:effectLst/>
                          <a:latin typeface="Calibri"/>
                        </a:rPr>
                        <a:t>No​</a:t>
                      </a:r>
                    </a:p>
                  </a:txBody>
                  <a:tcPr marL="63478" marR="63478" marT="31739" marB="31739" anchor="ctr">
                    <a:lnL w="12192" cap="flat" cmpd="sng" algn="ctr">
                      <a:solidFill>
                        <a:srgbClr val="FFFFFF"/>
                      </a:solidFill>
                      <a:prstDash val="solid"/>
                      <a:round/>
                      <a:headEnd type="none" w="med" len="med"/>
                      <a:tailEnd type="none" w="med" len="med"/>
                    </a:lnL>
                    <a:lnR w="12192" cap="flat" cmpd="sng" algn="ctr">
                      <a:solidFill>
                        <a:srgbClr val="FFFFFF"/>
                      </a:solidFill>
                      <a:prstDash val="solid"/>
                      <a:round/>
                      <a:headEnd type="none" w="med" len="med"/>
                      <a:tailEnd type="none" w="med" len="med"/>
                    </a:lnR>
                    <a:lnT w="12192" cap="flat" cmpd="sng" algn="ctr">
                      <a:solidFill>
                        <a:srgbClr val="FFFFFF"/>
                      </a:solidFill>
                      <a:prstDash val="solid"/>
                      <a:round/>
                      <a:headEnd type="none" w="med" len="med"/>
                      <a:tailEnd type="none" w="med" len="med"/>
                    </a:lnT>
                    <a:lnB w="12192" cap="flat" cmpd="sng" algn="ctr">
                      <a:solidFill>
                        <a:srgbClr val="FFFFFF"/>
                      </a:solidFill>
                      <a:prstDash val="solid"/>
                      <a:round/>
                      <a:headEnd type="none" w="med" len="med"/>
                      <a:tailEnd type="none" w="med" len="med"/>
                    </a:lnB>
                    <a:solidFill>
                      <a:srgbClr val="FDD0CC"/>
                    </a:solidFill>
                  </a:tcPr>
                </a:tc>
                <a:tc>
                  <a:txBody>
                    <a:bodyPr/>
                    <a:lstStyle/>
                    <a:p>
                      <a:pPr algn="ctr" fontAlgn="base"/>
                      <a:r>
                        <a:rPr lang="en-US" sz="1000" b="0" i="0" dirty="0">
                          <a:solidFill>
                            <a:srgbClr val="FB4D0A"/>
                          </a:solidFill>
                          <a:effectLst/>
                          <a:latin typeface="Calibri"/>
                        </a:rPr>
                        <a:t>Yes</a:t>
                      </a:r>
                    </a:p>
                  </a:txBody>
                  <a:tcPr marL="63478" marR="63478" marT="31739" marB="31739" anchor="ctr">
                    <a:lnL w="12192" cap="flat" cmpd="sng" algn="ctr">
                      <a:solidFill>
                        <a:srgbClr val="FFFFFF"/>
                      </a:solidFill>
                      <a:prstDash val="solid"/>
                      <a:round/>
                      <a:headEnd type="none" w="med" len="med"/>
                      <a:tailEnd type="none" w="med" len="med"/>
                    </a:lnL>
                    <a:lnR w="12192" cap="flat" cmpd="sng" algn="ctr">
                      <a:solidFill>
                        <a:srgbClr val="FFFFFF"/>
                      </a:solidFill>
                      <a:prstDash val="solid"/>
                      <a:round/>
                      <a:headEnd type="none" w="med" len="med"/>
                      <a:tailEnd type="none" w="med" len="med"/>
                    </a:lnR>
                    <a:lnT w="12192" cap="flat" cmpd="sng" algn="ctr">
                      <a:solidFill>
                        <a:srgbClr val="FFFFFF"/>
                      </a:solidFill>
                      <a:prstDash val="solid"/>
                      <a:round/>
                      <a:headEnd type="none" w="med" len="med"/>
                      <a:tailEnd type="none" w="med" len="med"/>
                    </a:lnT>
                    <a:lnB w="12192" cap="flat" cmpd="sng" algn="ctr">
                      <a:solidFill>
                        <a:srgbClr val="FFFFFF"/>
                      </a:solidFill>
                      <a:prstDash val="solid"/>
                      <a:round/>
                      <a:headEnd type="none" w="med" len="med"/>
                      <a:tailEnd type="none" w="med" len="med"/>
                    </a:lnB>
                    <a:solidFill>
                      <a:srgbClr val="FDD0CC"/>
                    </a:solidFill>
                  </a:tcPr>
                </a:tc>
                <a:tc>
                  <a:txBody>
                    <a:bodyPr/>
                    <a:lstStyle/>
                    <a:p>
                      <a:pPr algn="ctr" fontAlgn="base"/>
                      <a:r>
                        <a:rPr lang="en-GB" sz="1000" b="0" i="0" dirty="0">
                          <a:solidFill>
                            <a:srgbClr val="FB4D0A"/>
                          </a:solidFill>
                          <a:effectLst/>
                          <a:latin typeface="Calibri"/>
                        </a:rPr>
                        <a:t>Yes​</a:t>
                      </a:r>
                    </a:p>
                  </a:txBody>
                  <a:tcPr marL="63478" marR="63478" marT="31739" marB="31739" anchor="ctr">
                    <a:lnL w="12192" cap="flat" cmpd="sng" algn="ctr">
                      <a:solidFill>
                        <a:srgbClr val="FFFFFF"/>
                      </a:solidFill>
                      <a:prstDash val="solid"/>
                      <a:round/>
                      <a:headEnd type="none" w="med" len="med"/>
                      <a:tailEnd type="none" w="med" len="med"/>
                    </a:lnL>
                    <a:lnR w="12192" cap="flat" cmpd="sng" algn="ctr">
                      <a:solidFill>
                        <a:srgbClr val="FFFFFF"/>
                      </a:solidFill>
                      <a:prstDash val="solid"/>
                      <a:round/>
                      <a:headEnd type="none" w="med" len="med"/>
                      <a:tailEnd type="none" w="med" len="med"/>
                    </a:lnR>
                    <a:lnT w="12192" cap="flat" cmpd="sng" algn="ctr">
                      <a:solidFill>
                        <a:srgbClr val="FFFFFF"/>
                      </a:solidFill>
                      <a:prstDash val="solid"/>
                      <a:round/>
                      <a:headEnd type="none" w="med" len="med"/>
                      <a:tailEnd type="none" w="med" len="med"/>
                    </a:lnT>
                    <a:lnB w="12192" cap="flat" cmpd="sng" algn="ctr">
                      <a:solidFill>
                        <a:srgbClr val="FFFFFF"/>
                      </a:solidFill>
                      <a:prstDash val="solid"/>
                      <a:round/>
                      <a:headEnd type="none" w="med" len="med"/>
                      <a:tailEnd type="none" w="med" len="med"/>
                    </a:lnB>
                    <a:solidFill>
                      <a:srgbClr val="FDD0CC"/>
                    </a:solidFill>
                  </a:tcPr>
                </a:tc>
                <a:tc>
                  <a:txBody>
                    <a:bodyPr/>
                    <a:lstStyle/>
                    <a:p>
                      <a:pPr algn="ctr" fontAlgn="base"/>
                      <a:r>
                        <a:rPr lang="en-GB" sz="1000" b="0" i="0" dirty="0">
                          <a:solidFill>
                            <a:srgbClr val="FB4D0A"/>
                          </a:solidFill>
                          <a:effectLst/>
                          <a:latin typeface="Calibri"/>
                        </a:rPr>
                        <a:t>No​</a:t>
                      </a:r>
                    </a:p>
                  </a:txBody>
                  <a:tcPr marL="63478" marR="63478" marT="31739" marB="31739" anchor="ctr">
                    <a:lnL w="12192" cap="flat" cmpd="sng" algn="ctr">
                      <a:solidFill>
                        <a:srgbClr val="FFFFFF"/>
                      </a:solidFill>
                      <a:prstDash val="solid"/>
                      <a:round/>
                      <a:headEnd type="none" w="med" len="med"/>
                      <a:tailEnd type="none" w="med" len="med"/>
                    </a:lnL>
                    <a:lnR w="12192" cap="flat" cmpd="sng" algn="ctr">
                      <a:solidFill>
                        <a:srgbClr val="FFFFFF"/>
                      </a:solidFill>
                      <a:prstDash val="solid"/>
                      <a:round/>
                      <a:headEnd type="none" w="med" len="med"/>
                      <a:tailEnd type="none" w="med" len="med"/>
                    </a:lnR>
                    <a:lnT w="12192" cap="flat" cmpd="sng" algn="ctr">
                      <a:solidFill>
                        <a:srgbClr val="FFFFFF"/>
                      </a:solidFill>
                      <a:prstDash val="solid"/>
                      <a:round/>
                      <a:headEnd type="none" w="med" len="med"/>
                      <a:tailEnd type="none" w="med" len="med"/>
                    </a:lnT>
                    <a:lnB w="12192" cap="flat" cmpd="sng" algn="ctr">
                      <a:solidFill>
                        <a:srgbClr val="FFFFFF"/>
                      </a:solidFill>
                      <a:prstDash val="solid"/>
                      <a:round/>
                      <a:headEnd type="none" w="med" len="med"/>
                      <a:tailEnd type="none" w="med" len="med"/>
                    </a:lnB>
                    <a:solidFill>
                      <a:srgbClr val="FDD0CC"/>
                    </a:solidFill>
                  </a:tcPr>
                </a:tc>
                <a:tc>
                  <a:txBody>
                    <a:bodyPr/>
                    <a:lstStyle/>
                    <a:p>
                      <a:pPr algn="ctr" fontAlgn="base"/>
                      <a:r>
                        <a:rPr lang="en-GB" sz="1000" b="0" i="0" dirty="0">
                          <a:solidFill>
                            <a:srgbClr val="FB4D0A"/>
                          </a:solidFill>
                          <a:effectLst/>
                          <a:latin typeface="Calibri"/>
                        </a:rPr>
                        <a:t>Yes​</a:t>
                      </a:r>
                    </a:p>
                  </a:txBody>
                  <a:tcPr marL="63478" marR="63478" marT="31739" marB="31739" anchor="ctr">
                    <a:lnL w="12192" cap="flat" cmpd="sng" algn="ctr">
                      <a:solidFill>
                        <a:srgbClr val="FFFFFF"/>
                      </a:solidFill>
                      <a:prstDash val="solid"/>
                      <a:round/>
                      <a:headEnd type="none" w="med" len="med"/>
                      <a:tailEnd type="none" w="med" len="med"/>
                    </a:lnL>
                    <a:lnR w="12192" cap="flat" cmpd="sng" algn="ctr">
                      <a:solidFill>
                        <a:srgbClr val="FFFFFF"/>
                      </a:solidFill>
                      <a:prstDash val="solid"/>
                      <a:round/>
                      <a:headEnd type="none" w="med" len="med"/>
                      <a:tailEnd type="none" w="med" len="med"/>
                    </a:lnR>
                    <a:lnT w="12192" cap="flat" cmpd="sng" algn="ctr">
                      <a:solidFill>
                        <a:srgbClr val="FFFFFF"/>
                      </a:solidFill>
                      <a:prstDash val="solid"/>
                      <a:round/>
                      <a:headEnd type="none" w="med" len="med"/>
                      <a:tailEnd type="none" w="med" len="med"/>
                    </a:lnT>
                    <a:lnB w="12192" cap="flat" cmpd="sng" algn="ctr">
                      <a:solidFill>
                        <a:srgbClr val="FFFFFF"/>
                      </a:solidFill>
                      <a:prstDash val="solid"/>
                      <a:round/>
                      <a:headEnd type="none" w="med" len="med"/>
                      <a:tailEnd type="none" w="med" len="med"/>
                    </a:lnB>
                    <a:solidFill>
                      <a:srgbClr val="FDD0CC"/>
                    </a:solidFill>
                  </a:tcPr>
                </a:tc>
                <a:extLst>
                  <a:ext uri="{0D108BD9-81ED-4DB2-BD59-A6C34878D82A}">
                    <a16:rowId xmlns:a16="http://schemas.microsoft.com/office/drawing/2014/main" val="1582718861"/>
                  </a:ext>
                </a:extLst>
              </a:tr>
              <a:tr h="380346">
                <a:tc>
                  <a:txBody>
                    <a:bodyPr/>
                    <a:lstStyle/>
                    <a:p>
                      <a:pPr algn="ctr" fontAlgn="base"/>
                      <a:r>
                        <a:rPr lang="en-GB" sz="1000" b="0" i="0" dirty="0">
                          <a:solidFill>
                            <a:srgbClr val="FB4D0A"/>
                          </a:solidFill>
                          <a:effectLst/>
                          <a:latin typeface="Calibri"/>
                        </a:rPr>
                        <a:t>Metadata Object defined (table/view)​</a:t>
                      </a:r>
                    </a:p>
                  </a:txBody>
                  <a:tcPr marL="63478" marR="63478" marT="31739" marB="31739" anchor="ctr">
                    <a:lnL w="12192" cap="flat" cmpd="sng" algn="ctr">
                      <a:solidFill>
                        <a:srgbClr val="FFFFFF"/>
                      </a:solidFill>
                      <a:prstDash val="solid"/>
                      <a:round/>
                      <a:headEnd type="none" w="med" len="med"/>
                      <a:tailEnd type="none" w="med" len="med"/>
                    </a:lnL>
                    <a:lnR w="12192" cap="flat" cmpd="sng" algn="ctr">
                      <a:solidFill>
                        <a:srgbClr val="FFFFFF"/>
                      </a:solidFill>
                      <a:prstDash val="solid"/>
                      <a:round/>
                      <a:headEnd type="none" w="med" len="med"/>
                      <a:tailEnd type="none" w="med" len="med"/>
                    </a:lnR>
                    <a:lnT w="12192" cap="flat" cmpd="sng" algn="ctr">
                      <a:solidFill>
                        <a:srgbClr val="FFFFFF"/>
                      </a:solidFill>
                      <a:prstDash val="solid"/>
                      <a:round/>
                      <a:headEnd type="none" w="med" len="med"/>
                      <a:tailEnd type="none" w="med" len="med"/>
                    </a:lnT>
                    <a:lnB w="12192" cap="flat" cmpd="sng" algn="ctr">
                      <a:solidFill>
                        <a:srgbClr val="FFFFFF"/>
                      </a:solidFill>
                      <a:prstDash val="solid"/>
                      <a:round/>
                      <a:headEnd type="none" w="med" len="med"/>
                      <a:tailEnd type="none" w="med" len="med"/>
                    </a:lnB>
                    <a:solidFill>
                      <a:srgbClr val="FEE9E7"/>
                    </a:solidFill>
                  </a:tcPr>
                </a:tc>
                <a:tc>
                  <a:txBody>
                    <a:bodyPr/>
                    <a:lstStyle/>
                    <a:p>
                      <a:pPr algn="ctr" fontAlgn="base"/>
                      <a:r>
                        <a:rPr lang="en-GB" sz="1000" b="0" i="0" dirty="0">
                          <a:solidFill>
                            <a:srgbClr val="FB4D0A"/>
                          </a:solidFill>
                          <a:effectLst/>
                          <a:latin typeface="Calibri"/>
                        </a:rPr>
                        <a:t>Yes​</a:t>
                      </a:r>
                    </a:p>
                  </a:txBody>
                  <a:tcPr marL="63478" marR="63478" marT="31739" marB="31739" anchor="ctr">
                    <a:lnL w="12192" cap="flat" cmpd="sng" algn="ctr">
                      <a:solidFill>
                        <a:srgbClr val="FFFFFF"/>
                      </a:solidFill>
                      <a:prstDash val="solid"/>
                      <a:round/>
                      <a:headEnd type="none" w="med" len="med"/>
                      <a:tailEnd type="none" w="med" len="med"/>
                    </a:lnL>
                    <a:lnR w="12192" cap="flat" cmpd="sng" algn="ctr">
                      <a:solidFill>
                        <a:srgbClr val="FFFFFF"/>
                      </a:solidFill>
                      <a:prstDash val="solid"/>
                      <a:round/>
                      <a:headEnd type="none" w="med" len="med"/>
                      <a:tailEnd type="none" w="med" len="med"/>
                    </a:lnR>
                    <a:lnT w="12192" cap="flat" cmpd="sng" algn="ctr">
                      <a:solidFill>
                        <a:srgbClr val="FFFFFF"/>
                      </a:solidFill>
                      <a:prstDash val="solid"/>
                      <a:round/>
                      <a:headEnd type="none" w="med" len="med"/>
                      <a:tailEnd type="none" w="med" len="med"/>
                    </a:lnT>
                    <a:lnB w="12192" cap="flat" cmpd="sng" algn="ctr">
                      <a:solidFill>
                        <a:srgbClr val="FFFFFF"/>
                      </a:solidFill>
                      <a:prstDash val="solid"/>
                      <a:round/>
                      <a:headEnd type="none" w="med" len="med"/>
                      <a:tailEnd type="none" w="med" len="med"/>
                    </a:lnB>
                    <a:solidFill>
                      <a:srgbClr val="FEE9E7"/>
                    </a:solidFill>
                  </a:tcPr>
                </a:tc>
                <a:tc>
                  <a:txBody>
                    <a:bodyPr/>
                    <a:lstStyle/>
                    <a:p>
                      <a:pPr algn="ctr" fontAlgn="base"/>
                      <a:r>
                        <a:rPr lang="en-GB" sz="1000" b="0" i="0" dirty="0">
                          <a:solidFill>
                            <a:srgbClr val="FB4D0A"/>
                          </a:solidFill>
                          <a:effectLst/>
                          <a:latin typeface="Calibri"/>
                        </a:rPr>
                        <a:t>Yes​</a:t>
                      </a:r>
                    </a:p>
                  </a:txBody>
                  <a:tcPr marL="63478" marR="63478" marT="31739" marB="31739" anchor="ctr">
                    <a:lnL w="12192" cap="flat" cmpd="sng" algn="ctr">
                      <a:solidFill>
                        <a:srgbClr val="FFFFFF"/>
                      </a:solidFill>
                      <a:prstDash val="solid"/>
                      <a:round/>
                      <a:headEnd type="none" w="med" len="med"/>
                      <a:tailEnd type="none" w="med" len="med"/>
                    </a:lnL>
                    <a:lnR w="12192" cap="flat" cmpd="sng" algn="ctr">
                      <a:solidFill>
                        <a:srgbClr val="FFFFFF"/>
                      </a:solidFill>
                      <a:prstDash val="solid"/>
                      <a:round/>
                      <a:headEnd type="none" w="med" len="med"/>
                      <a:tailEnd type="none" w="med" len="med"/>
                    </a:lnR>
                    <a:lnT w="12192" cap="flat" cmpd="sng" algn="ctr">
                      <a:solidFill>
                        <a:srgbClr val="FFFFFF"/>
                      </a:solidFill>
                      <a:prstDash val="solid"/>
                      <a:round/>
                      <a:headEnd type="none" w="med" len="med"/>
                      <a:tailEnd type="none" w="med" len="med"/>
                    </a:lnT>
                    <a:lnB w="12192" cap="flat" cmpd="sng" algn="ctr">
                      <a:solidFill>
                        <a:srgbClr val="FFFFFF"/>
                      </a:solidFill>
                      <a:prstDash val="solid"/>
                      <a:round/>
                      <a:headEnd type="none" w="med" len="med"/>
                      <a:tailEnd type="none" w="med" len="med"/>
                    </a:lnB>
                    <a:solidFill>
                      <a:srgbClr val="FEE9E7"/>
                    </a:solidFill>
                  </a:tcPr>
                </a:tc>
                <a:tc>
                  <a:txBody>
                    <a:bodyPr/>
                    <a:lstStyle/>
                    <a:p>
                      <a:pPr algn="ctr" fontAlgn="base"/>
                      <a:r>
                        <a:rPr lang="en-GB" sz="1000" b="0" i="0" dirty="0">
                          <a:solidFill>
                            <a:srgbClr val="FB4D0A"/>
                          </a:solidFill>
                          <a:effectLst/>
                          <a:latin typeface="Calibri"/>
                        </a:rPr>
                        <a:t>Yes​</a:t>
                      </a:r>
                    </a:p>
                  </a:txBody>
                  <a:tcPr marL="63478" marR="63478" marT="31739" marB="31739" anchor="ctr">
                    <a:lnL w="12192" cap="flat" cmpd="sng" algn="ctr">
                      <a:solidFill>
                        <a:srgbClr val="FFFFFF"/>
                      </a:solidFill>
                      <a:prstDash val="solid"/>
                      <a:round/>
                      <a:headEnd type="none" w="med" len="med"/>
                      <a:tailEnd type="none" w="med" len="med"/>
                    </a:lnL>
                    <a:lnR w="12192" cap="flat" cmpd="sng" algn="ctr">
                      <a:solidFill>
                        <a:srgbClr val="FFFFFF"/>
                      </a:solidFill>
                      <a:prstDash val="solid"/>
                      <a:round/>
                      <a:headEnd type="none" w="med" len="med"/>
                      <a:tailEnd type="none" w="med" len="med"/>
                    </a:lnR>
                    <a:lnT w="12192" cap="flat" cmpd="sng" algn="ctr">
                      <a:solidFill>
                        <a:srgbClr val="FFFFFF"/>
                      </a:solidFill>
                      <a:prstDash val="solid"/>
                      <a:round/>
                      <a:headEnd type="none" w="med" len="med"/>
                      <a:tailEnd type="none" w="med" len="med"/>
                    </a:lnT>
                    <a:lnB w="12192" cap="flat" cmpd="sng" algn="ctr">
                      <a:solidFill>
                        <a:srgbClr val="FFFFFF"/>
                      </a:solidFill>
                      <a:prstDash val="solid"/>
                      <a:round/>
                      <a:headEnd type="none" w="med" len="med"/>
                      <a:tailEnd type="none" w="med" len="med"/>
                    </a:lnB>
                    <a:solidFill>
                      <a:srgbClr val="FEE9E7"/>
                    </a:solidFill>
                  </a:tcPr>
                </a:tc>
                <a:tc>
                  <a:txBody>
                    <a:bodyPr/>
                    <a:lstStyle/>
                    <a:p>
                      <a:pPr algn="ctr" fontAlgn="base"/>
                      <a:r>
                        <a:rPr lang="en-GB" sz="1000" b="0" i="0" dirty="0">
                          <a:solidFill>
                            <a:srgbClr val="FB4D0A"/>
                          </a:solidFill>
                          <a:effectLst/>
                          <a:latin typeface="Calibri"/>
                        </a:rPr>
                        <a:t>Yes​</a:t>
                      </a:r>
                    </a:p>
                  </a:txBody>
                  <a:tcPr marL="63478" marR="63478" marT="31739" marB="31739" anchor="ctr">
                    <a:lnL w="12192" cap="flat" cmpd="sng" algn="ctr">
                      <a:solidFill>
                        <a:srgbClr val="FFFFFF"/>
                      </a:solidFill>
                      <a:prstDash val="solid"/>
                      <a:round/>
                      <a:headEnd type="none" w="med" len="med"/>
                      <a:tailEnd type="none" w="med" len="med"/>
                    </a:lnL>
                    <a:lnR w="12192" cap="flat" cmpd="sng" algn="ctr">
                      <a:solidFill>
                        <a:srgbClr val="FFFFFF"/>
                      </a:solidFill>
                      <a:prstDash val="solid"/>
                      <a:round/>
                      <a:headEnd type="none" w="med" len="med"/>
                      <a:tailEnd type="none" w="med" len="med"/>
                    </a:lnR>
                    <a:lnT w="12192" cap="flat" cmpd="sng" algn="ctr">
                      <a:solidFill>
                        <a:srgbClr val="FFFFFF"/>
                      </a:solidFill>
                      <a:prstDash val="solid"/>
                      <a:round/>
                      <a:headEnd type="none" w="med" len="med"/>
                      <a:tailEnd type="none" w="med" len="med"/>
                    </a:lnT>
                    <a:lnB w="12192" cap="flat" cmpd="sng" algn="ctr">
                      <a:solidFill>
                        <a:srgbClr val="FFFFFF"/>
                      </a:solidFill>
                      <a:prstDash val="solid"/>
                      <a:round/>
                      <a:headEnd type="none" w="med" len="med"/>
                      <a:tailEnd type="none" w="med" len="med"/>
                    </a:lnB>
                    <a:solidFill>
                      <a:srgbClr val="FEE9E7"/>
                    </a:solidFill>
                  </a:tcPr>
                </a:tc>
                <a:tc>
                  <a:txBody>
                    <a:bodyPr/>
                    <a:lstStyle/>
                    <a:p>
                      <a:pPr algn="ctr" fontAlgn="base"/>
                      <a:r>
                        <a:rPr lang="en-GB" sz="1000" b="0" i="0" dirty="0">
                          <a:solidFill>
                            <a:srgbClr val="FB4D0A"/>
                          </a:solidFill>
                          <a:effectLst/>
                          <a:latin typeface="Calibri"/>
                        </a:rPr>
                        <a:t>No​</a:t>
                      </a:r>
                    </a:p>
                  </a:txBody>
                  <a:tcPr marL="63478" marR="63478" marT="31739" marB="31739" anchor="ctr">
                    <a:lnL w="12192" cap="flat" cmpd="sng" algn="ctr">
                      <a:solidFill>
                        <a:srgbClr val="FFFFFF"/>
                      </a:solidFill>
                      <a:prstDash val="solid"/>
                      <a:round/>
                      <a:headEnd type="none" w="med" len="med"/>
                      <a:tailEnd type="none" w="med" len="med"/>
                    </a:lnL>
                    <a:lnR w="12192" cap="flat" cmpd="sng" algn="ctr">
                      <a:solidFill>
                        <a:srgbClr val="FFFFFF"/>
                      </a:solidFill>
                      <a:prstDash val="solid"/>
                      <a:round/>
                      <a:headEnd type="none" w="med" len="med"/>
                      <a:tailEnd type="none" w="med" len="med"/>
                    </a:lnR>
                    <a:lnT w="12192" cap="flat" cmpd="sng" algn="ctr">
                      <a:solidFill>
                        <a:srgbClr val="FFFFFF"/>
                      </a:solidFill>
                      <a:prstDash val="solid"/>
                      <a:round/>
                      <a:headEnd type="none" w="med" len="med"/>
                      <a:tailEnd type="none" w="med" len="med"/>
                    </a:lnT>
                    <a:lnB w="12192" cap="flat" cmpd="sng" algn="ctr">
                      <a:solidFill>
                        <a:srgbClr val="FFFFFF"/>
                      </a:solidFill>
                      <a:prstDash val="solid"/>
                      <a:round/>
                      <a:headEnd type="none" w="med" len="med"/>
                      <a:tailEnd type="none" w="med" len="med"/>
                    </a:lnB>
                    <a:solidFill>
                      <a:srgbClr val="FEE9E7"/>
                    </a:solidFill>
                  </a:tcPr>
                </a:tc>
                <a:extLst>
                  <a:ext uri="{0D108BD9-81ED-4DB2-BD59-A6C34878D82A}">
                    <a16:rowId xmlns:a16="http://schemas.microsoft.com/office/drawing/2014/main" val="2546433532"/>
                  </a:ext>
                </a:extLst>
              </a:tr>
              <a:tr h="451869">
                <a:tc>
                  <a:txBody>
                    <a:bodyPr/>
                    <a:lstStyle/>
                    <a:p>
                      <a:pPr algn="ctr" fontAlgn="base"/>
                      <a:r>
                        <a:rPr lang="en-GB" sz="1000" b="0" i="0" dirty="0">
                          <a:solidFill>
                            <a:srgbClr val="FB4D0A"/>
                          </a:solidFill>
                          <a:effectLst/>
                          <a:latin typeface="Calibri"/>
                        </a:rPr>
                        <a:t>Metadata Object definition defined (columns)​</a:t>
                      </a:r>
                    </a:p>
                  </a:txBody>
                  <a:tcPr marL="63478" marR="63478" marT="31739" marB="31739" anchor="ctr">
                    <a:lnL w="12192" cap="flat" cmpd="sng" algn="ctr">
                      <a:solidFill>
                        <a:srgbClr val="FFFFFF"/>
                      </a:solidFill>
                      <a:prstDash val="solid"/>
                      <a:round/>
                      <a:headEnd type="none" w="med" len="med"/>
                      <a:tailEnd type="none" w="med" len="med"/>
                    </a:lnL>
                    <a:lnR w="12192" cap="flat" cmpd="sng" algn="ctr">
                      <a:solidFill>
                        <a:srgbClr val="FFFFFF"/>
                      </a:solidFill>
                      <a:prstDash val="solid"/>
                      <a:round/>
                      <a:headEnd type="none" w="med" len="med"/>
                      <a:tailEnd type="none" w="med" len="med"/>
                    </a:lnR>
                    <a:lnT w="12192" cap="flat" cmpd="sng" algn="ctr">
                      <a:solidFill>
                        <a:srgbClr val="FFFFFF"/>
                      </a:solidFill>
                      <a:prstDash val="solid"/>
                      <a:round/>
                      <a:headEnd type="none" w="med" len="med"/>
                      <a:tailEnd type="none" w="med" len="med"/>
                    </a:lnT>
                    <a:lnB w="12192" cap="flat" cmpd="sng" algn="ctr">
                      <a:solidFill>
                        <a:srgbClr val="FFFFFF"/>
                      </a:solidFill>
                      <a:prstDash val="solid"/>
                      <a:round/>
                      <a:headEnd type="none" w="med" len="med"/>
                      <a:tailEnd type="none" w="med" len="med"/>
                    </a:lnB>
                    <a:solidFill>
                      <a:srgbClr val="FDD0CC"/>
                    </a:solidFill>
                  </a:tcPr>
                </a:tc>
                <a:tc>
                  <a:txBody>
                    <a:bodyPr/>
                    <a:lstStyle/>
                    <a:p>
                      <a:pPr algn="ctr" fontAlgn="base"/>
                      <a:r>
                        <a:rPr lang="en-GB" sz="1000" b="0" i="0" dirty="0">
                          <a:solidFill>
                            <a:srgbClr val="FB4D0A"/>
                          </a:solidFill>
                          <a:effectLst/>
                          <a:latin typeface="Calibri"/>
                        </a:rPr>
                        <a:t>Yes​</a:t>
                      </a:r>
                    </a:p>
                  </a:txBody>
                  <a:tcPr marL="63478" marR="63478" marT="31739" marB="31739" anchor="ctr">
                    <a:lnL w="12192" cap="flat" cmpd="sng" algn="ctr">
                      <a:solidFill>
                        <a:srgbClr val="FFFFFF"/>
                      </a:solidFill>
                      <a:prstDash val="solid"/>
                      <a:round/>
                      <a:headEnd type="none" w="med" len="med"/>
                      <a:tailEnd type="none" w="med" len="med"/>
                    </a:lnL>
                    <a:lnR w="12192" cap="flat" cmpd="sng" algn="ctr">
                      <a:solidFill>
                        <a:srgbClr val="FFFFFF"/>
                      </a:solidFill>
                      <a:prstDash val="solid"/>
                      <a:round/>
                      <a:headEnd type="none" w="med" len="med"/>
                      <a:tailEnd type="none" w="med" len="med"/>
                    </a:lnR>
                    <a:lnT w="12192" cap="flat" cmpd="sng" algn="ctr">
                      <a:solidFill>
                        <a:srgbClr val="FFFFFF"/>
                      </a:solidFill>
                      <a:prstDash val="solid"/>
                      <a:round/>
                      <a:headEnd type="none" w="med" len="med"/>
                      <a:tailEnd type="none" w="med" len="med"/>
                    </a:lnT>
                    <a:lnB w="12192" cap="flat" cmpd="sng" algn="ctr">
                      <a:solidFill>
                        <a:srgbClr val="FFFFFF"/>
                      </a:solidFill>
                      <a:prstDash val="solid"/>
                      <a:round/>
                      <a:headEnd type="none" w="med" len="med"/>
                      <a:tailEnd type="none" w="med" len="med"/>
                    </a:lnB>
                    <a:solidFill>
                      <a:srgbClr val="FDD0CC"/>
                    </a:solidFill>
                  </a:tcPr>
                </a:tc>
                <a:tc>
                  <a:txBody>
                    <a:bodyPr/>
                    <a:lstStyle/>
                    <a:p>
                      <a:pPr algn="ctr" fontAlgn="base"/>
                      <a:r>
                        <a:rPr lang="en-GB" sz="1000" b="0" i="0" dirty="0">
                          <a:solidFill>
                            <a:srgbClr val="FB4D0A"/>
                          </a:solidFill>
                          <a:effectLst/>
                          <a:latin typeface="Calibri"/>
                        </a:rPr>
                        <a:t>Yes​</a:t>
                      </a:r>
                    </a:p>
                  </a:txBody>
                  <a:tcPr marL="63478" marR="63478" marT="31739" marB="31739" anchor="ctr">
                    <a:lnL w="12192" cap="flat" cmpd="sng" algn="ctr">
                      <a:solidFill>
                        <a:srgbClr val="FFFFFF"/>
                      </a:solidFill>
                      <a:prstDash val="solid"/>
                      <a:round/>
                      <a:headEnd type="none" w="med" len="med"/>
                      <a:tailEnd type="none" w="med" len="med"/>
                    </a:lnL>
                    <a:lnR w="12192" cap="flat" cmpd="sng" algn="ctr">
                      <a:solidFill>
                        <a:srgbClr val="FFFFFF"/>
                      </a:solidFill>
                      <a:prstDash val="solid"/>
                      <a:round/>
                      <a:headEnd type="none" w="med" len="med"/>
                      <a:tailEnd type="none" w="med" len="med"/>
                    </a:lnR>
                    <a:lnT w="12192" cap="flat" cmpd="sng" algn="ctr">
                      <a:solidFill>
                        <a:srgbClr val="FFFFFF"/>
                      </a:solidFill>
                      <a:prstDash val="solid"/>
                      <a:round/>
                      <a:headEnd type="none" w="med" len="med"/>
                      <a:tailEnd type="none" w="med" len="med"/>
                    </a:lnT>
                    <a:lnB w="12192" cap="flat" cmpd="sng" algn="ctr">
                      <a:solidFill>
                        <a:srgbClr val="FFFFFF"/>
                      </a:solidFill>
                      <a:prstDash val="solid"/>
                      <a:round/>
                      <a:headEnd type="none" w="med" len="med"/>
                      <a:tailEnd type="none" w="med" len="med"/>
                    </a:lnB>
                    <a:solidFill>
                      <a:srgbClr val="FDD0CC"/>
                    </a:solidFill>
                  </a:tcPr>
                </a:tc>
                <a:tc>
                  <a:txBody>
                    <a:bodyPr/>
                    <a:lstStyle/>
                    <a:p>
                      <a:pPr algn="ctr" fontAlgn="base"/>
                      <a:r>
                        <a:rPr lang="en-GB" sz="1000" b="0" i="0" dirty="0">
                          <a:solidFill>
                            <a:srgbClr val="FB4D0A"/>
                          </a:solidFill>
                          <a:effectLst/>
                          <a:latin typeface="Calibri"/>
                        </a:rPr>
                        <a:t>Yes​</a:t>
                      </a:r>
                    </a:p>
                  </a:txBody>
                  <a:tcPr marL="63478" marR="63478" marT="31739" marB="31739" anchor="ctr">
                    <a:lnL w="12192" cap="flat" cmpd="sng" algn="ctr">
                      <a:solidFill>
                        <a:srgbClr val="FFFFFF"/>
                      </a:solidFill>
                      <a:prstDash val="solid"/>
                      <a:round/>
                      <a:headEnd type="none" w="med" len="med"/>
                      <a:tailEnd type="none" w="med" len="med"/>
                    </a:lnL>
                    <a:lnR w="12192" cap="flat" cmpd="sng" algn="ctr">
                      <a:solidFill>
                        <a:srgbClr val="FFFFFF"/>
                      </a:solidFill>
                      <a:prstDash val="solid"/>
                      <a:round/>
                      <a:headEnd type="none" w="med" len="med"/>
                      <a:tailEnd type="none" w="med" len="med"/>
                    </a:lnR>
                    <a:lnT w="12192" cap="flat" cmpd="sng" algn="ctr">
                      <a:solidFill>
                        <a:srgbClr val="FFFFFF"/>
                      </a:solidFill>
                      <a:prstDash val="solid"/>
                      <a:round/>
                      <a:headEnd type="none" w="med" len="med"/>
                      <a:tailEnd type="none" w="med" len="med"/>
                    </a:lnT>
                    <a:lnB w="12192" cap="flat" cmpd="sng" algn="ctr">
                      <a:solidFill>
                        <a:srgbClr val="FFFFFF"/>
                      </a:solidFill>
                      <a:prstDash val="solid"/>
                      <a:round/>
                      <a:headEnd type="none" w="med" len="med"/>
                      <a:tailEnd type="none" w="med" len="med"/>
                    </a:lnB>
                    <a:solidFill>
                      <a:srgbClr val="FDD0CC"/>
                    </a:solidFill>
                  </a:tcPr>
                </a:tc>
                <a:tc>
                  <a:txBody>
                    <a:bodyPr/>
                    <a:lstStyle/>
                    <a:p>
                      <a:pPr algn="ctr" fontAlgn="base"/>
                      <a:r>
                        <a:rPr lang="en-GB" sz="1000" b="0" i="0" dirty="0">
                          <a:solidFill>
                            <a:srgbClr val="FB4D0A"/>
                          </a:solidFill>
                          <a:effectLst/>
                          <a:latin typeface="Calibri"/>
                        </a:rPr>
                        <a:t>No​</a:t>
                      </a:r>
                    </a:p>
                  </a:txBody>
                  <a:tcPr marL="63478" marR="63478" marT="31739" marB="31739" anchor="ctr">
                    <a:lnL w="12192" cap="flat" cmpd="sng" algn="ctr">
                      <a:solidFill>
                        <a:srgbClr val="FFFFFF"/>
                      </a:solidFill>
                      <a:prstDash val="solid"/>
                      <a:round/>
                      <a:headEnd type="none" w="med" len="med"/>
                      <a:tailEnd type="none" w="med" len="med"/>
                    </a:lnL>
                    <a:lnR w="12192" cap="flat" cmpd="sng" algn="ctr">
                      <a:solidFill>
                        <a:srgbClr val="FFFFFF"/>
                      </a:solidFill>
                      <a:prstDash val="solid"/>
                      <a:round/>
                      <a:headEnd type="none" w="med" len="med"/>
                      <a:tailEnd type="none" w="med" len="med"/>
                    </a:lnR>
                    <a:lnT w="12192" cap="flat" cmpd="sng" algn="ctr">
                      <a:solidFill>
                        <a:srgbClr val="FFFFFF"/>
                      </a:solidFill>
                      <a:prstDash val="solid"/>
                      <a:round/>
                      <a:headEnd type="none" w="med" len="med"/>
                      <a:tailEnd type="none" w="med" len="med"/>
                    </a:lnT>
                    <a:lnB w="12192" cap="flat" cmpd="sng" algn="ctr">
                      <a:solidFill>
                        <a:srgbClr val="FFFFFF"/>
                      </a:solidFill>
                      <a:prstDash val="solid"/>
                      <a:round/>
                      <a:headEnd type="none" w="med" len="med"/>
                      <a:tailEnd type="none" w="med" len="med"/>
                    </a:lnB>
                    <a:solidFill>
                      <a:srgbClr val="FDD0CC"/>
                    </a:solidFill>
                  </a:tcPr>
                </a:tc>
                <a:tc>
                  <a:txBody>
                    <a:bodyPr/>
                    <a:lstStyle/>
                    <a:p>
                      <a:pPr algn="ctr" fontAlgn="base"/>
                      <a:r>
                        <a:rPr lang="en-GB" sz="1000" b="0" i="0" dirty="0">
                          <a:solidFill>
                            <a:srgbClr val="FB4D0A"/>
                          </a:solidFill>
                          <a:effectLst/>
                          <a:latin typeface="Calibri"/>
                        </a:rPr>
                        <a:t>No​</a:t>
                      </a:r>
                    </a:p>
                  </a:txBody>
                  <a:tcPr marL="63478" marR="63478" marT="31739" marB="31739" anchor="ctr">
                    <a:lnL w="12192" cap="flat" cmpd="sng" algn="ctr">
                      <a:solidFill>
                        <a:srgbClr val="FFFFFF"/>
                      </a:solidFill>
                      <a:prstDash val="solid"/>
                      <a:round/>
                      <a:headEnd type="none" w="med" len="med"/>
                      <a:tailEnd type="none" w="med" len="med"/>
                    </a:lnL>
                    <a:lnR w="12192" cap="flat" cmpd="sng" algn="ctr">
                      <a:solidFill>
                        <a:srgbClr val="FFFFFF"/>
                      </a:solidFill>
                      <a:prstDash val="solid"/>
                      <a:round/>
                      <a:headEnd type="none" w="med" len="med"/>
                      <a:tailEnd type="none" w="med" len="med"/>
                    </a:lnR>
                    <a:lnT w="12192" cap="flat" cmpd="sng" algn="ctr">
                      <a:solidFill>
                        <a:srgbClr val="FFFFFF"/>
                      </a:solidFill>
                      <a:prstDash val="solid"/>
                      <a:round/>
                      <a:headEnd type="none" w="med" len="med"/>
                      <a:tailEnd type="none" w="med" len="med"/>
                    </a:lnT>
                    <a:lnB w="12192" cap="flat" cmpd="sng" algn="ctr">
                      <a:solidFill>
                        <a:srgbClr val="FFFFFF"/>
                      </a:solidFill>
                      <a:prstDash val="solid"/>
                      <a:round/>
                      <a:headEnd type="none" w="med" len="med"/>
                      <a:tailEnd type="none" w="med" len="med"/>
                    </a:lnB>
                    <a:solidFill>
                      <a:srgbClr val="FDD0CC"/>
                    </a:solidFill>
                  </a:tcPr>
                </a:tc>
                <a:extLst>
                  <a:ext uri="{0D108BD9-81ED-4DB2-BD59-A6C34878D82A}">
                    <a16:rowId xmlns:a16="http://schemas.microsoft.com/office/drawing/2014/main" val="4225460564"/>
                  </a:ext>
                </a:extLst>
              </a:tr>
              <a:tr h="451869">
                <a:tc>
                  <a:txBody>
                    <a:bodyPr/>
                    <a:lstStyle/>
                    <a:p>
                      <a:pPr algn="ctr" fontAlgn="base"/>
                      <a:r>
                        <a:rPr lang="en-US" sz="1000" b="0" i="0" dirty="0">
                          <a:solidFill>
                            <a:srgbClr val="FB4D0A"/>
                          </a:solidFill>
                          <a:effectLst/>
                          <a:latin typeface="Calibri"/>
                        </a:rPr>
                        <a:t>Metadata Object Primary Key</a:t>
                      </a:r>
                    </a:p>
                  </a:txBody>
                  <a:tcPr marL="63478" marR="63478" marT="31739" marB="31739" anchor="ctr">
                    <a:lnL w="12192" cap="flat" cmpd="sng" algn="ctr">
                      <a:solidFill>
                        <a:srgbClr val="FFFFFF"/>
                      </a:solidFill>
                      <a:prstDash val="solid"/>
                      <a:round/>
                      <a:headEnd type="none" w="med" len="med"/>
                      <a:tailEnd type="none" w="med" len="med"/>
                    </a:lnL>
                    <a:lnR w="12192" cap="flat" cmpd="sng" algn="ctr">
                      <a:solidFill>
                        <a:srgbClr val="FFFFFF"/>
                      </a:solidFill>
                      <a:prstDash val="solid"/>
                      <a:round/>
                      <a:headEnd type="none" w="med" len="med"/>
                      <a:tailEnd type="none" w="med" len="med"/>
                    </a:lnR>
                    <a:lnT w="12192" cap="flat" cmpd="sng" algn="ctr">
                      <a:solidFill>
                        <a:srgbClr val="FFFFFF"/>
                      </a:solidFill>
                      <a:prstDash val="solid"/>
                      <a:round/>
                      <a:headEnd type="none" w="med" len="med"/>
                      <a:tailEnd type="none" w="med" len="med"/>
                    </a:lnT>
                    <a:lnB w="12192" cap="flat" cmpd="sng" algn="ctr">
                      <a:solidFill>
                        <a:srgbClr val="FFFFFF"/>
                      </a:solidFill>
                      <a:prstDash val="solid"/>
                      <a:round/>
                      <a:headEnd type="none" w="med" len="med"/>
                      <a:tailEnd type="none" w="med" len="med"/>
                    </a:lnB>
                    <a:solidFill>
                      <a:srgbClr val="FEE9E7"/>
                    </a:solidFill>
                  </a:tcPr>
                </a:tc>
                <a:tc>
                  <a:txBody>
                    <a:bodyPr/>
                    <a:lstStyle/>
                    <a:p>
                      <a:pPr algn="ctr" fontAlgn="base"/>
                      <a:r>
                        <a:rPr lang="en-GB" sz="1000" b="0" i="0" dirty="0">
                          <a:solidFill>
                            <a:srgbClr val="FB4D0A"/>
                          </a:solidFill>
                          <a:effectLst/>
                          <a:latin typeface="Calibri"/>
                        </a:rPr>
                        <a:t>No​</a:t>
                      </a:r>
                    </a:p>
                  </a:txBody>
                  <a:tcPr marL="63478" marR="63478" marT="31739" marB="31739" anchor="ctr">
                    <a:lnL w="12192" cap="flat" cmpd="sng" algn="ctr">
                      <a:solidFill>
                        <a:srgbClr val="FFFFFF"/>
                      </a:solidFill>
                      <a:prstDash val="solid"/>
                      <a:round/>
                      <a:headEnd type="none" w="med" len="med"/>
                      <a:tailEnd type="none" w="med" len="med"/>
                    </a:lnL>
                    <a:lnR w="12192" cap="flat" cmpd="sng" algn="ctr">
                      <a:solidFill>
                        <a:srgbClr val="FFFFFF"/>
                      </a:solidFill>
                      <a:prstDash val="solid"/>
                      <a:round/>
                      <a:headEnd type="none" w="med" len="med"/>
                      <a:tailEnd type="none" w="med" len="med"/>
                    </a:lnR>
                    <a:lnT w="12192" cap="flat" cmpd="sng" algn="ctr">
                      <a:solidFill>
                        <a:srgbClr val="FFFFFF"/>
                      </a:solidFill>
                      <a:prstDash val="solid"/>
                      <a:round/>
                      <a:headEnd type="none" w="med" len="med"/>
                      <a:tailEnd type="none" w="med" len="med"/>
                    </a:lnT>
                    <a:lnB w="12192" cap="flat" cmpd="sng" algn="ctr">
                      <a:solidFill>
                        <a:srgbClr val="FFFFFF"/>
                      </a:solidFill>
                      <a:prstDash val="solid"/>
                      <a:round/>
                      <a:headEnd type="none" w="med" len="med"/>
                      <a:tailEnd type="none" w="med" len="med"/>
                    </a:lnB>
                    <a:solidFill>
                      <a:srgbClr val="FEE9E7"/>
                    </a:solidFill>
                  </a:tcPr>
                </a:tc>
                <a:tc>
                  <a:txBody>
                    <a:bodyPr/>
                    <a:lstStyle/>
                    <a:p>
                      <a:pPr algn="ctr" fontAlgn="base"/>
                      <a:r>
                        <a:rPr lang="en-GB" sz="1000" b="0" i="0" dirty="0">
                          <a:solidFill>
                            <a:srgbClr val="FB4D0A"/>
                          </a:solidFill>
                          <a:effectLst/>
                          <a:latin typeface="Calibri"/>
                        </a:rPr>
                        <a:t>Yes​</a:t>
                      </a:r>
                    </a:p>
                  </a:txBody>
                  <a:tcPr marL="63478" marR="63478" marT="31739" marB="31739" anchor="ctr">
                    <a:lnL w="12192" cap="flat" cmpd="sng" algn="ctr">
                      <a:solidFill>
                        <a:srgbClr val="FFFFFF"/>
                      </a:solidFill>
                      <a:prstDash val="solid"/>
                      <a:round/>
                      <a:headEnd type="none" w="med" len="med"/>
                      <a:tailEnd type="none" w="med" len="med"/>
                    </a:lnL>
                    <a:lnR w="12192" cap="flat" cmpd="sng" algn="ctr">
                      <a:solidFill>
                        <a:srgbClr val="FFFFFF"/>
                      </a:solidFill>
                      <a:prstDash val="solid"/>
                      <a:round/>
                      <a:headEnd type="none" w="med" len="med"/>
                      <a:tailEnd type="none" w="med" len="med"/>
                    </a:lnR>
                    <a:lnT w="12192" cap="flat" cmpd="sng" algn="ctr">
                      <a:solidFill>
                        <a:srgbClr val="FFFFFF"/>
                      </a:solidFill>
                      <a:prstDash val="solid"/>
                      <a:round/>
                      <a:headEnd type="none" w="med" len="med"/>
                      <a:tailEnd type="none" w="med" len="med"/>
                    </a:lnT>
                    <a:lnB w="12192" cap="flat" cmpd="sng" algn="ctr">
                      <a:solidFill>
                        <a:srgbClr val="FFFFFF"/>
                      </a:solidFill>
                      <a:prstDash val="solid"/>
                      <a:round/>
                      <a:headEnd type="none" w="med" len="med"/>
                      <a:tailEnd type="none" w="med" len="med"/>
                    </a:lnB>
                    <a:solidFill>
                      <a:srgbClr val="FEE9E7"/>
                    </a:solidFill>
                  </a:tcPr>
                </a:tc>
                <a:tc>
                  <a:txBody>
                    <a:bodyPr/>
                    <a:lstStyle/>
                    <a:p>
                      <a:pPr algn="ctr" fontAlgn="base"/>
                      <a:r>
                        <a:rPr lang="en-GB" sz="1000" b="0" i="0" dirty="0">
                          <a:solidFill>
                            <a:srgbClr val="FB4D0A"/>
                          </a:solidFill>
                          <a:effectLst/>
                          <a:latin typeface="Calibri"/>
                        </a:rPr>
                        <a:t>Yes​</a:t>
                      </a:r>
                    </a:p>
                  </a:txBody>
                  <a:tcPr marL="63478" marR="63478" marT="31739" marB="31739" anchor="ctr">
                    <a:lnL w="12192" cap="flat" cmpd="sng" algn="ctr">
                      <a:solidFill>
                        <a:srgbClr val="FFFFFF"/>
                      </a:solidFill>
                      <a:prstDash val="solid"/>
                      <a:round/>
                      <a:headEnd type="none" w="med" len="med"/>
                      <a:tailEnd type="none" w="med" len="med"/>
                    </a:lnL>
                    <a:lnR w="12192" cap="flat" cmpd="sng" algn="ctr">
                      <a:solidFill>
                        <a:srgbClr val="FFFFFF"/>
                      </a:solidFill>
                      <a:prstDash val="solid"/>
                      <a:round/>
                      <a:headEnd type="none" w="med" len="med"/>
                      <a:tailEnd type="none" w="med" len="med"/>
                    </a:lnR>
                    <a:lnT w="12192" cap="flat" cmpd="sng" algn="ctr">
                      <a:solidFill>
                        <a:srgbClr val="FFFFFF"/>
                      </a:solidFill>
                      <a:prstDash val="solid"/>
                      <a:round/>
                      <a:headEnd type="none" w="med" len="med"/>
                      <a:tailEnd type="none" w="med" len="med"/>
                    </a:lnT>
                    <a:lnB w="12192" cap="flat" cmpd="sng" algn="ctr">
                      <a:solidFill>
                        <a:srgbClr val="FFFFFF"/>
                      </a:solidFill>
                      <a:prstDash val="solid"/>
                      <a:round/>
                      <a:headEnd type="none" w="med" len="med"/>
                      <a:tailEnd type="none" w="med" len="med"/>
                    </a:lnB>
                    <a:solidFill>
                      <a:srgbClr val="FEE9E7"/>
                    </a:solidFill>
                  </a:tcPr>
                </a:tc>
                <a:tc>
                  <a:txBody>
                    <a:bodyPr/>
                    <a:lstStyle/>
                    <a:p>
                      <a:pPr algn="ctr" fontAlgn="base"/>
                      <a:r>
                        <a:rPr lang="en-GB" sz="1000" b="0" i="0" dirty="0">
                          <a:solidFill>
                            <a:srgbClr val="FB4D0A"/>
                          </a:solidFill>
                          <a:effectLst/>
                          <a:latin typeface="Calibri"/>
                        </a:rPr>
                        <a:t>No​</a:t>
                      </a:r>
                    </a:p>
                  </a:txBody>
                  <a:tcPr marL="63478" marR="63478" marT="31739" marB="31739" anchor="ctr">
                    <a:lnL w="12192" cap="flat" cmpd="sng" algn="ctr">
                      <a:solidFill>
                        <a:srgbClr val="FFFFFF"/>
                      </a:solidFill>
                      <a:prstDash val="solid"/>
                      <a:round/>
                      <a:headEnd type="none" w="med" len="med"/>
                      <a:tailEnd type="none" w="med" len="med"/>
                    </a:lnL>
                    <a:lnR w="12192" cap="flat" cmpd="sng" algn="ctr">
                      <a:solidFill>
                        <a:srgbClr val="FFFFFF"/>
                      </a:solidFill>
                      <a:prstDash val="solid"/>
                      <a:round/>
                      <a:headEnd type="none" w="med" len="med"/>
                      <a:tailEnd type="none" w="med" len="med"/>
                    </a:lnR>
                    <a:lnT w="12192" cap="flat" cmpd="sng" algn="ctr">
                      <a:solidFill>
                        <a:srgbClr val="FFFFFF"/>
                      </a:solidFill>
                      <a:prstDash val="solid"/>
                      <a:round/>
                      <a:headEnd type="none" w="med" len="med"/>
                      <a:tailEnd type="none" w="med" len="med"/>
                    </a:lnT>
                    <a:lnB w="12192" cap="flat" cmpd="sng" algn="ctr">
                      <a:solidFill>
                        <a:srgbClr val="FFFFFF"/>
                      </a:solidFill>
                      <a:prstDash val="solid"/>
                      <a:round/>
                      <a:headEnd type="none" w="med" len="med"/>
                      <a:tailEnd type="none" w="med" len="med"/>
                    </a:lnB>
                    <a:solidFill>
                      <a:srgbClr val="FEE9E7"/>
                    </a:solidFill>
                  </a:tcPr>
                </a:tc>
                <a:tc>
                  <a:txBody>
                    <a:bodyPr/>
                    <a:lstStyle/>
                    <a:p>
                      <a:pPr algn="ctr" fontAlgn="base"/>
                      <a:r>
                        <a:rPr lang="en-GB" sz="1000" b="0" i="0" dirty="0">
                          <a:solidFill>
                            <a:srgbClr val="FB4D0A"/>
                          </a:solidFill>
                          <a:effectLst/>
                          <a:latin typeface="Calibri"/>
                        </a:rPr>
                        <a:t>No​</a:t>
                      </a:r>
                    </a:p>
                  </a:txBody>
                  <a:tcPr marL="63478" marR="63478" marT="31739" marB="31739" anchor="ctr">
                    <a:lnL w="12192" cap="flat" cmpd="sng" algn="ctr">
                      <a:solidFill>
                        <a:srgbClr val="FFFFFF"/>
                      </a:solidFill>
                      <a:prstDash val="solid"/>
                      <a:round/>
                      <a:headEnd type="none" w="med" len="med"/>
                      <a:tailEnd type="none" w="med" len="med"/>
                    </a:lnL>
                    <a:lnR w="12192" cap="flat" cmpd="sng" algn="ctr">
                      <a:solidFill>
                        <a:srgbClr val="FFFFFF"/>
                      </a:solidFill>
                      <a:prstDash val="solid"/>
                      <a:round/>
                      <a:headEnd type="none" w="med" len="med"/>
                      <a:tailEnd type="none" w="med" len="med"/>
                    </a:lnR>
                    <a:lnT w="12192" cap="flat" cmpd="sng" algn="ctr">
                      <a:solidFill>
                        <a:srgbClr val="FFFFFF"/>
                      </a:solidFill>
                      <a:prstDash val="solid"/>
                      <a:round/>
                      <a:headEnd type="none" w="med" len="med"/>
                      <a:tailEnd type="none" w="med" len="med"/>
                    </a:lnT>
                    <a:lnB w="12192" cap="flat" cmpd="sng" algn="ctr">
                      <a:solidFill>
                        <a:srgbClr val="FFFFFF"/>
                      </a:solidFill>
                      <a:prstDash val="solid"/>
                      <a:round/>
                      <a:headEnd type="none" w="med" len="med"/>
                      <a:tailEnd type="none" w="med" len="med"/>
                    </a:lnB>
                    <a:solidFill>
                      <a:srgbClr val="FEE9E7"/>
                    </a:solidFill>
                  </a:tcPr>
                </a:tc>
                <a:extLst>
                  <a:ext uri="{0D108BD9-81ED-4DB2-BD59-A6C34878D82A}">
                    <a16:rowId xmlns:a16="http://schemas.microsoft.com/office/drawing/2014/main" val="3159593520"/>
                  </a:ext>
                </a:extLst>
              </a:tr>
              <a:tr h="380346">
                <a:tc>
                  <a:txBody>
                    <a:bodyPr/>
                    <a:lstStyle/>
                    <a:p>
                      <a:pPr algn="ctr" fontAlgn="base"/>
                      <a:r>
                        <a:rPr lang="en-GB" sz="1000" b="0" i="0" dirty="0">
                          <a:solidFill>
                            <a:srgbClr val="FB4D0A"/>
                          </a:solidFill>
                          <a:effectLst/>
                          <a:latin typeface="Calibri"/>
                        </a:rPr>
                        <a:t>Metadata column to column level mapping​</a:t>
                      </a:r>
                    </a:p>
                  </a:txBody>
                  <a:tcPr marL="63478" marR="63478" marT="31739" marB="31739" anchor="ctr">
                    <a:lnL w="12192" cap="flat" cmpd="sng" algn="ctr">
                      <a:solidFill>
                        <a:srgbClr val="FFFFFF"/>
                      </a:solidFill>
                      <a:prstDash val="solid"/>
                      <a:round/>
                      <a:headEnd type="none" w="med" len="med"/>
                      <a:tailEnd type="none" w="med" len="med"/>
                    </a:lnL>
                    <a:lnR w="12192" cap="flat" cmpd="sng" algn="ctr">
                      <a:solidFill>
                        <a:srgbClr val="FFFFFF"/>
                      </a:solidFill>
                      <a:prstDash val="solid"/>
                      <a:round/>
                      <a:headEnd type="none" w="med" len="med"/>
                      <a:tailEnd type="none" w="med" len="med"/>
                    </a:lnR>
                    <a:lnT w="12192" cap="flat" cmpd="sng" algn="ctr">
                      <a:solidFill>
                        <a:srgbClr val="FFFFFF"/>
                      </a:solidFill>
                      <a:prstDash val="solid"/>
                      <a:round/>
                      <a:headEnd type="none" w="med" len="med"/>
                      <a:tailEnd type="none" w="med" len="med"/>
                    </a:lnT>
                    <a:lnB w="12192" cap="flat" cmpd="sng" algn="ctr">
                      <a:solidFill>
                        <a:srgbClr val="FFFFFF"/>
                      </a:solidFill>
                      <a:prstDash val="solid"/>
                      <a:round/>
                      <a:headEnd type="none" w="med" len="med"/>
                      <a:tailEnd type="none" w="med" len="med"/>
                    </a:lnB>
                    <a:solidFill>
                      <a:srgbClr val="FDD0CC"/>
                    </a:solidFill>
                  </a:tcPr>
                </a:tc>
                <a:tc>
                  <a:txBody>
                    <a:bodyPr/>
                    <a:lstStyle/>
                    <a:p>
                      <a:pPr algn="ctr" fontAlgn="base"/>
                      <a:r>
                        <a:rPr lang="en-GB" sz="1000" b="0" i="0" dirty="0">
                          <a:solidFill>
                            <a:srgbClr val="FB4D0A"/>
                          </a:solidFill>
                          <a:effectLst/>
                          <a:latin typeface="Calibri"/>
                        </a:rPr>
                        <a:t>Yes​</a:t>
                      </a:r>
                    </a:p>
                  </a:txBody>
                  <a:tcPr marL="63478" marR="63478" marT="31739" marB="31739" anchor="ctr">
                    <a:lnL w="12192" cap="flat" cmpd="sng" algn="ctr">
                      <a:solidFill>
                        <a:srgbClr val="FFFFFF"/>
                      </a:solidFill>
                      <a:prstDash val="solid"/>
                      <a:round/>
                      <a:headEnd type="none" w="med" len="med"/>
                      <a:tailEnd type="none" w="med" len="med"/>
                    </a:lnL>
                    <a:lnR w="12192" cap="flat" cmpd="sng" algn="ctr">
                      <a:solidFill>
                        <a:srgbClr val="FFFFFF"/>
                      </a:solidFill>
                      <a:prstDash val="solid"/>
                      <a:round/>
                      <a:headEnd type="none" w="med" len="med"/>
                      <a:tailEnd type="none" w="med" len="med"/>
                    </a:lnR>
                    <a:lnT w="12192" cap="flat" cmpd="sng" algn="ctr">
                      <a:solidFill>
                        <a:srgbClr val="FFFFFF"/>
                      </a:solidFill>
                      <a:prstDash val="solid"/>
                      <a:round/>
                      <a:headEnd type="none" w="med" len="med"/>
                      <a:tailEnd type="none" w="med" len="med"/>
                    </a:lnT>
                    <a:lnB w="12192" cap="flat" cmpd="sng" algn="ctr">
                      <a:solidFill>
                        <a:srgbClr val="FFFFFF"/>
                      </a:solidFill>
                      <a:prstDash val="solid"/>
                      <a:round/>
                      <a:headEnd type="none" w="med" len="med"/>
                      <a:tailEnd type="none" w="med" len="med"/>
                    </a:lnB>
                    <a:solidFill>
                      <a:srgbClr val="FDD0CC"/>
                    </a:solidFill>
                  </a:tcPr>
                </a:tc>
                <a:tc>
                  <a:txBody>
                    <a:bodyPr/>
                    <a:lstStyle/>
                    <a:p>
                      <a:pPr algn="ctr" fontAlgn="base"/>
                      <a:r>
                        <a:rPr lang="en-GB" sz="1000" b="0" i="0" dirty="0">
                          <a:solidFill>
                            <a:srgbClr val="FB4D0A"/>
                          </a:solidFill>
                          <a:effectLst/>
                          <a:latin typeface="Calibri"/>
                        </a:rPr>
                        <a:t>Yes​</a:t>
                      </a:r>
                    </a:p>
                  </a:txBody>
                  <a:tcPr marL="63478" marR="63478" marT="31739" marB="31739" anchor="ctr">
                    <a:lnL w="12192" cap="flat" cmpd="sng" algn="ctr">
                      <a:solidFill>
                        <a:srgbClr val="FFFFFF"/>
                      </a:solidFill>
                      <a:prstDash val="solid"/>
                      <a:round/>
                      <a:headEnd type="none" w="med" len="med"/>
                      <a:tailEnd type="none" w="med" len="med"/>
                    </a:lnL>
                    <a:lnR w="12192" cap="flat" cmpd="sng" algn="ctr">
                      <a:solidFill>
                        <a:srgbClr val="FFFFFF"/>
                      </a:solidFill>
                      <a:prstDash val="solid"/>
                      <a:round/>
                      <a:headEnd type="none" w="med" len="med"/>
                      <a:tailEnd type="none" w="med" len="med"/>
                    </a:lnR>
                    <a:lnT w="12192" cap="flat" cmpd="sng" algn="ctr">
                      <a:solidFill>
                        <a:srgbClr val="FFFFFF"/>
                      </a:solidFill>
                      <a:prstDash val="solid"/>
                      <a:round/>
                      <a:headEnd type="none" w="med" len="med"/>
                      <a:tailEnd type="none" w="med" len="med"/>
                    </a:lnT>
                    <a:lnB w="12192" cap="flat" cmpd="sng" algn="ctr">
                      <a:solidFill>
                        <a:srgbClr val="FFFFFF"/>
                      </a:solidFill>
                      <a:prstDash val="solid"/>
                      <a:round/>
                      <a:headEnd type="none" w="med" len="med"/>
                      <a:tailEnd type="none" w="med" len="med"/>
                    </a:lnB>
                    <a:solidFill>
                      <a:srgbClr val="FDD0CC"/>
                    </a:solidFill>
                  </a:tcPr>
                </a:tc>
                <a:tc>
                  <a:txBody>
                    <a:bodyPr/>
                    <a:lstStyle/>
                    <a:p>
                      <a:pPr algn="ctr" fontAlgn="base"/>
                      <a:r>
                        <a:rPr lang="en-GB" sz="1000" b="0" i="0" dirty="0">
                          <a:solidFill>
                            <a:srgbClr val="FB4D0A"/>
                          </a:solidFill>
                          <a:effectLst/>
                          <a:latin typeface="Calibri"/>
                        </a:rPr>
                        <a:t>No​</a:t>
                      </a:r>
                    </a:p>
                  </a:txBody>
                  <a:tcPr marL="63478" marR="63478" marT="31739" marB="31739" anchor="ctr">
                    <a:lnL w="12192" cap="flat" cmpd="sng" algn="ctr">
                      <a:solidFill>
                        <a:srgbClr val="FFFFFF"/>
                      </a:solidFill>
                      <a:prstDash val="solid"/>
                      <a:round/>
                      <a:headEnd type="none" w="med" len="med"/>
                      <a:tailEnd type="none" w="med" len="med"/>
                    </a:lnL>
                    <a:lnR w="12192" cap="flat" cmpd="sng" algn="ctr">
                      <a:solidFill>
                        <a:srgbClr val="FFFFFF"/>
                      </a:solidFill>
                      <a:prstDash val="solid"/>
                      <a:round/>
                      <a:headEnd type="none" w="med" len="med"/>
                      <a:tailEnd type="none" w="med" len="med"/>
                    </a:lnR>
                    <a:lnT w="12192" cap="flat" cmpd="sng" algn="ctr">
                      <a:solidFill>
                        <a:srgbClr val="FFFFFF"/>
                      </a:solidFill>
                      <a:prstDash val="solid"/>
                      <a:round/>
                      <a:headEnd type="none" w="med" len="med"/>
                      <a:tailEnd type="none" w="med" len="med"/>
                    </a:lnT>
                    <a:lnB w="12192" cap="flat" cmpd="sng" algn="ctr">
                      <a:solidFill>
                        <a:srgbClr val="FFFFFF"/>
                      </a:solidFill>
                      <a:prstDash val="solid"/>
                      <a:round/>
                      <a:headEnd type="none" w="med" len="med"/>
                      <a:tailEnd type="none" w="med" len="med"/>
                    </a:lnB>
                    <a:solidFill>
                      <a:srgbClr val="FDD0CC"/>
                    </a:solidFill>
                  </a:tcPr>
                </a:tc>
                <a:tc>
                  <a:txBody>
                    <a:bodyPr/>
                    <a:lstStyle/>
                    <a:p>
                      <a:pPr algn="ctr" fontAlgn="base"/>
                      <a:r>
                        <a:rPr lang="en-GB" sz="1000" b="0" i="0" dirty="0">
                          <a:solidFill>
                            <a:srgbClr val="FB4D0A"/>
                          </a:solidFill>
                          <a:effectLst/>
                          <a:latin typeface="Calibri"/>
                        </a:rPr>
                        <a:t>No​</a:t>
                      </a:r>
                    </a:p>
                  </a:txBody>
                  <a:tcPr marL="63478" marR="63478" marT="31739" marB="31739" anchor="ctr">
                    <a:lnL w="12192" cap="flat" cmpd="sng" algn="ctr">
                      <a:solidFill>
                        <a:srgbClr val="FFFFFF"/>
                      </a:solidFill>
                      <a:prstDash val="solid"/>
                      <a:round/>
                      <a:headEnd type="none" w="med" len="med"/>
                      <a:tailEnd type="none" w="med" len="med"/>
                    </a:lnL>
                    <a:lnR w="12192" cap="flat" cmpd="sng" algn="ctr">
                      <a:solidFill>
                        <a:srgbClr val="FFFFFF"/>
                      </a:solidFill>
                      <a:prstDash val="solid"/>
                      <a:round/>
                      <a:headEnd type="none" w="med" len="med"/>
                      <a:tailEnd type="none" w="med" len="med"/>
                    </a:lnR>
                    <a:lnT w="12192" cap="flat" cmpd="sng" algn="ctr">
                      <a:solidFill>
                        <a:srgbClr val="FFFFFF"/>
                      </a:solidFill>
                      <a:prstDash val="solid"/>
                      <a:round/>
                      <a:headEnd type="none" w="med" len="med"/>
                      <a:tailEnd type="none" w="med" len="med"/>
                    </a:lnT>
                    <a:lnB w="12192" cap="flat" cmpd="sng" algn="ctr">
                      <a:solidFill>
                        <a:srgbClr val="FFFFFF"/>
                      </a:solidFill>
                      <a:prstDash val="solid"/>
                      <a:round/>
                      <a:headEnd type="none" w="med" len="med"/>
                      <a:tailEnd type="none" w="med" len="med"/>
                    </a:lnB>
                    <a:solidFill>
                      <a:srgbClr val="FDD0CC"/>
                    </a:solidFill>
                  </a:tcPr>
                </a:tc>
                <a:tc>
                  <a:txBody>
                    <a:bodyPr/>
                    <a:lstStyle/>
                    <a:p>
                      <a:pPr algn="ctr" fontAlgn="base"/>
                      <a:r>
                        <a:rPr lang="en-GB" sz="1000" b="0" i="0" dirty="0">
                          <a:solidFill>
                            <a:srgbClr val="FB4D0A"/>
                          </a:solidFill>
                          <a:effectLst/>
                          <a:latin typeface="Calibri"/>
                        </a:rPr>
                        <a:t>No​</a:t>
                      </a:r>
                    </a:p>
                  </a:txBody>
                  <a:tcPr marL="63478" marR="63478" marT="31739" marB="31739" anchor="ctr">
                    <a:lnL w="12192" cap="flat" cmpd="sng" algn="ctr">
                      <a:solidFill>
                        <a:srgbClr val="FFFFFF"/>
                      </a:solidFill>
                      <a:prstDash val="solid"/>
                      <a:round/>
                      <a:headEnd type="none" w="med" len="med"/>
                      <a:tailEnd type="none" w="med" len="med"/>
                    </a:lnL>
                    <a:lnR w="12192" cap="flat" cmpd="sng" algn="ctr">
                      <a:solidFill>
                        <a:srgbClr val="FFFFFF"/>
                      </a:solidFill>
                      <a:prstDash val="solid"/>
                      <a:round/>
                      <a:headEnd type="none" w="med" len="med"/>
                      <a:tailEnd type="none" w="med" len="med"/>
                    </a:lnR>
                    <a:lnT w="12192" cap="flat" cmpd="sng" algn="ctr">
                      <a:solidFill>
                        <a:srgbClr val="FFFFFF"/>
                      </a:solidFill>
                      <a:prstDash val="solid"/>
                      <a:round/>
                      <a:headEnd type="none" w="med" len="med"/>
                      <a:tailEnd type="none" w="med" len="med"/>
                    </a:lnT>
                    <a:lnB w="12192" cap="flat" cmpd="sng" algn="ctr">
                      <a:solidFill>
                        <a:srgbClr val="FFFFFF"/>
                      </a:solidFill>
                      <a:prstDash val="solid"/>
                      <a:round/>
                      <a:headEnd type="none" w="med" len="med"/>
                      <a:tailEnd type="none" w="med" len="med"/>
                    </a:lnB>
                    <a:solidFill>
                      <a:srgbClr val="FDD0CC"/>
                    </a:solidFill>
                  </a:tcPr>
                </a:tc>
                <a:extLst>
                  <a:ext uri="{0D108BD9-81ED-4DB2-BD59-A6C34878D82A}">
                    <a16:rowId xmlns:a16="http://schemas.microsoft.com/office/drawing/2014/main" val="2545378010"/>
                  </a:ext>
                </a:extLst>
              </a:tr>
              <a:tr h="380346">
                <a:tc>
                  <a:txBody>
                    <a:bodyPr/>
                    <a:lstStyle/>
                    <a:p>
                      <a:pPr algn="ctr" fontAlgn="base"/>
                      <a:r>
                        <a:rPr lang="en-GB" sz="1000" b="0" i="0" dirty="0">
                          <a:solidFill>
                            <a:srgbClr val="FB4D0A"/>
                          </a:solidFill>
                          <a:effectLst/>
                          <a:latin typeface="Calibri"/>
                        </a:rPr>
                        <a:t>Metadata type 2 columns defined​</a:t>
                      </a:r>
                    </a:p>
                  </a:txBody>
                  <a:tcPr marL="63478" marR="63478" marT="31739" marB="31739" anchor="ctr">
                    <a:lnL w="12192" cap="flat" cmpd="sng" algn="ctr">
                      <a:solidFill>
                        <a:srgbClr val="FFFFFF"/>
                      </a:solidFill>
                      <a:prstDash val="solid"/>
                      <a:round/>
                      <a:headEnd type="none" w="med" len="med"/>
                      <a:tailEnd type="none" w="med" len="med"/>
                    </a:lnL>
                    <a:lnR w="12192" cap="flat" cmpd="sng" algn="ctr">
                      <a:solidFill>
                        <a:srgbClr val="FFFFFF"/>
                      </a:solidFill>
                      <a:prstDash val="solid"/>
                      <a:round/>
                      <a:headEnd type="none" w="med" len="med"/>
                      <a:tailEnd type="none" w="med" len="med"/>
                    </a:lnR>
                    <a:lnT w="12192" cap="flat" cmpd="sng" algn="ctr">
                      <a:solidFill>
                        <a:srgbClr val="FFFFFF"/>
                      </a:solidFill>
                      <a:prstDash val="solid"/>
                      <a:round/>
                      <a:headEnd type="none" w="med" len="med"/>
                      <a:tailEnd type="none" w="med" len="med"/>
                    </a:lnT>
                    <a:lnB w="12192" cap="flat" cmpd="sng" algn="ctr">
                      <a:solidFill>
                        <a:srgbClr val="FFFFFF"/>
                      </a:solidFill>
                      <a:prstDash val="solid"/>
                      <a:round/>
                      <a:headEnd type="none" w="med" len="med"/>
                      <a:tailEnd type="none" w="med" len="med"/>
                    </a:lnB>
                    <a:solidFill>
                      <a:srgbClr val="FEE9E7"/>
                    </a:solidFill>
                  </a:tcPr>
                </a:tc>
                <a:tc>
                  <a:txBody>
                    <a:bodyPr/>
                    <a:lstStyle/>
                    <a:p>
                      <a:pPr algn="ctr" fontAlgn="base"/>
                      <a:r>
                        <a:rPr lang="en-GB" sz="1000" b="0" i="0" dirty="0">
                          <a:solidFill>
                            <a:srgbClr val="FB4D0A"/>
                          </a:solidFill>
                          <a:effectLst/>
                          <a:latin typeface="Calibri"/>
                        </a:rPr>
                        <a:t>No</a:t>
                      </a:r>
                    </a:p>
                  </a:txBody>
                  <a:tcPr marL="63478" marR="63478" marT="31739" marB="31739" anchor="ctr">
                    <a:lnL w="12192" cap="flat" cmpd="sng" algn="ctr">
                      <a:solidFill>
                        <a:srgbClr val="FFFFFF"/>
                      </a:solidFill>
                      <a:prstDash val="solid"/>
                      <a:round/>
                      <a:headEnd type="none" w="med" len="med"/>
                      <a:tailEnd type="none" w="med" len="med"/>
                    </a:lnL>
                    <a:lnR w="12192" cap="flat" cmpd="sng" algn="ctr">
                      <a:solidFill>
                        <a:srgbClr val="FFFFFF"/>
                      </a:solidFill>
                      <a:prstDash val="solid"/>
                      <a:round/>
                      <a:headEnd type="none" w="med" len="med"/>
                      <a:tailEnd type="none" w="med" len="med"/>
                    </a:lnR>
                    <a:lnT w="12192" cap="flat" cmpd="sng" algn="ctr">
                      <a:solidFill>
                        <a:srgbClr val="FFFFFF"/>
                      </a:solidFill>
                      <a:prstDash val="solid"/>
                      <a:round/>
                      <a:headEnd type="none" w="med" len="med"/>
                      <a:tailEnd type="none" w="med" len="med"/>
                    </a:lnT>
                    <a:lnB w="12192" cap="flat" cmpd="sng" algn="ctr">
                      <a:solidFill>
                        <a:srgbClr val="FFFFFF"/>
                      </a:solidFill>
                      <a:prstDash val="solid"/>
                      <a:round/>
                      <a:headEnd type="none" w="med" len="med"/>
                      <a:tailEnd type="none" w="med" len="med"/>
                    </a:lnB>
                    <a:solidFill>
                      <a:srgbClr val="FEE9E7"/>
                    </a:solidFill>
                  </a:tcPr>
                </a:tc>
                <a:tc>
                  <a:txBody>
                    <a:bodyPr/>
                    <a:lstStyle/>
                    <a:p>
                      <a:pPr algn="ctr" fontAlgn="base"/>
                      <a:r>
                        <a:rPr lang="en-GB" sz="1000" b="0" i="0" dirty="0">
                          <a:solidFill>
                            <a:srgbClr val="FB4D0A"/>
                          </a:solidFill>
                          <a:effectLst/>
                          <a:latin typeface="Calibri"/>
                        </a:rPr>
                        <a:t>Yes​</a:t>
                      </a:r>
                    </a:p>
                  </a:txBody>
                  <a:tcPr marL="63478" marR="63478" marT="31739" marB="31739" anchor="ctr">
                    <a:lnL w="12192" cap="flat" cmpd="sng" algn="ctr">
                      <a:solidFill>
                        <a:srgbClr val="FFFFFF"/>
                      </a:solidFill>
                      <a:prstDash val="solid"/>
                      <a:round/>
                      <a:headEnd type="none" w="med" len="med"/>
                      <a:tailEnd type="none" w="med" len="med"/>
                    </a:lnL>
                    <a:lnR w="12192" cap="flat" cmpd="sng" algn="ctr">
                      <a:solidFill>
                        <a:srgbClr val="FFFFFF"/>
                      </a:solidFill>
                      <a:prstDash val="solid"/>
                      <a:round/>
                      <a:headEnd type="none" w="med" len="med"/>
                      <a:tailEnd type="none" w="med" len="med"/>
                    </a:lnR>
                    <a:lnT w="12192" cap="flat" cmpd="sng" algn="ctr">
                      <a:solidFill>
                        <a:srgbClr val="FFFFFF"/>
                      </a:solidFill>
                      <a:prstDash val="solid"/>
                      <a:round/>
                      <a:headEnd type="none" w="med" len="med"/>
                      <a:tailEnd type="none" w="med" len="med"/>
                    </a:lnT>
                    <a:lnB w="12192" cap="flat" cmpd="sng" algn="ctr">
                      <a:solidFill>
                        <a:srgbClr val="FFFFFF"/>
                      </a:solidFill>
                      <a:prstDash val="solid"/>
                      <a:round/>
                      <a:headEnd type="none" w="med" len="med"/>
                      <a:tailEnd type="none" w="med" len="med"/>
                    </a:lnB>
                    <a:solidFill>
                      <a:srgbClr val="FEE9E7"/>
                    </a:solidFill>
                  </a:tcPr>
                </a:tc>
                <a:tc>
                  <a:txBody>
                    <a:bodyPr/>
                    <a:lstStyle/>
                    <a:p>
                      <a:pPr algn="ctr" fontAlgn="base"/>
                      <a:r>
                        <a:rPr lang="en-GB" sz="1000" b="0" i="0" dirty="0">
                          <a:solidFill>
                            <a:srgbClr val="FB4D0A"/>
                          </a:solidFill>
                          <a:effectLst/>
                          <a:latin typeface="Calibri"/>
                        </a:rPr>
                        <a:t>Yes​</a:t>
                      </a:r>
                    </a:p>
                  </a:txBody>
                  <a:tcPr marL="63478" marR="63478" marT="31739" marB="31739" anchor="ctr">
                    <a:lnL w="12192" cap="flat" cmpd="sng" algn="ctr">
                      <a:solidFill>
                        <a:srgbClr val="FFFFFF"/>
                      </a:solidFill>
                      <a:prstDash val="solid"/>
                      <a:round/>
                      <a:headEnd type="none" w="med" len="med"/>
                      <a:tailEnd type="none" w="med" len="med"/>
                    </a:lnL>
                    <a:lnR w="12192" cap="flat" cmpd="sng" algn="ctr">
                      <a:solidFill>
                        <a:srgbClr val="FFFFFF"/>
                      </a:solidFill>
                      <a:prstDash val="solid"/>
                      <a:round/>
                      <a:headEnd type="none" w="med" len="med"/>
                      <a:tailEnd type="none" w="med" len="med"/>
                    </a:lnR>
                    <a:lnT w="12192" cap="flat" cmpd="sng" algn="ctr">
                      <a:solidFill>
                        <a:srgbClr val="FFFFFF"/>
                      </a:solidFill>
                      <a:prstDash val="solid"/>
                      <a:round/>
                      <a:headEnd type="none" w="med" len="med"/>
                      <a:tailEnd type="none" w="med" len="med"/>
                    </a:lnT>
                    <a:lnB w="12192" cap="flat" cmpd="sng" algn="ctr">
                      <a:solidFill>
                        <a:srgbClr val="FFFFFF"/>
                      </a:solidFill>
                      <a:prstDash val="solid"/>
                      <a:round/>
                      <a:headEnd type="none" w="med" len="med"/>
                      <a:tailEnd type="none" w="med" len="med"/>
                    </a:lnB>
                    <a:solidFill>
                      <a:srgbClr val="FEE9E7"/>
                    </a:solidFill>
                  </a:tcPr>
                </a:tc>
                <a:tc>
                  <a:txBody>
                    <a:bodyPr/>
                    <a:lstStyle/>
                    <a:p>
                      <a:pPr algn="ctr" fontAlgn="base"/>
                      <a:r>
                        <a:rPr lang="en-GB" sz="1000" b="0" i="0" dirty="0">
                          <a:solidFill>
                            <a:srgbClr val="FB4D0A"/>
                          </a:solidFill>
                          <a:effectLst/>
                          <a:latin typeface="Calibri"/>
                        </a:rPr>
                        <a:t>No</a:t>
                      </a:r>
                    </a:p>
                  </a:txBody>
                  <a:tcPr marL="63478" marR="63478" marT="31739" marB="31739" anchor="ctr">
                    <a:lnL w="12192" cap="flat" cmpd="sng" algn="ctr">
                      <a:solidFill>
                        <a:srgbClr val="FFFFFF"/>
                      </a:solidFill>
                      <a:prstDash val="solid"/>
                      <a:round/>
                      <a:headEnd type="none" w="med" len="med"/>
                      <a:tailEnd type="none" w="med" len="med"/>
                    </a:lnL>
                    <a:lnR w="12192" cap="flat" cmpd="sng" algn="ctr">
                      <a:solidFill>
                        <a:srgbClr val="FFFFFF"/>
                      </a:solidFill>
                      <a:prstDash val="solid"/>
                      <a:round/>
                      <a:headEnd type="none" w="med" len="med"/>
                      <a:tailEnd type="none" w="med" len="med"/>
                    </a:lnR>
                    <a:lnT w="12192" cap="flat" cmpd="sng" algn="ctr">
                      <a:solidFill>
                        <a:srgbClr val="FFFFFF"/>
                      </a:solidFill>
                      <a:prstDash val="solid"/>
                      <a:round/>
                      <a:headEnd type="none" w="med" len="med"/>
                      <a:tailEnd type="none" w="med" len="med"/>
                    </a:lnT>
                    <a:lnB w="12192" cap="flat" cmpd="sng" algn="ctr">
                      <a:solidFill>
                        <a:srgbClr val="FFFFFF"/>
                      </a:solidFill>
                      <a:prstDash val="solid"/>
                      <a:round/>
                      <a:headEnd type="none" w="med" len="med"/>
                      <a:tailEnd type="none" w="med" len="med"/>
                    </a:lnB>
                    <a:solidFill>
                      <a:srgbClr val="FEE9E7"/>
                    </a:solidFill>
                  </a:tcPr>
                </a:tc>
                <a:tc>
                  <a:txBody>
                    <a:bodyPr/>
                    <a:lstStyle/>
                    <a:p>
                      <a:pPr algn="ctr" fontAlgn="base"/>
                      <a:r>
                        <a:rPr lang="en-GB" sz="1000" b="0" i="0" dirty="0">
                          <a:solidFill>
                            <a:srgbClr val="FB4D0A"/>
                          </a:solidFill>
                          <a:effectLst/>
                          <a:latin typeface="Calibri"/>
                        </a:rPr>
                        <a:t>No​</a:t>
                      </a:r>
                    </a:p>
                  </a:txBody>
                  <a:tcPr marL="63478" marR="63478" marT="31739" marB="31739" anchor="ctr">
                    <a:lnL w="12192" cap="flat" cmpd="sng" algn="ctr">
                      <a:solidFill>
                        <a:srgbClr val="FFFFFF"/>
                      </a:solidFill>
                      <a:prstDash val="solid"/>
                      <a:round/>
                      <a:headEnd type="none" w="med" len="med"/>
                      <a:tailEnd type="none" w="med" len="med"/>
                    </a:lnL>
                    <a:lnR w="12192" cap="flat" cmpd="sng" algn="ctr">
                      <a:solidFill>
                        <a:srgbClr val="FFFFFF"/>
                      </a:solidFill>
                      <a:prstDash val="solid"/>
                      <a:round/>
                      <a:headEnd type="none" w="med" len="med"/>
                      <a:tailEnd type="none" w="med" len="med"/>
                    </a:lnR>
                    <a:lnT w="12192" cap="flat" cmpd="sng" algn="ctr">
                      <a:solidFill>
                        <a:srgbClr val="FFFFFF"/>
                      </a:solidFill>
                      <a:prstDash val="solid"/>
                      <a:round/>
                      <a:headEnd type="none" w="med" len="med"/>
                      <a:tailEnd type="none" w="med" len="med"/>
                    </a:lnT>
                    <a:lnB w="12192" cap="flat" cmpd="sng" algn="ctr">
                      <a:solidFill>
                        <a:srgbClr val="FFFFFF"/>
                      </a:solidFill>
                      <a:prstDash val="solid"/>
                      <a:round/>
                      <a:headEnd type="none" w="med" len="med"/>
                      <a:tailEnd type="none" w="med" len="med"/>
                    </a:lnB>
                    <a:solidFill>
                      <a:srgbClr val="FEE9E7"/>
                    </a:solidFill>
                  </a:tcPr>
                </a:tc>
                <a:extLst>
                  <a:ext uri="{0D108BD9-81ED-4DB2-BD59-A6C34878D82A}">
                    <a16:rowId xmlns:a16="http://schemas.microsoft.com/office/drawing/2014/main" val="3054356423"/>
                  </a:ext>
                </a:extLst>
              </a:tr>
              <a:tr h="255374">
                <a:tc>
                  <a:txBody>
                    <a:bodyPr/>
                    <a:lstStyle/>
                    <a:p>
                      <a:pPr algn="ctr" fontAlgn="base"/>
                      <a:r>
                        <a:rPr lang="en-GB" sz="1000" b="0" i="0" dirty="0">
                          <a:solidFill>
                            <a:srgbClr val="FB4D0A"/>
                          </a:solidFill>
                          <a:effectLst/>
                          <a:latin typeface="Calibri"/>
                        </a:rPr>
                        <a:t>Metadata task​</a:t>
                      </a:r>
                    </a:p>
                  </a:txBody>
                  <a:tcPr marL="63478" marR="63478" marT="31739" marB="31739" anchor="ctr">
                    <a:lnL w="12192" cap="flat" cmpd="sng" algn="ctr">
                      <a:solidFill>
                        <a:srgbClr val="FFFFFF"/>
                      </a:solidFill>
                      <a:prstDash val="solid"/>
                      <a:round/>
                      <a:headEnd type="none" w="med" len="med"/>
                      <a:tailEnd type="none" w="med" len="med"/>
                    </a:lnL>
                    <a:lnR w="12192" cap="flat" cmpd="sng" algn="ctr">
                      <a:solidFill>
                        <a:srgbClr val="FFFFFF"/>
                      </a:solidFill>
                      <a:prstDash val="solid"/>
                      <a:round/>
                      <a:headEnd type="none" w="med" len="med"/>
                      <a:tailEnd type="none" w="med" len="med"/>
                    </a:lnR>
                    <a:lnT w="12192" cap="flat" cmpd="sng" algn="ctr">
                      <a:solidFill>
                        <a:srgbClr val="FFFFFF"/>
                      </a:solidFill>
                      <a:prstDash val="solid"/>
                      <a:round/>
                      <a:headEnd type="none" w="med" len="med"/>
                      <a:tailEnd type="none" w="med" len="med"/>
                    </a:lnT>
                    <a:lnB w="12192" cap="flat" cmpd="sng" algn="ctr">
                      <a:solidFill>
                        <a:srgbClr val="FFFFFF"/>
                      </a:solidFill>
                      <a:prstDash val="solid"/>
                      <a:round/>
                      <a:headEnd type="none" w="med" len="med"/>
                      <a:tailEnd type="none" w="med" len="med"/>
                    </a:lnB>
                    <a:solidFill>
                      <a:srgbClr val="FDD0CC"/>
                    </a:solidFill>
                  </a:tcPr>
                </a:tc>
                <a:tc>
                  <a:txBody>
                    <a:bodyPr/>
                    <a:lstStyle/>
                    <a:p>
                      <a:pPr algn="ctr" fontAlgn="base"/>
                      <a:r>
                        <a:rPr lang="en-GB" sz="1000" b="0" i="0" dirty="0">
                          <a:solidFill>
                            <a:srgbClr val="FB4D0A"/>
                          </a:solidFill>
                          <a:effectLst/>
                          <a:latin typeface="Calibri"/>
                        </a:rPr>
                        <a:t>Yes​</a:t>
                      </a:r>
                    </a:p>
                  </a:txBody>
                  <a:tcPr marL="63478" marR="63478" marT="31739" marB="31739" anchor="ctr">
                    <a:lnL w="12192" cap="flat" cmpd="sng" algn="ctr">
                      <a:solidFill>
                        <a:srgbClr val="FFFFFF"/>
                      </a:solidFill>
                      <a:prstDash val="solid"/>
                      <a:round/>
                      <a:headEnd type="none" w="med" len="med"/>
                      <a:tailEnd type="none" w="med" len="med"/>
                    </a:lnL>
                    <a:lnR w="12192" cap="flat" cmpd="sng" algn="ctr">
                      <a:solidFill>
                        <a:srgbClr val="FFFFFF"/>
                      </a:solidFill>
                      <a:prstDash val="solid"/>
                      <a:round/>
                      <a:headEnd type="none" w="med" len="med"/>
                      <a:tailEnd type="none" w="med" len="med"/>
                    </a:lnR>
                    <a:lnT w="12192" cap="flat" cmpd="sng" algn="ctr">
                      <a:solidFill>
                        <a:srgbClr val="FFFFFF"/>
                      </a:solidFill>
                      <a:prstDash val="solid"/>
                      <a:round/>
                      <a:headEnd type="none" w="med" len="med"/>
                      <a:tailEnd type="none" w="med" len="med"/>
                    </a:lnT>
                    <a:lnB w="12192" cap="flat" cmpd="sng" algn="ctr">
                      <a:solidFill>
                        <a:srgbClr val="FFFFFF"/>
                      </a:solidFill>
                      <a:prstDash val="solid"/>
                      <a:round/>
                      <a:headEnd type="none" w="med" len="med"/>
                      <a:tailEnd type="none" w="med" len="med"/>
                    </a:lnB>
                    <a:solidFill>
                      <a:srgbClr val="FDD0CC"/>
                    </a:solidFill>
                  </a:tcPr>
                </a:tc>
                <a:tc>
                  <a:txBody>
                    <a:bodyPr/>
                    <a:lstStyle/>
                    <a:p>
                      <a:pPr algn="ctr" fontAlgn="base"/>
                      <a:r>
                        <a:rPr lang="en-GB" sz="1000" b="0" i="0" dirty="0">
                          <a:solidFill>
                            <a:srgbClr val="FB4D0A"/>
                          </a:solidFill>
                          <a:effectLst/>
                          <a:latin typeface="Calibri"/>
                        </a:rPr>
                        <a:t>Yes​</a:t>
                      </a:r>
                    </a:p>
                  </a:txBody>
                  <a:tcPr marL="63478" marR="63478" marT="31739" marB="31739" anchor="ctr">
                    <a:lnL w="12192" cap="flat" cmpd="sng" algn="ctr">
                      <a:solidFill>
                        <a:srgbClr val="FFFFFF"/>
                      </a:solidFill>
                      <a:prstDash val="solid"/>
                      <a:round/>
                      <a:headEnd type="none" w="med" len="med"/>
                      <a:tailEnd type="none" w="med" len="med"/>
                    </a:lnL>
                    <a:lnR w="12192" cap="flat" cmpd="sng" algn="ctr">
                      <a:solidFill>
                        <a:srgbClr val="FFFFFF"/>
                      </a:solidFill>
                      <a:prstDash val="solid"/>
                      <a:round/>
                      <a:headEnd type="none" w="med" len="med"/>
                      <a:tailEnd type="none" w="med" len="med"/>
                    </a:lnR>
                    <a:lnT w="12192" cap="flat" cmpd="sng" algn="ctr">
                      <a:solidFill>
                        <a:srgbClr val="FFFFFF"/>
                      </a:solidFill>
                      <a:prstDash val="solid"/>
                      <a:round/>
                      <a:headEnd type="none" w="med" len="med"/>
                      <a:tailEnd type="none" w="med" len="med"/>
                    </a:lnT>
                    <a:lnB w="12192" cap="flat" cmpd="sng" algn="ctr">
                      <a:solidFill>
                        <a:srgbClr val="FFFFFF"/>
                      </a:solidFill>
                      <a:prstDash val="solid"/>
                      <a:round/>
                      <a:headEnd type="none" w="med" len="med"/>
                      <a:tailEnd type="none" w="med" len="med"/>
                    </a:lnB>
                    <a:solidFill>
                      <a:srgbClr val="FDD0CC"/>
                    </a:solidFill>
                  </a:tcPr>
                </a:tc>
                <a:tc>
                  <a:txBody>
                    <a:bodyPr/>
                    <a:lstStyle/>
                    <a:p>
                      <a:pPr algn="ctr" fontAlgn="base"/>
                      <a:r>
                        <a:rPr lang="en-GB" sz="1000" b="0" i="0" dirty="0">
                          <a:solidFill>
                            <a:srgbClr val="FB4D0A"/>
                          </a:solidFill>
                          <a:effectLst/>
                          <a:latin typeface="Calibri"/>
                        </a:rPr>
                        <a:t>Yes​</a:t>
                      </a:r>
                    </a:p>
                  </a:txBody>
                  <a:tcPr marL="63478" marR="63478" marT="31739" marB="31739" anchor="ctr">
                    <a:lnL w="12192" cap="flat" cmpd="sng" algn="ctr">
                      <a:solidFill>
                        <a:srgbClr val="FFFFFF"/>
                      </a:solidFill>
                      <a:prstDash val="solid"/>
                      <a:round/>
                      <a:headEnd type="none" w="med" len="med"/>
                      <a:tailEnd type="none" w="med" len="med"/>
                    </a:lnL>
                    <a:lnR w="12192" cap="flat" cmpd="sng" algn="ctr">
                      <a:solidFill>
                        <a:srgbClr val="FFFFFF"/>
                      </a:solidFill>
                      <a:prstDash val="solid"/>
                      <a:round/>
                      <a:headEnd type="none" w="med" len="med"/>
                      <a:tailEnd type="none" w="med" len="med"/>
                    </a:lnR>
                    <a:lnT w="12192" cap="flat" cmpd="sng" algn="ctr">
                      <a:solidFill>
                        <a:srgbClr val="FFFFFF"/>
                      </a:solidFill>
                      <a:prstDash val="solid"/>
                      <a:round/>
                      <a:headEnd type="none" w="med" len="med"/>
                      <a:tailEnd type="none" w="med" len="med"/>
                    </a:lnT>
                    <a:lnB w="12192" cap="flat" cmpd="sng" algn="ctr">
                      <a:solidFill>
                        <a:srgbClr val="FFFFFF"/>
                      </a:solidFill>
                      <a:prstDash val="solid"/>
                      <a:round/>
                      <a:headEnd type="none" w="med" len="med"/>
                      <a:tailEnd type="none" w="med" len="med"/>
                    </a:lnB>
                    <a:solidFill>
                      <a:srgbClr val="FDD0CC"/>
                    </a:solidFill>
                  </a:tcPr>
                </a:tc>
                <a:tc>
                  <a:txBody>
                    <a:bodyPr/>
                    <a:lstStyle/>
                    <a:p>
                      <a:pPr algn="ctr" fontAlgn="base"/>
                      <a:r>
                        <a:rPr lang="en-GB" sz="1000" b="0" i="0" dirty="0">
                          <a:solidFill>
                            <a:srgbClr val="FB4D0A"/>
                          </a:solidFill>
                          <a:effectLst/>
                          <a:latin typeface="Calibri"/>
                        </a:rPr>
                        <a:t>No​</a:t>
                      </a:r>
                    </a:p>
                  </a:txBody>
                  <a:tcPr marL="63478" marR="63478" marT="31739" marB="31739" anchor="ctr">
                    <a:lnL w="12192" cap="flat" cmpd="sng" algn="ctr">
                      <a:solidFill>
                        <a:srgbClr val="FFFFFF"/>
                      </a:solidFill>
                      <a:prstDash val="solid"/>
                      <a:round/>
                      <a:headEnd type="none" w="med" len="med"/>
                      <a:tailEnd type="none" w="med" len="med"/>
                    </a:lnL>
                    <a:lnR w="12192" cap="flat" cmpd="sng" algn="ctr">
                      <a:solidFill>
                        <a:srgbClr val="FFFFFF"/>
                      </a:solidFill>
                      <a:prstDash val="solid"/>
                      <a:round/>
                      <a:headEnd type="none" w="med" len="med"/>
                      <a:tailEnd type="none" w="med" len="med"/>
                    </a:lnR>
                    <a:lnT w="12192" cap="flat" cmpd="sng" algn="ctr">
                      <a:solidFill>
                        <a:srgbClr val="FFFFFF"/>
                      </a:solidFill>
                      <a:prstDash val="solid"/>
                      <a:round/>
                      <a:headEnd type="none" w="med" len="med"/>
                      <a:tailEnd type="none" w="med" len="med"/>
                    </a:lnT>
                    <a:lnB w="12192" cap="flat" cmpd="sng" algn="ctr">
                      <a:solidFill>
                        <a:srgbClr val="FFFFFF"/>
                      </a:solidFill>
                      <a:prstDash val="solid"/>
                      <a:round/>
                      <a:headEnd type="none" w="med" len="med"/>
                      <a:tailEnd type="none" w="med" len="med"/>
                    </a:lnB>
                    <a:solidFill>
                      <a:srgbClr val="FDD0CC"/>
                    </a:solidFill>
                  </a:tcPr>
                </a:tc>
                <a:tc>
                  <a:txBody>
                    <a:bodyPr/>
                    <a:lstStyle/>
                    <a:p>
                      <a:pPr algn="ctr" fontAlgn="base"/>
                      <a:r>
                        <a:rPr lang="en-GB" sz="1000" b="0" i="0" dirty="0">
                          <a:solidFill>
                            <a:srgbClr val="FB4D0A"/>
                          </a:solidFill>
                          <a:effectLst/>
                          <a:latin typeface="Calibri"/>
                        </a:rPr>
                        <a:t>Yes​</a:t>
                      </a:r>
                    </a:p>
                  </a:txBody>
                  <a:tcPr marL="63478" marR="63478" marT="31739" marB="31739" anchor="ctr">
                    <a:lnL w="12192" cap="flat" cmpd="sng" algn="ctr">
                      <a:solidFill>
                        <a:srgbClr val="FFFFFF"/>
                      </a:solidFill>
                      <a:prstDash val="solid"/>
                      <a:round/>
                      <a:headEnd type="none" w="med" len="med"/>
                      <a:tailEnd type="none" w="med" len="med"/>
                    </a:lnL>
                    <a:lnR w="12192" cap="flat" cmpd="sng" algn="ctr">
                      <a:solidFill>
                        <a:srgbClr val="FFFFFF"/>
                      </a:solidFill>
                      <a:prstDash val="solid"/>
                      <a:round/>
                      <a:headEnd type="none" w="med" len="med"/>
                      <a:tailEnd type="none" w="med" len="med"/>
                    </a:lnR>
                    <a:lnT w="12192" cap="flat" cmpd="sng" algn="ctr">
                      <a:solidFill>
                        <a:srgbClr val="FFFFFF"/>
                      </a:solidFill>
                      <a:prstDash val="solid"/>
                      <a:round/>
                      <a:headEnd type="none" w="med" len="med"/>
                      <a:tailEnd type="none" w="med" len="med"/>
                    </a:lnT>
                    <a:lnB w="12192" cap="flat" cmpd="sng" algn="ctr">
                      <a:solidFill>
                        <a:srgbClr val="FFFFFF"/>
                      </a:solidFill>
                      <a:prstDash val="solid"/>
                      <a:round/>
                      <a:headEnd type="none" w="med" len="med"/>
                      <a:tailEnd type="none" w="med" len="med"/>
                    </a:lnB>
                    <a:solidFill>
                      <a:srgbClr val="FEE9E7"/>
                    </a:solidFill>
                  </a:tcPr>
                </a:tc>
                <a:extLst>
                  <a:ext uri="{0D108BD9-81ED-4DB2-BD59-A6C34878D82A}">
                    <a16:rowId xmlns:a16="http://schemas.microsoft.com/office/drawing/2014/main" val="1847342944"/>
                  </a:ext>
                </a:extLst>
              </a:tr>
            </a:tbl>
          </a:graphicData>
        </a:graphic>
      </p:graphicFrame>
      <p:sp>
        <p:nvSpPr>
          <p:cNvPr id="16" name="Title 1"/>
          <p:cNvSpPr>
            <a:spLocks noGrp="1"/>
          </p:cNvSpPr>
          <p:nvPr>
            <p:ph type="ctrTitle"/>
          </p:nvPr>
        </p:nvSpPr>
        <p:spPr>
          <a:xfrm>
            <a:off x="457200" y="385141"/>
            <a:ext cx="11277600" cy="936386"/>
          </a:xfrm>
        </p:spPr>
        <p:txBody>
          <a:bodyPr/>
          <a:lstStyle/>
          <a:p>
            <a:r>
              <a:rPr lang="en-US" b="1">
                <a:solidFill>
                  <a:srgbClr val="CD2883"/>
                </a:solidFill>
              </a:rPr>
              <a:t>Metadata usage and task overlap​</a:t>
            </a:r>
          </a:p>
        </p:txBody>
      </p:sp>
      <p:sp>
        <p:nvSpPr>
          <p:cNvPr id="4" name="Rectangle 3"/>
          <p:cNvSpPr/>
          <p:nvPr/>
        </p:nvSpPr>
        <p:spPr>
          <a:xfrm>
            <a:off x="8211523" y="6472409"/>
            <a:ext cx="2728225" cy="302964"/>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 name="Rectangle 4"/>
          <p:cNvSpPr/>
          <p:nvPr/>
        </p:nvSpPr>
        <p:spPr>
          <a:xfrm>
            <a:off x="11005851" y="6290631"/>
            <a:ext cx="837282" cy="35254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306127186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B08291-ED25-5290-548B-44CCA42067A1}"/>
            </a:ext>
          </a:extLst>
        </p:cNvPr>
        <p:cNvGrpSpPr/>
        <p:nvPr/>
      </p:nvGrpSpPr>
      <p:grpSpPr>
        <a:xfrm>
          <a:off x="0" y="0"/>
          <a:ext cx="0" cy="0"/>
          <a:chOff x="0" y="0"/>
          <a:chExt cx="0" cy="0"/>
        </a:xfrm>
      </p:grpSpPr>
      <p:sp>
        <p:nvSpPr>
          <p:cNvPr id="16" name="Title 1">
            <a:extLst>
              <a:ext uri="{FF2B5EF4-FFF2-40B4-BE49-F238E27FC236}">
                <a16:creationId xmlns:a16="http://schemas.microsoft.com/office/drawing/2014/main" id="{1BC83EA6-1526-5F5E-E972-1516CAE7DE3C}"/>
              </a:ext>
            </a:extLst>
          </p:cNvPr>
          <p:cNvSpPr>
            <a:spLocks noGrp="1"/>
          </p:cNvSpPr>
          <p:nvPr>
            <p:ph type="ctrTitle"/>
          </p:nvPr>
        </p:nvSpPr>
        <p:spPr>
          <a:xfrm>
            <a:off x="457200" y="385141"/>
            <a:ext cx="11277600" cy="936386"/>
          </a:xfrm>
        </p:spPr>
        <p:txBody>
          <a:bodyPr/>
          <a:lstStyle/>
          <a:p>
            <a:r>
              <a:rPr lang="en-US" b="1">
                <a:solidFill>
                  <a:srgbClr val="CD2883"/>
                </a:solidFill>
              </a:rPr>
              <a:t>Metadata Tables </a:t>
            </a:r>
            <a:r>
              <a:rPr lang="en-US" sz="4200" b="1">
                <a:solidFill>
                  <a:srgbClr val="CD2883"/>
                </a:solidFill>
              </a:rPr>
              <a:t>(config)</a:t>
            </a:r>
            <a:endParaRPr lang="en-US" sz="4200" b="1">
              <a:solidFill>
                <a:srgbClr val="CD2883"/>
              </a:solidFill>
              <a:ea typeface="Calibri Light"/>
              <a:cs typeface="Calibri Light"/>
            </a:endParaRPr>
          </a:p>
        </p:txBody>
      </p:sp>
      <p:sp>
        <p:nvSpPr>
          <p:cNvPr id="4" name="Rectangle 3">
            <a:extLst>
              <a:ext uri="{FF2B5EF4-FFF2-40B4-BE49-F238E27FC236}">
                <a16:creationId xmlns:a16="http://schemas.microsoft.com/office/drawing/2014/main" id="{DBD6034E-5A47-A845-5D21-3FFEDA36F6EF}"/>
              </a:ext>
            </a:extLst>
          </p:cNvPr>
          <p:cNvSpPr/>
          <p:nvPr/>
        </p:nvSpPr>
        <p:spPr>
          <a:xfrm>
            <a:off x="8211523" y="6472409"/>
            <a:ext cx="2728225" cy="302964"/>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 name="Rectangle 4">
            <a:extLst>
              <a:ext uri="{FF2B5EF4-FFF2-40B4-BE49-F238E27FC236}">
                <a16:creationId xmlns:a16="http://schemas.microsoft.com/office/drawing/2014/main" id="{2223F414-DE11-9D5C-4984-3194216DB96E}"/>
              </a:ext>
            </a:extLst>
          </p:cNvPr>
          <p:cNvSpPr/>
          <p:nvPr/>
        </p:nvSpPr>
        <p:spPr>
          <a:xfrm>
            <a:off x="11005851" y="6290631"/>
            <a:ext cx="837282" cy="35254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aphicFrame>
        <p:nvGraphicFramePr>
          <p:cNvPr id="7" name="Table 6">
            <a:extLst>
              <a:ext uri="{FF2B5EF4-FFF2-40B4-BE49-F238E27FC236}">
                <a16:creationId xmlns:a16="http://schemas.microsoft.com/office/drawing/2014/main" id="{F542A6B7-AEEE-22FD-9886-F4B9FB95B3DE}"/>
              </a:ext>
            </a:extLst>
          </p:cNvPr>
          <p:cNvGraphicFramePr>
            <a:graphicFrameLocks noGrp="1"/>
          </p:cNvGraphicFramePr>
          <p:nvPr>
            <p:extLst>
              <p:ext uri="{D42A27DB-BD31-4B8C-83A1-F6EECF244321}">
                <p14:modId xmlns:p14="http://schemas.microsoft.com/office/powerpoint/2010/main" val="4250563938"/>
              </p:ext>
            </p:extLst>
          </p:nvPr>
        </p:nvGraphicFramePr>
        <p:xfrm>
          <a:off x="1029195" y="1014350"/>
          <a:ext cx="10131135" cy="5355170"/>
        </p:xfrm>
        <a:graphic>
          <a:graphicData uri="http://schemas.openxmlformats.org/drawingml/2006/table">
            <a:tbl>
              <a:tblPr firstRow="1" bandRow="1">
                <a:tableStyleId>{5C22544A-7EE6-4342-B048-85BDC9FD1C3A}</a:tableStyleId>
              </a:tblPr>
              <a:tblGrid>
                <a:gridCol w="726551">
                  <a:extLst>
                    <a:ext uri="{9D8B030D-6E8A-4147-A177-3AD203B41FA5}">
                      <a16:colId xmlns:a16="http://schemas.microsoft.com/office/drawing/2014/main" val="1056872303"/>
                    </a:ext>
                  </a:extLst>
                </a:gridCol>
                <a:gridCol w="2054238">
                  <a:extLst>
                    <a:ext uri="{9D8B030D-6E8A-4147-A177-3AD203B41FA5}">
                      <a16:colId xmlns:a16="http://schemas.microsoft.com/office/drawing/2014/main" val="3001603572"/>
                    </a:ext>
                  </a:extLst>
                </a:gridCol>
                <a:gridCol w="7350346">
                  <a:extLst>
                    <a:ext uri="{9D8B030D-6E8A-4147-A177-3AD203B41FA5}">
                      <a16:colId xmlns:a16="http://schemas.microsoft.com/office/drawing/2014/main" val="3347287933"/>
                    </a:ext>
                  </a:extLst>
                </a:gridCol>
              </a:tblGrid>
              <a:tr h="315010">
                <a:tc>
                  <a:txBody>
                    <a:bodyPr/>
                    <a:lstStyle/>
                    <a:p>
                      <a:pPr lvl="0" algn="ctr">
                        <a:buNone/>
                      </a:pPr>
                      <a:r>
                        <a:rPr lang="en-US" sz="1200" b="1"/>
                        <a:t>Schema</a:t>
                      </a:r>
                    </a:p>
                  </a:txBody>
                  <a:tcPr anchor="ctr">
                    <a:solidFill>
                      <a:srgbClr val="E4017E"/>
                    </a:solidFill>
                  </a:tcPr>
                </a:tc>
                <a:tc>
                  <a:txBody>
                    <a:bodyPr/>
                    <a:lstStyle/>
                    <a:p>
                      <a:pPr lvl="0" algn="ctr">
                        <a:buNone/>
                      </a:pPr>
                      <a:r>
                        <a:rPr lang="en-US" sz="1200" b="1"/>
                        <a:t>Table Name</a:t>
                      </a:r>
                    </a:p>
                  </a:txBody>
                  <a:tcPr anchor="ctr">
                    <a:solidFill>
                      <a:srgbClr val="E4017E"/>
                    </a:solidFill>
                  </a:tcPr>
                </a:tc>
                <a:tc>
                  <a:txBody>
                    <a:bodyPr/>
                    <a:lstStyle/>
                    <a:p>
                      <a:pPr marL="0" marR="0" lvl="0" indent="0" algn="ctr" defTabSz="914400" rtl="0">
                        <a:lnSpc>
                          <a:spcPct val="100000"/>
                        </a:lnSpc>
                        <a:spcBef>
                          <a:spcPts val="0"/>
                        </a:spcBef>
                        <a:spcAft>
                          <a:spcPts val="0"/>
                        </a:spcAft>
                        <a:buClrTx/>
                        <a:buSzTx/>
                        <a:buFontTx/>
                        <a:buNone/>
                        <a:tabLst/>
                        <a:defRPr/>
                      </a:pPr>
                      <a:r>
                        <a:rPr lang="en-US" sz="1200" b="1"/>
                        <a:t>Description</a:t>
                      </a:r>
                    </a:p>
                  </a:txBody>
                  <a:tcPr anchor="ctr">
                    <a:solidFill>
                      <a:srgbClr val="E4017E"/>
                    </a:solidFill>
                  </a:tcPr>
                </a:tc>
                <a:extLst>
                  <a:ext uri="{0D108BD9-81ED-4DB2-BD59-A6C34878D82A}">
                    <a16:rowId xmlns:a16="http://schemas.microsoft.com/office/drawing/2014/main" val="973775198"/>
                  </a:ext>
                </a:extLst>
              </a:tr>
              <a:tr h="315010">
                <a:tc>
                  <a:txBody>
                    <a:bodyPr/>
                    <a:lstStyle/>
                    <a:p>
                      <a:pPr lvl="0" algn="ctr">
                        <a:buNone/>
                      </a:pPr>
                      <a:r>
                        <a:rPr lang="en-US" sz="1200" b="0" i="0" u="none" strike="noStrike" noProof="0">
                          <a:solidFill>
                            <a:schemeClr val="accent6">
                              <a:lumMod val="10000"/>
                            </a:schemeClr>
                          </a:solidFill>
                          <a:latin typeface="Calibri"/>
                        </a:rPr>
                        <a:t>Config</a:t>
                      </a:r>
                      <a:endParaRPr lang="en-US" i="0" u="none" strike="noStrike" noProof="0">
                        <a:latin typeface="Calibri"/>
                      </a:endParaRPr>
                    </a:p>
                  </a:txBody>
                  <a:tcPr anchor="ctr"/>
                </a:tc>
                <a:tc>
                  <a:txBody>
                    <a:bodyPr/>
                    <a:lstStyle/>
                    <a:p>
                      <a:pPr lvl="0" algn="ctr">
                        <a:buNone/>
                      </a:pPr>
                      <a:r>
                        <a:rPr lang="en-US" sz="1200" b="0" i="0" u="none" strike="noStrike" noProof="0">
                          <a:solidFill>
                            <a:srgbClr val="000000"/>
                          </a:solidFill>
                          <a:latin typeface="Calibri"/>
                        </a:rPr>
                        <a:t>Phase</a:t>
                      </a:r>
                      <a:endParaRPr lang="en-US" sz="1200" b="0"/>
                    </a:p>
                  </a:txBody>
                  <a:tcPr anchor="ctr"/>
                </a:tc>
                <a:tc>
                  <a:txBody>
                    <a:bodyPr/>
                    <a:lstStyle/>
                    <a:p>
                      <a:pPr lvl="0">
                        <a:buNone/>
                      </a:pPr>
                      <a:r>
                        <a:rPr lang="en-US" sz="1200" b="0">
                          <a:solidFill>
                            <a:schemeClr val="accent6">
                              <a:lumMod val="10000"/>
                            </a:schemeClr>
                          </a:solidFill>
                        </a:rPr>
                        <a:t>Phases across which data is being stored </a:t>
                      </a:r>
                      <a:r>
                        <a:rPr lang="en-US" sz="1200" b="0" err="1">
                          <a:solidFill>
                            <a:schemeClr val="accent6">
                              <a:lumMod val="10000"/>
                            </a:schemeClr>
                          </a:solidFill>
                        </a:rPr>
                        <a:t>eg</a:t>
                      </a:r>
                      <a:r>
                        <a:rPr lang="en-US" sz="1200" b="0">
                          <a:solidFill>
                            <a:schemeClr val="accent6">
                              <a:lumMod val="10000"/>
                            </a:schemeClr>
                          </a:solidFill>
                        </a:rPr>
                        <a:t>: Raw, </a:t>
                      </a:r>
                      <a:r>
                        <a:rPr lang="en-US" sz="1200" b="0" err="1">
                          <a:solidFill>
                            <a:schemeClr val="accent6">
                              <a:lumMod val="10000"/>
                            </a:schemeClr>
                          </a:solidFill>
                        </a:rPr>
                        <a:t>Standardised</a:t>
                      </a:r>
                      <a:r>
                        <a:rPr lang="en-US" sz="1200" b="0">
                          <a:solidFill>
                            <a:schemeClr val="accent6">
                              <a:lumMod val="10000"/>
                            </a:schemeClr>
                          </a:solidFill>
                        </a:rPr>
                        <a:t>, Conformed, </a:t>
                      </a:r>
                      <a:r>
                        <a:rPr lang="en-US" sz="1200" b="0" err="1">
                          <a:solidFill>
                            <a:schemeClr val="accent6">
                              <a:lumMod val="10000"/>
                            </a:schemeClr>
                          </a:solidFill>
                        </a:rPr>
                        <a:t>Dwh</a:t>
                      </a:r>
                      <a:r>
                        <a:rPr lang="en-US" sz="1200" b="0">
                          <a:solidFill>
                            <a:schemeClr val="accent6">
                              <a:lumMod val="10000"/>
                            </a:schemeClr>
                          </a:solidFill>
                        </a:rPr>
                        <a:t> (Dim, Bridge &amp;Fact) and Reporting</a:t>
                      </a:r>
                    </a:p>
                  </a:txBody>
                  <a:tcPr anchor="ctr"/>
                </a:tc>
                <a:extLst>
                  <a:ext uri="{0D108BD9-81ED-4DB2-BD59-A6C34878D82A}">
                    <a16:rowId xmlns:a16="http://schemas.microsoft.com/office/drawing/2014/main" val="2235498560"/>
                  </a:ext>
                </a:extLst>
              </a:tr>
              <a:tr h="315010">
                <a:tc>
                  <a:txBody>
                    <a:bodyPr/>
                    <a:lstStyle/>
                    <a:p>
                      <a:pPr lvl="0" algn="ctr">
                        <a:buNone/>
                      </a:pPr>
                      <a:r>
                        <a:rPr lang="en-US" sz="1200" b="0" i="0" u="none" strike="noStrike" noProof="0">
                          <a:solidFill>
                            <a:schemeClr val="accent6">
                              <a:lumMod val="10000"/>
                            </a:schemeClr>
                          </a:solidFill>
                          <a:latin typeface="Calibri"/>
                        </a:rPr>
                        <a:t>Config</a:t>
                      </a:r>
                      <a:endParaRPr lang="en-US"/>
                    </a:p>
                  </a:txBody>
                  <a:tcPr anchor="ctr"/>
                </a:tc>
                <a:tc>
                  <a:txBody>
                    <a:bodyPr/>
                    <a:lstStyle/>
                    <a:p>
                      <a:pPr lvl="0" algn="ctr">
                        <a:buNone/>
                      </a:pPr>
                      <a:r>
                        <a:rPr lang="en-US" sz="1200" b="0" i="0" u="none" strike="noStrike" noProof="0">
                          <a:solidFill>
                            <a:srgbClr val="000000"/>
                          </a:solidFill>
                          <a:latin typeface="Calibri"/>
                        </a:rPr>
                        <a:t>Source</a:t>
                      </a:r>
                      <a:endParaRPr lang="en-US" sz="1200" b="0"/>
                    </a:p>
                  </a:txBody>
                  <a:tcPr anchor="ctr"/>
                </a:tc>
                <a:tc>
                  <a:txBody>
                    <a:bodyPr/>
                    <a:lstStyle/>
                    <a:p>
                      <a:pPr lvl="0">
                        <a:buNone/>
                      </a:pPr>
                      <a:r>
                        <a:rPr lang="en-US" sz="1200" b="0">
                          <a:solidFill>
                            <a:schemeClr val="accent6">
                              <a:lumMod val="10000"/>
                            </a:schemeClr>
                          </a:solidFill>
                        </a:rPr>
                        <a:t>Sources from which data is being fetched into insights</a:t>
                      </a:r>
                    </a:p>
                  </a:txBody>
                  <a:tcPr anchor="ctr"/>
                </a:tc>
                <a:extLst>
                  <a:ext uri="{0D108BD9-81ED-4DB2-BD59-A6C34878D82A}">
                    <a16:rowId xmlns:a16="http://schemas.microsoft.com/office/drawing/2014/main" val="4230442945"/>
                  </a:ext>
                </a:extLst>
              </a:tr>
              <a:tr h="315010">
                <a:tc>
                  <a:txBody>
                    <a:bodyPr/>
                    <a:lstStyle/>
                    <a:p>
                      <a:pPr lvl="0" algn="ctr">
                        <a:buNone/>
                      </a:pPr>
                      <a:r>
                        <a:rPr lang="en-US" sz="1200" b="0" i="0" u="none" strike="noStrike" noProof="0">
                          <a:solidFill>
                            <a:schemeClr val="accent6">
                              <a:lumMod val="10000"/>
                            </a:schemeClr>
                          </a:solidFill>
                          <a:latin typeface="Calibri"/>
                        </a:rPr>
                        <a:t>Config</a:t>
                      </a:r>
                      <a:endParaRPr lang="en-US"/>
                    </a:p>
                  </a:txBody>
                  <a:tcPr anchor="ctr"/>
                </a:tc>
                <a:tc>
                  <a:txBody>
                    <a:bodyPr/>
                    <a:lstStyle/>
                    <a:p>
                      <a:pPr lvl="0" algn="ctr">
                        <a:buNone/>
                      </a:pPr>
                      <a:r>
                        <a:rPr lang="en-US" sz="1200" b="0" i="0" u="none" strike="noStrike" noProof="0">
                          <a:solidFill>
                            <a:srgbClr val="000000"/>
                          </a:solidFill>
                          <a:latin typeface="Calibri"/>
                        </a:rPr>
                        <a:t>Schedule</a:t>
                      </a:r>
                      <a:endParaRPr lang="en-US" sz="1200" b="0"/>
                    </a:p>
                  </a:txBody>
                  <a:tcPr anchor="ctr"/>
                </a:tc>
                <a:tc>
                  <a:txBody>
                    <a:bodyPr/>
                    <a:lstStyle/>
                    <a:p>
                      <a:pPr lvl="0">
                        <a:buNone/>
                      </a:pPr>
                      <a:r>
                        <a:rPr lang="en-US" sz="1200" b="0">
                          <a:solidFill>
                            <a:schemeClr val="accent6">
                              <a:lumMod val="10000"/>
                            </a:schemeClr>
                          </a:solidFill>
                        </a:rPr>
                        <a:t>Timing at which various source gets executed across multiple phases</a:t>
                      </a:r>
                    </a:p>
                  </a:txBody>
                  <a:tcPr anchor="ctr"/>
                </a:tc>
                <a:extLst>
                  <a:ext uri="{0D108BD9-81ED-4DB2-BD59-A6C34878D82A}">
                    <a16:rowId xmlns:a16="http://schemas.microsoft.com/office/drawing/2014/main" val="2092432871"/>
                  </a:ext>
                </a:extLst>
              </a:tr>
              <a:tr h="315010">
                <a:tc>
                  <a:txBody>
                    <a:bodyPr/>
                    <a:lstStyle/>
                    <a:p>
                      <a:pPr lvl="0" algn="ctr">
                        <a:buNone/>
                      </a:pPr>
                      <a:r>
                        <a:rPr lang="en-US" sz="1200" b="0" i="0" u="none" strike="noStrike" noProof="0">
                          <a:solidFill>
                            <a:schemeClr val="accent6">
                              <a:lumMod val="10000"/>
                            </a:schemeClr>
                          </a:solidFill>
                          <a:latin typeface="Calibri"/>
                        </a:rPr>
                        <a:t>Config</a:t>
                      </a:r>
                      <a:endParaRPr lang="en-US"/>
                    </a:p>
                  </a:txBody>
                  <a:tcPr anchor="ctr"/>
                </a:tc>
                <a:tc>
                  <a:txBody>
                    <a:bodyPr/>
                    <a:lstStyle/>
                    <a:p>
                      <a:pPr lvl="0" algn="ctr">
                        <a:buNone/>
                      </a:pPr>
                      <a:r>
                        <a:rPr lang="en-US" sz="1200" b="0" i="0" u="none" strike="noStrike" noProof="0">
                          <a:solidFill>
                            <a:srgbClr val="000000"/>
                          </a:solidFill>
                          <a:latin typeface="Calibri"/>
                        </a:rPr>
                        <a:t>Entity</a:t>
                      </a:r>
                      <a:endParaRPr lang="en-US" sz="1200" b="0">
                        <a:solidFill>
                          <a:schemeClr val="accent6">
                            <a:lumMod val="10000"/>
                          </a:schemeClr>
                        </a:solidFill>
                      </a:endParaRPr>
                    </a:p>
                  </a:txBody>
                  <a:tcPr anchor="ctr"/>
                </a:tc>
                <a:tc>
                  <a:txBody>
                    <a:bodyPr/>
                    <a:lstStyle/>
                    <a:p>
                      <a:pPr lvl="0">
                        <a:buNone/>
                      </a:pPr>
                      <a:endParaRPr lang="en-US" sz="1200" b="0">
                        <a:solidFill>
                          <a:schemeClr val="accent6">
                            <a:lumMod val="10000"/>
                          </a:schemeClr>
                        </a:solidFill>
                      </a:endParaRPr>
                    </a:p>
                  </a:txBody>
                  <a:tcPr anchor="ctr"/>
                </a:tc>
                <a:extLst>
                  <a:ext uri="{0D108BD9-81ED-4DB2-BD59-A6C34878D82A}">
                    <a16:rowId xmlns:a16="http://schemas.microsoft.com/office/drawing/2014/main" val="977315425"/>
                  </a:ext>
                </a:extLst>
              </a:tr>
              <a:tr h="315010">
                <a:tc>
                  <a:txBody>
                    <a:bodyPr/>
                    <a:lstStyle/>
                    <a:p>
                      <a:pPr lvl="0" algn="ctr">
                        <a:buNone/>
                      </a:pPr>
                      <a:r>
                        <a:rPr lang="en-US" sz="1200" b="0" i="0" u="none" strike="noStrike" noProof="0">
                          <a:solidFill>
                            <a:schemeClr val="accent6">
                              <a:lumMod val="10000"/>
                            </a:schemeClr>
                          </a:solidFill>
                          <a:latin typeface="Calibri"/>
                        </a:rPr>
                        <a:t>Config</a:t>
                      </a:r>
                      <a:endParaRPr lang="en-US"/>
                    </a:p>
                  </a:txBody>
                  <a:tcPr anchor="ctr"/>
                </a:tc>
                <a:tc>
                  <a:txBody>
                    <a:bodyPr/>
                    <a:lstStyle/>
                    <a:p>
                      <a:pPr marL="0" marR="0" lvl="0" indent="0" algn="ctr">
                        <a:lnSpc>
                          <a:spcPct val="90000"/>
                        </a:lnSpc>
                        <a:spcBef>
                          <a:spcPts val="0"/>
                        </a:spcBef>
                        <a:spcAft>
                          <a:spcPts val="900"/>
                        </a:spcAft>
                        <a:buNone/>
                      </a:pPr>
                      <a:r>
                        <a:rPr lang="en-US" sz="1200" b="0" i="0" u="none" strike="noStrike" noProof="0" err="1">
                          <a:solidFill>
                            <a:srgbClr val="000000"/>
                          </a:solidFill>
                          <a:latin typeface="Calibri"/>
                        </a:rPr>
                        <a:t>Schedule_Phase_Entity_Map</a:t>
                      </a:r>
                      <a:endParaRPr lang="en-US" sz="1200" b="0" i="0" u="none" strike="noStrike" noProof="0">
                        <a:solidFill>
                          <a:srgbClr val="FB4D0A"/>
                        </a:solidFill>
                        <a:latin typeface="Calibri"/>
                      </a:endParaRPr>
                    </a:p>
                  </a:txBody>
                  <a:tcPr anchor="ctr"/>
                </a:tc>
                <a:tc>
                  <a:txBody>
                    <a:bodyPr/>
                    <a:lstStyle/>
                    <a:p>
                      <a:pPr lvl="0" algn="l">
                        <a:buNone/>
                      </a:pPr>
                      <a:r>
                        <a:rPr lang="en-US" sz="1200" b="0">
                          <a:solidFill>
                            <a:schemeClr val="accent6">
                              <a:lumMod val="10000"/>
                            </a:schemeClr>
                          </a:solidFill>
                        </a:rPr>
                        <a:t>Entities that gets loaded when a schedule is triggered across multiple phases</a:t>
                      </a:r>
                      <a:endParaRPr lang="en-US" sz="1200" b="0"/>
                    </a:p>
                  </a:txBody>
                  <a:tcPr anchor="ctr"/>
                </a:tc>
                <a:extLst>
                  <a:ext uri="{0D108BD9-81ED-4DB2-BD59-A6C34878D82A}">
                    <a16:rowId xmlns:a16="http://schemas.microsoft.com/office/drawing/2014/main" val="16136281"/>
                  </a:ext>
                </a:extLst>
              </a:tr>
              <a:tr h="315010">
                <a:tc>
                  <a:txBody>
                    <a:bodyPr/>
                    <a:lstStyle/>
                    <a:p>
                      <a:pPr lvl="0" algn="ctr">
                        <a:buNone/>
                      </a:pPr>
                      <a:r>
                        <a:rPr lang="en-US" sz="1200" b="0" i="0" u="none" strike="noStrike" noProof="0">
                          <a:solidFill>
                            <a:schemeClr val="accent6">
                              <a:lumMod val="10000"/>
                            </a:schemeClr>
                          </a:solidFill>
                          <a:latin typeface="Calibri"/>
                        </a:rPr>
                        <a:t>Config</a:t>
                      </a:r>
                      <a:endParaRPr lang="en-US"/>
                    </a:p>
                  </a:txBody>
                  <a:tcPr anchor="ctr"/>
                </a:tc>
                <a:tc>
                  <a:txBody>
                    <a:bodyPr/>
                    <a:lstStyle/>
                    <a:p>
                      <a:pPr marL="0" marR="0" lvl="0" indent="0" algn="ctr">
                        <a:lnSpc>
                          <a:spcPct val="90000"/>
                        </a:lnSpc>
                        <a:spcBef>
                          <a:spcPts val="0"/>
                        </a:spcBef>
                        <a:spcAft>
                          <a:spcPts val="900"/>
                        </a:spcAft>
                        <a:buNone/>
                      </a:pPr>
                      <a:r>
                        <a:rPr lang="en-US" sz="1200" b="0" i="0" u="none" strike="noStrike" noProof="0" err="1">
                          <a:solidFill>
                            <a:srgbClr val="000000"/>
                          </a:solidFill>
                          <a:latin typeface="Calibri"/>
                        </a:rPr>
                        <a:t>Databricks_Workspace</a:t>
                      </a:r>
                      <a:endParaRPr lang="en-US" sz="1200" b="0" i="0" u="none" strike="noStrike" noProof="0">
                        <a:solidFill>
                          <a:srgbClr val="FB4D0A"/>
                        </a:solidFill>
                        <a:latin typeface="Calibri"/>
                      </a:endParaRPr>
                    </a:p>
                  </a:txBody>
                  <a:tcPr anchor="ctr"/>
                </a:tc>
                <a:tc>
                  <a:txBody>
                    <a:bodyPr/>
                    <a:lstStyle/>
                    <a:p>
                      <a:pPr lvl="0">
                        <a:buNone/>
                      </a:pPr>
                      <a:r>
                        <a:rPr lang="en-US" sz="1200" b="0">
                          <a:solidFill>
                            <a:schemeClr val="accent6">
                              <a:lumMod val="10000"/>
                            </a:schemeClr>
                          </a:solidFill>
                        </a:rPr>
                        <a:t>Databricks workspaces details such as URL, workspace name, resource id and </a:t>
                      </a:r>
                      <a:r>
                        <a:rPr lang="en-US" sz="1200" b="0" err="1">
                          <a:solidFill>
                            <a:schemeClr val="accent6">
                              <a:lumMod val="10000"/>
                            </a:schemeClr>
                          </a:solidFill>
                        </a:rPr>
                        <a:t>keyvault</a:t>
                      </a:r>
                      <a:r>
                        <a:rPr lang="en-US" sz="1200" b="0">
                          <a:solidFill>
                            <a:schemeClr val="accent6">
                              <a:lumMod val="10000"/>
                            </a:schemeClr>
                          </a:solidFill>
                        </a:rPr>
                        <a:t> reference</a:t>
                      </a:r>
                      <a:endParaRPr lang="en-US" sz="1200" b="0"/>
                    </a:p>
                  </a:txBody>
                  <a:tcPr anchor="ctr"/>
                </a:tc>
                <a:extLst>
                  <a:ext uri="{0D108BD9-81ED-4DB2-BD59-A6C34878D82A}">
                    <a16:rowId xmlns:a16="http://schemas.microsoft.com/office/drawing/2014/main" val="1102426518"/>
                  </a:ext>
                </a:extLst>
              </a:tr>
              <a:tr h="315010">
                <a:tc>
                  <a:txBody>
                    <a:bodyPr/>
                    <a:lstStyle/>
                    <a:p>
                      <a:pPr lvl="0" algn="ctr">
                        <a:buNone/>
                      </a:pPr>
                      <a:r>
                        <a:rPr lang="en-US" sz="1200" b="0" i="0" u="none" strike="noStrike" baseline="0" noProof="0">
                          <a:solidFill>
                            <a:schemeClr val="accent6">
                              <a:lumMod val="10000"/>
                            </a:schemeClr>
                          </a:solidFill>
                          <a:latin typeface="Calibri"/>
                        </a:rPr>
                        <a:t>Config</a:t>
                      </a:r>
                      <a:endParaRPr lang="en-US"/>
                    </a:p>
                  </a:txBody>
                  <a:tcPr anchor="ctr"/>
                </a:tc>
                <a:tc>
                  <a:txBody>
                    <a:bodyPr/>
                    <a:lstStyle/>
                    <a:p>
                      <a:pPr marL="0" marR="0" lvl="0" indent="0" algn="ctr">
                        <a:lnSpc>
                          <a:spcPct val="90000"/>
                        </a:lnSpc>
                        <a:spcBef>
                          <a:spcPts val="0"/>
                        </a:spcBef>
                        <a:spcAft>
                          <a:spcPts val="900"/>
                        </a:spcAft>
                        <a:buNone/>
                      </a:pPr>
                      <a:r>
                        <a:rPr lang="en-US" sz="1200" b="0" i="0" u="none" strike="noStrike" noProof="0" err="1">
                          <a:solidFill>
                            <a:srgbClr val="000000"/>
                          </a:solidFill>
                          <a:latin typeface="Calibri"/>
                        </a:rPr>
                        <a:t>Databricks_Cluster</a:t>
                      </a:r>
                      <a:endParaRPr lang="en-US" sz="1200" b="0" i="0" u="none" strike="noStrike" noProof="0">
                        <a:solidFill>
                          <a:srgbClr val="FB4D0A"/>
                        </a:solidFill>
                        <a:latin typeface="Calibri"/>
                      </a:endParaRPr>
                    </a:p>
                  </a:txBody>
                  <a:tcPr anchor="ctr"/>
                </a:tc>
                <a:tc>
                  <a:txBody>
                    <a:bodyPr/>
                    <a:lstStyle/>
                    <a:p>
                      <a:pPr lvl="0">
                        <a:buNone/>
                      </a:pPr>
                      <a:r>
                        <a:rPr lang="en-US" sz="1200" b="0">
                          <a:solidFill>
                            <a:schemeClr val="accent6">
                              <a:lumMod val="10000"/>
                            </a:schemeClr>
                          </a:solidFill>
                        </a:rPr>
                        <a:t>Clusters associated with individual catalog workspace</a:t>
                      </a:r>
                      <a:endParaRPr lang="en-US" sz="1200" b="0"/>
                    </a:p>
                  </a:txBody>
                  <a:tcPr anchor="ctr"/>
                </a:tc>
                <a:extLst>
                  <a:ext uri="{0D108BD9-81ED-4DB2-BD59-A6C34878D82A}">
                    <a16:rowId xmlns:a16="http://schemas.microsoft.com/office/drawing/2014/main" val="2230588792"/>
                  </a:ext>
                </a:extLst>
              </a:tr>
              <a:tr h="315010">
                <a:tc>
                  <a:txBody>
                    <a:bodyPr/>
                    <a:lstStyle/>
                    <a:p>
                      <a:pPr lvl="0" algn="ctr">
                        <a:buNone/>
                      </a:pPr>
                      <a:r>
                        <a:rPr lang="en-US" sz="1200" b="0" i="0" u="none" strike="noStrike" baseline="0" noProof="0">
                          <a:solidFill>
                            <a:schemeClr val="accent6">
                              <a:lumMod val="10000"/>
                            </a:schemeClr>
                          </a:solidFill>
                          <a:latin typeface="Calibri"/>
                        </a:rPr>
                        <a:t>Config</a:t>
                      </a:r>
                      <a:endParaRPr lang="en-US"/>
                    </a:p>
                  </a:txBody>
                  <a:tcPr anchor="ctr"/>
                </a:tc>
                <a:tc>
                  <a:txBody>
                    <a:bodyPr/>
                    <a:lstStyle/>
                    <a:p>
                      <a:pPr marL="0" marR="0" lvl="0" indent="0" algn="ctr">
                        <a:lnSpc>
                          <a:spcPct val="90000"/>
                        </a:lnSpc>
                        <a:spcBef>
                          <a:spcPts val="0"/>
                        </a:spcBef>
                        <a:spcAft>
                          <a:spcPts val="900"/>
                        </a:spcAft>
                        <a:buNone/>
                      </a:pPr>
                      <a:r>
                        <a:rPr lang="en-US" sz="1200" b="0" i="0" u="none" strike="noStrike" noProof="0" err="1">
                          <a:solidFill>
                            <a:srgbClr val="000000"/>
                          </a:solidFill>
                          <a:latin typeface="Calibri"/>
                        </a:rPr>
                        <a:t>Databricks_Cluster_Schedule</a:t>
                      </a:r>
                      <a:endParaRPr lang="en-US" sz="1200" b="0" i="0" u="none" strike="noStrike" noProof="0">
                        <a:solidFill>
                          <a:srgbClr val="FB4D0A"/>
                        </a:solidFill>
                        <a:latin typeface="Calibri"/>
                      </a:endParaRPr>
                    </a:p>
                  </a:txBody>
                  <a:tcPr anchor="ctr"/>
                </a:tc>
                <a:tc>
                  <a:txBody>
                    <a:bodyPr/>
                    <a:lstStyle/>
                    <a:p>
                      <a:pPr lvl="0">
                        <a:buNone/>
                      </a:pPr>
                      <a:r>
                        <a:rPr lang="en-US" sz="1200" b="0">
                          <a:solidFill>
                            <a:schemeClr val="accent6">
                              <a:lumMod val="10000"/>
                            </a:schemeClr>
                          </a:solidFill>
                        </a:rPr>
                        <a:t>Clusters associated with individual schedules when it gets triggered</a:t>
                      </a:r>
                    </a:p>
                  </a:txBody>
                  <a:tcPr anchor="ctr"/>
                </a:tc>
                <a:extLst>
                  <a:ext uri="{0D108BD9-81ED-4DB2-BD59-A6C34878D82A}">
                    <a16:rowId xmlns:a16="http://schemas.microsoft.com/office/drawing/2014/main" val="3978219475"/>
                  </a:ext>
                </a:extLst>
              </a:tr>
              <a:tr h="315010">
                <a:tc>
                  <a:txBody>
                    <a:bodyPr/>
                    <a:lstStyle/>
                    <a:p>
                      <a:pPr lvl="0" algn="ctr">
                        <a:buNone/>
                      </a:pPr>
                      <a:r>
                        <a:rPr lang="en-US" sz="1200" b="0" i="0" u="none" strike="noStrike" baseline="0" noProof="0">
                          <a:solidFill>
                            <a:schemeClr val="accent6">
                              <a:lumMod val="10000"/>
                            </a:schemeClr>
                          </a:solidFill>
                          <a:latin typeface="Calibri"/>
                        </a:rPr>
                        <a:t>Config</a:t>
                      </a:r>
                      <a:endParaRPr lang="en-US"/>
                    </a:p>
                  </a:txBody>
                  <a:tcPr anchor="ctr"/>
                </a:tc>
                <a:tc>
                  <a:txBody>
                    <a:bodyPr/>
                    <a:lstStyle/>
                    <a:p>
                      <a:pPr marL="0" lvl="0" indent="0" algn="ctr">
                        <a:lnSpc>
                          <a:spcPct val="90000"/>
                        </a:lnSpc>
                        <a:spcBef>
                          <a:spcPts val="0"/>
                        </a:spcBef>
                        <a:spcAft>
                          <a:spcPts val="900"/>
                        </a:spcAft>
                        <a:buNone/>
                      </a:pPr>
                      <a:r>
                        <a:rPr lang="en-US" sz="1200" b="0" i="0" u="none" strike="noStrike" noProof="0">
                          <a:solidFill>
                            <a:srgbClr val="000000"/>
                          </a:solidFill>
                          <a:latin typeface="Calibri"/>
                        </a:rPr>
                        <a:t>Activity</a:t>
                      </a:r>
                      <a:endParaRPr lang="en-US" sz="1200" b="0"/>
                    </a:p>
                  </a:txBody>
                  <a:tcPr anchor="ctr"/>
                </a:tc>
                <a:tc>
                  <a:txBody>
                    <a:bodyPr/>
                    <a:lstStyle/>
                    <a:p>
                      <a:pPr lvl="0">
                        <a:buNone/>
                      </a:pPr>
                      <a:r>
                        <a:rPr lang="en-US" sz="1200" b="0">
                          <a:solidFill>
                            <a:schemeClr val="accent6">
                              <a:lumMod val="10000"/>
                            </a:schemeClr>
                          </a:solidFill>
                        </a:rPr>
                        <a:t>All the notebooks present in </a:t>
                      </a:r>
                      <a:r>
                        <a:rPr lang="en-US" sz="1200" b="0" err="1">
                          <a:solidFill>
                            <a:schemeClr val="accent6">
                              <a:lumMod val="10000"/>
                            </a:schemeClr>
                          </a:solidFill>
                        </a:rPr>
                        <a:t>insihgts</a:t>
                      </a:r>
                      <a:r>
                        <a:rPr lang="en-US" sz="1200" b="0">
                          <a:solidFill>
                            <a:schemeClr val="accent6">
                              <a:lumMod val="10000"/>
                            </a:schemeClr>
                          </a:solidFill>
                        </a:rPr>
                        <a:t> with location at which it is present</a:t>
                      </a:r>
                    </a:p>
                  </a:txBody>
                  <a:tcPr anchor="ctr"/>
                </a:tc>
                <a:extLst>
                  <a:ext uri="{0D108BD9-81ED-4DB2-BD59-A6C34878D82A}">
                    <a16:rowId xmlns:a16="http://schemas.microsoft.com/office/drawing/2014/main" val="3441820730"/>
                  </a:ext>
                </a:extLst>
              </a:tr>
              <a:tr h="315010">
                <a:tc>
                  <a:txBody>
                    <a:bodyPr/>
                    <a:lstStyle/>
                    <a:p>
                      <a:pPr lvl="0" algn="ctr">
                        <a:buNone/>
                      </a:pPr>
                      <a:r>
                        <a:rPr lang="en-US" sz="1200" b="0" i="0" u="none" strike="noStrike" baseline="0" noProof="0">
                          <a:solidFill>
                            <a:schemeClr val="accent6">
                              <a:lumMod val="10000"/>
                            </a:schemeClr>
                          </a:solidFill>
                          <a:latin typeface="Calibri"/>
                        </a:rPr>
                        <a:t>Config</a:t>
                      </a:r>
                      <a:endParaRPr lang="en-US"/>
                    </a:p>
                  </a:txBody>
                  <a:tcPr anchor="ctr"/>
                </a:tc>
                <a:tc>
                  <a:txBody>
                    <a:bodyPr/>
                    <a:lstStyle/>
                    <a:p>
                      <a:pPr marL="0" lvl="0" indent="0" algn="ctr">
                        <a:lnSpc>
                          <a:spcPct val="90000"/>
                        </a:lnSpc>
                        <a:spcBef>
                          <a:spcPts val="0"/>
                        </a:spcBef>
                        <a:spcAft>
                          <a:spcPts val="900"/>
                        </a:spcAft>
                        <a:buNone/>
                      </a:pPr>
                      <a:r>
                        <a:rPr lang="en-US" sz="1200" b="0" i="0" u="none" strike="noStrike" noProof="0">
                          <a:solidFill>
                            <a:srgbClr val="000000"/>
                          </a:solidFill>
                          <a:latin typeface="Calibri"/>
                        </a:rPr>
                        <a:t>Task</a:t>
                      </a:r>
                      <a:endParaRPr lang="en-US" sz="1200" b="0"/>
                    </a:p>
                  </a:txBody>
                  <a:tcPr anchor="ctr"/>
                </a:tc>
                <a:tc>
                  <a:txBody>
                    <a:bodyPr/>
                    <a:lstStyle/>
                    <a:p>
                      <a:pPr lvl="0">
                        <a:buNone/>
                      </a:pPr>
                      <a:endParaRPr lang="en-US" sz="1200" b="0">
                        <a:solidFill>
                          <a:schemeClr val="accent6">
                            <a:lumMod val="10000"/>
                          </a:schemeClr>
                        </a:solidFill>
                      </a:endParaRPr>
                    </a:p>
                  </a:txBody>
                  <a:tcPr anchor="ctr"/>
                </a:tc>
                <a:extLst>
                  <a:ext uri="{0D108BD9-81ED-4DB2-BD59-A6C34878D82A}">
                    <a16:rowId xmlns:a16="http://schemas.microsoft.com/office/drawing/2014/main" val="3004912268"/>
                  </a:ext>
                </a:extLst>
              </a:tr>
              <a:tr h="315010">
                <a:tc>
                  <a:txBody>
                    <a:bodyPr/>
                    <a:lstStyle/>
                    <a:p>
                      <a:pPr lvl="0" algn="ctr">
                        <a:buNone/>
                      </a:pPr>
                      <a:r>
                        <a:rPr lang="en-US" sz="1200" b="0" i="0" u="none" strike="noStrike" baseline="0" noProof="0">
                          <a:solidFill>
                            <a:schemeClr val="accent6">
                              <a:lumMod val="10000"/>
                            </a:schemeClr>
                          </a:solidFill>
                          <a:latin typeface="Calibri"/>
                        </a:rPr>
                        <a:t>Config</a:t>
                      </a:r>
                      <a:endParaRPr lang="en-US"/>
                    </a:p>
                  </a:txBody>
                  <a:tcPr anchor="ctr"/>
                </a:tc>
                <a:tc>
                  <a:txBody>
                    <a:bodyPr/>
                    <a:lstStyle/>
                    <a:p>
                      <a:pPr marL="0" lvl="0" indent="0" algn="ctr">
                        <a:lnSpc>
                          <a:spcPct val="90000"/>
                        </a:lnSpc>
                        <a:spcBef>
                          <a:spcPts val="0"/>
                        </a:spcBef>
                        <a:spcAft>
                          <a:spcPts val="900"/>
                        </a:spcAft>
                        <a:buNone/>
                      </a:pPr>
                      <a:r>
                        <a:rPr lang="en-US" sz="1200" b="0" i="0" u="none" strike="noStrike" noProof="0" err="1">
                          <a:solidFill>
                            <a:srgbClr val="000000"/>
                          </a:solidFill>
                          <a:latin typeface="Calibri"/>
                        </a:rPr>
                        <a:t>Task_Type</a:t>
                      </a:r>
                      <a:endParaRPr lang="en-US" sz="1200" b="0"/>
                    </a:p>
                  </a:txBody>
                  <a:tcPr anchor="ctr"/>
                </a:tc>
                <a:tc>
                  <a:txBody>
                    <a:bodyPr/>
                    <a:lstStyle/>
                    <a:p>
                      <a:pPr lvl="0">
                        <a:buNone/>
                      </a:pPr>
                      <a:endParaRPr lang="en-US" sz="1200" b="0">
                        <a:solidFill>
                          <a:schemeClr val="accent6">
                            <a:lumMod val="10000"/>
                          </a:schemeClr>
                        </a:solidFill>
                      </a:endParaRPr>
                    </a:p>
                  </a:txBody>
                  <a:tcPr anchor="ctr"/>
                </a:tc>
                <a:extLst>
                  <a:ext uri="{0D108BD9-81ED-4DB2-BD59-A6C34878D82A}">
                    <a16:rowId xmlns:a16="http://schemas.microsoft.com/office/drawing/2014/main" val="3513880415"/>
                  </a:ext>
                </a:extLst>
              </a:tr>
              <a:tr h="315010">
                <a:tc>
                  <a:txBody>
                    <a:bodyPr/>
                    <a:lstStyle/>
                    <a:p>
                      <a:pPr lvl="0" algn="ctr">
                        <a:buNone/>
                      </a:pPr>
                      <a:r>
                        <a:rPr lang="en-US" sz="1200" b="0" i="0" u="none" strike="noStrike" baseline="0" noProof="0">
                          <a:solidFill>
                            <a:schemeClr val="accent6">
                              <a:lumMod val="10000"/>
                            </a:schemeClr>
                          </a:solidFill>
                          <a:latin typeface="Calibri"/>
                        </a:rPr>
                        <a:t>Config</a:t>
                      </a:r>
                      <a:endParaRPr lang="en-US"/>
                    </a:p>
                  </a:txBody>
                  <a:tcPr anchor="ctr"/>
                </a:tc>
                <a:tc>
                  <a:txBody>
                    <a:bodyPr/>
                    <a:lstStyle/>
                    <a:p>
                      <a:pPr marL="0" lvl="0" indent="0" algn="ctr">
                        <a:lnSpc>
                          <a:spcPct val="90000"/>
                        </a:lnSpc>
                        <a:spcBef>
                          <a:spcPts val="0"/>
                        </a:spcBef>
                        <a:spcAft>
                          <a:spcPts val="900"/>
                        </a:spcAft>
                        <a:buNone/>
                      </a:pPr>
                      <a:r>
                        <a:rPr lang="en-US" sz="1200" b="0" i="0" u="none" strike="noStrike" noProof="0" err="1">
                          <a:solidFill>
                            <a:srgbClr val="000000"/>
                          </a:solidFill>
                          <a:latin typeface="Calibri"/>
                        </a:rPr>
                        <a:t>Task_Object_Map</a:t>
                      </a:r>
                      <a:endParaRPr lang="en-US" sz="1200" b="0"/>
                    </a:p>
                  </a:txBody>
                  <a:tcPr anchor="ctr"/>
                </a:tc>
                <a:tc>
                  <a:txBody>
                    <a:bodyPr/>
                    <a:lstStyle/>
                    <a:p>
                      <a:pPr lvl="0">
                        <a:buNone/>
                      </a:pPr>
                      <a:endParaRPr lang="en-US" sz="1200" b="0">
                        <a:solidFill>
                          <a:schemeClr val="accent6">
                            <a:lumMod val="10000"/>
                          </a:schemeClr>
                        </a:solidFill>
                      </a:endParaRPr>
                    </a:p>
                  </a:txBody>
                  <a:tcPr anchor="ctr"/>
                </a:tc>
                <a:extLst>
                  <a:ext uri="{0D108BD9-81ED-4DB2-BD59-A6C34878D82A}">
                    <a16:rowId xmlns:a16="http://schemas.microsoft.com/office/drawing/2014/main" val="275814116"/>
                  </a:ext>
                </a:extLst>
              </a:tr>
              <a:tr h="315010">
                <a:tc>
                  <a:txBody>
                    <a:bodyPr/>
                    <a:lstStyle/>
                    <a:p>
                      <a:pPr lvl="0" algn="ctr">
                        <a:buNone/>
                      </a:pPr>
                      <a:r>
                        <a:rPr lang="en-US" sz="1200" b="0" i="0" u="none" strike="noStrike" baseline="0" noProof="0">
                          <a:solidFill>
                            <a:schemeClr val="accent6">
                              <a:lumMod val="10000"/>
                            </a:schemeClr>
                          </a:solidFill>
                          <a:latin typeface="Calibri"/>
                        </a:rPr>
                        <a:t>Config</a:t>
                      </a:r>
                      <a:endParaRPr lang="en-US"/>
                    </a:p>
                  </a:txBody>
                  <a:tcPr anchor="ctr"/>
                </a:tc>
                <a:tc>
                  <a:txBody>
                    <a:bodyPr/>
                    <a:lstStyle/>
                    <a:p>
                      <a:pPr marL="0" lvl="0" indent="0" algn="ctr">
                        <a:lnSpc>
                          <a:spcPct val="90000"/>
                        </a:lnSpc>
                        <a:spcBef>
                          <a:spcPts val="0"/>
                        </a:spcBef>
                        <a:spcAft>
                          <a:spcPts val="900"/>
                        </a:spcAft>
                        <a:buNone/>
                      </a:pPr>
                      <a:r>
                        <a:rPr lang="en-US" sz="1200" b="0" i="0" u="none" strike="noStrike" noProof="0">
                          <a:solidFill>
                            <a:srgbClr val="000000"/>
                          </a:solidFill>
                          <a:latin typeface="Calibri"/>
                        </a:rPr>
                        <a:t>Object</a:t>
                      </a:r>
                      <a:endParaRPr lang="en-US" sz="1200" b="0"/>
                    </a:p>
                  </a:txBody>
                  <a:tcPr anchor="ctr"/>
                </a:tc>
                <a:tc>
                  <a:txBody>
                    <a:bodyPr/>
                    <a:lstStyle/>
                    <a:p>
                      <a:pPr lvl="0">
                        <a:buNone/>
                      </a:pPr>
                      <a:endParaRPr lang="en-US" sz="1200" b="0">
                        <a:solidFill>
                          <a:schemeClr val="accent6">
                            <a:lumMod val="10000"/>
                          </a:schemeClr>
                        </a:solidFill>
                      </a:endParaRPr>
                    </a:p>
                  </a:txBody>
                  <a:tcPr anchor="ctr"/>
                </a:tc>
                <a:extLst>
                  <a:ext uri="{0D108BD9-81ED-4DB2-BD59-A6C34878D82A}">
                    <a16:rowId xmlns:a16="http://schemas.microsoft.com/office/drawing/2014/main" val="4044549768"/>
                  </a:ext>
                </a:extLst>
              </a:tr>
              <a:tr h="315010">
                <a:tc>
                  <a:txBody>
                    <a:bodyPr/>
                    <a:lstStyle/>
                    <a:p>
                      <a:pPr lvl="0" algn="ctr">
                        <a:buNone/>
                      </a:pPr>
                      <a:r>
                        <a:rPr lang="en-US" sz="1200" b="0" i="0" u="none" strike="noStrike" baseline="0" noProof="0">
                          <a:solidFill>
                            <a:schemeClr val="accent6">
                              <a:lumMod val="10000"/>
                            </a:schemeClr>
                          </a:solidFill>
                          <a:latin typeface="Calibri"/>
                        </a:rPr>
                        <a:t>Config</a:t>
                      </a:r>
                      <a:endParaRPr lang="en-US"/>
                    </a:p>
                  </a:txBody>
                  <a:tcPr anchor="ctr"/>
                </a:tc>
                <a:tc>
                  <a:txBody>
                    <a:bodyPr/>
                    <a:lstStyle/>
                    <a:p>
                      <a:pPr marL="0" lvl="0" indent="0" algn="ctr">
                        <a:lnSpc>
                          <a:spcPct val="90000"/>
                        </a:lnSpc>
                        <a:spcBef>
                          <a:spcPts val="0"/>
                        </a:spcBef>
                        <a:spcAft>
                          <a:spcPts val="900"/>
                        </a:spcAft>
                        <a:buNone/>
                      </a:pPr>
                      <a:r>
                        <a:rPr lang="en-US" sz="1200" b="0" i="0" u="none" strike="noStrike" noProof="0" err="1">
                          <a:solidFill>
                            <a:srgbClr val="000000"/>
                          </a:solidFill>
                          <a:latin typeface="Calibri"/>
                        </a:rPr>
                        <a:t>Object_Definition</a:t>
                      </a:r>
                      <a:endParaRPr lang="en-US" sz="1200" b="0"/>
                    </a:p>
                  </a:txBody>
                  <a:tcPr anchor="ctr"/>
                </a:tc>
                <a:tc>
                  <a:txBody>
                    <a:bodyPr/>
                    <a:lstStyle/>
                    <a:p>
                      <a:pPr lvl="0">
                        <a:buNone/>
                      </a:pPr>
                      <a:endParaRPr lang="en-US" sz="1200" b="0">
                        <a:solidFill>
                          <a:schemeClr val="accent6">
                            <a:lumMod val="10000"/>
                          </a:schemeClr>
                        </a:solidFill>
                      </a:endParaRPr>
                    </a:p>
                  </a:txBody>
                  <a:tcPr anchor="ctr"/>
                </a:tc>
                <a:extLst>
                  <a:ext uri="{0D108BD9-81ED-4DB2-BD59-A6C34878D82A}">
                    <a16:rowId xmlns:a16="http://schemas.microsoft.com/office/drawing/2014/main" val="3443607032"/>
                  </a:ext>
                </a:extLst>
              </a:tr>
              <a:tr h="315010">
                <a:tc>
                  <a:txBody>
                    <a:bodyPr/>
                    <a:lstStyle/>
                    <a:p>
                      <a:pPr lvl="0" algn="ctr">
                        <a:buNone/>
                      </a:pPr>
                      <a:r>
                        <a:rPr lang="en-US" sz="1200" b="0" i="0" u="none" strike="noStrike" baseline="0" noProof="0">
                          <a:solidFill>
                            <a:schemeClr val="accent6">
                              <a:lumMod val="10000"/>
                            </a:schemeClr>
                          </a:solidFill>
                          <a:latin typeface="Calibri"/>
                        </a:rPr>
                        <a:t>Config</a:t>
                      </a:r>
                      <a:endParaRPr lang="en-US"/>
                    </a:p>
                  </a:txBody>
                  <a:tcPr anchor="ctr"/>
                </a:tc>
                <a:tc>
                  <a:txBody>
                    <a:bodyPr/>
                    <a:lstStyle/>
                    <a:p>
                      <a:pPr marL="0" lvl="0" indent="0" algn="ctr">
                        <a:lnSpc>
                          <a:spcPct val="90000"/>
                        </a:lnSpc>
                        <a:spcBef>
                          <a:spcPts val="0"/>
                        </a:spcBef>
                        <a:spcAft>
                          <a:spcPts val="900"/>
                        </a:spcAft>
                        <a:buNone/>
                      </a:pPr>
                      <a:r>
                        <a:rPr lang="en-US" sz="1200" b="0" i="0" u="none" strike="noStrike" noProof="0" err="1">
                          <a:solidFill>
                            <a:srgbClr val="000000"/>
                          </a:solidFill>
                          <a:latin typeface="Calibri"/>
                        </a:rPr>
                        <a:t>Object_To_Object_Map</a:t>
                      </a:r>
                      <a:endParaRPr lang="en-US" sz="1200" b="0"/>
                    </a:p>
                  </a:txBody>
                  <a:tcPr anchor="ctr"/>
                </a:tc>
                <a:tc>
                  <a:txBody>
                    <a:bodyPr/>
                    <a:lstStyle/>
                    <a:p>
                      <a:pPr lvl="0">
                        <a:buNone/>
                      </a:pPr>
                      <a:endParaRPr lang="en-US" sz="1200" b="0">
                        <a:solidFill>
                          <a:schemeClr val="accent6">
                            <a:lumMod val="10000"/>
                          </a:schemeClr>
                        </a:solidFill>
                      </a:endParaRPr>
                    </a:p>
                  </a:txBody>
                  <a:tcPr anchor="ctr"/>
                </a:tc>
                <a:extLst>
                  <a:ext uri="{0D108BD9-81ED-4DB2-BD59-A6C34878D82A}">
                    <a16:rowId xmlns:a16="http://schemas.microsoft.com/office/drawing/2014/main" val="2653499405"/>
                  </a:ext>
                </a:extLst>
              </a:tr>
              <a:tr h="315010">
                <a:tc>
                  <a:txBody>
                    <a:bodyPr/>
                    <a:lstStyle/>
                    <a:p>
                      <a:pPr lvl="0" algn="ctr">
                        <a:buNone/>
                      </a:pPr>
                      <a:r>
                        <a:rPr lang="en-US" sz="1200" b="0" i="0" u="none" strike="noStrike" baseline="0" noProof="0">
                          <a:solidFill>
                            <a:schemeClr val="accent6">
                              <a:lumMod val="10000"/>
                            </a:schemeClr>
                          </a:solidFill>
                          <a:latin typeface="Calibri"/>
                        </a:rPr>
                        <a:t>Config</a:t>
                      </a:r>
                    </a:p>
                  </a:txBody>
                  <a:tcPr anchor="ctr"/>
                </a:tc>
                <a:tc>
                  <a:txBody>
                    <a:bodyPr/>
                    <a:lstStyle/>
                    <a:p>
                      <a:pPr marL="0" lvl="0" indent="0" algn="ctr">
                        <a:lnSpc>
                          <a:spcPct val="90000"/>
                        </a:lnSpc>
                        <a:spcBef>
                          <a:spcPts val="0"/>
                        </a:spcBef>
                        <a:spcAft>
                          <a:spcPts val="900"/>
                        </a:spcAft>
                        <a:buNone/>
                      </a:pPr>
                      <a:r>
                        <a:rPr lang="en-US" sz="1200" b="0" i="0" u="none" strike="noStrike" noProof="0" err="1">
                          <a:solidFill>
                            <a:srgbClr val="000000"/>
                          </a:solidFill>
                          <a:latin typeface="Calibri"/>
                        </a:rPr>
                        <a:t>Source_Phase_Treshold</a:t>
                      </a:r>
                    </a:p>
                  </a:txBody>
                  <a:tcPr anchor="ctr"/>
                </a:tc>
                <a:tc>
                  <a:txBody>
                    <a:bodyPr/>
                    <a:lstStyle/>
                    <a:p>
                      <a:pPr lvl="0">
                        <a:buNone/>
                      </a:pPr>
                      <a:endParaRPr lang="en-US" sz="1200" b="0">
                        <a:solidFill>
                          <a:schemeClr val="accent6">
                            <a:lumMod val="10000"/>
                          </a:schemeClr>
                        </a:solidFill>
                      </a:endParaRPr>
                    </a:p>
                  </a:txBody>
                  <a:tcPr anchor="ctr"/>
                </a:tc>
                <a:extLst>
                  <a:ext uri="{0D108BD9-81ED-4DB2-BD59-A6C34878D82A}">
                    <a16:rowId xmlns:a16="http://schemas.microsoft.com/office/drawing/2014/main" val="4052427305"/>
                  </a:ext>
                </a:extLst>
              </a:tr>
            </a:tbl>
          </a:graphicData>
        </a:graphic>
      </p:graphicFrame>
    </p:spTree>
    <p:extLst>
      <p:ext uri="{BB962C8B-B14F-4D97-AF65-F5344CB8AC3E}">
        <p14:creationId xmlns:p14="http://schemas.microsoft.com/office/powerpoint/2010/main" val="22007577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1E8583-C471-1297-141A-485C6BA7C2F9}"/>
            </a:ext>
          </a:extLst>
        </p:cNvPr>
        <p:cNvGrpSpPr/>
        <p:nvPr/>
      </p:nvGrpSpPr>
      <p:grpSpPr>
        <a:xfrm>
          <a:off x="0" y="0"/>
          <a:ext cx="0" cy="0"/>
          <a:chOff x="0" y="0"/>
          <a:chExt cx="0" cy="0"/>
        </a:xfrm>
      </p:grpSpPr>
      <p:sp>
        <p:nvSpPr>
          <p:cNvPr id="16" name="Title 1">
            <a:extLst>
              <a:ext uri="{FF2B5EF4-FFF2-40B4-BE49-F238E27FC236}">
                <a16:creationId xmlns:a16="http://schemas.microsoft.com/office/drawing/2014/main" id="{326EA047-19AE-DB70-9457-6ECDD66C4390}"/>
              </a:ext>
            </a:extLst>
          </p:cNvPr>
          <p:cNvSpPr>
            <a:spLocks noGrp="1"/>
          </p:cNvSpPr>
          <p:nvPr>
            <p:ph type="ctrTitle"/>
          </p:nvPr>
        </p:nvSpPr>
        <p:spPr>
          <a:xfrm>
            <a:off x="457200" y="385141"/>
            <a:ext cx="11277600" cy="936386"/>
          </a:xfrm>
        </p:spPr>
        <p:txBody>
          <a:bodyPr/>
          <a:lstStyle/>
          <a:p>
            <a:r>
              <a:rPr lang="en-US" b="1">
                <a:solidFill>
                  <a:srgbClr val="CD2883"/>
                </a:solidFill>
              </a:rPr>
              <a:t>Metadata Tables </a:t>
            </a:r>
            <a:r>
              <a:rPr lang="en-US" sz="4200" b="1">
                <a:solidFill>
                  <a:srgbClr val="CD2883"/>
                </a:solidFill>
              </a:rPr>
              <a:t>(audit)</a:t>
            </a:r>
            <a:endParaRPr lang="en-US" sz="4200" b="1">
              <a:solidFill>
                <a:srgbClr val="CD2883"/>
              </a:solidFill>
              <a:ea typeface="Calibri Light"/>
              <a:cs typeface="Calibri Light"/>
            </a:endParaRPr>
          </a:p>
        </p:txBody>
      </p:sp>
      <p:sp>
        <p:nvSpPr>
          <p:cNvPr id="4" name="Rectangle 3">
            <a:extLst>
              <a:ext uri="{FF2B5EF4-FFF2-40B4-BE49-F238E27FC236}">
                <a16:creationId xmlns:a16="http://schemas.microsoft.com/office/drawing/2014/main" id="{C180160C-8BD1-4C5F-7A8C-1B2BE68DAEBB}"/>
              </a:ext>
            </a:extLst>
          </p:cNvPr>
          <p:cNvSpPr/>
          <p:nvPr/>
        </p:nvSpPr>
        <p:spPr>
          <a:xfrm>
            <a:off x="8211523" y="6472409"/>
            <a:ext cx="2728225" cy="302964"/>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 name="Rectangle 4">
            <a:extLst>
              <a:ext uri="{FF2B5EF4-FFF2-40B4-BE49-F238E27FC236}">
                <a16:creationId xmlns:a16="http://schemas.microsoft.com/office/drawing/2014/main" id="{C41EF940-99BE-31B9-25C0-7A64269DE71E}"/>
              </a:ext>
            </a:extLst>
          </p:cNvPr>
          <p:cNvSpPr/>
          <p:nvPr/>
        </p:nvSpPr>
        <p:spPr>
          <a:xfrm>
            <a:off x="11005851" y="6290631"/>
            <a:ext cx="837282" cy="35254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aphicFrame>
        <p:nvGraphicFramePr>
          <p:cNvPr id="7" name="Table 6">
            <a:extLst>
              <a:ext uri="{FF2B5EF4-FFF2-40B4-BE49-F238E27FC236}">
                <a16:creationId xmlns:a16="http://schemas.microsoft.com/office/drawing/2014/main" id="{504ACE96-81C5-D188-5FE3-15C29A7E60E1}"/>
              </a:ext>
            </a:extLst>
          </p:cNvPr>
          <p:cNvGraphicFramePr>
            <a:graphicFrameLocks noGrp="1"/>
          </p:cNvGraphicFramePr>
          <p:nvPr>
            <p:extLst>
              <p:ext uri="{D42A27DB-BD31-4B8C-83A1-F6EECF244321}">
                <p14:modId xmlns:p14="http://schemas.microsoft.com/office/powerpoint/2010/main" val="2336930457"/>
              </p:ext>
            </p:extLst>
          </p:nvPr>
        </p:nvGraphicFramePr>
        <p:xfrm>
          <a:off x="1029195" y="1014350"/>
          <a:ext cx="10131129" cy="1890060"/>
        </p:xfrm>
        <a:graphic>
          <a:graphicData uri="http://schemas.openxmlformats.org/drawingml/2006/table">
            <a:tbl>
              <a:tblPr firstRow="1" bandRow="1">
                <a:tableStyleId>{5C22544A-7EE6-4342-B048-85BDC9FD1C3A}</a:tableStyleId>
              </a:tblPr>
              <a:tblGrid>
                <a:gridCol w="726551">
                  <a:extLst>
                    <a:ext uri="{9D8B030D-6E8A-4147-A177-3AD203B41FA5}">
                      <a16:colId xmlns:a16="http://schemas.microsoft.com/office/drawing/2014/main" val="1056872303"/>
                    </a:ext>
                  </a:extLst>
                </a:gridCol>
                <a:gridCol w="2329542">
                  <a:extLst>
                    <a:ext uri="{9D8B030D-6E8A-4147-A177-3AD203B41FA5}">
                      <a16:colId xmlns:a16="http://schemas.microsoft.com/office/drawing/2014/main" val="3001603572"/>
                    </a:ext>
                  </a:extLst>
                </a:gridCol>
                <a:gridCol w="7075036">
                  <a:extLst>
                    <a:ext uri="{9D8B030D-6E8A-4147-A177-3AD203B41FA5}">
                      <a16:colId xmlns:a16="http://schemas.microsoft.com/office/drawing/2014/main" val="3347287933"/>
                    </a:ext>
                  </a:extLst>
                </a:gridCol>
              </a:tblGrid>
              <a:tr h="315010">
                <a:tc>
                  <a:txBody>
                    <a:bodyPr/>
                    <a:lstStyle/>
                    <a:p>
                      <a:pPr lvl="0" algn="ctr">
                        <a:buNone/>
                      </a:pPr>
                      <a:r>
                        <a:rPr lang="en-US" sz="1200" b="1"/>
                        <a:t>Schema</a:t>
                      </a:r>
                    </a:p>
                  </a:txBody>
                  <a:tcPr anchor="ctr">
                    <a:solidFill>
                      <a:srgbClr val="E4017E"/>
                    </a:solidFill>
                  </a:tcPr>
                </a:tc>
                <a:tc>
                  <a:txBody>
                    <a:bodyPr/>
                    <a:lstStyle/>
                    <a:p>
                      <a:pPr lvl="0" algn="ctr">
                        <a:buNone/>
                      </a:pPr>
                      <a:r>
                        <a:rPr lang="en-US" sz="1200" b="1"/>
                        <a:t>Table Name</a:t>
                      </a:r>
                    </a:p>
                  </a:txBody>
                  <a:tcPr anchor="ctr">
                    <a:solidFill>
                      <a:srgbClr val="E4017E"/>
                    </a:solidFill>
                  </a:tcPr>
                </a:tc>
                <a:tc>
                  <a:txBody>
                    <a:bodyPr/>
                    <a:lstStyle/>
                    <a:p>
                      <a:pPr marL="0" marR="0" lvl="0" indent="0" algn="ctr" defTabSz="914400" rtl="0">
                        <a:lnSpc>
                          <a:spcPct val="100000"/>
                        </a:lnSpc>
                        <a:spcBef>
                          <a:spcPts val="0"/>
                        </a:spcBef>
                        <a:spcAft>
                          <a:spcPts val="0"/>
                        </a:spcAft>
                        <a:buClrTx/>
                        <a:buSzTx/>
                        <a:buFontTx/>
                        <a:buNone/>
                        <a:tabLst/>
                        <a:defRPr/>
                      </a:pPr>
                      <a:r>
                        <a:rPr lang="en-US" sz="1200" b="1"/>
                        <a:t>Description</a:t>
                      </a:r>
                    </a:p>
                  </a:txBody>
                  <a:tcPr anchor="ctr">
                    <a:solidFill>
                      <a:srgbClr val="E4017E"/>
                    </a:solidFill>
                  </a:tcPr>
                </a:tc>
                <a:extLst>
                  <a:ext uri="{0D108BD9-81ED-4DB2-BD59-A6C34878D82A}">
                    <a16:rowId xmlns:a16="http://schemas.microsoft.com/office/drawing/2014/main" val="973775198"/>
                  </a:ext>
                </a:extLst>
              </a:tr>
              <a:tr h="315010">
                <a:tc>
                  <a:txBody>
                    <a:bodyPr/>
                    <a:lstStyle/>
                    <a:p>
                      <a:pPr lvl="0" algn="ctr">
                        <a:buNone/>
                      </a:pPr>
                      <a:r>
                        <a:rPr lang="en-US" sz="1200" b="0" i="0" u="none" strike="noStrike" noProof="0">
                          <a:solidFill>
                            <a:schemeClr val="accent6">
                              <a:lumMod val="10000"/>
                            </a:schemeClr>
                          </a:solidFill>
                          <a:latin typeface="Calibri"/>
                        </a:rPr>
                        <a:t>Audit</a:t>
                      </a:r>
                      <a:endParaRPr lang="en-US" i="0" u="none" strike="noStrike" noProof="0">
                        <a:latin typeface="Calibri"/>
                      </a:endParaRPr>
                    </a:p>
                  </a:txBody>
                  <a:tcPr anchor="ctr"/>
                </a:tc>
                <a:tc>
                  <a:txBody>
                    <a:bodyPr/>
                    <a:lstStyle/>
                    <a:p>
                      <a:pPr lvl="0" algn="ctr">
                        <a:buNone/>
                      </a:pPr>
                      <a:r>
                        <a:rPr lang="en-US" sz="1200" b="0" i="0" u="none" strike="noStrike" noProof="0">
                          <a:solidFill>
                            <a:srgbClr val="000000"/>
                          </a:solidFill>
                          <a:latin typeface="Calibri"/>
                        </a:rPr>
                        <a:t>Batch</a:t>
                      </a:r>
                      <a:endParaRPr lang="en-US" sz="1200" b="0"/>
                    </a:p>
                  </a:txBody>
                  <a:tcPr anchor="ctr"/>
                </a:tc>
                <a:tc>
                  <a:txBody>
                    <a:bodyPr/>
                    <a:lstStyle/>
                    <a:p>
                      <a:pPr lvl="0">
                        <a:buNone/>
                      </a:pPr>
                      <a:endParaRPr lang="en-US" sz="1200" b="0">
                        <a:solidFill>
                          <a:schemeClr val="accent6">
                            <a:lumMod val="10000"/>
                          </a:schemeClr>
                        </a:solidFill>
                      </a:endParaRPr>
                    </a:p>
                  </a:txBody>
                  <a:tcPr anchor="ctr"/>
                </a:tc>
                <a:extLst>
                  <a:ext uri="{0D108BD9-81ED-4DB2-BD59-A6C34878D82A}">
                    <a16:rowId xmlns:a16="http://schemas.microsoft.com/office/drawing/2014/main" val="2235498560"/>
                  </a:ext>
                </a:extLst>
              </a:tr>
              <a:tr h="315010">
                <a:tc>
                  <a:txBody>
                    <a:bodyPr/>
                    <a:lstStyle/>
                    <a:p>
                      <a:pPr lvl="0" algn="ctr">
                        <a:buNone/>
                      </a:pPr>
                      <a:r>
                        <a:rPr lang="en-US" sz="1200" b="0" i="0" u="none" strike="noStrike" noProof="0">
                          <a:solidFill>
                            <a:schemeClr val="accent6">
                              <a:lumMod val="10000"/>
                            </a:schemeClr>
                          </a:solidFill>
                          <a:latin typeface="Calibri"/>
                        </a:rPr>
                        <a:t>Audit</a:t>
                      </a:r>
                      <a:endParaRPr lang="en-US"/>
                    </a:p>
                  </a:txBody>
                  <a:tcPr anchor="ctr"/>
                </a:tc>
                <a:tc>
                  <a:txBody>
                    <a:bodyPr/>
                    <a:lstStyle/>
                    <a:p>
                      <a:pPr lvl="0" algn="ctr">
                        <a:buNone/>
                      </a:pPr>
                      <a:r>
                        <a:rPr lang="en-US" sz="1200" b="0" i="0" u="none" strike="noStrike" noProof="0" err="1">
                          <a:solidFill>
                            <a:srgbClr val="000000"/>
                          </a:solidFill>
                          <a:latin typeface="Calibri"/>
                        </a:rPr>
                        <a:t>Batch_Task</a:t>
                      </a:r>
                      <a:endParaRPr lang="en-US" sz="1200" b="0" err="1"/>
                    </a:p>
                  </a:txBody>
                  <a:tcPr anchor="ctr"/>
                </a:tc>
                <a:tc>
                  <a:txBody>
                    <a:bodyPr/>
                    <a:lstStyle/>
                    <a:p>
                      <a:pPr lvl="0">
                        <a:buNone/>
                      </a:pPr>
                      <a:endParaRPr lang="en-US" sz="1200" b="0">
                        <a:solidFill>
                          <a:schemeClr val="accent6">
                            <a:lumMod val="10000"/>
                          </a:schemeClr>
                        </a:solidFill>
                      </a:endParaRPr>
                    </a:p>
                  </a:txBody>
                  <a:tcPr anchor="ctr"/>
                </a:tc>
                <a:extLst>
                  <a:ext uri="{0D108BD9-81ED-4DB2-BD59-A6C34878D82A}">
                    <a16:rowId xmlns:a16="http://schemas.microsoft.com/office/drawing/2014/main" val="4230442945"/>
                  </a:ext>
                </a:extLst>
              </a:tr>
              <a:tr h="315010">
                <a:tc>
                  <a:txBody>
                    <a:bodyPr/>
                    <a:lstStyle/>
                    <a:p>
                      <a:pPr lvl="0" algn="ctr">
                        <a:buNone/>
                      </a:pPr>
                      <a:r>
                        <a:rPr lang="en-US" sz="1200" b="0" i="0" u="none" strike="noStrike" noProof="0">
                          <a:solidFill>
                            <a:schemeClr val="accent6">
                              <a:lumMod val="10000"/>
                            </a:schemeClr>
                          </a:solidFill>
                          <a:latin typeface="Calibri"/>
                        </a:rPr>
                        <a:t>Audit</a:t>
                      </a:r>
                      <a:endParaRPr lang="en-US"/>
                    </a:p>
                  </a:txBody>
                  <a:tcPr anchor="ctr"/>
                </a:tc>
                <a:tc>
                  <a:txBody>
                    <a:bodyPr/>
                    <a:lstStyle/>
                    <a:p>
                      <a:pPr lvl="0" algn="ctr">
                        <a:buNone/>
                      </a:pPr>
                      <a:r>
                        <a:rPr lang="en-US" sz="1200" b="0" i="0" u="none" strike="noStrike" noProof="0" err="1">
                          <a:solidFill>
                            <a:srgbClr val="000000"/>
                          </a:solidFill>
                          <a:latin typeface="Calibri"/>
                        </a:rPr>
                        <a:t>Error_Log</a:t>
                      </a:r>
                      <a:endParaRPr lang="en-US" sz="1200" b="0" err="1"/>
                    </a:p>
                  </a:txBody>
                  <a:tcPr anchor="ctr"/>
                </a:tc>
                <a:tc>
                  <a:txBody>
                    <a:bodyPr/>
                    <a:lstStyle/>
                    <a:p>
                      <a:pPr lvl="0">
                        <a:buNone/>
                      </a:pPr>
                      <a:endParaRPr lang="en-US" sz="1200" b="0">
                        <a:solidFill>
                          <a:schemeClr val="accent6">
                            <a:lumMod val="10000"/>
                          </a:schemeClr>
                        </a:solidFill>
                      </a:endParaRPr>
                    </a:p>
                  </a:txBody>
                  <a:tcPr anchor="ctr"/>
                </a:tc>
                <a:extLst>
                  <a:ext uri="{0D108BD9-81ED-4DB2-BD59-A6C34878D82A}">
                    <a16:rowId xmlns:a16="http://schemas.microsoft.com/office/drawing/2014/main" val="2092432871"/>
                  </a:ext>
                </a:extLst>
              </a:tr>
              <a:tr h="315010">
                <a:tc>
                  <a:txBody>
                    <a:bodyPr/>
                    <a:lstStyle/>
                    <a:p>
                      <a:pPr lvl="0" algn="ctr">
                        <a:buNone/>
                      </a:pPr>
                      <a:r>
                        <a:rPr lang="en-US" sz="1200" b="0" i="0" u="none" strike="noStrike" noProof="0">
                          <a:solidFill>
                            <a:schemeClr val="accent6">
                              <a:lumMod val="10000"/>
                            </a:schemeClr>
                          </a:solidFill>
                          <a:latin typeface="Calibri"/>
                        </a:rPr>
                        <a:t>Audit</a:t>
                      </a:r>
                      <a:endParaRPr lang="en-US"/>
                    </a:p>
                  </a:txBody>
                  <a:tcPr anchor="ctr"/>
                </a:tc>
                <a:tc>
                  <a:txBody>
                    <a:bodyPr/>
                    <a:lstStyle/>
                    <a:p>
                      <a:pPr lvl="0" algn="ctr">
                        <a:buNone/>
                      </a:pPr>
                      <a:r>
                        <a:rPr lang="en-US" sz="1200" b="0" i="0" u="none" strike="noStrike" noProof="0" err="1">
                          <a:solidFill>
                            <a:srgbClr val="000000"/>
                          </a:solidFill>
                          <a:latin typeface="Calibri"/>
                        </a:rPr>
                        <a:t>Object_Dates_Availability</a:t>
                      </a:r>
                      <a:endParaRPr lang="en-US" sz="1200" b="0" err="1">
                        <a:solidFill>
                          <a:schemeClr val="accent6">
                            <a:lumMod val="10000"/>
                          </a:schemeClr>
                        </a:solidFill>
                      </a:endParaRPr>
                    </a:p>
                  </a:txBody>
                  <a:tcPr anchor="ctr"/>
                </a:tc>
                <a:tc>
                  <a:txBody>
                    <a:bodyPr/>
                    <a:lstStyle/>
                    <a:p>
                      <a:pPr lvl="0">
                        <a:buNone/>
                      </a:pPr>
                      <a:endParaRPr lang="en-US" sz="1200" b="0">
                        <a:solidFill>
                          <a:schemeClr val="accent6">
                            <a:lumMod val="10000"/>
                          </a:schemeClr>
                        </a:solidFill>
                      </a:endParaRPr>
                    </a:p>
                  </a:txBody>
                  <a:tcPr anchor="ctr"/>
                </a:tc>
                <a:extLst>
                  <a:ext uri="{0D108BD9-81ED-4DB2-BD59-A6C34878D82A}">
                    <a16:rowId xmlns:a16="http://schemas.microsoft.com/office/drawing/2014/main" val="977315425"/>
                  </a:ext>
                </a:extLst>
              </a:tr>
              <a:tr h="315010">
                <a:tc>
                  <a:txBody>
                    <a:bodyPr/>
                    <a:lstStyle/>
                    <a:p>
                      <a:pPr lvl="0" algn="ctr">
                        <a:buNone/>
                      </a:pPr>
                      <a:r>
                        <a:rPr lang="en-US" sz="1200" b="0" i="0" u="none" strike="noStrike" noProof="0">
                          <a:solidFill>
                            <a:schemeClr val="accent6">
                              <a:lumMod val="10000"/>
                            </a:schemeClr>
                          </a:solidFill>
                          <a:latin typeface="Calibri"/>
                        </a:rPr>
                        <a:t>Audit</a:t>
                      </a:r>
                      <a:endParaRPr lang="en-US"/>
                    </a:p>
                  </a:txBody>
                  <a:tcPr anchor="ctr"/>
                </a:tc>
                <a:tc>
                  <a:txBody>
                    <a:bodyPr/>
                    <a:lstStyle/>
                    <a:p>
                      <a:pPr marL="0" marR="0" lvl="0" indent="0" algn="ctr">
                        <a:lnSpc>
                          <a:spcPct val="90000"/>
                        </a:lnSpc>
                        <a:spcBef>
                          <a:spcPts val="0"/>
                        </a:spcBef>
                        <a:spcAft>
                          <a:spcPts val="900"/>
                        </a:spcAft>
                        <a:buNone/>
                      </a:pPr>
                      <a:r>
                        <a:rPr lang="en-US" sz="1200" b="0" i="0" u="none" strike="noStrike" noProof="0" err="1">
                          <a:solidFill>
                            <a:srgbClr val="000000"/>
                          </a:solidFill>
                          <a:latin typeface="Calibri"/>
                        </a:rPr>
                        <a:t>Source_Phase_Dates_Availability</a:t>
                      </a:r>
                      <a:endParaRPr lang="en-US" err="1"/>
                    </a:p>
                  </a:txBody>
                  <a:tcPr anchor="ctr"/>
                </a:tc>
                <a:tc>
                  <a:txBody>
                    <a:bodyPr/>
                    <a:lstStyle/>
                    <a:p>
                      <a:pPr lvl="0" algn="l">
                        <a:buNone/>
                      </a:pPr>
                      <a:endParaRPr lang="en-US" sz="1200" b="0">
                        <a:solidFill>
                          <a:schemeClr val="accent6">
                            <a:lumMod val="10000"/>
                          </a:schemeClr>
                        </a:solidFill>
                      </a:endParaRPr>
                    </a:p>
                  </a:txBody>
                  <a:tcPr anchor="ctr"/>
                </a:tc>
                <a:extLst>
                  <a:ext uri="{0D108BD9-81ED-4DB2-BD59-A6C34878D82A}">
                    <a16:rowId xmlns:a16="http://schemas.microsoft.com/office/drawing/2014/main" val="16136281"/>
                  </a:ext>
                </a:extLst>
              </a:tr>
            </a:tbl>
          </a:graphicData>
        </a:graphic>
      </p:graphicFrame>
    </p:spTree>
    <p:extLst>
      <p:ext uri="{BB962C8B-B14F-4D97-AF65-F5344CB8AC3E}">
        <p14:creationId xmlns:p14="http://schemas.microsoft.com/office/powerpoint/2010/main" val="92089510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p:cNvSpPr txBox="1">
            <a:spLocks/>
          </p:cNvSpPr>
          <p:nvPr/>
        </p:nvSpPr>
        <p:spPr>
          <a:xfrm>
            <a:off x="457200" y="405954"/>
            <a:ext cx="11277600" cy="669313"/>
          </a:xfrm>
          <a:prstGeom prst="rect">
            <a:avLst/>
          </a:prstGeom>
        </p:spPr>
        <p:txBody>
          <a:bodyPr vert="horz" lIns="0" tIns="0" rIns="0" bIns="0" rtlCol="0" anchor="t" anchorCtr="0">
            <a:noAutofit/>
          </a:bodyPr>
          <a:lstStyle>
            <a:lvl1pPr algn="l" defTabSz="914400" rtl="0" eaLnBrk="1" latinLnBrk="0" hangingPunct="1">
              <a:lnSpc>
                <a:spcPct val="80000"/>
              </a:lnSpc>
              <a:spcBef>
                <a:spcPct val="0"/>
              </a:spcBef>
              <a:buNone/>
              <a:defRPr sz="5400" kern="1200">
                <a:solidFill>
                  <a:schemeClr val="tx1"/>
                </a:solidFill>
                <a:latin typeface="+mj-lt"/>
                <a:ea typeface="+mj-ea"/>
                <a:cs typeface="+mj-cs"/>
              </a:defRPr>
            </a:lvl1pPr>
          </a:lstStyle>
          <a:p>
            <a:r>
              <a:rPr lang="en-IN" b="1">
                <a:solidFill>
                  <a:srgbClr val="CD2883"/>
                </a:solidFill>
              </a:rPr>
              <a:t>Load Schedules</a:t>
            </a:r>
            <a:endParaRPr lang="en-US" b="1">
              <a:solidFill>
                <a:srgbClr val="CD2883"/>
              </a:solidFill>
              <a:ea typeface="Calibri Light"/>
              <a:cs typeface="Calibri Light"/>
            </a:endParaRPr>
          </a:p>
        </p:txBody>
      </p:sp>
      <p:sp>
        <p:nvSpPr>
          <p:cNvPr id="7" name="Rectangle 6"/>
          <p:cNvSpPr/>
          <p:nvPr/>
        </p:nvSpPr>
        <p:spPr>
          <a:xfrm>
            <a:off x="8211523" y="6472409"/>
            <a:ext cx="2728225" cy="302964"/>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 name="Rectangle 7"/>
          <p:cNvSpPr/>
          <p:nvPr/>
        </p:nvSpPr>
        <p:spPr>
          <a:xfrm>
            <a:off x="11005851" y="6290631"/>
            <a:ext cx="837282" cy="35254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9" name="Picture 8" descr="A screenshot of a calendar&#10;&#10;AI-generated content may be incorrect.">
            <a:extLst>
              <a:ext uri="{FF2B5EF4-FFF2-40B4-BE49-F238E27FC236}">
                <a16:creationId xmlns:a16="http://schemas.microsoft.com/office/drawing/2014/main" id="{5E5C4DD3-E436-D490-3310-D2FF6ABF1520}"/>
              </a:ext>
            </a:extLst>
          </p:cNvPr>
          <p:cNvPicPr>
            <a:picLocks noChangeAspect="1"/>
          </p:cNvPicPr>
          <p:nvPr/>
        </p:nvPicPr>
        <p:blipFill>
          <a:blip r:embed="rId2"/>
          <a:stretch>
            <a:fillRect/>
          </a:stretch>
        </p:blipFill>
        <p:spPr>
          <a:xfrm>
            <a:off x="455221" y="1405247"/>
            <a:ext cx="11281559" cy="4039525"/>
          </a:xfrm>
          <a:prstGeom prst="rect">
            <a:avLst/>
          </a:prstGeom>
        </p:spPr>
      </p:pic>
    </p:spTree>
    <p:extLst>
      <p:ext uri="{BB962C8B-B14F-4D97-AF65-F5344CB8AC3E}">
        <p14:creationId xmlns:p14="http://schemas.microsoft.com/office/powerpoint/2010/main" val="228112392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8FD65C33-8443-D685-548E-69B0988701E8}"/>
              </a:ext>
            </a:extLst>
          </p:cNvPr>
          <p:cNvSpPr>
            <a:spLocks noGrp="1"/>
          </p:cNvSpPr>
          <p:nvPr>
            <p:ph type="ctrTitle"/>
          </p:nvPr>
        </p:nvSpPr>
        <p:spPr>
          <a:xfrm>
            <a:off x="457200" y="405954"/>
            <a:ext cx="11277600" cy="936386"/>
          </a:xfrm>
        </p:spPr>
        <p:txBody>
          <a:bodyPr/>
          <a:lstStyle/>
          <a:p>
            <a:r>
              <a:rPr lang="en-US" b="1">
                <a:solidFill>
                  <a:srgbClr val="CD2883"/>
                </a:solidFill>
              </a:rPr>
              <a:t>Orchestration Overview</a:t>
            </a:r>
            <a:endParaRPr lang="en-US" sz="1200" b="1">
              <a:solidFill>
                <a:srgbClr val="CD2883"/>
              </a:solidFill>
              <a:ea typeface="Calibri Light"/>
              <a:cs typeface="Calibri Light"/>
            </a:endParaRPr>
          </a:p>
        </p:txBody>
      </p:sp>
      <p:sp>
        <p:nvSpPr>
          <p:cNvPr id="20" name="Rectangle 19"/>
          <p:cNvSpPr/>
          <p:nvPr/>
        </p:nvSpPr>
        <p:spPr>
          <a:xfrm>
            <a:off x="8211523" y="6472409"/>
            <a:ext cx="2728225" cy="302964"/>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1" name="Rectangle 20"/>
          <p:cNvSpPr/>
          <p:nvPr/>
        </p:nvSpPr>
        <p:spPr>
          <a:xfrm>
            <a:off x="11005851" y="6290631"/>
            <a:ext cx="837282" cy="35254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nvGrpSpPr>
          <p:cNvPr id="10" name="Group 9">
            <a:extLst>
              <a:ext uri="{FF2B5EF4-FFF2-40B4-BE49-F238E27FC236}">
                <a16:creationId xmlns:a16="http://schemas.microsoft.com/office/drawing/2014/main" id="{6D8BEB51-7817-CB85-F0E2-FCC84C745494}"/>
              </a:ext>
            </a:extLst>
          </p:cNvPr>
          <p:cNvGrpSpPr/>
          <p:nvPr/>
        </p:nvGrpSpPr>
        <p:grpSpPr>
          <a:xfrm>
            <a:off x="458107" y="1283607"/>
            <a:ext cx="11278149" cy="2001802"/>
            <a:chOff x="1791195" y="1712292"/>
            <a:chExt cx="11278149" cy="2001802"/>
          </a:xfrm>
        </p:grpSpPr>
        <p:sp>
          <p:nvSpPr>
            <p:cNvPr id="35" name="Rounded Rectangle 26">
              <a:extLst>
                <a:ext uri="{FF2B5EF4-FFF2-40B4-BE49-F238E27FC236}">
                  <a16:creationId xmlns:a16="http://schemas.microsoft.com/office/drawing/2014/main" id="{154E8465-2496-0EBE-8DF2-85BDDA163DD4}"/>
                </a:ext>
              </a:extLst>
            </p:cNvPr>
            <p:cNvSpPr/>
            <p:nvPr/>
          </p:nvSpPr>
          <p:spPr>
            <a:xfrm>
              <a:off x="1986053" y="2044588"/>
              <a:ext cx="1209041" cy="1399177"/>
            </a:xfrm>
            <a:prstGeom prst="roundRect">
              <a:avLst>
                <a:gd name="adj" fmla="val 10000"/>
              </a:avLst>
            </a:prstGeom>
            <a:solidFill>
              <a:schemeClr val="accent4">
                <a:lumMod val="20000"/>
                <a:lumOff val="80000"/>
              </a:schemeClr>
            </a:solidFill>
            <a:ln>
              <a:solidFill>
                <a:schemeClr val="tx1"/>
              </a:solid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IN" sz="1000" b="0" i="0" u="none" strike="noStrike" kern="1200" cap="none" spc="0" normalizeH="0" baseline="0" noProof="0" err="1">
                  <a:ln>
                    <a:noFill/>
                  </a:ln>
                  <a:solidFill>
                    <a:srgbClr val="FB4D0A"/>
                  </a:solidFill>
                  <a:effectLst/>
                  <a:uLnTx/>
                  <a:uFillTx/>
                  <a:latin typeface="Calibri" panose="020F0502020204030204"/>
                  <a:ea typeface="+mn-ea"/>
                  <a:cs typeface="+mn-cs"/>
                </a:rPr>
                <a:t>orch_napp_napp_task</a:t>
              </a:r>
              <a:endParaRPr kumimoji="0" lang="en-US" sz="1000" b="0" i="0" u="none" strike="noStrike" kern="1200" cap="none" spc="0" normalizeH="0" baseline="0" noProof="0">
                <a:ln>
                  <a:noFill/>
                </a:ln>
                <a:solidFill>
                  <a:srgbClr val="FB4D0A"/>
                </a:solidFill>
                <a:effectLst/>
                <a:uLnTx/>
                <a:uFillTx/>
                <a:latin typeface="Calibri" panose="020F0502020204030204"/>
                <a:ea typeface="+mn-ea"/>
                <a:cs typeface="+mn-cs"/>
              </a:endParaRPr>
            </a:p>
          </p:txBody>
        </p:sp>
        <p:sp>
          <p:nvSpPr>
            <p:cNvPr id="16" name="Right Arrow 15">
              <a:extLst>
                <a:ext uri="{FF2B5EF4-FFF2-40B4-BE49-F238E27FC236}">
                  <a16:creationId xmlns:a16="http://schemas.microsoft.com/office/drawing/2014/main" id="{A3BE41FC-C5CD-3DE8-F029-D425A5007C57}"/>
                </a:ext>
              </a:extLst>
            </p:cNvPr>
            <p:cNvSpPr/>
            <p:nvPr/>
          </p:nvSpPr>
          <p:spPr>
            <a:xfrm>
              <a:off x="3350576" y="2549890"/>
              <a:ext cx="670492" cy="462061"/>
            </a:xfrm>
            <a:prstGeom prst="rightArrow">
              <a:avLst/>
            </a:prstGeom>
            <a:solidFill>
              <a:schemeClr val="accent6">
                <a:lumMod val="9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panose="020F0502020204030204"/>
                <a:ea typeface="+mn-ea"/>
                <a:cs typeface="+mn-cs"/>
              </a:endParaRPr>
            </a:p>
          </p:txBody>
        </p:sp>
        <p:sp>
          <p:nvSpPr>
            <p:cNvPr id="38" name="TextBox 37">
              <a:extLst>
                <a:ext uri="{FF2B5EF4-FFF2-40B4-BE49-F238E27FC236}">
                  <a16:creationId xmlns:a16="http://schemas.microsoft.com/office/drawing/2014/main" id="{FD4EB918-D64B-C868-7BCC-FFAAAA4A473C}"/>
                </a:ext>
              </a:extLst>
            </p:cNvPr>
            <p:cNvSpPr txBox="1"/>
            <p:nvPr/>
          </p:nvSpPr>
          <p:spPr>
            <a:xfrm>
              <a:off x="2666588" y="1712292"/>
              <a:ext cx="9519200" cy="315796"/>
            </a:xfrm>
            <a:prstGeom prst="rect">
              <a:avLst/>
            </a:prstGeom>
            <a:noFill/>
            <a:ln>
              <a:no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lIns="91440" tIns="45720" rIns="91440" bIns="45720" anchor="t"/>
            <a:lstStyle>
              <a:defPPr>
                <a:defRPr lang="en-US"/>
              </a:defPPr>
              <a:lvl1pPr>
                <a:defRPr>
                  <a:solidFill>
                    <a:schemeClr val="lt1"/>
                  </a:solidFill>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marL="0" marR="0" lvl="0" indent="0" algn="ctr" defTabSz="457200" rtl="0" eaLnBrk="1" fontAlgn="auto" latinLnBrk="0" hangingPunct="1">
                <a:lnSpc>
                  <a:spcPct val="100000"/>
                </a:lnSpc>
                <a:spcBef>
                  <a:spcPts val="0"/>
                </a:spcBef>
                <a:spcAft>
                  <a:spcPts val="0"/>
                </a:spcAft>
                <a:buClrTx/>
                <a:buSzTx/>
                <a:buFontTx/>
                <a:buNone/>
                <a:tabLst/>
                <a:defRPr/>
              </a:pPr>
              <a:r>
                <a:rPr lang="en-IN" sz="1100" err="1">
                  <a:solidFill>
                    <a:srgbClr val="FB4E0B"/>
                  </a:solidFill>
                  <a:latin typeface="Calibri" panose="020F0502020204030204"/>
                  <a:ea typeface="Calibri"/>
                  <a:cs typeface="Calibri"/>
                </a:rPr>
                <a:t>orch_napp_napp_master</a:t>
              </a:r>
              <a:endParaRPr kumimoji="0" lang="en-IN" sz="1100" b="0" i="0" u="none" strike="noStrike" kern="1200" cap="none" spc="0" normalizeH="0" baseline="0" noProof="0">
                <a:ln>
                  <a:noFill/>
                </a:ln>
                <a:solidFill>
                  <a:srgbClr val="FB4E0B"/>
                </a:solidFill>
                <a:effectLst/>
                <a:uLnTx/>
                <a:uFillTx/>
                <a:latin typeface="Calibri" panose="020F0502020204030204"/>
                <a:ea typeface="+mn-ea"/>
                <a:cs typeface="+mn-cs"/>
              </a:endParaRPr>
            </a:p>
          </p:txBody>
        </p:sp>
        <p:sp>
          <p:nvSpPr>
            <p:cNvPr id="40" name="Rounded Rectangle 26">
              <a:extLst>
                <a:ext uri="{FF2B5EF4-FFF2-40B4-BE49-F238E27FC236}">
                  <a16:creationId xmlns:a16="http://schemas.microsoft.com/office/drawing/2014/main" id="{6361E2CE-630B-D42B-369C-8B9F6133E2F7}"/>
                </a:ext>
              </a:extLst>
            </p:cNvPr>
            <p:cNvSpPr/>
            <p:nvPr/>
          </p:nvSpPr>
          <p:spPr>
            <a:xfrm>
              <a:off x="1791195" y="1712292"/>
              <a:ext cx="11278149" cy="2001802"/>
            </a:xfrm>
            <a:prstGeom prst="roundRect">
              <a:avLst>
                <a:gd name="adj" fmla="val 10000"/>
              </a:avLst>
            </a:prstGeom>
            <a:noFill/>
            <a:ln>
              <a:solidFill>
                <a:schemeClr val="tx1"/>
              </a:solid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FFFFFF"/>
                </a:solidFill>
                <a:effectLst/>
                <a:uLnTx/>
                <a:uFillTx/>
                <a:latin typeface="Calibri" panose="020F0502020204030204"/>
                <a:ea typeface="+mn-ea"/>
                <a:cs typeface="+mn-cs"/>
              </a:endParaRPr>
            </a:p>
          </p:txBody>
        </p:sp>
        <p:sp>
          <p:nvSpPr>
            <p:cNvPr id="45" name="Rounded Rectangle 26">
              <a:extLst>
                <a:ext uri="{FF2B5EF4-FFF2-40B4-BE49-F238E27FC236}">
                  <a16:creationId xmlns:a16="http://schemas.microsoft.com/office/drawing/2014/main" id="{637C0D8E-37D6-EF14-28E1-1AC606BD696F}"/>
                </a:ext>
              </a:extLst>
            </p:cNvPr>
            <p:cNvSpPr/>
            <p:nvPr/>
          </p:nvSpPr>
          <p:spPr>
            <a:xfrm>
              <a:off x="4128556" y="2046133"/>
              <a:ext cx="8784322" cy="932646"/>
            </a:xfrm>
            <a:prstGeom prst="roundRect">
              <a:avLst>
                <a:gd name="adj" fmla="val 10000"/>
              </a:avLst>
            </a:prstGeom>
            <a:solidFill>
              <a:schemeClr val="accent4">
                <a:lumMod val="20000"/>
                <a:lumOff val="80000"/>
              </a:schemeClr>
            </a:solidFill>
            <a:ln>
              <a:solidFill>
                <a:schemeClr val="tx1"/>
              </a:solid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anchor="t"/>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err="1">
                  <a:ln>
                    <a:noFill/>
                  </a:ln>
                  <a:solidFill>
                    <a:srgbClr val="FB4D0A"/>
                  </a:solidFill>
                  <a:effectLst/>
                  <a:uLnTx/>
                  <a:uFillTx/>
                  <a:latin typeface="Calibri" panose="020F0502020204030204"/>
                  <a:ea typeface="+mn-ea"/>
                  <a:cs typeface="+mn-cs"/>
                </a:rPr>
                <a:t>orch_napp_napp_process_cube_and_recon</a:t>
              </a:r>
            </a:p>
          </p:txBody>
        </p:sp>
        <p:sp>
          <p:nvSpPr>
            <p:cNvPr id="46" name="Rounded Rectangle 26">
              <a:extLst>
                <a:ext uri="{FF2B5EF4-FFF2-40B4-BE49-F238E27FC236}">
                  <a16:creationId xmlns:a16="http://schemas.microsoft.com/office/drawing/2014/main" id="{318DA38D-E6E7-DB5F-EDC1-5856F6D95308}"/>
                </a:ext>
              </a:extLst>
            </p:cNvPr>
            <p:cNvSpPr/>
            <p:nvPr/>
          </p:nvSpPr>
          <p:spPr>
            <a:xfrm>
              <a:off x="4128557" y="3101273"/>
              <a:ext cx="8784321" cy="311270"/>
            </a:xfrm>
            <a:prstGeom prst="roundRect">
              <a:avLst>
                <a:gd name="adj" fmla="val 10000"/>
              </a:avLst>
            </a:prstGeom>
            <a:solidFill>
              <a:schemeClr val="accent4">
                <a:lumMod val="20000"/>
                <a:lumOff val="80000"/>
              </a:schemeClr>
            </a:solidFill>
            <a:ln>
              <a:solidFill>
                <a:schemeClr val="tx1"/>
              </a:solid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IN" sz="1000" b="0" i="0" u="none" strike="noStrike" kern="1200" cap="none" spc="0" normalizeH="0" baseline="0" noProof="0" err="1">
                  <a:ln>
                    <a:noFill/>
                  </a:ln>
                  <a:solidFill>
                    <a:srgbClr val="FB4D0A"/>
                  </a:solidFill>
                  <a:effectLst/>
                  <a:uLnTx/>
                  <a:uFillTx/>
                  <a:latin typeface="Calibri" panose="020F0502020204030204"/>
                  <a:ea typeface="+mn-ea"/>
                  <a:cs typeface="+mn-cs"/>
                </a:rPr>
                <a:t>orch_napp_napp_send_notifications</a:t>
              </a:r>
              <a:endParaRPr kumimoji="0" lang="en-US" sz="1000" b="0" i="0" u="none" strike="noStrike" kern="1200" cap="none" spc="0" normalizeH="0" baseline="0" noProof="0">
                <a:ln>
                  <a:noFill/>
                </a:ln>
                <a:solidFill>
                  <a:srgbClr val="FB4D0A"/>
                </a:solidFill>
                <a:effectLst/>
                <a:uLnTx/>
                <a:uFillTx/>
                <a:latin typeface="Calibri" panose="020F0502020204030204"/>
                <a:ea typeface="+mn-ea"/>
                <a:cs typeface="+mn-cs"/>
              </a:endParaRPr>
            </a:p>
          </p:txBody>
        </p:sp>
        <p:sp>
          <p:nvSpPr>
            <p:cNvPr id="47" name="Rounded Rectangle 26">
              <a:extLst>
                <a:ext uri="{FF2B5EF4-FFF2-40B4-BE49-F238E27FC236}">
                  <a16:creationId xmlns:a16="http://schemas.microsoft.com/office/drawing/2014/main" id="{31E5CD63-1DFB-B2EA-4DCB-1BE23E2FB3C5}"/>
                </a:ext>
              </a:extLst>
            </p:cNvPr>
            <p:cNvSpPr/>
            <p:nvPr/>
          </p:nvSpPr>
          <p:spPr>
            <a:xfrm>
              <a:off x="4205298" y="2390523"/>
              <a:ext cx="2050965" cy="406185"/>
            </a:xfrm>
            <a:prstGeom prst="roundRect">
              <a:avLst>
                <a:gd name="adj" fmla="val 10000"/>
              </a:avLst>
            </a:prstGeom>
            <a:solidFill>
              <a:schemeClr val="accent4">
                <a:lumMod val="20000"/>
                <a:lumOff val="80000"/>
              </a:schemeClr>
            </a:solidFill>
            <a:ln>
              <a:solidFill>
                <a:schemeClr val="tx1"/>
              </a:solid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lIns="91440" tIns="45720" rIns="91440" bIns="4572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IN" sz="1000" b="0" i="0" u="none" strike="noStrike" kern="1200" cap="none" spc="0" normalizeH="0" baseline="0" noProof="0" err="1">
                  <a:ln>
                    <a:noFill/>
                  </a:ln>
                  <a:solidFill>
                    <a:srgbClr val="FB4D0A"/>
                  </a:solidFill>
                  <a:effectLst/>
                  <a:uLnTx/>
                  <a:uFillTx/>
                  <a:latin typeface="Calibri" panose="020F0502020204030204"/>
                  <a:ea typeface="+mn-ea"/>
                  <a:cs typeface="+mn-cs"/>
                </a:rPr>
                <a:t>orch_napp_napp_</a:t>
              </a:r>
              <a:r>
                <a:rPr lang="en-IN" sz="1000" err="1">
                  <a:solidFill>
                    <a:srgbClr val="FB4D0A"/>
                  </a:solidFill>
                  <a:latin typeface="Calibri" panose="020F0502020204030204"/>
                </a:rPr>
                <a:t>powerbi_refresh</a:t>
              </a:r>
              <a:endParaRPr kumimoji="0" lang="en-US" sz="1000" b="0" i="0" u="none" strike="noStrike" kern="1200" cap="none" spc="0" normalizeH="0" baseline="0" noProof="0" err="1">
                <a:ln>
                  <a:noFill/>
                </a:ln>
                <a:solidFill>
                  <a:srgbClr val="FB4D0A"/>
                </a:solidFill>
                <a:effectLst/>
                <a:uLnTx/>
                <a:uFillTx/>
                <a:latin typeface="Calibri" panose="020F0502020204030204"/>
                <a:ea typeface="+mn-ea"/>
                <a:cs typeface="+mn-cs"/>
              </a:endParaRPr>
            </a:p>
          </p:txBody>
        </p:sp>
        <p:sp>
          <p:nvSpPr>
            <p:cNvPr id="52" name="Rounded Rectangle 26">
              <a:extLst>
                <a:ext uri="{FF2B5EF4-FFF2-40B4-BE49-F238E27FC236}">
                  <a16:creationId xmlns:a16="http://schemas.microsoft.com/office/drawing/2014/main" id="{692AED3E-6DA4-10D1-9276-6AE6ECD4192F}"/>
                </a:ext>
              </a:extLst>
            </p:cNvPr>
            <p:cNvSpPr/>
            <p:nvPr/>
          </p:nvSpPr>
          <p:spPr>
            <a:xfrm>
              <a:off x="6527802" y="2390523"/>
              <a:ext cx="1902582" cy="406185"/>
            </a:xfrm>
            <a:prstGeom prst="roundRect">
              <a:avLst>
                <a:gd name="adj" fmla="val 10000"/>
              </a:avLst>
            </a:prstGeom>
            <a:solidFill>
              <a:schemeClr val="accent4">
                <a:lumMod val="20000"/>
                <a:lumOff val="80000"/>
              </a:schemeClr>
            </a:solidFill>
            <a:ln>
              <a:solidFill>
                <a:schemeClr val="tx1"/>
              </a:solid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lIns="91440" tIns="45720" rIns="91440" bIns="45720" anchor="ctr"/>
            <a:lstStyle/>
            <a:p>
              <a:pPr marL="0" marR="0" lvl="0" indent="0" algn="ctr" defTabSz="457200">
                <a:lnSpc>
                  <a:spcPct val="100000"/>
                </a:lnSpc>
                <a:spcBef>
                  <a:spcPts val="0"/>
                </a:spcBef>
                <a:spcAft>
                  <a:spcPts val="0"/>
                </a:spcAft>
                <a:buNone/>
                <a:tabLst/>
                <a:defRPr/>
              </a:pPr>
              <a:r>
                <a:rPr lang="en-US" sz="1000" err="1">
                  <a:solidFill>
                    <a:srgbClr val="FB4D0A"/>
                  </a:solidFill>
                  <a:latin typeface="Calibri" panose="020F0502020204030204"/>
                </a:rPr>
                <a:t>Orch_napp_napp_ut_execution</a:t>
              </a:r>
              <a:endParaRPr lang="en-US" err="1">
                <a:ea typeface="+mn-ea"/>
                <a:cs typeface="+mn-cs"/>
              </a:endParaRPr>
            </a:p>
          </p:txBody>
        </p:sp>
        <p:cxnSp>
          <p:nvCxnSpPr>
            <p:cNvPr id="65" name="Straight Arrow Connector 64">
              <a:extLst>
                <a:ext uri="{FF2B5EF4-FFF2-40B4-BE49-F238E27FC236}">
                  <a16:creationId xmlns:a16="http://schemas.microsoft.com/office/drawing/2014/main" id="{6D697F89-EC25-6E20-4DDC-9FAF3A57EBD6}"/>
                </a:ext>
              </a:extLst>
            </p:cNvPr>
            <p:cNvCxnSpPr>
              <a:cxnSpLocks/>
            </p:cNvCxnSpPr>
            <p:nvPr/>
          </p:nvCxnSpPr>
          <p:spPr>
            <a:xfrm>
              <a:off x="6256263" y="2593616"/>
              <a:ext cx="271539"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4" name="Rounded Rectangle 26">
              <a:extLst>
                <a:ext uri="{FF2B5EF4-FFF2-40B4-BE49-F238E27FC236}">
                  <a16:creationId xmlns:a16="http://schemas.microsoft.com/office/drawing/2014/main" id="{7B9A7477-7F28-1070-821A-42D01C597E1D}"/>
                </a:ext>
              </a:extLst>
            </p:cNvPr>
            <p:cNvSpPr/>
            <p:nvPr/>
          </p:nvSpPr>
          <p:spPr>
            <a:xfrm>
              <a:off x="8704944" y="2390522"/>
              <a:ext cx="1902582" cy="406185"/>
            </a:xfrm>
            <a:prstGeom prst="roundRect">
              <a:avLst>
                <a:gd name="adj" fmla="val 10000"/>
              </a:avLst>
            </a:prstGeom>
            <a:solidFill>
              <a:schemeClr val="accent4">
                <a:lumMod val="20000"/>
                <a:lumOff val="80000"/>
              </a:schemeClr>
            </a:solidFill>
            <a:ln>
              <a:solidFill>
                <a:schemeClr val="tx1"/>
              </a:solid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lIns="91440" tIns="45720" rIns="91440" bIns="45720" anchor="ctr"/>
            <a:lstStyle/>
            <a:p>
              <a:pPr marL="0" marR="0" lvl="0" indent="0" algn="ctr" defTabSz="457200">
                <a:lnSpc>
                  <a:spcPct val="100000"/>
                </a:lnSpc>
                <a:spcBef>
                  <a:spcPts val="0"/>
                </a:spcBef>
                <a:spcAft>
                  <a:spcPts val="0"/>
                </a:spcAft>
                <a:buNone/>
                <a:tabLst/>
                <a:defRPr/>
              </a:pPr>
              <a:r>
                <a:rPr lang="en-US" sz="1000" err="1">
                  <a:solidFill>
                    <a:srgbClr val="FB4D0A"/>
                  </a:solidFill>
                  <a:latin typeface="Calibri" panose="020F0502020204030204"/>
                </a:rPr>
                <a:t>Orch_napp_napp_reporting</a:t>
              </a:r>
              <a:endParaRPr lang="en-US" err="1">
                <a:ea typeface="+mn-ea"/>
                <a:cs typeface="+mn-cs"/>
              </a:endParaRPr>
            </a:p>
          </p:txBody>
        </p:sp>
        <p:cxnSp>
          <p:nvCxnSpPr>
            <p:cNvPr id="7" name="Straight Arrow Connector 6">
              <a:extLst>
                <a:ext uri="{FF2B5EF4-FFF2-40B4-BE49-F238E27FC236}">
                  <a16:creationId xmlns:a16="http://schemas.microsoft.com/office/drawing/2014/main" id="{E42C3710-DA54-C569-47CF-5EF7EDCA22EE}"/>
                </a:ext>
              </a:extLst>
            </p:cNvPr>
            <p:cNvCxnSpPr>
              <a:cxnSpLocks/>
            </p:cNvCxnSpPr>
            <p:nvPr/>
          </p:nvCxnSpPr>
          <p:spPr>
            <a:xfrm>
              <a:off x="8433405" y="2593615"/>
              <a:ext cx="271539"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8" name="Rounded Rectangle 26">
              <a:extLst>
                <a:ext uri="{FF2B5EF4-FFF2-40B4-BE49-F238E27FC236}">
                  <a16:creationId xmlns:a16="http://schemas.microsoft.com/office/drawing/2014/main" id="{28A9FC70-2E39-23FA-AB4C-0B43BC6E9CE5}"/>
                </a:ext>
              </a:extLst>
            </p:cNvPr>
            <p:cNvSpPr/>
            <p:nvPr/>
          </p:nvSpPr>
          <p:spPr>
            <a:xfrm>
              <a:off x="10873015" y="2381450"/>
              <a:ext cx="1902582" cy="406185"/>
            </a:xfrm>
            <a:prstGeom prst="roundRect">
              <a:avLst>
                <a:gd name="adj" fmla="val 10000"/>
              </a:avLst>
            </a:prstGeom>
            <a:solidFill>
              <a:schemeClr val="accent4">
                <a:lumMod val="20000"/>
                <a:lumOff val="80000"/>
              </a:schemeClr>
            </a:solidFill>
            <a:ln>
              <a:solidFill>
                <a:schemeClr val="tx1"/>
              </a:solid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lIns="91440" tIns="45720" rIns="91440" bIns="45720" anchor="ctr"/>
            <a:lstStyle/>
            <a:p>
              <a:pPr algn="ctr" defTabSz="457200">
                <a:defRPr/>
              </a:pPr>
              <a:r>
                <a:rPr lang="en-US" sz="1000" err="1">
                  <a:solidFill>
                    <a:srgbClr val="FB4D0A"/>
                  </a:solidFill>
                  <a:latin typeface="Calibri" panose="020F0502020204030204"/>
                </a:rPr>
                <a:t>orch_red_dp_recon</a:t>
              </a:r>
              <a:endParaRPr lang="en-US" sz="1000" err="1">
                <a:solidFill>
                  <a:srgbClr val="000000"/>
                </a:solidFill>
                <a:latin typeface="Calibri" panose="020F0502020204030204"/>
              </a:endParaRPr>
            </a:p>
          </p:txBody>
        </p:sp>
        <p:cxnSp>
          <p:nvCxnSpPr>
            <p:cNvPr id="9" name="Straight Arrow Connector 8">
              <a:extLst>
                <a:ext uri="{FF2B5EF4-FFF2-40B4-BE49-F238E27FC236}">
                  <a16:creationId xmlns:a16="http://schemas.microsoft.com/office/drawing/2014/main" id="{9330F002-E23E-E467-CB23-C7D42D9F5D7A}"/>
                </a:ext>
              </a:extLst>
            </p:cNvPr>
            <p:cNvCxnSpPr>
              <a:cxnSpLocks/>
            </p:cNvCxnSpPr>
            <p:nvPr/>
          </p:nvCxnSpPr>
          <p:spPr>
            <a:xfrm>
              <a:off x="10601476" y="2584543"/>
              <a:ext cx="271539"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175870811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E49A5DD-FB57-A910-4C86-7968F56075F0}"/>
            </a:ext>
          </a:extLst>
        </p:cNvPr>
        <p:cNvGrpSpPr/>
        <p:nvPr/>
      </p:nvGrpSpPr>
      <p:grpSpPr>
        <a:xfrm>
          <a:off x="0" y="0"/>
          <a:ext cx="0" cy="0"/>
          <a:chOff x="0" y="0"/>
          <a:chExt cx="0" cy="0"/>
        </a:xfrm>
      </p:grpSpPr>
      <p:sp>
        <p:nvSpPr>
          <p:cNvPr id="7" name="Rectangle 6">
            <a:extLst>
              <a:ext uri="{FF2B5EF4-FFF2-40B4-BE49-F238E27FC236}">
                <a16:creationId xmlns:a16="http://schemas.microsoft.com/office/drawing/2014/main" id="{9065815B-F637-F652-F689-CEABDB5D676D}"/>
              </a:ext>
            </a:extLst>
          </p:cNvPr>
          <p:cNvSpPr/>
          <p:nvPr/>
        </p:nvSpPr>
        <p:spPr>
          <a:xfrm>
            <a:off x="8211523" y="6472409"/>
            <a:ext cx="2728225" cy="302964"/>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 name="Rectangle 7">
            <a:extLst>
              <a:ext uri="{FF2B5EF4-FFF2-40B4-BE49-F238E27FC236}">
                <a16:creationId xmlns:a16="http://schemas.microsoft.com/office/drawing/2014/main" id="{7ECB75C1-2B40-4ADF-53D1-8AAA76A04364}"/>
              </a:ext>
            </a:extLst>
          </p:cNvPr>
          <p:cNvSpPr/>
          <p:nvPr/>
        </p:nvSpPr>
        <p:spPr>
          <a:xfrm>
            <a:off x="11005851" y="6290631"/>
            <a:ext cx="837282" cy="35254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12" name="Picture 11">
            <a:extLst>
              <a:ext uri="{FF2B5EF4-FFF2-40B4-BE49-F238E27FC236}">
                <a16:creationId xmlns:a16="http://schemas.microsoft.com/office/drawing/2014/main" id="{4EFA3500-DE35-DFF2-3318-6806EDE43CCA}"/>
              </a:ext>
            </a:extLst>
          </p:cNvPr>
          <p:cNvPicPr>
            <a:picLocks noChangeAspect="1"/>
          </p:cNvPicPr>
          <p:nvPr/>
        </p:nvPicPr>
        <p:blipFill>
          <a:blip r:embed="rId2"/>
          <a:stretch>
            <a:fillRect/>
          </a:stretch>
        </p:blipFill>
        <p:spPr>
          <a:xfrm>
            <a:off x="1333500" y="406110"/>
            <a:ext cx="9527721" cy="3034164"/>
          </a:xfrm>
          <a:prstGeom prst="rect">
            <a:avLst/>
          </a:prstGeom>
        </p:spPr>
      </p:pic>
      <p:sp>
        <p:nvSpPr>
          <p:cNvPr id="2" name="Title 1">
            <a:extLst>
              <a:ext uri="{FF2B5EF4-FFF2-40B4-BE49-F238E27FC236}">
                <a16:creationId xmlns:a16="http://schemas.microsoft.com/office/drawing/2014/main" id="{2B3433E1-46F8-0FC6-335D-A6966E3BA55F}"/>
              </a:ext>
            </a:extLst>
          </p:cNvPr>
          <p:cNvSpPr>
            <a:spLocks noGrp="1"/>
          </p:cNvSpPr>
          <p:nvPr>
            <p:ph type="ctrTitle"/>
          </p:nvPr>
        </p:nvSpPr>
        <p:spPr>
          <a:xfrm>
            <a:off x="457200" y="405954"/>
            <a:ext cx="11277600" cy="669313"/>
          </a:xfrm>
        </p:spPr>
        <p:txBody>
          <a:bodyPr/>
          <a:lstStyle/>
          <a:p>
            <a:r>
              <a:rPr lang="en-IN" sz="4200" b="1" err="1">
                <a:solidFill>
                  <a:srgbClr val="CD2883"/>
                </a:solidFill>
              </a:rPr>
              <a:t>orch_napp_napp_master</a:t>
            </a:r>
            <a:endParaRPr lang="en-US" sz="4200" b="1">
              <a:solidFill>
                <a:srgbClr val="CD2883"/>
              </a:solidFill>
            </a:endParaRPr>
          </a:p>
        </p:txBody>
      </p:sp>
      <p:graphicFrame>
        <p:nvGraphicFramePr>
          <p:cNvPr id="19" name="Table 18">
            <a:extLst>
              <a:ext uri="{FF2B5EF4-FFF2-40B4-BE49-F238E27FC236}">
                <a16:creationId xmlns:a16="http://schemas.microsoft.com/office/drawing/2014/main" id="{C1E09B58-8C13-C9F6-736E-904A6C61E58A}"/>
              </a:ext>
            </a:extLst>
          </p:cNvPr>
          <p:cNvGraphicFramePr>
            <a:graphicFrameLocks noGrp="1"/>
          </p:cNvGraphicFramePr>
          <p:nvPr>
            <p:extLst>
              <p:ext uri="{D42A27DB-BD31-4B8C-83A1-F6EECF244321}">
                <p14:modId xmlns:p14="http://schemas.microsoft.com/office/powerpoint/2010/main" val="328932084"/>
              </p:ext>
            </p:extLst>
          </p:nvPr>
        </p:nvGraphicFramePr>
        <p:xfrm>
          <a:off x="609600" y="3505364"/>
          <a:ext cx="10972799" cy="2875330"/>
        </p:xfrm>
        <a:graphic>
          <a:graphicData uri="http://schemas.openxmlformats.org/drawingml/2006/table">
            <a:tbl>
              <a:tblPr firstRow="1" bandRow="1">
                <a:tableStyleId>{5C22544A-7EE6-4342-B048-85BDC9FD1C3A}</a:tableStyleId>
              </a:tblPr>
              <a:tblGrid>
                <a:gridCol w="548640">
                  <a:extLst>
                    <a:ext uri="{9D8B030D-6E8A-4147-A177-3AD203B41FA5}">
                      <a16:colId xmlns:a16="http://schemas.microsoft.com/office/drawing/2014/main" val="1056872303"/>
                    </a:ext>
                  </a:extLst>
                </a:gridCol>
                <a:gridCol w="2103119">
                  <a:extLst>
                    <a:ext uri="{9D8B030D-6E8A-4147-A177-3AD203B41FA5}">
                      <a16:colId xmlns:a16="http://schemas.microsoft.com/office/drawing/2014/main" val="3001603572"/>
                    </a:ext>
                  </a:extLst>
                </a:gridCol>
                <a:gridCol w="8321040">
                  <a:extLst>
                    <a:ext uri="{9D8B030D-6E8A-4147-A177-3AD203B41FA5}">
                      <a16:colId xmlns:a16="http://schemas.microsoft.com/office/drawing/2014/main" val="3347287933"/>
                    </a:ext>
                  </a:extLst>
                </a:gridCol>
              </a:tblGrid>
              <a:tr h="315010">
                <a:tc>
                  <a:txBody>
                    <a:bodyPr/>
                    <a:lstStyle/>
                    <a:p>
                      <a:pPr lvl="0" algn="ctr">
                        <a:buNone/>
                      </a:pPr>
                      <a:r>
                        <a:rPr lang="en-US" sz="1200" b="1"/>
                        <a:t>Step</a:t>
                      </a:r>
                    </a:p>
                  </a:txBody>
                  <a:tcPr anchor="ctr">
                    <a:solidFill>
                      <a:srgbClr val="E4017E"/>
                    </a:solidFill>
                  </a:tcPr>
                </a:tc>
                <a:tc>
                  <a:txBody>
                    <a:bodyPr/>
                    <a:lstStyle/>
                    <a:p>
                      <a:pPr lvl="0" algn="ctr">
                        <a:buNone/>
                      </a:pPr>
                      <a:r>
                        <a:rPr lang="en-US" sz="1200" b="1"/>
                        <a:t>Activity Name</a:t>
                      </a:r>
                    </a:p>
                  </a:txBody>
                  <a:tcPr anchor="ctr">
                    <a:solidFill>
                      <a:srgbClr val="E4017E"/>
                    </a:solidFill>
                  </a:tcPr>
                </a:tc>
                <a:tc>
                  <a:txBody>
                    <a:bodyPr/>
                    <a:lstStyle/>
                    <a:p>
                      <a:pPr marL="0" marR="0" lvl="0" indent="0" algn="ctr" defTabSz="914400" rtl="0">
                        <a:lnSpc>
                          <a:spcPct val="100000"/>
                        </a:lnSpc>
                        <a:spcBef>
                          <a:spcPts val="0"/>
                        </a:spcBef>
                        <a:spcAft>
                          <a:spcPts val="0"/>
                        </a:spcAft>
                        <a:buClrTx/>
                        <a:buSzTx/>
                        <a:buFontTx/>
                        <a:buNone/>
                        <a:tabLst/>
                        <a:defRPr/>
                      </a:pPr>
                      <a:r>
                        <a:rPr lang="en-US" sz="1200" b="1"/>
                        <a:t>Description</a:t>
                      </a:r>
                    </a:p>
                  </a:txBody>
                  <a:tcPr anchor="ctr">
                    <a:solidFill>
                      <a:srgbClr val="E4017E"/>
                    </a:solidFill>
                  </a:tcPr>
                </a:tc>
                <a:extLst>
                  <a:ext uri="{0D108BD9-81ED-4DB2-BD59-A6C34878D82A}">
                    <a16:rowId xmlns:a16="http://schemas.microsoft.com/office/drawing/2014/main" val="973775198"/>
                  </a:ext>
                </a:extLst>
              </a:tr>
              <a:tr h="315010">
                <a:tc>
                  <a:txBody>
                    <a:bodyPr/>
                    <a:lstStyle/>
                    <a:p>
                      <a:pPr lvl="0" algn="ctr">
                        <a:buNone/>
                      </a:pPr>
                      <a:r>
                        <a:rPr lang="en-US" sz="1200" b="0" i="0" u="none" strike="noStrike" noProof="0">
                          <a:solidFill>
                            <a:schemeClr val="accent6">
                              <a:lumMod val="10000"/>
                            </a:schemeClr>
                          </a:solidFill>
                          <a:latin typeface="Calibri"/>
                        </a:rPr>
                        <a:t>1</a:t>
                      </a:r>
                      <a:endParaRPr lang="en-US" sz="1200" i="0" u="none" strike="noStrike" noProof="0">
                        <a:latin typeface="Calibri"/>
                      </a:endParaRPr>
                    </a:p>
                  </a:txBody>
                  <a:tcPr anchor="ctr"/>
                </a:tc>
                <a:tc>
                  <a:txBody>
                    <a:bodyPr/>
                    <a:lstStyle/>
                    <a:p>
                      <a:pPr lvl="0" algn="ctr">
                        <a:buNone/>
                      </a:pPr>
                      <a:r>
                        <a:rPr lang="en-US" sz="1200" b="0" i="0" u="none" strike="noStrike" noProof="0">
                          <a:solidFill>
                            <a:srgbClr val="000000"/>
                          </a:solidFill>
                          <a:latin typeface="Calibri"/>
                        </a:rPr>
                        <a:t>Lookup - </a:t>
                      </a:r>
                      <a:r>
                        <a:rPr lang="en-US" sz="1200" b="0" i="0" u="none" strike="noStrike" noProof="0" err="1">
                          <a:solidFill>
                            <a:srgbClr val="000000"/>
                          </a:solidFill>
                          <a:latin typeface="Calibri"/>
                        </a:rPr>
                        <a:t>onn_master_log_execution_start</a:t>
                      </a:r>
                      <a:endParaRPr lang="en-US" sz="1200"/>
                    </a:p>
                  </a:txBody>
                  <a:tcPr anchor="ctr"/>
                </a:tc>
                <a:tc>
                  <a:txBody>
                    <a:bodyPr/>
                    <a:lstStyle/>
                    <a:p>
                      <a:pPr marL="171450" lvl="0" indent="-171450" algn="l">
                        <a:lnSpc>
                          <a:spcPct val="100000"/>
                        </a:lnSpc>
                        <a:spcBef>
                          <a:spcPts val="0"/>
                        </a:spcBef>
                        <a:spcAft>
                          <a:spcPts val="0"/>
                        </a:spcAft>
                        <a:buFont typeface="Arial"/>
                        <a:buChar char="•"/>
                      </a:pPr>
                      <a:r>
                        <a:rPr lang="en-US" sz="1200" b="0" i="0" u="none" strike="noStrike" noProof="0">
                          <a:solidFill>
                            <a:schemeClr val="accent6">
                              <a:lumMod val="10000"/>
                            </a:schemeClr>
                          </a:solidFill>
                          <a:latin typeface="Calibri"/>
                        </a:rPr>
                        <a:t>Executes </a:t>
                      </a:r>
                      <a:r>
                        <a:rPr lang="en-US" sz="1200" b="0" i="0" u="none" strike="noStrike" noProof="0" err="1">
                          <a:solidFill>
                            <a:schemeClr val="accent6">
                              <a:lumMod val="10000"/>
                            </a:schemeClr>
                          </a:solidFill>
                          <a:latin typeface="Calibri"/>
                        </a:rPr>
                        <a:t>audit.usp_log_adf_pipeline_execution_start</a:t>
                      </a:r>
                      <a:endParaRPr lang="en-US" sz="1200"/>
                    </a:p>
                    <a:p>
                      <a:pPr marL="171450" lvl="0" indent="-171450" algn="l">
                        <a:lnSpc>
                          <a:spcPct val="100000"/>
                        </a:lnSpc>
                        <a:spcBef>
                          <a:spcPts val="0"/>
                        </a:spcBef>
                        <a:spcAft>
                          <a:spcPts val="0"/>
                        </a:spcAft>
                        <a:buFont typeface="Arial"/>
                        <a:buChar char="•"/>
                      </a:pPr>
                      <a:r>
                        <a:rPr lang="en-US" sz="1200" b="0" i="0" u="none" strike="noStrike" noProof="0">
                          <a:solidFill>
                            <a:schemeClr val="accent6">
                              <a:lumMod val="10000"/>
                            </a:schemeClr>
                          </a:solidFill>
                          <a:latin typeface="Calibri"/>
                        </a:rPr>
                        <a:t>Populates audit table [audit].[</a:t>
                      </a:r>
                      <a:r>
                        <a:rPr lang="en-US" sz="1200" b="0" i="0" u="none" strike="noStrike" noProof="0" err="1">
                          <a:solidFill>
                            <a:schemeClr val="accent6">
                              <a:lumMod val="10000"/>
                            </a:schemeClr>
                          </a:solidFill>
                          <a:latin typeface="Calibri"/>
                        </a:rPr>
                        <a:t>tbl_log_adf_pipeline_execution</a:t>
                      </a:r>
                      <a:r>
                        <a:rPr lang="en-US" sz="1200" b="0" i="0" u="none" strike="noStrike" noProof="0">
                          <a:solidFill>
                            <a:schemeClr val="accent6">
                              <a:lumMod val="10000"/>
                            </a:schemeClr>
                          </a:solidFill>
                          <a:latin typeface="Calibri"/>
                        </a:rPr>
                        <a:t>]</a:t>
                      </a:r>
                      <a:endParaRPr lang="en-US" sz="1200"/>
                    </a:p>
                    <a:p>
                      <a:pPr marL="171450" lvl="0" indent="-171450">
                        <a:buFont typeface="Arial"/>
                        <a:buChar char="•"/>
                      </a:pPr>
                      <a:r>
                        <a:rPr lang="en-US" sz="1200" b="0" i="0" u="none" strike="noStrike" noProof="0">
                          <a:solidFill>
                            <a:schemeClr val="accent6">
                              <a:lumMod val="10000"/>
                            </a:schemeClr>
                          </a:solidFill>
                          <a:latin typeface="Calibri"/>
                        </a:rPr>
                        <a:t>Contains </a:t>
                      </a:r>
                      <a:r>
                        <a:rPr lang="en-US" sz="1200" b="0" i="0" u="none" strike="noStrike" noProof="0" err="1">
                          <a:solidFill>
                            <a:schemeClr val="accent6">
                              <a:lumMod val="10000"/>
                            </a:schemeClr>
                          </a:solidFill>
                          <a:latin typeface="Calibri"/>
                        </a:rPr>
                        <a:t>adf</a:t>
                      </a:r>
                      <a:r>
                        <a:rPr lang="en-US" sz="1200" b="0" i="0" u="none" strike="noStrike" noProof="0">
                          <a:solidFill>
                            <a:schemeClr val="accent6">
                              <a:lumMod val="10000"/>
                            </a:schemeClr>
                          </a:solidFill>
                          <a:latin typeface="Calibri"/>
                        </a:rPr>
                        <a:t> execution details - execution id, run id, start end time, status, batch id</a:t>
                      </a:r>
                      <a:endParaRPr lang="en-US" sz="1200"/>
                    </a:p>
                  </a:txBody>
                  <a:tcPr anchor="ctr"/>
                </a:tc>
                <a:extLst>
                  <a:ext uri="{0D108BD9-81ED-4DB2-BD59-A6C34878D82A}">
                    <a16:rowId xmlns:a16="http://schemas.microsoft.com/office/drawing/2014/main" val="2235498560"/>
                  </a:ext>
                </a:extLst>
              </a:tr>
              <a:tr h="315010">
                <a:tc>
                  <a:txBody>
                    <a:bodyPr/>
                    <a:lstStyle/>
                    <a:p>
                      <a:pPr lvl="0" algn="ctr">
                        <a:buNone/>
                      </a:pPr>
                      <a:r>
                        <a:rPr lang="en-US" sz="1200" b="0" i="0" u="none" strike="noStrike" noProof="0">
                          <a:solidFill>
                            <a:schemeClr val="accent6">
                              <a:lumMod val="10000"/>
                            </a:schemeClr>
                          </a:solidFill>
                          <a:latin typeface="Calibri"/>
                        </a:rPr>
                        <a:t>2</a:t>
                      </a:r>
                      <a:endParaRPr lang="en-US" sz="1200"/>
                    </a:p>
                  </a:txBody>
                  <a:tcPr anchor="ctr"/>
                </a:tc>
                <a:tc>
                  <a:txBody>
                    <a:bodyPr/>
                    <a:lstStyle/>
                    <a:p>
                      <a:pPr lvl="0" algn="ctr">
                        <a:buNone/>
                      </a:pPr>
                      <a:r>
                        <a:rPr lang="en-US" sz="1200" b="0" i="0" u="none" strike="noStrike" noProof="0">
                          <a:solidFill>
                            <a:srgbClr val="000000"/>
                          </a:solidFill>
                          <a:latin typeface="Calibri"/>
                        </a:rPr>
                        <a:t>Lookup - </a:t>
                      </a:r>
                      <a:r>
                        <a:rPr lang="en-US" sz="1200" b="0" i="0" u="none" strike="noStrike" noProof="0" err="1">
                          <a:solidFill>
                            <a:srgbClr val="000000"/>
                          </a:solidFill>
                          <a:latin typeface="Calibri"/>
                        </a:rPr>
                        <a:t>onn_master_get_schedules</a:t>
                      </a:r>
                      <a:endParaRPr lang="en-US" sz="1200"/>
                    </a:p>
                  </a:txBody>
                  <a:tcPr anchor="ctr"/>
                </a:tc>
                <a:tc>
                  <a:txBody>
                    <a:bodyPr/>
                    <a:lstStyle/>
                    <a:p>
                      <a:pPr marL="171450" lvl="0" indent="-171450" algn="l">
                        <a:lnSpc>
                          <a:spcPct val="100000"/>
                        </a:lnSpc>
                        <a:spcBef>
                          <a:spcPts val="0"/>
                        </a:spcBef>
                        <a:spcAft>
                          <a:spcPts val="0"/>
                        </a:spcAft>
                        <a:buFont typeface="Arial"/>
                        <a:buChar char="•"/>
                      </a:pPr>
                      <a:r>
                        <a:rPr lang="en-US" sz="1200" b="0" i="0" u="none" strike="noStrike" noProof="0">
                          <a:solidFill>
                            <a:schemeClr val="accent6">
                              <a:lumMod val="10000"/>
                            </a:schemeClr>
                          </a:solidFill>
                          <a:latin typeface="Calibri"/>
                        </a:rPr>
                        <a:t>Executes </a:t>
                      </a:r>
                      <a:r>
                        <a:rPr lang="en-US" sz="1200" b="0" i="0" u="none" strike="noStrike" noProof="0" err="1">
                          <a:solidFill>
                            <a:schemeClr val="accent6">
                              <a:lumMod val="10000"/>
                            </a:schemeClr>
                          </a:solidFill>
                          <a:latin typeface="Calibri"/>
                        </a:rPr>
                        <a:t>config.usp_get_schedule_reference</a:t>
                      </a:r>
                      <a:endParaRPr lang="en-US" sz="1200"/>
                    </a:p>
                    <a:p>
                      <a:pPr marL="171450" lvl="0" indent="-171450" algn="l">
                        <a:lnSpc>
                          <a:spcPct val="100000"/>
                        </a:lnSpc>
                        <a:spcBef>
                          <a:spcPts val="0"/>
                        </a:spcBef>
                        <a:spcAft>
                          <a:spcPts val="0"/>
                        </a:spcAft>
                        <a:buFont typeface="Arial"/>
                        <a:buChar char="•"/>
                      </a:pPr>
                      <a:r>
                        <a:rPr lang="en-US" sz="1200" b="0" i="0" u="none" strike="noStrike" noProof="0">
                          <a:solidFill>
                            <a:schemeClr val="accent6">
                              <a:lumMod val="10000"/>
                            </a:schemeClr>
                          </a:solidFill>
                          <a:latin typeface="Calibri"/>
                        </a:rPr>
                        <a:t>Checks at a particular time, what all schedules are active (when the master pipeline is triggered)</a:t>
                      </a:r>
                      <a:endParaRPr lang="en-US" sz="1200"/>
                    </a:p>
                    <a:p>
                      <a:pPr marL="171450" lvl="0" indent="-171450" algn="l">
                        <a:lnSpc>
                          <a:spcPct val="100000"/>
                        </a:lnSpc>
                        <a:spcBef>
                          <a:spcPts val="0"/>
                        </a:spcBef>
                        <a:spcAft>
                          <a:spcPts val="0"/>
                        </a:spcAft>
                        <a:buFont typeface="Arial"/>
                        <a:buChar char="•"/>
                      </a:pPr>
                      <a:r>
                        <a:rPr lang="en-US" sz="1200" b="0" i="0" u="none" strike="noStrike" noProof="0">
                          <a:solidFill>
                            <a:schemeClr val="accent6">
                              <a:lumMod val="10000"/>
                            </a:schemeClr>
                          </a:solidFill>
                          <a:latin typeface="Calibri"/>
                        </a:rPr>
                        <a:t>For a particular </a:t>
                      </a:r>
                      <a:r>
                        <a:rPr lang="en-US" sz="1200" b="0" i="0" u="none" strike="noStrike" noProof="0" err="1">
                          <a:solidFill>
                            <a:schemeClr val="accent6">
                              <a:lumMod val="10000"/>
                            </a:schemeClr>
                          </a:solidFill>
                          <a:latin typeface="Calibri"/>
                        </a:rPr>
                        <a:t>adf_pipeline_schedule_group</a:t>
                      </a:r>
                      <a:r>
                        <a:rPr lang="en-US" sz="1200" b="0" i="0" u="none" strike="noStrike" noProof="0">
                          <a:solidFill>
                            <a:schemeClr val="accent6">
                              <a:lumMod val="10000"/>
                            </a:schemeClr>
                          </a:solidFill>
                          <a:latin typeface="Calibri"/>
                        </a:rPr>
                        <a:t>, if </a:t>
                      </a:r>
                      <a:r>
                        <a:rPr lang="en-US" sz="1200" b="0" i="0" u="none" strike="noStrike" noProof="0" err="1">
                          <a:solidFill>
                            <a:schemeClr val="accent6">
                              <a:lumMod val="10000"/>
                            </a:schemeClr>
                          </a:solidFill>
                          <a:latin typeface="Calibri"/>
                        </a:rPr>
                        <a:t>adf_pipeline_schedule_group</a:t>
                      </a:r>
                      <a:r>
                        <a:rPr lang="en-US" sz="1200" b="0" i="0" u="none" strike="noStrike" noProof="0">
                          <a:solidFill>
                            <a:schemeClr val="accent6">
                              <a:lumMod val="10000"/>
                            </a:schemeClr>
                          </a:solidFill>
                          <a:latin typeface="Calibri"/>
                        </a:rPr>
                        <a:t>=</a:t>
                      </a:r>
                      <a:r>
                        <a:rPr lang="en-US" sz="1200" b="0" i="0" u="none" strike="noStrike" noProof="0" err="1">
                          <a:solidFill>
                            <a:schemeClr val="accent6">
                              <a:lumMod val="10000"/>
                            </a:schemeClr>
                          </a:solidFill>
                          <a:latin typeface="Calibri"/>
                        </a:rPr>
                        <a:t>schedule_priority</a:t>
                      </a:r>
                      <a:r>
                        <a:rPr lang="en-US" sz="1200" b="0" i="0" u="none" strike="noStrike" noProof="0">
                          <a:solidFill>
                            <a:schemeClr val="accent6">
                              <a:lumMod val="10000"/>
                            </a:schemeClr>
                          </a:solidFill>
                          <a:latin typeface="Calibri"/>
                        </a:rPr>
                        <a:t>, those schedule ids will run in parallel, others will run post their completion</a:t>
                      </a:r>
                      <a:endParaRPr lang="en-US" sz="1200"/>
                    </a:p>
                    <a:p>
                      <a:pPr marL="171450" lvl="0" indent="-171450" algn="l">
                        <a:lnSpc>
                          <a:spcPct val="100000"/>
                        </a:lnSpc>
                        <a:spcBef>
                          <a:spcPts val="0"/>
                        </a:spcBef>
                        <a:spcAft>
                          <a:spcPts val="0"/>
                        </a:spcAft>
                        <a:buFont typeface="Arial"/>
                        <a:buChar char="•"/>
                      </a:pPr>
                      <a:r>
                        <a:rPr lang="en-US" sz="1200" b="0" i="0" u="none" strike="noStrike" noProof="0" err="1">
                          <a:solidFill>
                            <a:schemeClr val="accent6">
                              <a:lumMod val="10000"/>
                            </a:schemeClr>
                          </a:solidFill>
                          <a:latin typeface="Calibri"/>
                        </a:rPr>
                        <a:t>tbl_schedule</a:t>
                      </a:r>
                      <a:r>
                        <a:rPr lang="en-US" sz="1200" b="0" i="0" u="none" strike="noStrike" noProof="0">
                          <a:solidFill>
                            <a:schemeClr val="accent6">
                              <a:lumMod val="10000"/>
                            </a:schemeClr>
                          </a:solidFill>
                          <a:latin typeface="Calibri"/>
                        </a:rPr>
                        <a:t> is joined with </a:t>
                      </a:r>
                      <a:r>
                        <a:rPr lang="en-US" sz="1200" b="0" i="0" u="none" strike="noStrike" noProof="0" err="1">
                          <a:solidFill>
                            <a:schemeClr val="accent6">
                              <a:lumMod val="10000"/>
                            </a:schemeClr>
                          </a:solidFill>
                          <a:latin typeface="Calibri"/>
                        </a:rPr>
                        <a:t>tbl_batch</a:t>
                      </a:r>
                      <a:r>
                        <a:rPr lang="en-US" sz="1200" b="0" i="0" u="none" strike="noStrike" noProof="0">
                          <a:solidFill>
                            <a:schemeClr val="accent6">
                              <a:lumMod val="10000"/>
                            </a:schemeClr>
                          </a:solidFill>
                          <a:latin typeface="Calibri"/>
                        </a:rPr>
                        <a:t> to check if a batch is running for a schedule priority lower to the ones we would like to start</a:t>
                      </a:r>
                      <a:endParaRPr lang="en-US" sz="1200"/>
                    </a:p>
                    <a:p>
                      <a:pPr marL="171450" lvl="0" indent="-171450" algn="l">
                        <a:lnSpc>
                          <a:spcPct val="100000"/>
                        </a:lnSpc>
                        <a:spcBef>
                          <a:spcPts val="0"/>
                        </a:spcBef>
                        <a:spcAft>
                          <a:spcPts val="0"/>
                        </a:spcAft>
                        <a:buFont typeface="Arial"/>
                        <a:buChar char="•"/>
                      </a:pPr>
                      <a:r>
                        <a:rPr lang="en-US" sz="1200" b="0" i="0" u="none" strike="noStrike" noProof="0">
                          <a:solidFill>
                            <a:schemeClr val="accent6">
                              <a:lumMod val="10000"/>
                            </a:schemeClr>
                          </a:solidFill>
                          <a:latin typeface="Calibri"/>
                        </a:rPr>
                        <a:t>It returns 3 values --&gt;</a:t>
                      </a:r>
                      <a:r>
                        <a:rPr lang="en-US" sz="1200" b="0" i="0" u="none" strike="noStrike" noProof="0" err="1">
                          <a:solidFill>
                            <a:schemeClr val="accent6">
                              <a:lumMod val="10000"/>
                            </a:schemeClr>
                          </a:solidFill>
                          <a:latin typeface="Calibri"/>
                        </a:rPr>
                        <a:t>schedule_reference</a:t>
                      </a:r>
                      <a:r>
                        <a:rPr lang="en-US" sz="1200" b="0" i="0" u="none" strike="noStrike" noProof="0">
                          <a:solidFill>
                            <a:schemeClr val="accent6">
                              <a:lumMod val="10000"/>
                            </a:schemeClr>
                          </a:solidFill>
                          <a:latin typeface="Calibri"/>
                        </a:rPr>
                        <a:t>, </a:t>
                      </a:r>
                      <a:r>
                        <a:rPr lang="en-US" sz="1200" b="0" i="0" u="none" strike="noStrike" noProof="0" err="1">
                          <a:solidFill>
                            <a:schemeClr val="accent6">
                              <a:lumMod val="10000"/>
                            </a:schemeClr>
                          </a:solidFill>
                          <a:latin typeface="Calibri"/>
                        </a:rPr>
                        <a:t>schedule_to_run</a:t>
                      </a:r>
                      <a:r>
                        <a:rPr lang="en-US" sz="1200" b="0" i="0" u="none" strike="noStrike" noProof="0">
                          <a:solidFill>
                            <a:schemeClr val="accent6">
                              <a:lumMod val="10000"/>
                            </a:schemeClr>
                          </a:solidFill>
                          <a:latin typeface="Calibri"/>
                        </a:rPr>
                        <a:t>, </a:t>
                      </a:r>
                      <a:r>
                        <a:rPr lang="en-US" sz="1200" b="0" i="0" u="none" strike="noStrike" noProof="0" err="1">
                          <a:solidFill>
                            <a:schemeClr val="accent6">
                              <a:lumMod val="10000"/>
                            </a:schemeClr>
                          </a:solidFill>
                          <a:latin typeface="Calibri"/>
                        </a:rPr>
                        <a:t>batch_is_running</a:t>
                      </a:r>
                      <a:endParaRPr lang="en-US" sz="1200"/>
                    </a:p>
                    <a:p>
                      <a:pPr marL="171450" lvl="0" indent="-171450" algn="l">
                        <a:lnSpc>
                          <a:spcPct val="100000"/>
                        </a:lnSpc>
                        <a:spcBef>
                          <a:spcPts val="0"/>
                        </a:spcBef>
                        <a:spcAft>
                          <a:spcPts val="0"/>
                        </a:spcAft>
                        <a:buFont typeface="Arial"/>
                        <a:buChar char="•"/>
                      </a:pPr>
                      <a:r>
                        <a:rPr lang="en-US" sz="1200" b="0" i="0" u="none" strike="noStrike" noProof="0">
                          <a:solidFill>
                            <a:schemeClr val="accent6">
                              <a:lumMod val="10000"/>
                            </a:schemeClr>
                          </a:solidFill>
                          <a:latin typeface="Calibri"/>
                        </a:rPr>
                        <a:t>If a batch is still running for a schedule priority lower to the ones we want to start, schedule reference will have value 'Batch is running', schedule to run will have value 0 and </a:t>
                      </a:r>
                      <a:r>
                        <a:rPr lang="en-US" sz="1200" b="0" i="0" u="none" strike="noStrike" noProof="0" err="1">
                          <a:solidFill>
                            <a:schemeClr val="accent6">
                              <a:lumMod val="10000"/>
                            </a:schemeClr>
                          </a:solidFill>
                          <a:latin typeface="Calibri"/>
                        </a:rPr>
                        <a:t>batch_is_running</a:t>
                      </a:r>
                      <a:r>
                        <a:rPr lang="en-US" sz="1200" b="0" i="0" u="none" strike="noStrike" noProof="0">
                          <a:solidFill>
                            <a:schemeClr val="accent6">
                              <a:lumMod val="10000"/>
                            </a:schemeClr>
                          </a:solidFill>
                          <a:latin typeface="Calibri"/>
                        </a:rPr>
                        <a:t> will have value 1</a:t>
                      </a:r>
                      <a:endParaRPr lang="en-US" sz="1200"/>
                    </a:p>
                    <a:p>
                      <a:pPr marL="171450" lvl="0" indent="-171450">
                        <a:buFont typeface="Arial"/>
                        <a:buChar char="•"/>
                      </a:pPr>
                      <a:r>
                        <a:rPr lang="en-US" sz="1200" b="0" i="0" u="none" strike="noStrike" noProof="0">
                          <a:solidFill>
                            <a:schemeClr val="accent6">
                              <a:lumMod val="10000"/>
                            </a:schemeClr>
                          </a:solidFill>
                          <a:latin typeface="Calibri"/>
                        </a:rPr>
                        <a:t>For a batch to start, schedule to run should be 1 and batch is running should be 0, i.e., no batch for the lower priority should be in running state</a:t>
                      </a:r>
                      <a:endParaRPr lang="en-US" sz="1200"/>
                    </a:p>
                  </a:txBody>
                  <a:tcPr anchor="ctr"/>
                </a:tc>
                <a:extLst>
                  <a:ext uri="{0D108BD9-81ED-4DB2-BD59-A6C34878D82A}">
                    <a16:rowId xmlns:a16="http://schemas.microsoft.com/office/drawing/2014/main" val="4230442945"/>
                  </a:ext>
                </a:extLst>
              </a:tr>
            </a:tbl>
          </a:graphicData>
        </a:graphic>
      </p:graphicFrame>
    </p:spTree>
    <p:extLst>
      <p:ext uri="{BB962C8B-B14F-4D97-AF65-F5344CB8AC3E}">
        <p14:creationId xmlns:p14="http://schemas.microsoft.com/office/powerpoint/2010/main" val="365585867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C0CB55-966D-94C3-7AE7-3FF4206ACC4D}"/>
            </a:ext>
          </a:extLst>
        </p:cNvPr>
        <p:cNvGrpSpPr/>
        <p:nvPr/>
      </p:nvGrpSpPr>
      <p:grpSpPr>
        <a:xfrm>
          <a:off x="0" y="0"/>
          <a:ext cx="0" cy="0"/>
          <a:chOff x="0" y="0"/>
          <a:chExt cx="0" cy="0"/>
        </a:xfrm>
      </p:grpSpPr>
      <p:sp>
        <p:nvSpPr>
          <p:cNvPr id="7" name="Rectangle 6">
            <a:extLst>
              <a:ext uri="{FF2B5EF4-FFF2-40B4-BE49-F238E27FC236}">
                <a16:creationId xmlns:a16="http://schemas.microsoft.com/office/drawing/2014/main" id="{2AD64216-BA23-B54F-00B1-464639806294}"/>
              </a:ext>
            </a:extLst>
          </p:cNvPr>
          <p:cNvSpPr/>
          <p:nvPr/>
        </p:nvSpPr>
        <p:spPr>
          <a:xfrm>
            <a:off x="8211523" y="6472409"/>
            <a:ext cx="2728225" cy="302964"/>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 name="Rectangle 7">
            <a:extLst>
              <a:ext uri="{FF2B5EF4-FFF2-40B4-BE49-F238E27FC236}">
                <a16:creationId xmlns:a16="http://schemas.microsoft.com/office/drawing/2014/main" id="{2EB2DD86-D099-D2CE-AFB6-EEBADCBFB761}"/>
              </a:ext>
            </a:extLst>
          </p:cNvPr>
          <p:cNvSpPr/>
          <p:nvPr/>
        </p:nvSpPr>
        <p:spPr>
          <a:xfrm>
            <a:off x="11005851" y="6290631"/>
            <a:ext cx="837282" cy="35254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 name="Title 1">
            <a:extLst>
              <a:ext uri="{FF2B5EF4-FFF2-40B4-BE49-F238E27FC236}">
                <a16:creationId xmlns:a16="http://schemas.microsoft.com/office/drawing/2014/main" id="{F38E4699-4861-B284-8919-D32FE9693B1A}"/>
              </a:ext>
            </a:extLst>
          </p:cNvPr>
          <p:cNvSpPr>
            <a:spLocks noGrp="1"/>
          </p:cNvSpPr>
          <p:nvPr>
            <p:ph type="ctrTitle"/>
          </p:nvPr>
        </p:nvSpPr>
        <p:spPr>
          <a:xfrm>
            <a:off x="457200" y="405954"/>
            <a:ext cx="11277600" cy="669313"/>
          </a:xfrm>
        </p:spPr>
        <p:txBody>
          <a:bodyPr/>
          <a:lstStyle/>
          <a:p>
            <a:r>
              <a:rPr lang="en-IN" b="1" err="1">
                <a:solidFill>
                  <a:srgbClr val="CD2883"/>
                </a:solidFill>
              </a:rPr>
              <a:t>orch_napp_napp_master</a:t>
            </a:r>
            <a:endParaRPr lang="en-US" b="1">
              <a:solidFill>
                <a:srgbClr val="CD2883"/>
              </a:solidFill>
              <a:ea typeface="Calibri Light"/>
              <a:cs typeface="Calibri Light"/>
            </a:endParaRPr>
          </a:p>
        </p:txBody>
      </p:sp>
      <p:graphicFrame>
        <p:nvGraphicFramePr>
          <p:cNvPr id="19" name="Table 18">
            <a:extLst>
              <a:ext uri="{FF2B5EF4-FFF2-40B4-BE49-F238E27FC236}">
                <a16:creationId xmlns:a16="http://schemas.microsoft.com/office/drawing/2014/main" id="{1731B7FC-C562-D0CC-5D0D-2A6E7247BA65}"/>
              </a:ext>
            </a:extLst>
          </p:cNvPr>
          <p:cNvGraphicFramePr>
            <a:graphicFrameLocks noGrp="1"/>
          </p:cNvGraphicFramePr>
          <p:nvPr>
            <p:extLst>
              <p:ext uri="{D42A27DB-BD31-4B8C-83A1-F6EECF244321}">
                <p14:modId xmlns:p14="http://schemas.microsoft.com/office/powerpoint/2010/main" val="3634320163"/>
              </p:ext>
            </p:extLst>
          </p:nvPr>
        </p:nvGraphicFramePr>
        <p:xfrm>
          <a:off x="609600" y="1070592"/>
          <a:ext cx="10972799" cy="5252770"/>
        </p:xfrm>
        <a:graphic>
          <a:graphicData uri="http://schemas.openxmlformats.org/drawingml/2006/table">
            <a:tbl>
              <a:tblPr firstRow="1" bandRow="1">
                <a:tableStyleId>{5C22544A-7EE6-4342-B048-85BDC9FD1C3A}</a:tableStyleId>
              </a:tblPr>
              <a:tblGrid>
                <a:gridCol w="548640">
                  <a:extLst>
                    <a:ext uri="{9D8B030D-6E8A-4147-A177-3AD203B41FA5}">
                      <a16:colId xmlns:a16="http://schemas.microsoft.com/office/drawing/2014/main" val="1056872303"/>
                    </a:ext>
                  </a:extLst>
                </a:gridCol>
                <a:gridCol w="2103119">
                  <a:extLst>
                    <a:ext uri="{9D8B030D-6E8A-4147-A177-3AD203B41FA5}">
                      <a16:colId xmlns:a16="http://schemas.microsoft.com/office/drawing/2014/main" val="3001603572"/>
                    </a:ext>
                  </a:extLst>
                </a:gridCol>
                <a:gridCol w="8321040">
                  <a:extLst>
                    <a:ext uri="{9D8B030D-6E8A-4147-A177-3AD203B41FA5}">
                      <a16:colId xmlns:a16="http://schemas.microsoft.com/office/drawing/2014/main" val="3347287933"/>
                    </a:ext>
                  </a:extLst>
                </a:gridCol>
              </a:tblGrid>
              <a:tr h="315010">
                <a:tc>
                  <a:txBody>
                    <a:bodyPr/>
                    <a:lstStyle/>
                    <a:p>
                      <a:pPr lvl="0" algn="ctr">
                        <a:buNone/>
                      </a:pPr>
                      <a:r>
                        <a:rPr lang="en-US" sz="1200" b="1"/>
                        <a:t>Step</a:t>
                      </a:r>
                      <a:endParaRPr lang="en-US"/>
                    </a:p>
                  </a:txBody>
                  <a:tcPr anchor="ctr">
                    <a:solidFill>
                      <a:srgbClr val="E4017E"/>
                    </a:solidFill>
                  </a:tcPr>
                </a:tc>
                <a:tc>
                  <a:txBody>
                    <a:bodyPr/>
                    <a:lstStyle/>
                    <a:p>
                      <a:pPr lvl="0" algn="ctr">
                        <a:buNone/>
                      </a:pPr>
                      <a:r>
                        <a:rPr lang="en-US" sz="1200" b="1"/>
                        <a:t>Activity Name</a:t>
                      </a:r>
                    </a:p>
                  </a:txBody>
                  <a:tcPr anchor="ctr">
                    <a:solidFill>
                      <a:srgbClr val="E4017E"/>
                    </a:solidFill>
                  </a:tcPr>
                </a:tc>
                <a:tc>
                  <a:txBody>
                    <a:bodyPr/>
                    <a:lstStyle/>
                    <a:p>
                      <a:pPr marL="0" marR="0" lvl="0" indent="0" algn="ctr" defTabSz="914400" rtl="0">
                        <a:lnSpc>
                          <a:spcPct val="100000"/>
                        </a:lnSpc>
                        <a:spcBef>
                          <a:spcPts val="0"/>
                        </a:spcBef>
                        <a:spcAft>
                          <a:spcPts val="0"/>
                        </a:spcAft>
                        <a:buClrTx/>
                        <a:buSzTx/>
                        <a:buFontTx/>
                        <a:buNone/>
                        <a:tabLst/>
                        <a:defRPr/>
                      </a:pPr>
                      <a:r>
                        <a:rPr lang="en-US" sz="1200" b="1"/>
                        <a:t>Description</a:t>
                      </a:r>
                    </a:p>
                  </a:txBody>
                  <a:tcPr anchor="ctr">
                    <a:solidFill>
                      <a:srgbClr val="E4017E"/>
                    </a:solidFill>
                  </a:tcPr>
                </a:tc>
                <a:extLst>
                  <a:ext uri="{0D108BD9-81ED-4DB2-BD59-A6C34878D82A}">
                    <a16:rowId xmlns:a16="http://schemas.microsoft.com/office/drawing/2014/main" val="973775198"/>
                  </a:ext>
                </a:extLst>
              </a:tr>
              <a:tr h="315010">
                <a:tc>
                  <a:txBody>
                    <a:bodyPr/>
                    <a:lstStyle/>
                    <a:p>
                      <a:pPr lvl="0" algn="ctr">
                        <a:buNone/>
                      </a:pPr>
                      <a:r>
                        <a:rPr lang="en-US" sz="1200" b="0" i="0" u="none" strike="noStrike" noProof="0">
                          <a:solidFill>
                            <a:schemeClr val="accent6">
                              <a:lumMod val="10000"/>
                            </a:schemeClr>
                          </a:solidFill>
                          <a:latin typeface="Calibri"/>
                        </a:rPr>
                        <a:t>3</a:t>
                      </a:r>
                    </a:p>
                  </a:txBody>
                  <a:tcPr anchor="ctr"/>
                </a:tc>
                <a:tc>
                  <a:txBody>
                    <a:bodyPr/>
                    <a:lstStyle/>
                    <a:p>
                      <a:pPr lvl="0" algn="ctr">
                        <a:buNone/>
                      </a:pPr>
                      <a:r>
                        <a:rPr lang="en-US" sz="1200" b="0" i="0" u="none" strike="noStrike" noProof="0">
                          <a:solidFill>
                            <a:srgbClr val="000000"/>
                          </a:solidFill>
                          <a:latin typeface="Calibri"/>
                        </a:rPr>
                        <a:t>Stored Proc - </a:t>
                      </a:r>
                      <a:r>
                        <a:rPr lang="en-US" sz="1200" b="0" i="0" u="none" strike="noStrike" noProof="0" err="1">
                          <a:solidFill>
                            <a:srgbClr val="000000"/>
                          </a:solidFill>
                          <a:latin typeface="Calibri"/>
                        </a:rPr>
                        <a:t>onn_master_log_get_schedule_progress</a:t>
                      </a:r>
                      <a:endParaRPr lang="en-US" sz="1200"/>
                    </a:p>
                  </a:txBody>
                  <a:tcPr anchor="ctr"/>
                </a:tc>
                <a:tc>
                  <a:txBody>
                    <a:bodyPr/>
                    <a:lstStyle/>
                    <a:p>
                      <a:pPr marL="171450" lvl="0" indent="-171450" algn="l">
                        <a:lnSpc>
                          <a:spcPct val="100000"/>
                        </a:lnSpc>
                        <a:spcBef>
                          <a:spcPts val="0"/>
                        </a:spcBef>
                        <a:spcAft>
                          <a:spcPts val="0"/>
                        </a:spcAft>
                        <a:buFont typeface="Arial"/>
                        <a:buChar char="•"/>
                      </a:pPr>
                      <a:r>
                        <a:rPr lang="en-US" sz="1200" b="0" i="0" u="none" strike="noStrike" noProof="0">
                          <a:solidFill>
                            <a:srgbClr val="000000"/>
                          </a:solidFill>
                          <a:latin typeface="Calibri"/>
                        </a:rPr>
                        <a:t>Executes </a:t>
                      </a:r>
                      <a:r>
                        <a:rPr lang="en-US" sz="1200" b="0" i="0" u="none" strike="noStrike" noProof="0" err="1">
                          <a:solidFill>
                            <a:srgbClr val="000000"/>
                          </a:solidFill>
                          <a:latin typeface="Calibri"/>
                        </a:rPr>
                        <a:t>audit.usp_log_adf_pipeline_progress</a:t>
                      </a:r>
                    </a:p>
                    <a:p>
                      <a:pPr marL="171450" lvl="0" indent="-171450" algn="l">
                        <a:lnSpc>
                          <a:spcPct val="100000"/>
                        </a:lnSpc>
                        <a:spcBef>
                          <a:spcPts val="0"/>
                        </a:spcBef>
                        <a:spcAft>
                          <a:spcPts val="0"/>
                        </a:spcAft>
                        <a:buFont typeface="Arial"/>
                        <a:buChar char="•"/>
                      </a:pPr>
                      <a:r>
                        <a:rPr lang="en-US" sz="1200" b="0" i="0" u="none" strike="noStrike" noProof="0">
                          <a:solidFill>
                            <a:srgbClr val="000000"/>
                          </a:solidFill>
                          <a:latin typeface="Calibri"/>
                        </a:rPr>
                        <a:t>Inserts the value for </a:t>
                      </a:r>
                      <a:r>
                        <a:rPr lang="en-US" sz="1200" b="0" i="0" u="none" strike="noStrike" noProof="0" err="1">
                          <a:solidFill>
                            <a:srgbClr val="000000"/>
                          </a:solidFill>
                          <a:latin typeface="Calibri"/>
                        </a:rPr>
                        <a:t>pipeline_activity_duration</a:t>
                      </a:r>
                      <a:r>
                        <a:rPr lang="en-US" sz="1200" b="0" i="0" u="none" strike="noStrike" noProof="0">
                          <a:solidFill>
                            <a:srgbClr val="000000"/>
                          </a:solidFill>
                          <a:latin typeface="Calibri"/>
                        </a:rPr>
                        <a:t>(ss) column in log </a:t>
                      </a:r>
                      <a:r>
                        <a:rPr lang="en-US" sz="1200" b="0" i="0" u="none" strike="noStrike" noProof="0" err="1">
                          <a:solidFill>
                            <a:srgbClr val="000000"/>
                          </a:solidFill>
                          <a:latin typeface="Calibri"/>
                        </a:rPr>
                        <a:t>tbl</a:t>
                      </a:r>
                      <a:r>
                        <a:rPr lang="en-US" sz="1200" b="0" i="0" u="none" strike="noStrike" noProof="0">
                          <a:solidFill>
                            <a:srgbClr val="000000"/>
                          </a:solidFill>
                          <a:latin typeface="Calibri"/>
                        </a:rPr>
                        <a:t> </a:t>
                      </a:r>
                      <a:r>
                        <a:rPr lang="en-US" sz="1200" b="0" i="0" u="none" strike="noStrike" noProof="0" err="1">
                          <a:solidFill>
                            <a:srgbClr val="000000"/>
                          </a:solidFill>
                          <a:latin typeface="Calibri"/>
                        </a:rPr>
                        <a:t>audit.tbl_log_adf_pipeline_progress</a:t>
                      </a:r>
                      <a:endParaRPr lang="en-US" sz="1200" b="0" i="0" u="none" strike="noStrike" noProof="0">
                        <a:solidFill>
                          <a:srgbClr val="000000"/>
                        </a:solidFill>
                        <a:latin typeface="Calibri"/>
                      </a:endParaRPr>
                    </a:p>
                  </a:txBody>
                  <a:tcPr anchor="ctr"/>
                </a:tc>
                <a:extLst>
                  <a:ext uri="{0D108BD9-81ED-4DB2-BD59-A6C34878D82A}">
                    <a16:rowId xmlns:a16="http://schemas.microsoft.com/office/drawing/2014/main" val="2235498560"/>
                  </a:ext>
                </a:extLst>
              </a:tr>
              <a:tr h="315010">
                <a:tc>
                  <a:txBody>
                    <a:bodyPr/>
                    <a:lstStyle/>
                    <a:p>
                      <a:pPr lvl="0" algn="ctr">
                        <a:buNone/>
                      </a:pPr>
                      <a:r>
                        <a:rPr lang="en-US" sz="1200" b="0" i="0" u="none" strike="noStrike" noProof="0">
                          <a:solidFill>
                            <a:schemeClr val="accent6">
                              <a:lumMod val="10000"/>
                            </a:schemeClr>
                          </a:solidFill>
                          <a:latin typeface="Calibri"/>
                        </a:rPr>
                        <a:t>4</a:t>
                      </a:r>
                    </a:p>
                  </a:txBody>
                  <a:tcPr anchor="ctr"/>
                </a:tc>
                <a:tc>
                  <a:txBody>
                    <a:bodyPr/>
                    <a:lstStyle/>
                    <a:p>
                      <a:pPr lvl="0" algn="ctr">
                        <a:buNone/>
                      </a:pPr>
                      <a:r>
                        <a:rPr lang="en-US" sz="1200" b="0" i="0" u="none" strike="noStrike" noProof="0">
                          <a:solidFill>
                            <a:srgbClr val="000000"/>
                          </a:solidFill>
                          <a:latin typeface="Calibri"/>
                        </a:rPr>
                        <a:t>Stored Proc - </a:t>
                      </a:r>
                      <a:r>
                        <a:rPr lang="en-US" sz="1200" b="0" i="0" u="none" strike="noStrike" noProof="0" err="1">
                          <a:solidFill>
                            <a:srgbClr val="000000"/>
                          </a:solidFill>
                          <a:latin typeface="Calibri"/>
                        </a:rPr>
                        <a:t>onn_master_log_get_schedule_error</a:t>
                      </a:r>
                      <a:endParaRPr lang="en-US" sz="1200"/>
                    </a:p>
                  </a:txBody>
                  <a:tcPr anchor="ctr"/>
                </a:tc>
                <a:tc>
                  <a:txBody>
                    <a:bodyPr/>
                    <a:lstStyle/>
                    <a:p>
                      <a:pPr marL="171450" lvl="0" indent="-171450" algn="l">
                        <a:lnSpc>
                          <a:spcPct val="100000"/>
                        </a:lnSpc>
                        <a:spcBef>
                          <a:spcPts val="0"/>
                        </a:spcBef>
                        <a:spcAft>
                          <a:spcPts val="0"/>
                        </a:spcAft>
                        <a:buFont typeface="Arial"/>
                        <a:buChar char="•"/>
                      </a:pPr>
                      <a:r>
                        <a:rPr lang="en-US" sz="1200" b="0" i="0" u="none" strike="noStrike" noProof="0">
                          <a:solidFill>
                            <a:srgbClr val="000000"/>
                          </a:solidFill>
                          <a:latin typeface="Calibri"/>
                        </a:rPr>
                        <a:t>Executes </a:t>
                      </a:r>
                      <a:r>
                        <a:rPr lang="en-US" sz="1200" b="0" i="0" u="none" strike="noStrike" noProof="0" err="1">
                          <a:solidFill>
                            <a:srgbClr val="000000"/>
                          </a:solidFill>
                          <a:latin typeface="Calibri"/>
                        </a:rPr>
                        <a:t>audit.usp_log_error</a:t>
                      </a:r>
                      <a:r>
                        <a:rPr lang="en-US" sz="1200" b="0" i="0" u="none" strike="noStrike" noProof="0">
                          <a:solidFill>
                            <a:srgbClr val="000000"/>
                          </a:solidFill>
                          <a:latin typeface="Calibri"/>
                        </a:rPr>
                        <a:t> in case </a:t>
                      </a:r>
                      <a:r>
                        <a:rPr lang="en-US" sz="1200" b="0" i="0" u="none" strike="noStrike" noProof="0" err="1">
                          <a:solidFill>
                            <a:srgbClr val="000000"/>
                          </a:solidFill>
                          <a:latin typeface="Calibri"/>
                        </a:rPr>
                        <a:t>onn_master_get_schedules</a:t>
                      </a:r>
                      <a:r>
                        <a:rPr lang="en-US" sz="1200" b="0" i="0" u="none" strike="noStrike" noProof="0">
                          <a:solidFill>
                            <a:srgbClr val="000000"/>
                          </a:solidFill>
                          <a:latin typeface="Calibri"/>
                        </a:rPr>
                        <a:t> fails</a:t>
                      </a:r>
                    </a:p>
                    <a:p>
                      <a:pPr marL="171450" lvl="0" indent="-171450" algn="l">
                        <a:lnSpc>
                          <a:spcPct val="100000"/>
                        </a:lnSpc>
                        <a:spcBef>
                          <a:spcPts val="0"/>
                        </a:spcBef>
                        <a:spcAft>
                          <a:spcPts val="0"/>
                        </a:spcAft>
                        <a:buFont typeface="Arial"/>
                        <a:buChar char="•"/>
                      </a:pPr>
                      <a:endParaRPr lang="en-US" sz="1200" b="0" i="0" u="none" strike="noStrike" noProof="0">
                        <a:solidFill>
                          <a:srgbClr val="000000"/>
                        </a:solidFill>
                        <a:latin typeface="Calibri"/>
                      </a:endParaRPr>
                    </a:p>
                  </a:txBody>
                  <a:tcPr anchor="ctr"/>
                </a:tc>
                <a:extLst>
                  <a:ext uri="{0D108BD9-81ED-4DB2-BD59-A6C34878D82A}">
                    <a16:rowId xmlns:a16="http://schemas.microsoft.com/office/drawing/2014/main" val="4230442945"/>
                  </a:ext>
                </a:extLst>
              </a:tr>
              <a:tr h="315010">
                <a:tc>
                  <a:txBody>
                    <a:bodyPr/>
                    <a:lstStyle/>
                    <a:p>
                      <a:pPr lvl="0" algn="ctr">
                        <a:buNone/>
                      </a:pPr>
                      <a:r>
                        <a:rPr lang="en-US" sz="1200" b="0" i="0" u="none" strike="noStrike" noProof="0">
                          <a:solidFill>
                            <a:schemeClr val="accent6">
                              <a:lumMod val="10000"/>
                            </a:schemeClr>
                          </a:solidFill>
                          <a:latin typeface="Calibri"/>
                        </a:rPr>
                        <a:t>5</a:t>
                      </a:r>
                    </a:p>
                  </a:txBody>
                  <a:tcPr anchor="ctr"/>
                </a:tc>
                <a:tc>
                  <a:txBody>
                    <a:bodyPr/>
                    <a:lstStyle/>
                    <a:p>
                      <a:pPr lvl="0" algn="ctr">
                        <a:buNone/>
                      </a:pPr>
                      <a:r>
                        <a:rPr lang="en-US" sz="1200" b="0" i="0" u="none" strike="noStrike" noProof="0">
                          <a:solidFill>
                            <a:srgbClr val="000000"/>
                          </a:solidFill>
                          <a:latin typeface="Calibri"/>
                        </a:rPr>
                        <a:t>If Condition - </a:t>
                      </a:r>
                      <a:r>
                        <a:rPr lang="en-US" sz="1200" b="0" i="0" u="none" strike="noStrike" noProof="0" err="1">
                          <a:solidFill>
                            <a:srgbClr val="000000"/>
                          </a:solidFill>
                          <a:latin typeface="Calibri"/>
                        </a:rPr>
                        <a:t>onn_master_if_scheduled_to_run</a:t>
                      </a:r>
                      <a:endParaRPr lang="en-US" sz="1200"/>
                    </a:p>
                  </a:txBody>
                  <a:tcPr anchor="ctr"/>
                </a:tc>
                <a:tc>
                  <a:txBody>
                    <a:bodyPr/>
                    <a:lstStyle/>
                    <a:p>
                      <a:pPr marL="171450" lvl="0" indent="-171450" algn="l">
                        <a:lnSpc>
                          <a:spcPct val="100000"/>
                        </a:lnSpc>
                        <a:spcBef>
                          <a:spcPts val="0"/>
                        </a:spcBef>
                        <a:spcAft>
                          <a:spcPts val="0"/>
                        </a:spcAft>
                        <a:buFont typeface="Arial"/>
                        <a:buChar char="•"/>
                      </a:pPr>
                      <a:r>
                        <a:rPr lang="en-US" sz="1200" b="0" i="0" u="none" strike="noStrike" noProof="0">
                          <a:solidFill>
                            <a:srgbClr val="000000"/>
                          </a:solidFill>
                          <a:latin typeface="Calibri"/>
                        </a:rPr>
                        <a:t>This checks if we have any schedule that can be triggered</a:t>
                      </a:r>
                    </a:p>
                    <a:p>
                      <a:pPr marL="0" lvl="0" indent="0" algn="l">
                        <a:lnSpc>
                          <a:spcPct val="100000"/>
                        </a:lnSpc>
                        <a:spcBef>
                          <a:spcPts val="0"/>
                        </a:spcBef>
                        <a:spcAft>
                          <a:spcPts val="0"/>
                        </a:spcAft>
                        <a:buNone/>
                      </a:pPr>
                      <a:endParaRPr lang="en-US" sz="1200" b="1" i="0" u="none" strike="noStrike" noProof="0">
                        <a:solidFill>
                          <a:srgbClr val="000000"/>
                        </a:solidFill>
                        <a:latin typeface="Calibri"/>
                      </a:endParaRPr>
                    </a:p>
                  </a:txBody>
                  <a:tcPr anchor="ctr"/>
                </a:tc>
                <a:extLst>
                  <a:ext uri="{0D108BD9-81ED-4DB2-BD59-A6C34878D82A}">
                    <a16:rowId xmlns:a16="http://schemas.microsoft.com/office/drawing/2014/main" val="2663852381"/>
                  </a:ext>
                </a:extLst>
              </a:tr>
              <a:tr h="315010">
                <a:tc>
                  <a:txBody>
                    <a:bodyPr/>
                    <a:lstStyle/>
                    <a:p>
                      <a:pPr lvl="0" algn="ctr">
                        <a:buNone/>
                      </a:pPr>
                      <a:r>
                        <a:rPr lang="en-US" sz="1200" b="0" i="0" u="none" strike="noStrike" noProof="0">
                          <a:solidFill>
                            <a:schemeClr val="accent6">
                              <a:lumMod val="10000"/>
                            </a:schemeClr>
                          </a:solidFill>
                          <a:latin typeface="Calibri"/>
                        </a:rPr>
                        <a:t>5 (a)</a:t>
                      </a:r>
                    </a:p>
                  </a:txBody>
                  <a:tcPr anchor="ctr"/>
                </a:tc>
                <a:tc>
                  <a:txBody>
                    <a:bodyPr/>
                    <a:lstStyle/>
                    <a:p>
                      <a:pPr lvl="0" algn="ctr">
                        <a:buNone/>
                      </a:pPr>
                      <a:r>
                        <a:rPr lang="en-US" sz="1200" b="0" i="0" u="none" strike="noStrike" noProof="0">
                          <a:solidFill>
                            <a:srgbClr val="000000"/>
                          </a:solidFill>
                          <a:latin typeface="Calibri"/>
                        </a:rPr>
                        <a:t>Stored proc - </a:t>
                      </a:r>
                      <a:r>
                        <a:rPr lang="en-US" sz="1200" b="0" i="0" u="none" strike="noStrike" noProof="0" err="1">
                          <a:solidFill>
                            <a:srgbClr val="000000"/>
                          </a:solidFill>
                          <a:latin typeface="Calibri"/>
                        </a:rPr>
                        <a:t>onn_master_log_batch_start_progress</a:t>
                      </a:r>
                      <a:endParaRPr lang="en-US" sz="1200"/>
                    </a:p>
                  </a:txBody>
                  <a:tcPr anchor="ctr"/>
                </a:tc>
                <a:tc>
                  <a:txBody>
                    <a:bodyPr/>
                    <a:lstStyle/>
                    <a:p>
                      <a:pPr marL="171450" lvl="0" indent="-171450" algn="l">
                        <a:lnSpc>
                          <a:spcPct val="100000"/>
                        </a:lnSpc>
                        <a:spcBef>
                          <a:spcPts val="0"/>
                        </a:spcBef>
                        <a:spcAft>
                          <a:spcPts val="0"/>
                        </a:spcAft>
                        <a:buFont typeface="Arial"/>
                        <a:buChar char="•"/>
                      </a:pPr>
                      <a:r>
                        <a:rPr lang="en-US" sz="1200" b="1" i="0" u="none" strike="noStrike" noProof="0">
                          <a:solidFill>
                            <a:srgbClr val="000000"/>
                          </a:solidFill>
                          <a:latin typeface="Calibri"/>
                        </a:rPr>
                        <a:t>If the above condition is True</a:t>
                      </a:r>
                    </a:p>
                    <a:p>
                      <a:pPr marL="628650" lvl="1" indent="-171450" algn="l">
                        <a:lnSpc>
                          <a:spcPct val="100000"/>
                        </a:lnSpc>
                        <a:spcBef>
                          <a:spcPts val="0"/>
                        </a:spcBef>
                        <a:spcAft>
                          <a:spcPts val="0"/>
                        </a:spcAft>
                        <a:buFont typeface="Courier New"/>
                        <a:buChar char="o"/>
                      </a:pPr>
                      <a:r>
                        <a:rPr lang="en-US" sz="1200" b="0" i="0" u="none" strike="noStrike" noProof="0">
                          <a:solidFill>
                            <a:srgbClr val="000000"/>
                          </a:solidFill>
                          <a:latin typeface="Calibri"/>
                        </a:rPr>
                        <a:t>Executes </a:t>
                      </a:r>
                      <a:r>
                        <a:rPr lang="en-US" sz="1200" b="0" i="0" u="none" strike="noStrike" noProof="0" err="1">
                          <a:solidFill>
                            <a:srgbClr val="000000"/>
                          </a:solidFill>
                          <a:latin typeface="Calibri"/>
                        </a:rPr>
                        <a:t>audit.usp_batch_start</a:t>
                      </a:r>
                      <a:r>
                        <a:rPr lang="en-US" sz="1200" b="0" i="0" u="none" strike="noStrike" noProof="0">
                          <a:solidFill>
                            <a:srgbClr val="000000"/>
                          </a:solidFill>
                          <a:latin typeface="Calibri"/>
                        </a:rPr>
                        <a:t> by taking schedule reference as input</a:t>
                      </a:r>
                    </a:p>
                    <a:p>
                      <a:pPr marL="628650" lvl="1" indent="-171450" algn="l">
                        <a:lnSpc>
                          <a:spcPct val="100000"/>
                        </a:lnSpc>
                        <a:spcBef>
                          <a:spcPts val="0"/>
                        </a:spcBef>
                        <a:spcAft>
                          <a:spcPts val="0"/>
                        </a:spcAft>
                        <a:buFont typeface="Courier New"/>
                        <a:buChar char="o"/>
                      </a:pPr>
                      <a:r>
                        <a:rPr lang="en-US" sz="1200" b="0" i="0" u="none" strike="noStrike" noProof="0">
                          <a:solidFill>
                            <a:srgbClr val="000000"/>
                          </a:solidFill>
                          <a:latin typeface="Calibri"/>
                        </a:rPr>
                        <a:t>Populates table </a:t>
                      </a:r>
                      <a:r>
                        <a:rPr lang="en-US" sz="1200" b="0" i="0" u="none" strike="noStrike" noProof="0" err="1">
                          <a:solidFill>
                            <a:srgbClr val="000000"/>
                          </a:solidFill>
                          <a:latin typeface="Calibri"/>
                        </a:rPr>
                        <a:t>audit.tbl_batch</a:t>
                      </a:r>
                      <a:r>
                        <a:rPr lang="en-US" sz="1200" b="0" i="0" u="none" strike="noStrike" noProof="0">
                          <a:solidFill>
                            <a:srgbClr val="000000"/>
                          </a:solidFill>
                          <a:latin typeface="Calibri"/>
                        </a:rPr>
                        <a:t> and </a:t>
                      </a:r>
                      <a:r>
                        <a:rPr lang="en-US" sz="1200" b="0" i="0" u="none" strike="noStrike" noProof="0" err="1">
                          <a:solidFill>
                            <a:srgbClr val="000000"/>
                          </a:solidFill>
                          <a:latin typeface="Calibri"/>
                        </a:rPr>
                        <a:t>audit.tbl_batch_task</a:t>
                      </a:r>
                      <a:endParaRPr lang="en-US" sz="1200" b="0" i="0" u="none" strike="noStrike" noProof="0">
                        <a:solidFill>
                          <a:srgbClr val="000000"/>
                        </a:solidFill>
                        <a:latin typeface="Calibri"/>
                      </a:endParaRPr>
                    </a:p>
                  </a:txBody>
                  <a:tcPr anchor="ctr"/>
                </a:tc>
                <a:extLst>
                  <a:ext uri="{0D108BD9-81ED-4DB2-BD59-A6C34878D82A}">
                    <a16:rowId xmlns:a16="http://schemas.microsoft.com/office/drawing/2014/main" val="4168819268"/>
                  </a:ext>
                </a:extLst>
              </a:tr>
              <a:tr h="315010">
                <a:tc>
                  <a:txBody>
                    <a:bodyPr/>
                    <a:lstStyle/>
                    <a:p>
                      <a:pPr lvl="0" algn="ctr">
                        <a:buNone/>
                      </a:pPr>
                      <a:r>
                        <a:rPr lang="en-US" sz="1200" b="0" i="0" u="none" strike="noStrike" noProof="0">
                          <a:solidFill>
                            <a:schemeClr val="accent6">
                              <a:lumMod val="10000"/>
                            </a:schemeClr>
                          </a:solidFill>
                          <a:latin typeface="Calibri"/>
                        </a:rPr>
                        <a:t>5 (b)</a:t>
                      </a:r>
                    </a:p>
                  </a:txBody>
                  <a:tcPr anchor="ctr"/>
                </a:tc>
                <a:tc>
                  <a:txBody>
                    <a:bodyPr/>
                    <a:lstStyle/>
                    <a:p>
                      <a:pPr lvl="0" algn="ctr">
                        <a:buNone/>
                      </a:pPr>
                      <a:r>
                        <a:rPr lang="en-US" sz="1200" b="0" i="0" u="none" strike="noStrike" noProof="0">
                          <a:solidFill>
                            <a:srgbClr val="000000"/>
                          </a:solidFill>
                          <a:latin typeface="Calibri"/>
                        </a:rPr>
                        <a:t>Stored Proc - </a:t>
                      </a:r>
                      <a:r>
                        <a:rPr lang="en-US" sz="1200" b="0" i="0" u="none" strike="noStrike" noProof="0" err="1">
                          <a:solidFill>
                            <a:srgbClr val="000000"/>
                          </a:solidFill>
                          <a:latin typeface="Calibri"/>
                        </a:rPr>
                        <a:t>onn_master_log_batch_start_progress</a:t>
                      </a:r>
                      <a:endParaRPr lang="en-US" sz="1200"/>
                    </a:p>
                  </a:txBody>
                  <a:tcPr anchor="ctr"/>
                </a:tc>
                <a:tc>
                  <a:txBody>
                    <a:bodyPr/>
                    <a:lstStyle/>
                    <a:p>
                      <a:pPr marL="171450" lvl="0" indent="-171450" algn="l">
                        <a:lnSpc>
                          <a:spcPct val="100000"/>
                        </a:lnSpc>
                        <a:spcBef>
                          <a:spcPts val="0"/>
                        </a:spcBef>
                        <a:spcAft>
                          <a:spcPts val="0"/>
                        </a:spcAft>
                        <a:buFont typeface="Arial"/>
                        <a:buChar char="•"/>
                      </a:pPr>
                      <a:r>
                        <a:rPr lang="en-US" sz="1200" b="1" i="0" u="none" strike="noStrike" noProof="0">
                          <a:solidFill>
                            <a:srgbClr val="000000"/>
                          </a:solidFill>
                          <a:latin typeface="Calibri"/>
                        </a:rPr>
                        <a:t>On Success of Activity (5a)</a:t>
                      </a:r>
                    </a:p>
                    <a:p>
                      <a:pPr marL="628650" lvl="1" indent="-171450" algn="l">
                        <a:lnSpc>
                          <a:spcPct val="100000"/>
                        </a:lnSpc>
                        <a:spcBef>
                          <a:spcPts val="0"/>
                        </a:spcBef>
                        <a:spcAft>
                          <a:spcPts val="0"/>
                        </a:spcAft>
                        <a:buFont typeface="Courier New"/>
                        <a:buChar char="o"/>
                      </a:pPr>
                      <a:r>
                        <a:rPr lang="en-US" sz="1200" b="0" i="0" u="none" strike="noStrike" noProof="0">
                          <a:solidFill>
                            <a:srgbClr val="000000"/>
                          </a:solidFill>
                          <a:latin typeface="Calibri"/>
                        </a:rPr>
                        <a:t>Executes [audit].[</a:t>
                      </a:r>
                      <a:r>
                        <a:rPr lang="en-US" sz="1200" b="0" i="0" u="none" strike="noStrike" noProof="0" err="1">
                          <a:solidFill>
                            <a:srgbClr val="000000"/>
                          </a:solidFill>
                          <a:latin typeface="Calibri"/>
                        </a:rPr>
                        <a:t>usp_log_adf_pipeline_progress</a:t>
                      </a:r>
                      <a:r>
                        <a:rPr lang="en-US" sz="1200" b="0" i="0" u="none" strike="noStrike" noProof="0">
                          <a:solidFill>
                            <a:srgbClr val="000000"/>
                          </a:solidFill>
                          <a:latin typeface="Calibri"/>
                        </a:rPr>
                        <a:t>]</a:t>
                      </a:r>
                    </a:p>
                  </a:txBody>
                  <a:tcPr anchor="ctr"/>
                </a:tc>
                <a:extLst>
                  <a:ext uri="{0D108BD9-81ED-4DB2-BD59-A6C34878D82A}">
                    <a16:rowId xmlns:a16="http://schemas.microsoft.com/office/drawing/2014/main" val="1135159045"/>
                  </a:ext>
                </a:extLst>
              </a:tr>
              <a:tr h="315010">
                <a:tc>
                  <a:txBody>
                    <a:bodyPr/>
                    <a:lstStyle/>
                    <a:p>
                      <a:pPr lvl="0" algn="ctr">
                        <a:buNone/>
                      </a:pPr>
                      <a:r>
                        <a:rPr lang="en-US" sz="1200" b="0" i="0" u="none" strike="noStrike" noProof="0">
                          <a:solidFill>
                            <a:schemeClr val="accent6">
                              <a:lumMod val="10000"/>
                            </a:schemeClr>
                          </a:solidFill>
                          <a:latin typeface="Calibri"/>
                        </a:rPr>
                        <a:t>5 (c)</a:t>
                      </a:r>
                    </a:p>
                  </a:txBody>
                  <a:tcPr anchor="ctr"/>
                </a:tc>
                <a:tc>
                  <a:txBody>
                    <a:bodyPr/>
                    <a:lstStyle/>
                    <a:p>
                      <a:pPr lvl="0" algn="ctr">
                        <a:buNone/>
                      </a:pPr>
                      <a:r>
                        <a:rPr lang="en-US" sz="1200" b="0" i="0" u="none" strike="noStrike" noProof="0">
                          <a:solidFill>
                            <a:srgbClr val="000000"/>
                          </a:solidFill>
                          <a:latin typeface="Calibri"/>
                        </a:rPr>
                        <a:t>Set Variable</a:t>
                      </a:r>
                    </a:p>
                  </a:txBody>
                  <a:tcPr anchor="ctr"/>
                </a:tc>
                <a:tc>
                  <a:txBody>
                    <a:bodyPr/>
                    <a:lstStyle/>
                    <a:p>
                      <a:pPr marL="171450" lvl="0" indent="-171450" algn="l">
                        <a:lnSpc>
                          <a:spcPct val="100000"/>
                        </a:lnSpc>
                        <a:spcBef>
                          <a:spcPts val="0"/>
                        </a:spcBef>
                        <a:spcAft>
                          <a:spcPts val="0"/>
                        </a:spcAft>
                        <a:buFont typeface="Arial"/>
                        <a:buChar char="•"/>
                      </a:pPr>
                      <a:r>
                        <a:rPr lang="en-US" sz="1200" b="1" i="0" u="none" strike="noStrike" noProof="0">
                          <a:solidFill>
                            <a:srgbClr val="000000"/>
                          </a:solidFill>
                          <a:latin typeface="Calibri"/>
                        </a:rPr>
                        <a:t>On Success of Activity (5a)</a:t>
                      </a:r>
                      <a:endParaRPr lang="en-US" sz="1200" b="0" i="0" u="none" strike="noStrike" noProof="0">
                        <a:solidFill>
                          <a:srgbClr val="000000"/>
                        </a:solidFill>
                        <a:latin typeface="Calibri"/>
                      </a:endParaRPr>
                    </a:p>
                    <a:p>
                      <a:pPr marL="628650" lvl="1" indent="-171450" algn="l">
                        <a:lnSpc>
                          <a:spcPct val="100000"/>
                        </a:lnSpc>
                        <a:spcBef>
                          <a:spcPts val="0"/>
                        </a:spcBef>
                        <a:spcAft>
                          <a:spcPts val="0"/>
                        </a:spcAft>
                        <a:buFont typeface="Courier New"/>
                        <a:buChar char="o"/>
                      </a:pPr>
                      <a:r>
                        <a:rPr lang="en-US" sz="1200" b="0" i="0" u="none" strike="noStrike" noProof="0">
                          <a:solidFill>
                            <a:srgbClr val="000000"/>
                          </a:solidFill>
                          <a:latin typeface="Calibri"/>
                        </a:rPr>
                        <a:t>Stores the output of </a:t>
                      </a:r>
                      <a:r>
                        <a:rPr lang="en-US" sz="1200" b="0" i="0" u="none" strike="noStrike" noProof="0" err="1">
                          <a:solidFill>
                            <a:srgbClr val="000000"/>
                          </a:solidFill>
                          <a:latin typeface="Calibri"/>
                        </a:rPr>
                        <a:t>audit.usp_batch_start</a:t>
                      </a:r>
                      <a:r>
                        <a:rPr lang="en-US" sz="1200" b="0" i="0" u="none" strike="noStrike" noProof="0">
                          <a:solidFill>
                            <a:srgbClr val="000000"/>
                          </a:solidFill>
                          <a:latin typeface="Calibri"/>
                        </a:rPr>
                        <a:t> stored proc</a:t>
                      </a:r>
                      <a:endParaRPr lang="en-US" sz="1200" b="1" i="0" u="none" strike="noStrike" noProof="0">
                        <a:solidFill>
                          <a:srgbClr val="000000"/>
                        </a:solidFill>
                        <a:latin typeface="Calibri"/>
                      </a:endParaRPr>
                    </a:p>
                  </a:txBody>
                  <a:tcPr anchor="ctr"/>
                </a:tc>
                <a:extLst>
                  <a:ext uri="{0D108BD9-81ED-4DB2-BD59-A6C34878D82A}">
                    <a16:rowId xmlns:a16="http://schemas.microsoft.com/office/drawing/2014/main" val="1188199452"/>
                  </a:ext>
                </a:extLst>
              </a:tr>
              <a:tr h="315010">
                <a:tc>
                  <a:txBody>
                    <a:bodyPr/>
                    <a:lstStyle/>
                    <a:p>
                      <a:pPr lvl="0" algn="ctr">
                        <a:buNone/>
                      </a:pPr>
                      <a:r>
                        <a:rPr lang="en-US" sz="1200" b="0" i="0" u="none" strike="noStrike" noProof="0">
                          <a:solidFill>
                            <a:schemeClr val="accent6">
                              <a:lumMod val="10000"/>
                            </a:schemeClr>
                          </a:solidFill>
                          <a:latin typeface="Calibri"/>
                        </a:rPr>
                        <a:t>5 (d)</a:t>
                      </a:r>
                    </a:p>
                  </a:txBody>
                  <a:tcPr anchor="ctr"/>
                </a:tc>
                <a:tc>
                  <a:txBody>
                    <a:bodyPr/>
                    <a:lstStyle/>
                    <a:p>
                      <a:pPr lvl="0" algn="ctr">
                        <a:buNone/>
                      </a:pPr>
                      <a:r>
                        <a:rPr lang="en-US" sz="1200" b="0" i="0" u="none" strike="noStrike" noProof="0">
                          <a:solidFill>
                            <a:srgbClr val="000000"/>
                          </a:solidFill>
                          <a:latin typeface="Calibri"/>
                        </a:rPr>
                        <a:t>Stored Proc - </a:t>
                      </a:r>
                      <a:r>
                        <a:rPr lang="en-US" sz="1200" b="0" i="0" u="none" strike="noStrike" noProof="0" err="1">
                          <a:solidFill>
                            <a:srgbClr val="000000"/>
                          </a:solidFill>
                          <a:latin typeface="Calibri"/>
                        </a:rPr>
                        <a:t>onn_master_log_batch_start_error</a:t>
                      </a:r>
                      <a:endParaRPr lang="en-US" sz="1200"/>
                    </a:p>
                  </a:txBody>
                  <a:tcPr anchor="ctr"/>
                </a:tc>
                <a:tc>
                  <a:txBody>
                    <a:bodyPr/>
                    <a:lstStyle/>
                    <a:p>
                      <a:pPr marL="171450" lvl="0" indent="-171450" algn="l">
                        <a:lnSpc>
                          <a:spcPct val="100000"/>
                        </a:lnSpc>
                        <a:spcBef>
                          <a:spcPts val="0"/>
                        </a:spcBef>
                        <a:spcAft>
                          <a:spcPts val="0"/>
                        </a:spcAft>
                        <a:buFont typeface="Arial"/>
                        <a:buChar char="•"/>
                      </a:pPr>
                      <a:r>
                        <a:rPr lang="en-US" sz="1200" b="1" i="0" u="none" strike="noStrike" noProof="0">
                          <a:solidFill>
                            <a:srgbClr val="000000"/>
                          </a:solidFill>
                          <a:latin typeface="Calibri"/>
                        </a:rPr>
                        <a:t>On Failure of Activity (5a)</a:t>
                      </a:r>
                    </a:p>
                    <a:p>
                      <a:pPr marL="628650" lvl="1" indent="-171450" algn="l">
                        <a:lnSpc>
                          <a:spcPct val="100000"/>
                        </a:lnSpc>
                        <a:spcBef>
                          <a:spcPts val="0"/>
                        </a:spcBef>
                        <a:spcAft>
                          <a:spcPts val="0"/>
                        </a:spcAft>
                        <a:buFont typeface="Courier New"/>
                        <a:buChar char="o"/>
                      </a:pPr>
                      <a:r>
                        <a:rPr lang="en-US" sz="1200" b="0" i="0" u="none" strike="noStrike" noProof="0">
                          <a:solidFill>
                            <a:srgbClr val="000000"/>
                          </a:solidFill>
                          <a:latin typeface="Calibri"/>
                        </a:rPr>
                        <a:t>Executes [audit].[</a:t>
                      </a:r>
                      <a:r>
                        <a:rPr lang="en-US" sz="1200" b="0" i="0" u="none" strike="noStrike" noProof="0" err="1">
                          <a:solidFill>
                            <a:srgbClr val="000000"/>
                          </a:solidFill>
                          <a:latin typeface="Calibri"/>
                        </a:rPr>
                        <a:t>usp_log_error</a:t>
                      </a:r>
                      <a:r>
                        <a:rPr lang="en-US" sz="1200" b="0" i="0" u="none" strike="noStrike" noProof="0">
                          <a:solidFill>
                            <a:srgbClr val="000000"/>
                          </a:solidFill>
                          <a:latin typeface="Calibri"/>
                        </a:rPr>
                        <a:t>]</a:t>
                      </a:r>
                    </a:p>
                    <a:p>
                      <a:pPr marL="628650" lvl="1" indent="-171450" algn="l">
                        <a:lnSpc>
                          <a:spcPct val="100000"/>
                        </a:lnSpc>
                        <a:spcBef>
                          <a:spcPts val="0"/>
                        </a:spcBef>
                        <a:spcAft>
                          <a:spcPts val="0"/>
                        </a:spcAft>
                        <a:buFont typeface="Courier New"/>
                        <a:buChar char="o"/>
                      </a:pPr>
                      <a:r>
                        <a:rPr lang="en-US" sz="1200" b="0" i="0" u="none" strike="noStrike" noProof="0">
                          <a:solidFill>
                            <a:srgbClr val="000000"/>
                          </a:solidFill>
                          <a:latin typeface="Calibri"/>
                        </a:rPr>
                        <a:t>Populates [audit].[</a:t>
                      </a:r>
                      <a:r>
                        <a:rPr lang="en-US" sz="1200" b="0" i="0" u="none" strike="noStrike" noProof="0" err="1">
                          <a:solidFill>
                            <a:srgbClr val="000000"/>
                          </a:solidFill>
                          <a:latin typeface="Calibri"/>
                        </a:rPr>
                        <a:t>tbl_error_log</a:t>
                      </a:r>
                      <a:r>
                        <a:rPr lang="en-US" sz="1200" b="0" i="0" u="none" strike="noStrike" noProof="0">
                          <a:solidFill>
                            <a:srgbClr val="000000"/>
                          </a:solidFill>
                          <a:latin typeface="Calibri"/>
                        </a:rPr>
                        <a:t>]</a:t>
                      </a:r>
                    </a:p>
                  </a:txBody>
                  <a:tcPr anchor="ctr"/>
                </a:tc>
                <a:extLst>
                  <a:ext uri="{0D108BD9-81ED-4DB2-BD59-A6C34878D82A}">
                    <a16:rowId xmlns:a16="http://schemas.microsoft.com/office/drawing/2014/main" val="2684914872"/>
                  </a:ext>
                </a:extLst>
              </a:tr>
              <a:tr h="315010">
                <a:tc>
                  <a:txBody>
                    <a:bodyPr/>
                    <a:lstStyle/>
                    <a:p>
                      <a:pPr lvl="0" algn="ctr">
                        <a:buNone/>
                      </a:pPr>
                      <a:r>
                        <a:rPr lang="en-US" sz="1200" b="0" i="0" u="none" strike="noStrike" noProof="0">
                          <a:solidFill>
                            <a:schemeClr val="accent6">
                              <a:lumMod val="10000"/>
                            </a:schemeClr>
                          </a:solidFill>
                          <a:latin typeface="Calibri"/>
                        </a:rPr>
                        <a:t>5 (e)</a:t>
                      </a:r>
                    </a:p>
                  </a:txBody>
                  <a:tcPr anchor="ctr"/>
                </a:tc>
                <a:tc>
                  <a:txBody>
                    <a:bodyPr/>
                    <a:lstStyle/>
                    <a:p>
                      <a:pPr lvl="0" algn="ctr">
                        <a:buNone/>
                      </a:pPr>
                      <a:r>
                        <a:rPr lang="en-US" sz="1200" b="0" i="0" u="none" strike="noStrike" noProof="0">
                          <a:solidFill>
                            <a:srgbClr val="000000"/>
                          </a:solidFill>
                          <a:latin typeface="Calibri"/>
                        </a:rPr>
                        <a:t>Stored Proc - </a:t>
                      </a:r>
                      <a:r>
                        <a:rPr lang="en-US" sz="1200" b="0" i="0" u="none" strike="noStrike" noProof="0" err="1">
                          <a:solidFill>
                            <a:srgbClr val="000000"/>
                          </a:solidFill>
                          <a:latin typeface="Calibri"/>
                        </a:rPr>
                        <a:t>onn_master_log_no_schedule_to_run</a:t>
                      </a:r>
                      <a:endParaRPr lang="en-US" sz="1200"/>
                    </a:p>
                  </a:txBody>
                  <a:tcPr anchor="ctr"/>
                </a:tc>
                <a:tc>
                  <a:txBody>
                    <a:bodyPr/>
                    <a:lstStyle/>
                    <a:p>
                      <a:pPr marL="171450" lvl="0" indent="-171450" algn="l">
                        <a:lnSpc>
                          <a:spcPct val="100000"/>
                        </a:lnSpc>
                        <a:spcBef>
                          <a:spcPts val="0"/>
                        </a:spcBef>
                        <a:spcAft>
                          <a:spcPts val="0"/>
                        </a:spcAft>
                        <a:buClr>
                          <a:srgbClr val="FB4D0A"/>
                        </a:buClr>
                        <a:buFont typeface="Arial,Sans-Serif"/>
                        <a:buChar char="•"/>
                      </a:pPr>
                      <a:r>
                        <a:rPr lang="en-US" sz="1200" b="1" i="0" u="none" strike="noStrike" noProof="0">
                          <a:solidFill>
                            <a:srgbClr val="000000"/>
                          </a:solidFill>
                          <a:latin typeface="Calibri"/>
                        </a:rPr>
                        <a:t>If the above condition is False</a:t>
                      </a:r>
                      <a:endParaRPr lang="en-US" sz="1200" b="0" i="0" u="none" strike="noStrike" noProof="0">
                        <a:solidFill>
                          <a:srgbClr val="FB4D0A"/>
                        </a:solidFill>
                        <a:latin typeface="Calibri"/>
                      </a:endParaRPr>
                    </a:p>
                    <a:p>
                      <a:pPr marL="628650" lvl="1" indent="-171450" algn="l">
                        <a:lnSpc>
                          <a:spcPct val="100000"/>
                        </a:lnSpc>
                        <a:spcBef>
                          <a:spcPts val="0"/>
                        </a:spcBef>
                        <a:spcAft>
                          <a:spcPts val="0"/>
                        </a:spcAft>
                        <a:buClr>
                          <a:srgbClr val="FB4D0A"/>
                        </a:buClr>
                        <a:buFont typeface="Courier New,monospace"/>
                        <a:buChar char="o"/>
                      </a:pPr>
                      <a:r>
                        <a:rPr lang="en-US" sz="1200" b="0" i="0" u="none" strike="noStrike" noProof="0">
                          <a:solidFill>
                            <a:srgbClr val="000000"/>
                          </a:solidFill>
                          <a:latin typeface="Calibri"/>
                        </a:rPr>
                        <a:t>Executes [audit].[</a:t>
                      </a:r>
                      <a:r>
                        <a:rPr lang="en-US" sz="1200" b="0" i="0" u="none" strike="noStrike" noProof="0" err="1">
                          <a:solidFill>
                            <a:srgbClr val="000000"/>
                          </a:solidFill>
                          <a:latin typeface="Calibri"/>
                        </a:rPr>
                        <a:t>usp_log_adf_pipeline_progress</a:t>
                      </a:r>
                      <a:r>
                        <a:rPr lang="en-US" sz="1200" b="0" i="0" u="none" strike="noStrike" noProof="0">
                          <a:solidFill>
                            <a:srgbClr val="000000"/>
                          </a:solidFill>
                          <a:latin typeface="Calibri"/>
                        </a:rPr>
                        <a:t>]</a:t>
                      </a:r>
                    </a:p>
                    <a:p>
                      <a:pPr marL="628650" lvl="1" indent="-171450" algn="l">
                        <a:lnSpc>
                          <a:spcPct val="100000"/>
                        </a:lnSpc>
                        <a:spcBef>
                          <a:spcPts val="0"/>
                        </a:spcBef>
                        <a:spcAft>
                          <a:spcPts val="0"/>
                        </a:spcAft>
                        <a:buClr>
                          <a:srgbClr val="FB4D0A"/>
                        </a:buClr>
                        <a:buFont typeface="Courier New,monospace"/>
                        <a:buChar char="o"/>
                      </a:pPr>
                      <a:r>
                        <a:rPr lang="en-US" sz="1200" b="0" i="0" u="none" strike="noStrike" noProof="0">
                          <a:solidFill>
                            <a:srgbClr val="000000"/>
                          </a:solidFill>
                          <a:latin typeface="Calibri"/>
                        </a:rPr>
                        <a:t>Populates pipeline progress message as no schedule to run</a:t>
                      </a:r>
                    </a:p>
                  </a:txBody>
                  <a:tcPr anchor="ctr"/>
                </a:tc>
                <a:extLst>
                  <a:ext uri="{0D108BD9-81ED-4DB2-BD59-A6C34878D82A}">
                    <a16:rowId xmlns:a16="http://schemas.microsoft.com/office/drawing/2014/main" val="1379364035"/>
                  </a:ext>
                </a:extLst>
              </a:tr>
            </a:tbl>
          </a:graphicData>
        </a:graphic>
      </p:graphicFrame>
    </p:spTree>
    <p:extLst>
      <p:ext uri="{BB962C8B-B14F-4D97-AF65-F5344CB8AC3E}">
        <p14:creationId xmlns:p14="http://schemas.microsoft.com/office/powerpoint/2010/main" val="11994257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AF7068-FD7D-DAB1-B580-D96F07B74346}"/>
            </a:ext>
          </a:extLst>
        </p:cNvPr>
        <p:cNvGrpSpPr/>
        <p:nvPr/>
      </p:nvGrpSpPr>
      <p:grpSpPr>
        <a:xfrm>
          <a:off x="0" y="0"/>
          <a:ext cx="0" cy="0"/>
          <a:chOff x="0" y="0"/>
          <a:chExt cx="0" cy="0"/>
        </a:xfrm>
      </p:grpSpPr>
      <p:sp>
        <p:nvSpPr>
          <p:cNvPr id="7" name="Rectangle 6">
            <a:extLst>
              <a:ext uri="{FF2B5EF4-FFF2-40B4-BE49-F238E27FC236}">
                <a16:creationId xmlns:a16="http://schemas.microsoft.com/office/drawing/2014/main" id="{6F17FBEF-23E3-C073-60E7-04587F007FC7}"/>
              </a:ext>
            </a:extLst>
          </p:cNvPr>
          <p:cNvSpPr/>
          <p:nvPr/>
        </p:nvSpPr>
        <p:spPr>
          <a:xfrm>
            <a:off x="8211523" y="6472409"/>
            <a:ext cx="2728225" cy="302964"/>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 name="Rectangle 7">
            <a:extLst>
              <a:ext uri="{FF2B5EF4-FFF2-40B4-BE49-F238E27FC236}">
                <a16:creationId xmlns:a16="http://schemas.microsoft.com/office/drawing/2014/main" id="{CEE17845-BD04-77D6-BA20-1C328A810533}"/>
              </a:ext>
            </a:extLst>
          </p:cNvPr>
          <p:cNvSpPr/>
          <p:nvPr/>
        </p:nvSpPr>
        <p:spPr>
          <a:xfrm>
            <a:off x="11005851" y="6290631"/>
            <a:ext cx="837282" cy="35254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aphicFrame>
        <p:nvGraphicFramePr>
          <p:cNvPr id="19" name="Table 18">
            <a:extLst>
              <a:ext uri="{FF2B5EF4-FFF2-40B4-BE49-F238E27FC236}">
                <a16:creationId xmlns:a16="http://schemas.microsoft.com/office/drawing/2014/main" id="{EDF24EDC-95FB-2A01-B7E7-4A6119A4692F}"/>
              </a:ext>
            </a:extLst>
          </p:cNvPr>
          <p:cNvGraphicFramePr>
            <a:graphicFrameLocks noGrp="1"/>
          </p:cNvGraphicFramePr>
          <p:nvPr>
            <p:extLst>
              <p:ext uri="{D42A27DB-BD31-4B8C-83A1-F6EECF244321}">
                <p14:modId xmlns:p14="http://schemas.microsoft.com/office/powerpoint/2010/main" val="2866733945"/>
              </p:ext>
            </p:extLst>
          </p:nvPr>
        </p:nvGraphicFramePr>
        <p:xfrm>
          <a:off x="609600" y="3714007"/>
          <a:ext cx="10972799" cy="2463850"/>
        </p:xfrm>
        <a:graphic>
          <a:graphicData uri="http://schemas.openxmlformats.org/drawingml/2006/table">
            <a:tbl>
              <a:tblPr firstRow="1" bandRow="1">
                <a:tableStyleId>{5C22544A-7EE6-4342-B048-85BDC9FD1C3A}</a:tableStyleId>
              </a:tblPr>
              <a:tblGrid>
                <a:gridCol w="548640">
                  <a:extLst>
                    <a:ext uri="{9D8B030D-6E8A-4147-A177-3AD203B41FA5}">
                      <a16:colId xmlns:a16="http://schemas.microsoft.com/office/drawing/2014/main" val="1056872303"/>
                    </a:ext>
                  </a:extLst>
                </a:gridCol>
                <a:gridCol w="2103119">
                  <a:extLst>
                    <a:ext uri="{9D8B030D-6E8A-4147-A177-3AD203B41FA5}">
                      <a16:colId xmlns:a16="http://schemas.microsoft.com/office/drawing/2014/main" val="3001603572"/>
                    </a:ext>
                  </a:extLst>
                </a:gridCol>
                <a:gridCol w="8321040">
                  <a:extLst>
                    <a:ext uri="{9D8B030D-6E8A-4147-A177-3AD203B41FA5}">
                      <a16:colId xmlns:a16="http://schemas.microsoft.com/office/drawing/2014/main" val="3347287933"/>
                    </a:ext>
                  </a:extLst>
                </a:gridCol>
              </a:tblGrid>
              <a:tr h="315010">
                <a:tc>
                  <a:txBody>
                    <a:bodyPr/>
                    <a:lstStyle/>
                    <a:p>
                      <a:pPr lvl="0" algn="ctr">
                        <a:buNone/>
                      </a:pPr>
                      <a:r>
                        <a:rPr lang="en-US" sz="1200" b="1"/>
                        <a:t>Step</a:t>
                      </a:r>
                      <a:endParaRPr lang="en-US"/>
                    </a:p>
                  </a:txBody>
                  <a:tcPr anchor="ctr">
                    <a:solidFill>
                      <a:srgbClr val="E4017E"/>
                    </a:solidFill>
                  </a:tcPr>
                </a:tc>
                <a:tc>
                  <a:txBody>
                    <a:bodyPr/>
                    <a:lstStyle/>
                    <a:p>
                      <a:pPr lvl="0" algn="ctr">
                        <a:buNone/>
                      </a:pPr>
                      <a:r>
                        <a:rPr lang="en-US" sz="1200" b="1"/>
                        <a:t>Activity Name</a:t>
                      </a:r>
                      <a:endParaRPr lang="en-US"/>
                    </a:p>
                  </a:txBody>
                  <a:tcPr anchor="ctr">
                    <a:solidFill>
                      <a:srgbClr val="E4017E"/>
                    </a:solidFill>
                  </a:tcPr>
                </a:tc>
                <a:tc>
                  <a:txBody>
                    <a:bodyPr/>
                    <a:lstStyle/>
                    <a:p>
                      <a:pPr marL="0" marR="0" lvl="0" indent="0" algn="ctr" defTabSz="914400" rtl="0">
                        <a:lnSpc>
                          <a:spcPct val="100000"/>
                        </a:lnSpc>
                        <a:spcBef>
                          <a:spcPts val="0"/>
                        </a:spcBef>
                        <a:spcAft>
                          <a:spcPts val="0"/>
                        </a:spcAft>
                        <a:buClrTx/>
                        <a:buSzTx/>
                        <a:buFontTx/>
                        <a:buNone/>
                        <a:tabLst/>
                        <a:defRPr/>
                      </a:pPr>
                      <a:r>
                        <a:rPr lang="en-US" sz="1200" b="1"/>
                        <a:t>Description</a:t>
                      </a:r>
                      <a:endParaRPr lang="en-US"/>
                    </a:p>
                  </a:txBody>
                  <a:tcPr anchor="ctr">
                    <a:solidFill>
                      <a:srgbClr val="E4017E"/>
                    </a:solidFill>
                  </a:tcPr>
                </a:tc>
                <a:extLst>
                  <a:ext uri="{0D108BD9-81ED-4DB2-BD59-A6C34878D82A}">
                    <a16:rowId xmlns:a16="http://schemas.microsoft.com/office/drawing/2014/main" val="973775198"/>
                  </a:ext>
                </a:extLst>
              </a:tr>
              <a:tr h="1554480">
                <a:tc>
                  <a:txBody>
                    <a:bodyPr/>
                    <a:lstStyle/>
                    <a:p>
                      <a:pPr lvl="0" algn="ctr">
                        <a:buNone/>
                      </a:pPr>
                      <a:r>
                        <a:rPr lang="en-US" sz="1200" b="0" i="0" u="none" strike="noStrike" noProof="0">
                          <a:solidFill>
                            <a:schemeClr val="accent6">
                              <a:lumMod val="10000"/>
                            </a:schemeClr>
                          </a:solidFill>
                          <a:latin typeface="Calibri"/>
                        </a:rPr>
                        <a:t>6</a:t>
                      </a:r>
                    </a:p>
                  </a:txBody>
                  <a:tcPr anchor="ctr"/>
                </a:tc>
                <a:tc>
                  <a:txBody>
                    <a:bodyPr/>
                    <a:lstStyle/>
                    <a:p>
                      <a:pPr lvl="0" algn="ctr">
                        <a:buNone/>
                      </a:pPr>
                      <a:r>
                        <a:rPr lang="en-US" sz="1100" b="0" i="0" u="none" strike="noStrike" noProof="0">
                          <a:solidFill>
                            <a:srgbClr val="000000"/>
                          </a:solidFill>
                          <a:latin typeface="Calibri"/>
                        </a:rPr>
                        <a:t>Lookup - </a:t>
                      </a:r>
                      <a:r>
                        <a:rPr lang="en-US" sz="1100" b="0" i="0" u="none" strike="noStrike" noProof="0" err="1">
                          <a:solidFill>
                            <a:srgbClr val="000000"/>
                          </a:solidFill>
                          <a:latin typeface="Calibri"/>
                        </a:rPr>
                        <a:t>onn_master_get_phase_source_types</a:t>
                      </a:r>
                      <a:endParaRPr lang="en-US" err="1"/>
                    </a:p>
                  </a:txBody>
                  <a:tcPr anchor="ctr"/>
                </a:tc>
                <a:tc>
                  <a:txBody>
                    <a:bodyPr/>
                    <a:lstStyle/>
                    <a:p>
                      <a:pPr marL="171450" lvl="0" indent="-171450" algn="l">
                        <a:lnSpc>
                          <a:spcPct val="100000"/>
                        </a:lnSpc>
                        <a:spcBef>
                          <a:spcPts val="0"/>
                        </a:spcBef>
                        <a:spcAft>
                          <a:spcPts val="0"/>
                        </a:spcAft>
                        <a:buFont typeface="Arial"/>
                        <a:buChar char="•"/>
                      </a:pPr>
                      <a:r>
                        <a:rPr lang="en-US" sz="1200" b="0" i="0" u="none" strike="noStrike" noProof="0">
                          <a:solidFill>
                            <a:srgbClr val="000000"/>
                          </a:solidFill>
                          <a:latin typeface="Calibri"/>
                        </a:rPr>
                        <a:t>Executes [config].[</a:t>
                      </a:r>
                      <a:r>
                        <a:rPr lang="en-US" sz="1200" b="0" i="0" u="none" strike="noStrike" noProof="0" err="1">
                          <a:solidFill>
                            <a:srgbClr val="000000"/>
                          </a:solidFill>
                          <a:latin typeface="Calibri"/>
                        </a:rPr>
                        <a:t>usp_get_phase_sourcetype_taskpriority</a:t>
                      </a:r>
                      <a:r>
                        <a:rPr lang="en-US" sz="1200" b="0" i="0" u="none" strike="noStrike" noProof="0">
                          <a:solidFill>
                            <a:srgbClr val="000000"/>
                          </a:solidFill>
                          <a:latin typeface="Calibri"/>
                        </a:rPr>
                        <a:t>] </a:t>
                      </a:r>
                      <a:r>
                        <a:rPr lang="en-US" sz="1200" b="0" i="0" u="none" strike="noStrike" noProof="0" err="1">
                          <a:solidFill>
                            <a:srgbClr val="000000"/>
                          </a:solidFill>
                          <a:latin typeface="Calibri"/>
                        </a:rPr>
                        <a:t>batch_id</a:t>
                      </a:r>
                      <a:endParaRPr lang="en-US" sz="1200" err="1"/>
                    </a:p>
                    <a:p>
                      <a:pPr marL="171450" lvl="0" indent="-171450" algn="l">
                        <a:lnSpc>
                          <a:spcPct val="100000"/>
                        </a:lnSpc>
                        <a:spcBef>
                          <a:spcPts val="0"/>
                        </a:spcBef>
                        <a:spcAft>
                          <a:spcPts val="0"/>
                        </a:spcAft>
                        <a:buFont typeface="Arial"/>
                        <a:buChar char="•"/>
                      </a:pPr>
                      <a:r>
                        <a:rPr lang="en-US" sz="1200" b="0" i="0" u="none" strike="noStrike" noProof="0">
                          <a:solidFill>
                            <a:schemeClr val="accent6">
                              <a:lumMod val="10000"/>
                            </a:schemeClr>
                          </a:solidFill>
                          <a:latin typeface="Calibri"/>
                        </a:rPr>
                        <a:t>This gives the </a:t>
                      </a:r>
                      <a:r>
                        <a:rPr lang="en-US" sz="1200" b="0" i="0" u="none" strike="noStrike" noProof="0" err="1">
                          <a:solidFill>
                            <a:schemeClr val="accent6">
                              <a:lumMod val="10000"/>
                            </a:schemeClr>
                          </a:solidFill>
                          <a:latin typeface="Calibri"/>
                        </a:rPr>
                        <a:t>phase_id</a:t>
                      </a:r>
                      <a:r>
                        <a:rPr lang="en-US" sz="1200" b="0" i="0" u="none" strike="noStrike" noProof="0">
                          <a:solidFill>
                            <a:schemeClr val="accent6">
                              <a:lumMod val="10000"/>
                            </a:schemeClr>
                          </a:solidFill>
                          <a:latin typeface="Calibri"/>
                        </a:rPr>
                        <a:t>, </a:t>
                      </a:r>
                      <a:r>
                        <a:rPr lang="en-US" sz="1200" b="0" i="0" u="none" strike="noStrike" noProof="0" err="1">
                          <a:solidFill>
                            <a:schemeClr val="accent6">
                              <a:lumMod val="10000"/>
                            </a:schemeClr>
                          </a:solidFill>
                          <a:latin typeface="Calibri"/>
                        </a:rPr>
                        <a:t>source_type_id</a:t>
                      </a:r>
                      <a:r>
                        <a:rPr lang="en-US" sz="1200" b="0" i="0" u="none" strike="noStrike" noProof="0">
                          <a:solidFill>
                            <a:schemeClr val="accent6">
                              <a:lumMod val="10000"/>
                            </a:schemeClr>
                          </a:solidFill>
                          <a:latin typeface="Calibri"/>
                        </a:rPr>
                        <a:t>, </a:t>
                      </a:r>
                      <a:r>
                        <a:rPr lang="en-US" sz="1200" b="0" i="0" u="none" strike="noStrike" noProof="0" err="1">
                          <a:solidFill>
                            <a:schemeClr val="accent6">
                              <a:lumMod val="10000"/>
                            </a:schemeClr>
                          </a:solidFill>
                          <a:latin typeface="Calibri"/>
                        </a:rPr>
                        <a:t>source_type_name</a:t>
                      </a:r>
                      <a:r>
                        <a:rPr lang="en-US" sz="1200" b="0" i="0" u="none" strike="noStrike" noProof="0">
                          <a:solidFill>
                            <a:schemeClr val="accent6">
                              <a:lumMod val="10000"/>
                            </a:schemeClr>
                          </a:solidFill>
                          <a:latin typeface="Calibri"/>
                        </a:rPr>
                        <a:t>, </a:t>
                      </a:r>
                      <a:r>
                        <a:rPr lang="en-US" sz="1200" b="0" i="0" u="none" strike="noStrike" noProof="0" err="1">
                          <a:solidFill>
                            <a:schemeClr val="accent6">
                              <a:lumMod val="10000"/>
                            </a:schemeClr>
                          </a:solidFill>
                          <a:latin typeface="Calibri"/>
                        </a:rPr>
                        <a:t>source_type_priority</a:t>
                      </a:r>
                      <a:r>
                        <a:rPr lang="en-US" sz="1200" b="0" i="0" u="none" strike="noStrike" noProof="0">
                          <a:solidFill>
                            <a:schemeClr val="accent6">
                              <a:lumMod val="10000"/>
                            </a:schemeClr>
                          </a:solidFill>
                          <a:latin typeface="Calibri"/>
                        </a:rPr>
                        <a:t>, </a:t>
                      </a:r>
                      <a:r>
                        <a:rPr lang="en-US" sz="1200" b="0" i="0" u="none" strike="noStrike" noProof="0" err="1">
                          <a:solidFill>
                            <a:schemeClr val="accent6">
                              <a:lumMod val="10000"/>
                            </a:schemeClr>
                          </a:solidFill>
                          <a:latin typeface="Calibri"/>
                        </a:rPr>
                        <a:t>task_priority</a:t>
                      </a:r>
                      <a:r>
                        <a:rPr lang="en-US" sz="1200" b="0" i="0" u="none" strike="noStrike" noProof="0">
                          <a:solidFill>
                            <a:schemeClr val="accent6">
                              <a:lumMod val="10000"/>
                            </a:schemeClr>
                          </a:solidFill>
                          <a:latin typeface="Calibri"/>
                        </a:rPr>
                        <a:t>, </a:t>
                      </a:r>
                      <a:r>
                        <a:rPr lang="en-US" sz="1200" b="0" i="0" u="none" strike="noStrike" noProof="0" err="1">
                          <a:solidFill>
                            <a:schemeClr val="accent6">
                              <a:lumMod val="10000"/>
                            </a:schemeClr>
                          </a:solidFill>
                          <a:latin typeface="Calibri"/>
                        </a:rPr>
                        <a:t>phase_priority</a:t>
                      </a:r>
                      <a:r>
                        <a:rPr lang="en-US" sz="1200" b="0" i="0" u="none" strike="noStrike" noProof="0">
                          <a:solidFill>
                            <a:schemeClr val="accent6">
                              <a:lumMod val="10000"/>
                            </a:schemeClr>
                          </a:solidFill>
                          <a:latin typeface="Calibri"/>
                        </a:rPr>
                        <a:t>, </a:t>
                      </a:r>
                      <a:r>
                        <a:rPr lang="en-US" sz="1200" b="0" i="0" u="none" strike="noStrike" noProof="0" err="1">
                          <a:solidFill>
                            <a:schemeClr val="accent6">
                              <a:lumMod val="10000"/>
                            </a:schemeClr>
                          </a:solidFill>
                          <a:latin typeface="Calibri"/>
                        </a:rPr>
                        <a:t>phase_name</a:t>
                      </a:r>
                      <a:r>
                        <a:rPr lang="en-US" sz="1200" b="0" i="0" u="none" strike="noStrike" noProof="0">
                          <a:solidFill>
                            <a:schemeClr val="accent6">
                              <a:lumMod val="10000"/>
                            </a:schemeClr>
                          </a:solidFill>
                          <a:latin typeface="Calibri"/>
                        </a:rPr>
                        <a:t> for a particular batch</a:t>
                      </a:r>
                    </a:p>
                    <a:p>
                      <a:pPr marL="171450" lvl="0" indent="-171450">
                        <a:buFont typeface="Arial"/>
                        <a:buChar char="•"/>
                      </a:pPr>
                      <a:r>
                        <a:rPr lang="en-US" sz="1200" b="0" i="0" u="none" strike="noStrike" noProof="0">
                          <a:solidFill>
                            <a:schemeClr val="accent6">
                              <a:lumMod val="10000"/>
                            </a:schemeClr>
                          </a:solidFill>
                          <a:latin typeface="Calibri"/>
                        </a:rPr>
                        <a:t>Next activity will loop through the result set of the stored proc</a:t>
                      </a:r>
                    </a:p>
                    <a:p>
                      <a:pPr marL="171450" lvl="0" indent="-171450">
                        <a:buFont typeface="Arial"/>
                        <a:buChar char="•"/>
                      </a:pPr>
                      <a:endParaRPr lang="en-US" sz="1200" b="0" i="0" u="none" strike="noStrike" noProof="0">
                        <a:solidFill>
                          <a:schemeClr val="accent6">
                            <a:lumMod val="10000"/>
                          </a:schemeClr>
                        </a:solidFill>
                        <a:latin typeface="Calibri"/>
                      </a:endParaRPr>
                    </a:p>
                  </a:txBody>
                  <a:tcPr/>
                </a:tc>
                <a:extLst>
                  <a:ext uri="{0D108BD9-81ED-4DB2-BD59-A6C34878D82A}">
                    <a16:rowId xmlns:a16="http://schemas.microsoft.com/office/drawing/2014/main" val="2235498560"/>
                  </a:ext>
                </a:extLst>
              </a:tr>
              <a:tr h="310896">
                <a:tc>
                  <a:txBody>
                    <a:bodyPr/>
                    <a:lstStyle/>
                    <a:p>
                      <a:pPr lvl="0" algn="ctr">
                        <a:buNone/>
                      </a:pPr>
                      <a:r>
                        <a:rPr lang="en-US" sz="1200" b="0" i="0" u="none" strike="noStrike" noProof="0">
                          <a:solidFill>
                            <a:schemeClr val="accent6">
                              <a:lumMod val="10000"/>
                            </a:schemeClr>
                          </a:solidFill>
                          <a:latin typeface="Calibri"/>
                        </a:rPr>
                        <a:t>9</a:t>
                      </a:r>
                      <a:endParaRPr lang="en-US"/>
                    </a:p>
                  </a:txBody>
                  <a:tcPr anchor="ctr"/>
                </a:tc>
                <a:tc>
                  <a:txBody>
                    <a:bodyPr/>
                    <a:lstStyle/>
                    <a:p>
                      <a:pPr lvl="0" algn="ctr">
                        <a:buNone/>
                      </a:pPr>
                      <a:r>
                        <a:rPr lang="en-US" sz="1100" b="0" i="0" u="none" strike="noStrike" noProof="0" err="1">
                          <a:solidFill>
                            <a:srgbClr val="000000"/>
                          </a:solidFill>
                          <a:latin typeface="Calibri"/>
                        </a:rPr>
                        <a:t>ForEach</a:t>
                      </a:r>
                      <a:r>
                        <a:rPr lang="en-US" sz="1100" b="0" i="0" u="none" strike="noStrike" noProof="0">
                          <a:solidFill>
                            <a:srgbClr val="000000"/>
                          </a:solidFill>
                          <a:latin typeface="Calibri"/>
                        </a:rPr>
                        <a:t> - </a:t>
                      </a:r>
                      <a:r>
                        <a:rPr lang="en-US" sz="1100" b="0" i="0" u="none" strike="noStrike" noProof="0" err="1">
                          <a:solidFill>
                            <a:srgbClr val="000000"/>
                          </a:solidFill>
                          <a:latin typeface="Calibri"/>
                        </a:rPr>
                        <a:t>onn_master_foreach_phase_source_type</a:t>
                      </a:r>
                      <a:endParaRPr lang="en-US"/>
                    </a:p>
                  </a:txBody>
                  <a:tcPr anchor="ctr"/>
                </a:tc>
                <a:tc>
                  <a:txBody>
                    <a:bodyPr/>
                    <a:lstStyle/>
                    <a:p>
                      <a:pPr marL="171450" lvl="0" indent="-171450" algn="l">
                        <a:lnSpc>
                          <a:spcPct val="100000"/>
                        </a:lnSpc>
                        <a:spcBef>
                          <a:spcPts val="0"/>
                        </a:spcBef>
                        <a:spcAft>
                          <a:spcPts val="0"/>
                        </a:spcAft>
                        <a:buFont typeface="Arial"/>
                        <a:buChar char="•"/>
                      </a:pPr>
                      <a:r>
                        <a:rPr lang="en-US" sz="1200" b="0" i="0" u="none" strike="noStrike" noProof="0">
                          <a:solidFill>
                            <a:schemeClr val="accent6">
                              <a:lumMod val="10000"/>
                            </a:schemeClr>
                          </a:solidFill>
                          <a:latin typeface="Calibri"/>
                        </a:rPr>
                        <a:t>This takes the above result set and checks the phase name, by default it executes napp_napp_task</a:t>
                      </a:r>
                    </a:p>
                  </a:txBody>
                  <a:tcPr anchor="ctr"/>
                </a:tc>
                <a:extLst>
                  <a:ext uri="{0D108BD9-81ED-4DB2-BD59-A6C34878D82A}">
                    <a16:rowId xmlns:a16="http://schemas.microsoft.com/office/drawing/2014/main" val="491684982"/>
                  </a:ext>
                </a:extLst>
              </a:tr>
            </a:tbl>
          </a:graphicData>
        </a:graphic>
      </p:graphicFrame>
      <p:pic>
        <p:nvPicPr>
          <p:cNvPr id="3" name="Picture 2" descr="A screenshot of a computer&#10;&#10;AI-generated content may be incorrect.">
            <a:extLst>
              <a:ext uri="{FF2B5EF4-FFF2-40B4-BE49-F238E27FC236}">
                <a16:creationId xmlns:a16="http://schemas.microsoft.com/office/drawing/2014/main" id="{E09C2E35-F626-081C-3B9E-C8D5489CC703}"/>
              </a:ext>
            </a:extLst>
          </p:cNvPr>
          <p:cNvPicPr>
            <a:picLocks noChangeAspect="1"/>
          </p:cNvPicPr>
          <p:nvPr/>
        </p:nvPicPr>
        <p:blipFill>
          <a:blip r:embed="rId2"/>
          <a:stretch>
            <a:fillRect/>
          </a:stretch>
        </p:blipFill>
        <p:spPr>
          <a:xfrm>
            <a:off x="2276929" y="690336"/>
            <a:ext cx="7629525" cy="3009900"/>
          </a:xfrm>
          <a:prstGeom prst="rect">
            <a:avLst/>
          </a:prstGeom>
        </p:spPr>
      </p:pic>
      <p:sp>
        <p:nvSpPr>
          <p:cNvPr id="2" name="Title 1">
            <a:extLst>
              <a:ext uri="{FF2B5EF4-FFF2-40B4-BE49-F238E27FC236}">
                <a16:creationId xmlns:a16="http://schemas.microsoft.com/office/drawing/2014/main" id="{FC19D07C-E7F1-31F3-67DA-D84A32419508}"/>
              </a:ext>
            </a:extLst>
          </p:cNvPr>
          <p:cNvSpPr>
            <a:spLocks noGrp="1"/>
          </p:cNvSpPr>
          <p:nvPr>
            <p:ph type="ctrTitle"/>
          </p:nvPr>
        </p:nvSpPr>
        <p:spPr>
          <a:xfrm>
            <a:off x="457200" y="405954"/>
            <a:ext cx="11277600" cy="669313"/>
          </a:xfrm>
        </p:spPr>
        <p:txBody>
          <a:bodyPr/>
          <a:lstStyle/>
          <a:p>
            <a:r>
              <a:rPr lang="en-IN" b="1" err="1">
                <a:solidFill>
                  <a:srgbClr val="CD2883"/>
                </a:solidFill>
              </a:rPr>
              <a:t>orch_napp_napp_master</a:t>
            </a:r>
            <a:endParaRPr lang="en-US" b="1">
              <a:solidFill>
                <a:srgbClr val="CD2883"/>
              </a:solidFill>
              <a:ea typeface="Calibri Light"/>
              <a:cs typeface="Calibri Light"/>
            </a:endParaRPr>
          </a:p>
        </p:txBody>
      </p:sp>
      <p:pic>
        <p:nvPicPr>
          <p:cNvPr id="4" name="Picture 3" descr="A screenshot of a computer&#10;&#10;AI-generated content may be incorrect.">
            <a:extLst>
              <a:ext uri="{FF2B5EF4-FFF2-40B4-BE49-F238E27FC236}">
                <a16:creationId xmlns:a16="http://schemas.microsoft.com/office/drawing/2014/main" id="{43E01121-5074-586F-37CC-E09144435C47}"/>
              </a:ext>
            </a:extLst>
          </p:cNvPr>
          <p:cNvPicPr>
            <a:picLocks noChangeAspect="1"/>
          </p:cNvPicPr>
          <p:nvPr/>
        </p:nvPicPr>
        <p:blipFill>
          <a:blip r:embed="rId3"/>
          <a:stretch>
            <a:fillRect/>
          </a:stretch>
        </p:blipFill>
        <p:spPr>
          <a:xfrm>
            <a:off x="3512684" y="4862058"/>
            <a:ext cx="5438775" cy="581025"/>
          </a:xfrm>
          <a:prstGeom prst="rect">
            <a:avLst/>
          </a:prstGeom>
        </p:spPr>
      </p:pic>
    </p:spTree>
    <p:extLst>
      <p:ext uri="{BB962C8B-B14F-4D97-AF65-F5344CB8AC3E}">
        <p14:creationId xmlns:p14="http://schemas.microsoft.com/office/powerpoint/2010/main" val="330764273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57200" y="405954"/>
            <a:ext cx="11277600" cy="669313"/>
          </a:xfrm>
        </p:spPr>
        <p:txBody>
          <a:bodyPr/>
          <a:lstStyle/>
          <a:p>
            <a:r>
              <a:rPr lang="en-IN" b="1" err="1">
                <a:solidFill>
                  <a:srgbClr val="CD2883"/>
                </a:solidFill>
              </a:rPr>
              <a:t>orch_napp_napp_task</a:t>
            </a:r>
            <a:endParaRPr lang="en-US" b="1">
              <a:solidFill>
                <a:srgbClr val="CD2883"/>
              </a:solidFill>
              <a:ea typeface="Calibri Light"/>
              <a:cs typeface="Calibri Light"/>
            </a:endParaRPr>
          </a:p>
        </p:txBody>
      </p:sp>
      <p:pic>
        <p:nvPicPr>
          <p:cNvPr id="9" name="Picture 8">
            <a:extLst>
              <a:ext uri="{FF2B5EF4-FFF2-40B4-BE49-F238E27FC236}">
                <a16:creationId xmlns:a16="http://schemas.microsoft.com/office/drawing/2014/main" id="{3CA55931-4141-DE65-60A7-4776876A3B14}"/>
              </a:ext>
            </a:extLst>
          </p:cNvPr>
          <p:cNvPicPr>
            <a:picLocks noChangeAspect="1"/>
          </p:cNvPicPr>
          <p:nvPr/>
        </p:nvPicPr>
        <p:blipFill>
          <a:blip r:embed="rId2"/>
          <a:stretch>
            <a:fillRect/>
          </a:stretch>
        </p:blipFill>
        <p:spPr>
          <a:xfrm>
            <a:off x="947826" y="1057729"/>
            <a:ext cx="7490471" cy="3034799"/>
          </a:xfrm>
          <a:prstGeom prst="rect">
            <a:avLst/>
          </a:prstGeom>
        </p:spPr>
      </p:pic>
      <p:pic>
        <p:nvPicPr>
          <p:cNvPr id="10" name="Picture 9">
            <a:extLst>
              <a:ext uri="{FF2B5EF4-FFF2-40B4-BE49-F238E27FC236}">
                <a16:creationId xmlns:a16="http://schemas.microsoft.com/office/drawing/2014/main" id="{8BC7C782-55F5-FB9C-A6A6-9BC0DA877554}"/>
              </a:ext>
            </a:extLst>
          </p:cNvPr>
          <p:cNvPicPr>
            <a:picLocks noChangeAspect="1"/>
          </p:cNvPicPr>
          <p:nvPr/>
        </p:nvPicPr>
        <p:blipFill>
          <a:blip r:embed="rId3"/>
          <a:stretch>
            <a:fillRect/>
          </a:stretch>
        </p:blipFill>
        <p:spPr>
          <a:xfrm>
            <a:off x="9329383" y="1112157"/>
            <a:ext cx="1914792" cy="2438740"/>
          </a:xfrm>
          <a:prstGeom prst="rect">
            <a:avLst/>
          </a:prstGeom>
        </p:spPr>
      </p:pic>
      <p:sp>
        <p:nvSpPr>
          <p:cNvPr id="11" name="Curved Down Arrow 12">
            <a:extLst>
              <a:ext uri="{FF2B5EF4-FFF2-40B4-BE49-F238E27FC236}">
                <a16:creationId xmlns:a16="http://schemas.microsoft.com/office/drawing/2014/main" id="{67FFAF21-D32B-821B-4A57-48FF6BAD5FA9}"/>
              </a:ext>
            </a:extLst>
          </p:cNvPr>
          <p:cNvSpPr/>
          <p:nvPr/>
        </p:nvSpPr>
        <p:spPr>
          <a:xfrm>
            <a:off x="6705600" y="644072"/>
            <a:ext cx="3200400" cy="381000"/>
          </a:xfrm>
          <a:prstGeom prst="curvedDownArrow">
            <a:avLst/>
          </a:prstGeom>
          <a:solidFill>
            <a:schemeClr val="accent6"/>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B4D0A"/>
              </a:solidFill>
              <a:effectLst/>
              <a:uLnTx/>
              <a:uFillTx/>
              <a:latin typeface="Calibri" panose="020F0502020204030204"/>
              <a:ea typeface="+mn-ea"/>
              <a:cs typeface="+mn-cs"/>
            </a:endParaRPr>
          </a:p>
        </p:txBody>
      </p:sp>
      <p:sp>
        <p:nvSpPr>
          <p:cNvPr id="7" name="Rectangle 6"/>
          <p:cNvSpPr/>
          <p:nvPr/>
        </p:nvSpPr>
        <p:spPr>
          <a:xfrm>
            <a:off x="8211523" y="6472409"/>
            <a:ext cx="2728225" cy="302964"/>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 name="Rectangle 7"/>
          <p:cNvSpPr/>
          <p:nvPr/>
        </p:nvSpPr>
        <p:spPr>
          <a:xfrm>
            <a:off x="11005851" y="6290631"/>
            <a:ext cx="837282" cy="35254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aphicFrame>
        <p:nvGraphicFramePr>
          <p:cNvPr id="5" name="Table 4">
            <a:extLst>
              <a:ext uri="{FF2B5EF4-FFF2-40B4-BE49-F238E27FC236}">
                <a16:creationId xmlns:a16="http://schemas.microsoft.com/office/drawing/2014/main" id="{706E016B-F98F-7778-9F07-008E9E1AD894}"/>
              </a:ext>
            </a:extLst>
          </p:cNvPr>
          <p:cNvGraphicFramePr>
            <a:graphicFrameLocks noGrp="1"/>
          </p:cNvGraphicFramePr>
          <p:nvPr>
            <p:extLst>
              <p:ext uri="{D42A27DB-BD31-4B8C-83A1-F6EECF244321}">
                <p14:modId xmlns:p14="http://schemas.microsoft.com/office/powerpoint/2010/main" val="3635133620"/>
              </p:ext>
            </p:extLst>
          </p:nvPr>
        </p:nvGraphicFramePr>
        <p:xfrm>
          <a:off x="609600" y="4222007"/>
          <a:ext cx="10972799" cy="1869490"/>
        </p:xfrm>
        <a:graphic>
          <a:graphicData uri="http://schemas.openxmlformats.org/drawingml/2006/table">
            <a:tbl>
              <a:tblPr firstRow="1" bandRow="1">
                <a:tableStyleId>{5C22544A-7EE6-4342-B048-85BDC9FD1C3A}</a:tableStyleId>
              </a:tblPr>
              <a:tblGrid>
                <a:gridCol w="548640">
                  <a:extLst>
                    <a:ext uri="{9D8B030D-6E8A-4147-A177-3AD203B41FA5}">
                      <a16:colId xmlns:a16="http://schemas.microsoft.com/office/drawing/2014/main" val="1056872303"/>
                    </a:ext>
                  </a:extLst>
                </a:gridCol>
                <a:gridCol w="2103119">
                  <a:extLst>
                    <a:ext uri="{9D8B030D-6E8A-4147-A177-3AD203B41FA5}">
                      <a16:colId xmlns:a16="http://schemas.microsoft.com/office/drawing/2014/main" val="3001603572"/>
                    </a:ext>
                  </a:extLst>
                </a:gridCol>
                <a:gridCol w="8321040">
                  <a:extLst>
                    <a:ext uri="{9D8B030D-6E8A-4147-A177-3AD203B41FA5}">
                      <a16:colId xmlns:a16="http://schemas.microsoft.com/office/drawing/2014/main" val="3347287933"/>
                    </a:ext>
                  </a:extLst>
                </a:gridCol>
              </a:tblGrid>
              <a:tr h="315010">
                <a:tc>
                  <a:txBody>
                    <a:bodyPr/>
                    <a:lstStyle/>
                    <a:p>
                      <a:pPr lvl="0" algn="ctr">
                        <a:buNone/>
                      </a:pPr>
                      <a:r>
                        <a:rPr lang="en-US" sz="1200" b="1"/>
                        <a:t>Step</a:t>
                      </a:r>
                      <a:endParaRPr lang="en-US"/>
                    </a:p>
                  </a:txBody>
                  <a:tcPr anchor="ctr">
                    <a:solidFill>
                      <a:srgbClr val="E4017E"/>
                    </a:solidFill>
                  </a:tcPr>
                </a:tc>
                <a:tc>
                  <a:txBody>
                    <a:bodyPr/>
                    <a:lstStyle/>
                    <a:p>
                      <a:pPr lvl="0" algn="ctr">
                        <a:buNone/>
                      </a:pPr>
                      <a:r>
                        <a:rPr lang="en-US" sz="1200" b="1"/>
                        <a:t>Activity Name</a:t>
                      </a:r>
                      <a:endParaRPr lang="en-US"/>
                    </a:p>
                  </a:txBody>
                  <a:tcPr anchor="ctr">
                    <a:solidFill>
                      <a:srgbClr val="E4017E"/>
                    </a:solidFill>
                  </a:tcPr>
                </a:tc>
                <a:tc>
                  <a:txBody>
                    <a:bodyPr/>
                    <a:lstStyle/>
                    <a:p>
                      <a:pPr marL="0" marR="0" lvl="0" indent="0" algn="ctr" defTabSz="914400" rtl="0">
                        <a:lnSpc>
                          <a:spcPct val="100000"/>
                        </a:lnSpc>
                        <a:spcBef>
                          <a:spcPts val="0"/>
                        </a:spcBef>
                        <a:spcAft>
                          <a:spcPts val="0"/>
                        </a:spcAft>
                        <a:buClrTx/>
                        <a:buSzTx/>
                        <a:buFontTx/>
                        <a:buNone/>
                        <a:tabLst/>
                        <a:defRPr/>
                      </a:pPr>
                      <a:r>
                        <a:rPr lang="en-US" sz="1200" b="1"/>
                        <a:t>Description</a:t>
                      </a:r>
                      <a:endParaRPr lang="en-US"/>
                    </a:p>
                  </a:txBody>
                  <a:tcPr anchor="ctr">
                    <a:solidFill>
                      <a:srgbClr val="E4017E"/>
                    </a:solidFill>
                  </a:tcPr>
                </a:tc>
                <a:extLst>
                  <a:ext uri="{0D108BD9-81ED-4DB2-BD59-A6C34878D82A}">
                    <a16:rowId xmlns:a16="http://schemas.microsoft.com/office/drawing/2014/main" val="973775198"/>
                  </a:ext>
                </a:extLst>
              </a:tr>
              <a:tr h="274320">
                <a:tc>
                  <a:txBody>
                    <a:bodyPr/>
                    <a:lstStyle/>
                    <a:p>
                      <a:pPr lvl="0" algn="ctr">
                        <a:buNone/>
                      </a:pPr>
                      <a:r>
                        <a:rPr lang="en-US" sz="1200" b="0" i="0" u="none" strike="noStrike" noProof="0">
                          <a:solidFill>
                            <a:schemeClr val="accent6">
                              <a:lumMod val="10000"/>
                            </a:schemeClr>
                          </a:solidFill>
                          <a:latin typeface="Calibri"/>
                        </a:rPr>
                        <a:t>8</a:t>
                      </a:r>
                    </a:p>
                  </a:txBody>
                  <a:tcPr anchor="ctr"/>
                </a:tc>
                <a:tc>
                  <a:txBody>
                    <a:bodyPr/>
                    <a:lstStyle/>
                    <a:p>
                      <a:pPr lvl="0" algn="ctr">
                        <a:buNone/>
                      </a:pPr>
                      <a:r>
                        <a:rPr lang="en-US" sz="1200" b="0" i="0" u="none" strike="noStrike" noProof="0">
                          <a:solidFill>
                            <a:srgbClr val="000000"/>
                          </a:solidFill>
                          <a:latin typeface="Calibri"/>
                        </a:rPr>
                        <a:t>Stored Proc -  </a:t>
                      </a:r>
                      <a:r>
                        <a:rPr lang="en-US" sz="1200" b="0" i="0" u="none" strike="noStrike" noProof="0" err="1">
                          <a:solidFill>
                            <a:srgbClr val="000000"/>
                          </a:solidFill>
                          <a:latin typeface="Calibri"/>
                        </a:rPr>
                        <a:t>on_task_prepare_task</a:t>
                      </a:r>
                    </a:p>
                  </a:txBody>
                  <a:tcPr anchor="ctr"/>
                </a:tc>
                <a:tc>
                  <a:txBody>
                    <a:bodyPr/>
                    <a:lstStyle/>
                    <a:p>
                      <a:pPr marL="171450" lvl="0" indent="-171450" algn="l">
                        <a:lnSpc>
                          <a:spcPct val="100000"/>
                        </a:lnSpc>
                        <a:spcBef>
                          <a:spcPts val="0"/>
                        </a:spcBef>
                        <a:spcAft>
                          <a:spcPts val="0"/>
                        </a:spcAft>
                        <a:buFont typeface="Arial"/>
                        <a:buChar char="•"/>
                      </a:pPr>
                      <a:r>
                        <a:rPr lang="en-US" sz="1200" b="0" i="0" u="none" strike="noStrike" noProof="0">
                          <a:solidFill>
                            <a:schemeClr val="accent6">
                              <a:lumMod val="10000"/>
                            </a:schemeClr>
                          </a:solidFill>
                          <a:latin typeface="Calibri"/>
                        </a:rPr>
                        <a:t>Entry in source phase dates availability</a:t>
                      </a:r>
                      <a:endParaRPr lang="en-US" sz="1200" b="0" i="0" u="none" strike="noStrike" noProof="0" err="1">
                        <a:solidFill>
                          <a:schemeClr val="accent6">
                            <a:lumMod val="10000"/>
                          </a:schemeClr>
                        </a:solidFill>
                        <a:latin typeface="Calibri"/>
                      </a:endParaRPr>
                    </a:p>
                  </a:txBody>
                  <a:tcPr anchor="ctr"/>
                </a:tc>
                <a:extLst>
                  <a:ext uri="{0D108BD9-81ED-4DB2-BD59-A6C34878D82A}">
                    <a16:rowId xmlns:a16="http://schemas.microsoft.com/office/drawing/2014/main" val="2235498560"/>
                  </a:ext>
                </a:extLst>
              </a:tr>
              <a:tr h="274320">
                <a:tc>
                  <a:txBody>
                    <a:bodyPr/>
                    <a:lstStyle/>
                    <a:p>
                      <a:pPr lvl="0" algn="ctr">
                        <a:buNone/>
                      </a:pPr>
                      <a:r>
                        <a:rPr lang="en-US" sz="1200" b="0" i="0" u="none" strike="noStrike" noProof="0">
                          <a:solidFill>
                            <a:schemeClr val="accent6">
                              <a:lumMod val="10000"/>
                            </a:schemeClr>
                          </a:solidFill>
                          <a:latin typeface="Calibri"/>
                        </a:rPr>
                        <a:t>9</a:t>
                      </a:r>
                    </a:p>
                  </a:txBody>
                  <a:tcPr anchor="ctr"/>
                </a:tc>
                <a:tc>
                  <a:txBody>
                    <a:bodyPr/>
                    <a:lstStyle/>
                    <a:p>
                      <a:pPr lvl="0" algn="ctr">
                        <a:buNone/>
                      </a:pPr>
                      <a:r>
                        <a:rPr lang="en-US" sz="1200" b="0" i="0" u="none" strike="noStrike" noProof="0">
                          <a:solidFill>
                            <a:schemeClr val="accent6">
                              <a:lumMod val="10000"/>
                            </a:schemeClr>
                          </a:solidFill>
                          <a:latin typeface="Calibri"/>
                        </a:rPr>
                        <a:t>Lookup – </a:t>
                      </a:r>
                      <a:r>
                        <a:rPr lang="en-US" sz="1200" b="0" i="0" u="none" strike="noStrike" noProof="0" err="1">
                          <a:solidFill>
                            <a:schemeClr val="accent6">
                              <a:lumMod val="10000"/>
                            </a:schemeClr>
                          </a:solidFill>
                          <a:latin typeface="Calibri"/>
                        </a:rPr>
                        <a:t>onn_task_get_task_group</a:t>
                      </a:r>
                      <a:endParaRPr lang="en-US" err="1"/>
                    </a:p>
                  </a:txBody>
                  <a:tcPr anchor="ctr"/>
                </a:tc>
                <a:tc>
                  <a:txBody>
                    <a:bodyPr/>
                    <a:lstStyle/>
                    <a:p>
                      <a:pPr marL="171450" lvl="0" indent="-171450" algn="l">
                        <a:lnSpc>
                          <a:spcPct val="100000"/>
                        </a:lnSpc>
                        <a:spcBef>
                          <a:spcPts val="0"/>
                        </a:spcBef>
                        <a:spcAft>
                          <a:spcPts val="0"/>
                        </a:spcAft>
                        <a:buFont typeface="Arial"/>
                        <a:buChar char="•"/>
                      </a:pPr>
                      <a:r>
                        <a:rPr lang="en-US" sz="1200" b="0" i="0" u="none" strike="noStrike" noProof="0">
                          <a:solidFill>
                            <a:schemeClr val="accent6">
                              <a:lumMod val="10000"/>
                            </a:schemeClr>
                          </a:solidFill>
                          <a:latin typeface="Calibri"/>
                        </a:rPr>
                        <a:t>Divides tasks into group of max 30 across three groups (overall 90)</a:t>
                      </a:r>
                    </a:p>
                  </a:txBody>
                  <a:tcPr anchor="ctr"/>
                </a:tc>
                <a:extLst>
                  <a:ext uri="{0D108BD9-81ED-4DB2-BD59-A6C34878D82A}">
                    <a16:rowId xmlns:a16="http://schemas.microsoft.com/office/drawing/2014/main" val="1943184788"/>
                  </a:ext>
                </a:extLst>
              </a:tr>
              <a:tr h="274320">
                <a:tc>
                  <a:txBody>
                    <a:bodyPr/>
                    <a:lstStyle/>
                    <a:p>
                      <a:pPr lvl="0" algn="ctr">
                        <a:buNone/>
                      </a:pPr>
                      <a:r>
                        <a:rPr lang="en-US" sz="1200" b="0" i="0" u="none" strike="noStrike" noProof="0">
                          <a:solidFill>
                            <a:schemeClr val="accent6">
                              <a:lumMod val="10000"/>
                            </a:schemeClr>
                          </a:solidFill>
                          <a:latin typeface="Calibri"/>
                        </a:rPr>
                        <a:t>10</a:t>
                      </a:r>
                    </a:p>
                  </a:txBody>
                  <a:tcPr anchor="ctr"/>
                </a:tc>
                <a:tc>
                  <a:txBody>
                    <a:bodyPr/>
                    <a:lstStyle/>
                    <a:p>
                      <a:pPr lvl="0" algn="ctr">
                        <a:buNone/>
                      </a:pPr>
                      <a:r>
                        <a:rPr lang="en-US" sz="1200" b="0" i="0" u="none" strike="noStrike" noProof="0">
                          <a:solidFill>
                            <a:schemeClr val="accent6">
                              <a:lumMod val="10000"/>
                            </a:schemeClr>
                          </a:solidFill>
                          <a:latin typeface="Calibri"/>
                        </a:rPr>
                        <a:t>For Each – </a:t>
                      </a:r>
                      <a:r>
                        <a:rPr lang="en-US" sz="1200" b="0" i="0" u="none" strike="noStrike" noProof="0" err="1">
                          <a:solidFill>
                            <a:schemeClr val="accent6">
                              <a:lumMod val="10000"/>
                            </a:schemeClr>
                          </a:solidFill>
                          <a:latin typeface="Calibri"/>
                        </a:rPr>
                        <a:t>onn_tasks_foreach_phase_source_type_task</a:t>
                      </a:r>
                    </a:p>
                  </a:txBody>
                  <a:tcPr anchor="ctr"/>
                </a:tc>
                <a:tc>
                  <a:txBody>
                    <a:bodyPr/>
                    <a:lstStyle/>
                    <a:p>
                      <a:pPr marL="171450" lvl="0" indent="-171450" algn="l">
                        <a:lnSpc>
                          <a:spcPct val="100000"/>
                        </a:lnSpc>
                        <a:spcBef>
                          <a:spcPts val="0"/>
                        </a:spcBef>
                        <a:spcAft>
                          <a:spcPts val="0"/>
                        </a:spcAft>
                        <a:buFont typeface="Arial"/>
                        <a:buChar char="•"/>
                      </a:pPr>
                      <a:r>
                        <a:rPr lang="en-US" sz="1200" b="0" i="0" u="none" strike="noStrike" noProof="0">
                          <a:solidFill>
                            <a:schemeClr val="accent6">
                              <a:lumMod val="10000"/>
                            </a:schemeClr>
                          </a:solidFill>
                          <a:latin typeface="Calibri"/>
                        </a:rPr>
                        <a:t>Gets input from previous activity based on that performs either execution of notebook of copy activity</a:t>
                      </a:r>
                    </a:p>
                  </a:txBody>
                  <a:tcPr anchor="ctr"/>
                </a:tc>
                <a:extLst>
                  <a:ext uri="{0D108BD9-81ED-4DB2-BD59-A6C34878D82A}">
                    <a16:rowId xmlns:a16="http://schemas.microsoft.com/office/drawing/2014/main" val="2255346788"/>
                  </a:ext>
                </a:extLst>
              </a:tr>
            </a:tbl>
          </a:graphicData>
        </a:graphic>
      </p:graphicFrame>
    </p:spTree>
    <p:extLst>
      <p:ext uri="{BB962C8B-B14F-4D97-AF65-F5344CB8AC3E}">
        <p14:creationId xmlns:p14="http://schemas.microsoft.com/office/powerpoint/2010/main" val="85685339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5216C0-440C-3020-D426-FF332D97D36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46B4056-1875-82D6-C55B-D3C872143840}"/>
              </a:ext>
            </a:extLst>
          </p:cNvPr>
          <p:cNvSpPr>
            <a:spLocks noGrp="1"/>
          </p:cNvSpPr>
          <p:nvPr>
            <p:ph type="ctrTitle"/>
          </p:nvPr>
        </p:nvSpPr>
        <p:spPr>
          <a:xfrm>
            <a:off x="457200" y="405954"/>
            <a:ext cx="11277600" cy="669313"/>
          </a:xfrm>
        </p:spPr>
        <p:txBody>
          <a:bodyPr/>
          <a:lstStyle/>
          <a:p>
            <a:r>
              <a:rPr lang="en-IN" sz="4700" b="1" err="1">
                <a:solidFill>
                  <a:srgbClr val="CD2883"/>
                </a:solidFill>
              </a:rPr>
              <a:t>orch_napp_napp_task</a:t>
            </a:r>
            <a:endParaRPr lang="en-US" sz="4700" b="1">
              <a:solidFill>
                <a:srgbClr val="CD2883"/>
              </a:solidFill>
              <a:ea typeface="Calibri Light"/>
              <a:cs typeface="Calibri Light"/>
            </a:endParaRPr>
          </a:p>
        </p:txBody>
      </p:sp>
      <p:sp>
        <p:nvSpPr>
          <p:cNvPr id="7" name="Rectangle 6">
            <a:extLst>
              <a:ext uri="{FF2B5EF4-FFF2-40B4-BE49-F238E27FC236}">
                <a16:creationId xmlns:a16="http://schemas.microsoft.com/office/drawing/2014/main" id="{77A569A5-9CC1-35DC-2A1E-961C67F61D52}"/>
              </a:ext>
            </a:extLst>
          </p:cNvPr>
          <p:cNvSpPr/>
          <p:nvPr/>
        </p:nvSpPr>
        <p:spPr>
          <a:xfrm>
            <a:off x="8211523" y="6472409"/>
            <a:ext cx="2728225" cy="302964"/>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 name="Rectangle 7">
            <a:extLst>
              <a:ext uri="{FF2B5EF4-FFF2-40B4-BE49-F238E27FC236}">
                <a16:creationId xmlns:a16="http://schemas.microsoft.com/office/drawing/2014/main" id="{7C036226-27C1-C08D-DC7E-1926A91EAD8B}"/>
              </a:ext>
            </a:extLst>
          </p:cNvPr>
          <p:cNvSpPr/>
          <p:nvPr/>
        </p:nvSpPr>
        <p:spPr>
          <a:xfrm>
            <a:off x="11005851" y="6290631"/>
            <a:ext cx="837282" cy="35254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6" name="Picture 5" descr="A screenshot of a computer program&#10;&#10;AI-generated content may be incorrect.">
            <a:extLst>
              <a:ext uri="{FF2B5EF4-FFF2-40B4-BE49-F238E27FC236}">
                <a16:creationId xmlns:a16="http://schemas.microsoft.com/office/drawing/2014/main" id="{0E74BFA5-AB51-A08E-5F2B-A03FF6DED05E}"/>
              </a:ext>
            </a:extLst>
          </p:cNvPr>
          <p:cNvPicPr>
            <a:picLocks noChangeAspect="1"/>
          </p:cNvPicPr>
          <p:nvPr/>
        </p:nvPicPr>
        <p:blipFill>
          <a:blip r:embed="rId2"/>
          <a:stretch>
            <a:fillRect/>
          </a:stretch>
        </p:blipFill>
        <p:spPr>
          <a:xfrm>
            <a:off x="5823857" y="303893"/>
            <a:ext cx="5886450" cy="4476750"/>
          </a:xfrm>
          <a:prstGeom prst="rect">
            <a:avLst/>
          </a:prstGeom>
        </p:spPr>
      </p:pic>
      <p:pic>
        <p:nvPicPr>
          <p:cNvPr id="10" name="Picture 9">
            <a:extLst>
              <a:ext uri="{FF2B5EF4-FFF2-40B4-BE49-F238E27FC236}">
                <a16:creationId xmlns:a16="http://schemas.microsoft.com/office/drawing/2014/main" id="{6351B18B-806B-1600-D0AE-176330A074D1}"/>
              </a:ext>
            </a:extLst>
          </p:cNvPr>
          <p:cNvPicPr>
            <a:picLocks noChangeAspect="1"/>
          </p:cNvPicPr>
          <p:nvPr/>
        </p:nvPicPr>
        <p:blipFill>
          <a:blip r:embed="rId3"/>
          <a:stretch>
            <a:fillRect/>
          </a:stretch>
        </p:blipFill>
        <p:spPr>
          <a:xfrm>
            <a:off x="457200" y="1714500"/>
            <a:ext cx="5181600" cy="2143125"/>
          </a:xfrm>
          <a:prstGeom prst="rect">
            <a:avLst/>
          </a:prstGeom>
        </p:spPr>
      </p:pic>
      <p:graphicFrame>
        <p:nvGraphicFramePr>
          <p:cNvPr id="12" name="Table 11">
            <a:extLst>
              <a:ext uri="{FF2B5EF4-FFF2-40B4-BE49-F238E27FC236}">
                <a16:creationId xmlns:a16="http://schemas.microsoft.com/office/drawing/2014/main" id="{80AE6595-6B88-99A8-7DB8-6D75CF0BD845}"/>
              </a:ext>
            </a:extLst>
          </p:cNvPr>
          <p:cNvGraphicFramePr>
            <a:graphicFrameLocks noGrp="1"/>
          </p:cNvGraphicFramePr>
          <p:nvPr>
            <p:extLst>
              <p:ext uri="{D42A27DB-BD31-4B8C-83A1-F6EECF244321}">
                <p14:modId xmlns:p14="http://schemas.microsoft.com/office/powerpoint/2010/main" val="776185457"/>
              </p:ext>
            </p:extLst>
          </p:nvPr>
        </p:nvGraphicFramePr>
        <p:xfrm>
          <a:off x="609600" y="4993078"/>
          <a:ext cx="10972799" cy="1320850"/>
        </p:xfrm>
        <a:graphic>
          <a:graphicData uri="http://schemas.openxmlformats.org/drawingml/2006/table">
            <a:tbl>
              <a:tblPr firstRow="1" bandRow="1">
                <a:tableStyleId>{5C22544A-7EE6-4342-B048-85BDC9FD1C3A}</a:tableStyleId>
              </a:tblPr>
              <a:tblGrid>
                <a:gridCol w="548640">
                  <a:extLst>
                    <a:ext uri="{9D8B030D-6E8A-4147-A177-3AD203B41FA5}">
                      <a16:colId xmlns:a16="http://schemas.microsoft.com/office/drawing/2014/main" val="1056872303"/>
                    </a:ext>
                  </a:extLst>
                </a:gridCol>
                <a:gridCol w="2103119">
                  <a:extLst>
                    <a:ext uri="{9D8B030D-6E8A-4147-A177-3AD203B41FA5}">
                      <a16:colId xmlns:a16="http://schemas.microsoft.com/office/drawing/2014/main" val="3001603572"/>
                    </a:ext>
                  </a:extLst>
                </a:gridCol>
                <a:gridCol w="8321040">
                  <a:extLst>
                    <a:ext uri="{9D8B030D-6E8A-4147-A177-3AD203B41FA5}">
                      <a16:colId xmlns:a16="http://schemas.microsoft.com/office/drawing/2014/main" val="3347287933"/>
                    </a:ext>
                  </a:extLst>
                </a:gridCol>
              </a:tblGrid>
              <a:tr h="315010">
                <a:tc>
                  <a:txBody>
                    <a:bodyPr/>
                    <a:lstStyle/>
                    <a:p>
                      <a:pPr lvl="0" algn="ctr">
                        <a:buNone/>
                      </a:pPr>
                      <a:r>
                        <a:rPr lang="en-US" sz="1200" b="1"/>
                        <a:t>Step</a:t>
                      </a:r>
                    </a:p>
                  </a:txBody>
                  <a:tcPr anchor="ctr">
                    <a:solidFill>
                      <a:srgbClr val="E4017E"/>
                    </a:solidFill>
                  </a:tcPr>
                </a:tc>
                <a:tc>
                  <a:txBody>
                    <a:bodyPr/>
                    <a:lstStyle/>
                    <a:p>
                      <a:pPr lvl="0" algn="ctr">
                        <a:buNone/>
                      </a:pPr>
                      <a:r>
                        <a:rPr lang="en-US" sz="1200" b="1"/>
                        <a:t>Activity Name</a:t>
                      </a:r>
                    </a:p>
                  </a:txBody>
                  <a:tcPr anchor="ctr">
                    <a:solidFill>
                      <a:srgbClr val="E4017E"/>
                    </a:solidFill>
                  </a:tcPr>
                </a:tc>
                <a:tc>
                  <a:txBody>
                    <a:bodyPr/>
                    <a:lstStyle/>
                    <a:p>
                      <a:pPr marL="0" marR="0" lvl="0" indent="0" algn="ctr" defTabSz="914400" rtl="0">
                        <a:lnSpc>
                          <a:spcPct val="100000"/>
                        </a:lnSpc>
                        <a:spcBef>
                          <a:spcPts val="0"/>
                        </a:spcBef>
                        <a:spcAft>
                          <a:spcPts val="0"/>
                        </a:spcAft>
                        <a:buClrTx/>
                        <a:buSzTx/>
                        <a:buFontTx/>
                        <a:buNone/>
                        <a:tabLst/>
                        <a:defRPr/>
                      </a:pPr>
                      <a:r>
                        <a:rPr lang="en-US" sz="1200" b="1"/>
                        <a:t>Description</a:t>
                      </a:r>
                    </a:p>
                  </a:txBody>
                  <a:tcPr anchor="ctr">
                    <a:solidFill>
                      <a:srgbClr val="E4017E"/>
                    </a:solidFill>
                  </a:tcPr>
                </a:tc>
                <a:extLst>
                  <a:ext uri="{0D108BD9-81ED-4DB2-BD59-A6C34878D82A}">
                    <a16:rowId xmlns:a16="http://schemas.microsoft.com/office/drawing/2014/main" val="973775198"/>
                  </a:ext>
                </a:extLst>
              </a:tr>
              <a:tr h="315010">
                <a:tc>
                  <a:txBody>
                    <a:bodyPr/>
                    <a:lstStyle/>
                    <a:p>
                      <a:pPr lvl="0" algn="ctr">
                        <a:buNone/>
                      </a:pPr>
                      <a:r>
                        <a:rPr lang="en-US" sz="1200" b="0" i="0" u="none" strike="noStrike" noProof="0">
                          <a:solidFill>
                            <a:schemeClr val="accent6">
                              <a:lumMod val="10000"/>
                            </a:schemeClr>
                          </a:solidFill>
                          <a:latin typeface="Calibri"/>
                        </a:rPr>
                        <a:t>1</a:t>
                      </a:r>
                      <a:endParaRPr lang="en-US" sz="1200" i="0" u="none" strike="noStrike" noProof="0">
                        <a:latin typeface="Calibri"/>
                      </a:endParaRPr>
                    </a:p>
                  </a:txBody>
                  <a:tcPr anchor="ctr"/>
                </a:tc>
                <a:tc>
                  <a:txBody>
                    <a:bodyPr/>
                    <a:lstStyle/>
                    <a:p>
                      <a:pPr lvl="0" algn="ctr">
                        <a:buNone/>
                      </a:pPr>
                      <a:r>
                        <a:rPr lang="en-US" sz="1200" b="0" i="0" u="none" strike="noStrike" noProof="0">
                          <a:solidFill>
                            <a:srgbClr val="000000"/>
                          </a:solidFill>
                          <a:latin typeface="Calibri"/>
                        </a:rPr>
                        <a:t>Notebook - </a:t>
                      </a:r>
                      <a:r>
                        <a:rPr lang="en-US" sz="1200" b="0" i="0" u="none" strike="noStrike" noProof="0" err="1">
                          <a:solidFill>
                            <a:srgbClr val="000000"/>
                          </a:solidFill>
                          <a:latin typeface="Calibri"/>
                        </a:rPr>
                        <a:t>onn_task_dbnotebook_group</a:t>
                      </a:r>
                    </a:p>
                  </a:txBody>
                  <a:tcPr anchor="ctr"/>
                </a:tc>
                <a:tc>
                  <a:txBody>
                    <a:bodyPr/>
                    <a:lstStyle/>
                    <a:p>
                      <a:pPr marL="171450" lvl="0" indent="-171450" algn="l">
                        <a:lnSpc>
                          <a:spcPct val="100000"/>
                        </a:lnSpc>
                        <a:spcBef>
                          <a:spcPts val="0"/>
                        </a:spcBef>
                        <a:spcAft>
                          <a:spcPts val="0"/>
                        </a:spcAft>
                        <a:buFont typeface="Arial"/>
                        <a:buChar char="•"/>
                      </a:pPr>
                      <a:r>
                        <a:rPr lang="en-US" sz="1200" b="0" i="0" u="none" strike="noStrike" noProof="0">
                          <a:solidFill>
                            <a:schemeClr val="accent6">
                              <a:lumMod val="10000"/>
                            </a:schemeClr>
                          </a:solidFill>
                          <a:latin typeface="Calibri"/>
                        </a:rPr>
                        <a:t>Calls custom notebook for individual entities</a:t>
                      </a:r>
                    </a:p>
                    <a:p>
                      <a:pPr marL="171450" lvl="0" indent="-171450" algn="l">
                        <a:lnSpc>
                          <a:spcPct val="100000"/>
                        </a:lnSpc>
                        <a:buFont typeface="Arial"/>
                        <a:buChar char="•"/>
                      </a:pPr>
                      <a:r>
                        <a:rPr lang="en-US" sz="1200" b="0" i="0" u="none" strike="noStrike" noProof="0">
                          <a:solidFill>
                            <a:schemeClr val="accent6">
                              <a:lumMod val="10000"/>
                            </a:schemeClr>
                          </a:solidFill>
                          <a:latin typeface="Calibri"/>
                        </a:rPr>
                        <a:t>The notebook has set of commands that gets executed only when flag (generated by using history of transaction performed on delta table) </a:t>
                      </a:r>
                      <a:r>
                        <a:rPr lang="en-US" sz="1200" b="0" i="0" u="none" strike="noStrike" noProof="0" err="1">
                          <a:solidFill>
                            <a:schemeClr val="accent6">
                              <a:lumMod val="10000"/>
                            </a:schemeClr>
                          </a:solidFill>
                          <a:latin typeface="Calibri"/>
                        </a:rPr>
                        <a:t>dependentTableIsUpdated</a:t>
                      </a:r>
                      <a:r>
                        <a:rPr lang="en-US" sz="1200" b="0" i="0" u="none" strike="noStrike" noProof="0">
                          <a:solidFill>
                            <a:schemeClr val="accent6">
                              <a:lumMod val="10000"/>
                            </a:schemeClr>
                          </a:solidFill>
                          <a:latin typeface="Calibri"/>
                        </a:rPr>
                        <a:t> = true i.e. if none of source table are update the commands won’t get executed</a:t>
                      </a:r>
                    </a:p>
                    <a:p>
                      <a:pPr marL="171450" lvl="0" indent="-171450" algn="l">
                        <a:lnSpc>
                          <a:spcPct val="100000"/>
                        </a:lnSpc>
                        <a:spcBef>
                          <a:spcPts val="0"/>
                        </a:spcBef>
                        <a:spcAft>
                          <a:spcPts val="0"/>
                        </a:spcAft>
                        <a:buFont typeface="Arial"/>
                        <a:buChar char="•"/>
                      </a:pPr>
                      <a:r>
                        <a:rPr lang="en-US" sz="1200" b="0" i="0" u="none" strike="noStrike" baseline="0" noProof="0">
                          <a:solidFill>
                            <a:srgbClr val="171717"/>
                          </a:solidFill>
                          <a:latin typeface="Calibri"/>
                        </a:rPr>
                        <a:t>The notebook further calls procedure, </a:t>
                      </a:r>
                      <a:r>
                        <a:rPr lang="en-US" sz="1200" b="0" i="0" u="none" strike="noStrike" baseline="0" noProof="0" err="1">
                          <a:solidFill>
                            <a:srgbClr val="171717"/>
                          </a:solidFill>
                          <a:latin typeface="Calibri"/>
                        </a:rPr>
                        <a:t>usp_mark_dates_loaded</a:t>
                      </a:r>
                      <a:r>
                        <a:rPr lang="en-US" sz="1200" b="0" i="0" u="none" strike="noStrike" baseline="0" noProof="0">
                          <a:solidFill>
                            <a:srgbClr val="171717"/>
                          </a:solidFill>
                          <a:latin typeface="Calibri"/>
                        </a:rPr>
                        <a:t>. This activity thus helps to update </a:t>
                      </a:r>
                      <a:r>
                        <a:rPr lang="en-US" sz="1200" b="0" i="0" u="none" strike="noStrike" baseline="0" noProof="0" err="1">
                          <a:solidFill>
                            <a:srgbClr val="171717"/>
                          </a:solidFill>
                          <a:latin typeface="Calibri"/>
                        </a:rPr>
                        <a:t>tbl_object_dates_availability</a:t>
                      </a:r>
                      <a:r>
                        <a:rPr lang="en-US" sz="1200" b="0" i="0" u="none" strike="noStrike" baseline="0" noProof="0">
                          <a:solidFill>
                            <a:srgbClr val="171717"/>
                          </a:solidFill>
                          <a:latin typeface="Calibri"/>
                        </a:rPr>
                        <a:t> to mark a </a:t>
                      </a:r>
                      <a:r>
                        <a:rPr lang="en-US" sz="1200" b="0" i="0" u="none" strike="noStrike" baseline="0" noProof="0" err="1">
                          <a:solidFill>
                            <a:srgbClr val="171717"/>
                          </a:solidFill>
                          <a:latin typeface="Calibri"/>
                        </a:rPr>
                        <a:t>batch_task_id</a:t>
                      </a:r>
                      <a:r>
                        <a:rPr lang="en-US" sz="1200" b="0" i="0" u="none" strike="noStrike" baseline="0" noProof="0">
                          <a:solidFill>
                            <a:srgbClr val="171717"/>
                          </a:solidFill>
                          <a:latin typeface="Calibri"/>
                        </a:rPr>
                        <a:t> for an object (conformed) as loaded</a:t>
                      </a:r>
                      <a:endParaRPr lang="en-US"/>
                    </a:p>
                  </a:txBody>
                  <a:tcPr anchor="ctr"/>
                </a:tc>
                <a:extLst>
                  <a:ext uri="{0D108BD9-81ED-4DB2-BD59-A6C34878D82A}">
                    <a16:rowId xmlns:a16="http://schemas.microsoft.com/office/drawing/2014/main" val="2235498560"/>
                  </a:ext>
                </a:extLst>
              </a:tr>
            </a:tbl>
          </a:graphicData>
        </a:graphic>
      </p:graphicFrame>
    </p:spTree>
    <p:extLst>
      <p:ext uri="{BB962C8B-B14F-4D97-AF65-F5344CB8AC3E}">
        <p14:creationId xmlns:p14="http://schemas.microsoft.com/office/powerpoint/2010/main" val="170023804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57200" y="405954"/>
            <a:ext cx="11277600" cy="936386"/>
          </a:xfrm>
        </p:spPr>
        <p:txBody>
          <a:bodyPr/>
          <a:lstStyle/>
          <a:p>
            <a:r>
              <a:rPr lang="en-US" b="1">
                <a:solidFill>
                  <a:srgbClr val="CD2883"/>
                </a:solidFill>
              </a:rPr>
              <a:t>Standardised To Conformed</a:t>
            </a:r>
            <a:r>
              <a:rPr lang="en-US" sz="4200" b="1">
                <a:solidFill>
                  <a:srgbClr val="CD2883"/>
                </a:solidFill>
              </a:rPr>
              <a:t> (BED)</a:t>
            </a:r>
          </a:p>
        </p:txBody>
      </p:sp>
      <p:sp>
        <p:nvSpPr>
          <p:cNvPr id="4" name="AutoShape 2" descr="data:image/jpg;base64,%20/9j/4AAQSkZJRgABAQEAYABgAAD/2wBDAAUDBAQEAwUEBAQFBQUGBwwIBwcHBw8LCwkMEQ8SEhEPERETFhwXExQaFRERGCEYGh0dHx8fExciJCIeJBweHx7/2wBDAQUFBQcGBw4ICA4eFBEUHh4eHh4eHh4eHh4eHh4eHh4eHh4eHh4eHh4eHh4eHh4eHh4eHh4eHh4eHh4eHh4eHh7/wAARCACrAlMDASIAAhEBAxEB/8QAHwAAAQUBAQEBAQEAAAAAAAAAAAECAwQFBgcICQoL/8QAtRAAAgEDAwIEAwUFBAQAAAF9AQIDAAQRBRIhMUEGE1FhByJxFDKBkaEII0KxwRVS0fAkM2JyggkKFhcYGRolJicoKSo0NTY3ODk6Q0RFRkdISUpTVFVWV1hZWmNkZWZnaGlqc3R1dnd4eXqDhIWGh4iJipKTlJWWl5iZmqKjpKWmp6ipqrKztLW2t7i5usLDxMXGx8jJytLT1NXW19jZ2uHi4+Tl5ufo6erx8vP09fb3+Pn6/8QAHwEAAwEBAQEBAQEBAQAAAAAAAAECAwQFBgcICQoL/8QAtREAAgECBAQDBAcFBAQAAQJ3AAECAxEEBSExBhJBUQdhcRMiMoEIFEKRobHBCSMzUvAVYnLRChYkNOEl8RcYGRomJygpKjU2Nzg5OkNERUZHSElKU1RVVldYWVpjZGVmZ2hpanN0dXZ3eHl6goOEhYaHiImKkpOUlZaXmJmaoqOkpaanqKmqsrO0tba3uLm6wsPExcbHyMnK0tPU1dbX2Nna4uPk5ebn6Onq8vP09fb3+Pn6/9oADAMBAAIRAxEAPwD7LooooAKKKKACiiigAoqCW48u8gt/ImbzVY+Yq5RNuOGPbOePoa5jR/iJ4d1PcY/7Qt1+xy3sLXNm8a3EMRAkeMkYbGRx15HFAHXUVyMfxB0dvDh8QSafrUNiTbiEy2Dq1wZ2Cx+WvVsll+mRWt4c8Sabrz3UFp9pgu7NlW5tLqBoZotwypKsM4IBwRkHB54NAGxRWNpHifR9W1/UdEsLh5bvTlQ3P7pgg3FlwrEYbBRgcZwRitmgAooooAKKKKACiiigAooooAKKKKACiiigAooooAKKKKACiiigAooqCW48u8gt/ImbzQx8xVyibcfePbOePoaAJ6K5XR/H2g6pqS2MS38Dy+f9nkuLR447jyGIlEbEYYrg8egzUFt8RdEm8MzeJDZazDpccMcyTy2DqJlkYKnljqxJYce9AHY0Vi+HfE2ma5dXVlbrd219aqrT2l5btDMiNna+1hypwcMMjIIqL/hLtJXxPD4emjv7e6uHkjtpJrORIZ3RdzKkhGGIUE++DjOKAN+iiigAooooAKKKKACiiigAooooAKKKKACiiigAooooAKKKKACiiigAooqpqWoW+nqj3Ak2tu+ZULBQqM5Jx04U/jigC3RXG2XxJ8N3OlXuouNRtY7TThqbJc2bxvJakZEqAj5xxjjnOPWrF1460210uG/utL1yAXF2lnbwvYOJZpHUsu1e4wp59qAOqorK8N+INN8QW88unvKHtpTDcwTxNFNBIADtdGAIOCCOxBBGai8PeKNG1+/1Oy0q4eeTTZFjuGMTKmWBI2kjDDg8jI4oA2qKKKACiqWsapa6VbfaLsS+UA7MyRltoRGck46cKfxwK5qH4k+G20nUNSmGo2iWFkl/LFcWTxyNbvnbIikfOCQRx3FAHZUVy15430+z0+3u7vS9cga5vBZ29u9gwmlkKF/lTuMK3PtWr4c1/Tdfs5rjT5Jc28phuIZomjlgkABKOjAFTgg+4II4NAGpRWBoHi3StZ1ifSIY7+2voYFuPJvLSSBpISxUSKHAyuRj1HcVv0AFFFFABRRRQAUUUUAFFFFABRRRQAUUUUAZt6F/t/TWKxFhHNgmYqw4XOE/i9/T8a8i8LeA/FVqtsh0+6tHg0i+sbp7zU1uIpvNB8tYEy3lDeFJPy8DBB7evXp/4n2nDdjMc3Hkbs/d/j/g+nf8K0aAPILHwtrkHwxttGtfCl5a6jZzaZNJHPqiTC5aCWNpNhMjBOEOAdoORXY+FdN1ifxjqvivWLFNMN1ZwWNvZiZZXCRNI5eRl+XJMhAAJwB15wOuooA4vSote/4WnqOoz+HpoNMnsYrSO6NzCwzE8zbtgbdhvMUDjPriu0oooAKKKqXF/FDqlpp7K5kukkdGHQBNuc/99CgC3RRRQAUUUUAFFFFABRRRQAUUUUAFFFFABRRRQAUUUUAFZt8F/t/TWKxFhHNgtMVYcL0T+L39PxrSrOvT/wAT3ThuxlJuPI3Z4X+P+D6d/wAKAPLPCfgnxLZ+IdOuJNPu7YWc+om4mudSWe3lhnaQqsEOT5bFjGS2E4Vgc5xTNJ8Ha9b/AAgn8Mw+Frq11VbSzV2l1RJY7mSKRGYJmQhBhWI4UcivZ6KAOP8AD2nazfeOrnxZq2nLpSLpy6fbWpnWWVx5hkeRymVHO0KAT/ET1xVGK18Sah8Tl1LWvDsw03Tnkh0iSK6hMcYZcPcyLu3l2GVCgfKpPUk476igAooooAKKKKACiiigAooooAKKKKACiiigAooooAKKKKACiiigAooooAKxvFUE11DBbwqzPJ5yDE4RcmGQDcD98ZI47de1bNZurGP+0tJ3m3DG5bZ5kZZifKf7hH3Tjue2RQB43p3w/wDFh8MalZrpl1bSzeEjpMkd/qi3JnuQo2eUdzeVGP3mRuAO5fl4zXS3mh6z/YOiDS/CN9bSaZrsF9Ja3GqRzPMixurMrtIwHLD5SRXqNFAHKeB9J1SHWtf8RaxaxWNxrE0OyzSUSGGKKPYu9hwXJ3E4yAMDJxVXwpDr0fxA8Q3994emsrC/SBYJ2uYX/wBUrLyqsSN27I4+uK7WigAooooAwPHNpcX+lGztVZpp454kHniNdzQSAbgfvDJHHbr2rykfD/xZN4Y1y0h0u6t2vPDSaa0OoaotzJPcIQU8t9zeVGAZONwBLA7RjNex6uY/7Q0nebcMbptnmRlmJ8p/uEfdOM8ntkVpUAeZ3+j6wNO0GbSfCV9bnS9cF5JZz6nHLLJH5EiFldpGHVx8pYdDXQ+B9K1S1v8AxBr+rWsVrd6xcxyrZRyiTyY44ljQM/ALnaSccDIGTjNdXRQBwXw9tfEcviXUde8V+H5bLUruIRJILqGSC3t0YlIIwrFiTuLMxAyfQACu9oooAKKKKACiiigAooooAKjuJ4bdPMmkWNfVjipK4jUrp7y7eZ2JXJCDsq15ea5nHL6Sm1dvZHThsO68rXsjqP7Y03/n6X/vk/4Uf2xpv/P0v/fJ/wAK46ivmP8AWyv/AM+1+J6P9mQ/mZ2P9sab/wA/S/8AfJ/wo/tjTf8An6X/AL5P+FeceK9YOg6UupNbia3S5hjuTux5UTuEaTpzt3AkegNZN1480fT5b86ozW1vBeSWtu6I0rT+UimZ9qgkKjMVJ/2a1hxNi5q8aSf3kPL6Sesj0+61SybWLKRZpTGqSh2VyEUnbjcuPm749OfWr39sab/z9L/3yf8ACvKpvHHhyM3GLq5mEEsULNDaSyK8kiqyIhC4dirKcLng5om8ZaXa3FzDdtKZY7jyY4Le2mlnYeQkzFowmRhZATjIGRk5OA/9ZcZ/z5X4h/Z9L+Y9V/tjTf8An6X/AL5P+FH9sab/AM/S/wDfJ/wryy38beG7jUbext76SV7gwiOVLeQwkypviBk27QWXoCeenWp77Wrq18YaZon9m5tb6GZ/tZmAw8YB2hMZPB5JI7Yzzhf6zYu9nSS69R/2fS/mPTP7Y03/AJ+l/wC+T/hR/bGm/wDP0v8A3yf8K46isv8AWyv/AM+1+JX9mQ/mZ2aatpzsFW6TJ9cj+dR3dhJca7p2opIgjtoplZe7b9mMf98muQqzot9cjxVpen+c/kGC5cruOCR5WAR+Jx6ZNeplXEP1ysqNSNm9rHNicB7KHPF3O3ooor6c84KKKKACiiigAopC6K6oWUM2doJ5OOuKWgAooooAKKKKACiiigAooooAKoXgb+27AgS7dk2SswVRwvVOrex7fjV+sy+Mf/CQaYGNvv8ALn2hkJk6LnaegHrnrxQBp0UUUAFFFFABRRRQAUUUUAFFFFABRRRQAUUUUAFFFFABRRRQAUUUUAIzKqlmIAHUk9KrHUtPBwbyD/vsVzviO8kuL17cMRDEdu3sT3JrLr5XH8TLD1nSpw5raN36npUMuc4KUna52v8AaWn/APP5B/32KP7S0/8A5/IP++xXFVn+I9Wg0PRLrV7qKWS3tUEkwiALKmRubnsoyx9ga448WVZNJUl9/wDwDZ5ZFa8x6L/aWn/8/kH/AH2Ko6jqVob3TvLvH2idt/lOuzHlt9/P8OcdO+K8+ufFGj2t/f215dx2kVisPm3MzqkReUMVQEnltqhiPRhUlx4l8O28jRz67psbrALhla5UERHGH6/dORg981X+tFf/AJ8/i/8AIX9nQ/nPS/7S0/8A5/IP++xR/aWn/wDP5B/32K8xbxPosazzT6jaQWcUUMgunuY/LcS7tmOcjO04yBntnBw9vE3h1ZrSFtd00SXio1qv2lMzK5IUrzyCQQMdTxR/rTX/AOfP4v8AyD+zYfznpf8AaWn/APP5B/32KP7S0/8A5/IP++xXmmsa9Bpmr6VpstpeSNqU5hSaOP8AdRNtZhvYkddpwBk/hWtUviuqkm6S18/+ACyyL+0dr/aWn/8AP5B/32KVdRsGYKt5ASf9sVxNFJcXVOtJff8A8Af9lr+Y7LUvM+2ad5f2nb9oO/ysbceW338/w5x074q9XF6ZdE6rplpN5LqLhmiMrkMh8t87MdTgng8YzXaV9ZgcZDGUI1obM8ytSdKbiwooorrMgooooAKKKKACiiigAooooAK4nU7R7K7eJlOwkmNuxFdtTJ4Yp02TRpIvowzXmZrlkcwpKDdmtmdOGxDoSvY4Kiuy/sjTf+fRP1o/sjTf+fRP1r5j/VKt/wA/F9zPQ/tSH8pwmrWNtqml3em3ib7a7heGVfVWBB/nXMT/AA80WXS9IsvtF35mlJIkVzIsU0kolIMpkEiMrMzAMTtBz0xXsX9kab/z6J+tH9kab/z6J+taw4YxMPhqr7mS8xpveJ5Ve+ELC40jUtMW6uIYdRuBPPiOJ+RGibQroygYRe2QeQRVUeA9PhnW6sNU1axu0b5bmKVGkCmCKFlO9WBBWGM5IzuGQRXqV1p9hHq9lbi3tQsqSllaRg7bduNq9D15z04q7/ZGm/8APon601w1iltVX3A8wpP7J5PZeCNFsoI7e1+0xQxXFnPGgcEKbZVWMcjOMKM9z6irmqaAb/xHp2tf2vf27aeGEdvEsXlNvGH3bkLcgAcMMY4xXpn9kab/AM+ifrR/ZGm/8+ifrS/1ZxLd3VX3B/aNP+U42iuy/sjTf+fRP1o/sjTf+fRP1rL/AFSrf8/F9zK/tSH8pxtanh0Qw6xam4hPnXEUv2Zio4Vdu857Zyv1xXQR6Xp8bBltIsj1Gf51keLFuIdT0zULdkUQpPEc9RvCYI7fw134HJIZZJ4qvO/KnsjGtjHiEqUFudHRXn76wy6jHp76lKLuWNpkiMrBmRSAzD2BZfzFGn6u2oWaXllqMtxbyZ2SJKxVsEg4/EGrfFWH39nL8P8AMn+zZ/zI9AorhvtV5/z9XP8A38b/ABqKz1OW8tY7q2vriSGRdyOJGGR+NL/WzDfyS/D/ADH/AGZU/mR31FcN9qvP+fq4/wC/rf41m6f4psdQ1O40yy1wz3lsCZYVmbcoDbSfcBhgkZweKa4qw7Tapy/D/MP7Nn/MjsdVjkbxbokioxRY7ncwHAyqYzW1XKaLrt1/bdnpMw85LmOV/MY/MmwLx753fpXV172DxdPF0VWp7M4atKVKbjIKKKK6jMKKKKACiiigAooooAKo3fm/2zY7ftPl7Jd+zHl9Fxv759Me9Xqzb4R/8JBphYW+8Rz7S8hEnRc7R0I9c9OKANKiiigAooooAKKKKACiimyErGzDqATQA6ivmqX44+MlldRDpWFYj/UN6/71N/4Xn4z/AOeOlf8Afhv/AIqvY/sPF9l95w/2jR7n0vRXzR/wvPxn/wA8dK/78N/8VR/wvPxn/wA8dK/78N/8VR/YWL7L7w/tGh3PpesvxfeS6f4W1S/g/wBbbWskyZ9VUkfyr58/4Xn4z/546V/34b/4qqurfGXxZqel3WnXMOmeTdQtDJthYHawwcfN15qoZHiuZXSt6ilmNG2jPo7wrrNt4g8PWWsWjAxXUQfH9091P0ORWnXgf7Mvinybq58J3UnyS5ns8now++o+o5/A175XBjsM8NXlT6dPQ6MPWVampBRRRXIbhRRRQBx2vW72+pylh8srF0Prnr+tUK7u6t4LqLy541dfft9Kzj4f0/P/AC2H/A6+NzHhmrWryqUZK0nezv8A5M9ahmMYwUZrY5Wory3hvLSa0uYxJBPG0ciHoysMEfka6/8A4R/T/wDpt/33R/wj+n/9Nv8AvuuFcK4z+aP3v/I2/tKl2f8AXzPEl+Ge3w/p1lJrTXOoWV612buaJws+YvJCuqSK3yxBFBDDlc9yK0YvAtvb6ZqNnayWQW7tbO3SOS1byohbg7SAsgbqcjDAqQDk165/wj+n/wDTb/vuqt5o9pDdWcSKzLPKUctcBSoCMcqP4jkDgdsntXQ+H8ye9SP497/y9zNY7D/yv+vmeTL4Evo7q11JfERn1S1+ytHPdWvmq7wpOhLrvBO5ZzjkEFQcnmmwfDmGHT7m1Gp7nuIII3kNuBh0u3umYDPALSEBf4QBya9l/wCEf0//AKbf990f8I/p/wD02/77o/1fzH+eP/Df9uh9dw/Z/wBfM838V6PqmrX+kXFjqVnaR6fdi6ZJrRpTIwVkxkOuBhz2POK3q6r/AIR/T/8Apt/33R/wj+n/APTb/vusXwvjWknKOnr/AJFrMaK6P+vmcrRXVf8ACP6f/wBNv++6VdA09WyVlb2L1K4Uxf8ANH73/kP+06XZ/wBfM57R4pW1qwmUSiNJmVikIcEmNuCf4R7+uB3rtq5/xQ66fFprW0SqVuSExLsCkxvzt/j+n49q5+61poby2trjUpI7i7ZlgQykGQqu5gPoAT9BXt/XMPkdKGFacpWu7f1/Vjj9lPGSdRaI9Aorz+y1dr2OSS01GWZIpXhcpKxCuhwy/UEEVP8Aarz/AJ+rn/v43+NZvivDLeEvw/zK/syp/MjuaK4G01OW7iaW3vriRFd4yRIwwysVYc+hBFS/arzH/H1cf9/W/wAaHxXhl9iX4f5h/ZlT+ZHc0V5zJ4ghj1qLRX1hhqM0DXEdt57b2iUgM+PQEgV0fhzUbhrsWk8jSq4O0sckEc9a6sJxDh8TWjS5WnLa5nVwE6cXK6djo6KKK984QooooAKKKKACiiigAooooAoXhb+27AAybTHNkCEMv8PV+q+w7/hV+s68H/E9087c4jm58/bj7v8AB/H9e341o0AFFFFABRRRQAVx/j2aVdb0SFZGEci3JdQeGIVMZ+mTXYVlazHp11f2djdRE3UqStbyBRmMLt3YPbOR9a5Mfh5YjDTpR3aNaM1TqKT6HlPxH0jWb+0stQ8N+UNZspXWIyPsXypkMcmT7ZWQDuYwKwG8F6za+NLCSzub0aNYx2kdl5FwiLAkS7ZEdW5IfqdoO7ODjANeznw3Jni8TH/XP/69H/CNy/8AP4n/AH7P+NfEQybM4R5VBfev8/6uz13i8O3e54xYeEta0+DwiYLeae8syj6k098Xg3lk8x2y24uAp2lcjsRg1TtPCfi9fsKXIkluo4rMQXw1IgWBjkLTgpn95vX2O7ODgCvc/wDhG5f+fxP+/Z/xo/4RuX/n8T/v2f8AGr/srNP+fa+9evcX1nDfzHlfgvw1qmj61a3s7S4ltrxb/ddtKHka4V4OCSOI944xjOKs6Ba61ceOL7WNa0d7VUhez090uI3jS33hskA7i8hAY5AChQPUn0v/AIRuX/n8T/v2f8aP+Ebl/wCfxP8Av2f8azlkuZSbbpq781/n/SKWLw6t7xm+HrRJvE1pdtJte3hmCpx827aD+WK7WuNv7WHRPEWjXL75W8u5BYLjkqmF9ulXj4knzxax4/3z/hX0WCr0Mow0KGKmlLV21e78jhrQniqjnTWh0lFc3/wkdx/z6xf99mj/AISO4/59Yv8Avs10f6wZd/z8/B/5Gf1Gv/L+R0lFc3/wkdx/z6xf99mj/hI7j/n1i/77NH+sGXf8/Pwf+QfUa/8AL+R0lZet3M8Gp6HFFIUS4vmjlA/iUW074/76VT+FZ/8Awkdx/wA+sX/fZqW31nT729sIb2EJdmdvsg5I8zypCSD2+Tf19a3w+b4PEzVOnO7+a/NEVMLVpx5pR0N+iiivSOcKoXhb+29PAMm0pNkCEMvRer9V9vX8Kv1nXo/4nunHbnCTc+ftxwv8H8f17fjQBo0UUUAFFFFABRRRQAU2b/Uv/umnU2QFo2UdSCKAPhy4/wCPiX/fb+dMr06X4JeN2ldgum4LEj/ST6/7tN/4Uj44/u6Z/wCBJ/8Aia+/WZYW38RHzLwlb+VnmdFemf8ACkfHH93TP/Ak/wDxNH/CkfHH93TP/Ak//E0f2lhf+fiD6pW/lZ5nRXpn/CkfHH93TP8AwJP/AMTVbVPg94x03TLnULoacILaJpZNtwSdqjJwMe1NZjhW7KohPC1l9lnJ+DP7S/4SzS/7HyL77Unkkeue/tjOfavtCPd5a7wA2BuA6ZrwT9mXwt51zceKrqP5IswWmR1b+Jh/L8698r5rPcRGpiFCP2dP69P8z18upOFLmfUKKKK8Q9AKKKKACiiigAooooAKztVKjUdKDGME3DY3Q7yf3T9D/Aff8O9aNUNS8z7dpuwTlfPbf5cgVQPLb74P3hnsO+D2oAv0UUUAFFFFABRRRQBzfjwjydNyUB+2cZi3H/Vv0P8AD9fwrgvH2m6jf6LFc6LFHLq+m3Ud7YpI+xXkQ4ZC3YMjOpP+1Xpuv2wu5bCBluDGbg7zFKFA/dtgsD94ZxwO+DVFvDcm47bxcdsx8/zr5XPMqxWJxMK1BJ2VrX83+Duelg8TThTcJs8OufA3iGLUtEjgvrxrK1tYd72tykZjuvOaSeVg/USFuoycAjHOanvvCOtx6day2lvNc6p/a9zdSiW+Jt2Rp3MXmAsDhYyNoTlT2Ne0/wDCNy/8/if9+z/jR/wjcv8Az+J/37P+NeV/ZWa6fu196/zOn6zhv5jw/WvCni25F0vly3TSi9WwkXUzF/Z80l1I8VwQD8wEbR8DJGzbjBNbWi+GdXs/FcOsSSysz6jetdObpir2zp+6XYTtGHAOAOOfU16t/wAI3L/z+J/37P8AjR/wjcv/AD+J/wB+z/jSllGaNcvs116rr8wWKw978x5RbeF/EMHxOh8RyXun3Nm/2vzm8hlmjjYRCKIHeQQAh5AxksSMtx6V4c/5DMH/AAL/ANBNXf8AhG5f+fxP+/Z/xrR0jSY7BjK0hllIxuxgAewrpwGTY5YqnUrRSUfNdPQiti6Ps5Rg7tmlRRRX2544UUUUAFFFFABRRRQAUUUUAZt6V/t/TQWjDGObAMJZjwvR/wCH3Hf8K0qo3fmf2zY7RcbNku7ZIBH/AA43L1PtjpzV6gAooooAKKKKACs29sZpvEOm36FPKtop0cE85fZjH/fJrSooAKKKKACiiigAooooA5fxxemG70uy8vIuWlYtn7uxQen41578Q9Vk8OR6Z4mkuZY9Msbgx6nGCdpglXaHI7lZPLOewLetem+KNGbUriyvIpcS2fmbYsf6zeADz2xisOXTrt1MclhM6nqrREg18PxBha7xqqxpuUWuiv6+h7GBqQ9i4uVmeTad4u8UadrOl+H7mzgnuJYra6vXu7hEdjdSuWSLdIvEQ+UAK+cAcdTcj8b63FYaNqWof2NBaajePE2xGeSNBKIkAQyBnLE8soO3IypHNelvpdxJIkj6bI8kf3GaAkr9DjimnSZWaNm0tyYzmMm3+4fUccV47o1X/wAw7+5/5HWpRX21955O3xA1KytpY4l05DaxvP5N5NI81+TeTQ+VAS2dwEY/vcuowBXQ+HfFGs33iSG0vLfT1sbu51G3txEHEyG1l2BnJJB3DPAAwQOTnjuDpUxZGOmOWjJKEwcqT1I44pw025BBGnzAgkgiE8E9e3elPD1ZJ2w8vuf+Xz/AFOK+2jzmx1ST/hb6WNvqks1pPbXQliXURcqZUaPAaH/l32fMAf4i2DzivQtPtpZ/E2iyxqCtvcySSZPRTbyp+PLCnppc6SvKmmyLI+N7iAhm+pxzUsEV7Yazos8hNvDNdvFIHABZfs0z856DKA/hXZlmExE8bSl7NpR3bTWxliKsFRkuZO521FZra5pqsR5zH3CHH8qT+3dN/wCer/8Aftq+7eOwq/5ex+9f5ni+xqfyv7jTrNviv9v6aC0YYxzYBhLMeF6P/D7+v4Un9u6b/wA9X/79tVO51mzbVLORZLrykWTft4TJxjcuMt3xjpzS+v4X/n7H/wACX+Y/Y1P5X9xv0Vmf27pv/PV/+/bUf27pv/PV/wDv21H1/C/8/Y/+BL/MPY1P5X9xp0VWsr61vAfs8oYjqpGCPwNWa6YTjOPNF3Rm007MKKKKoQUUUUAFFFFABRRRQAVleL7SS/8AC2qWMP8ArLm1khT6spA/nWrRTi2mmhNXVjM8K6PbeH/D9lo9ooEVtEEz/ePc/ia06KKJScm29wSSVkFFFFIYUUUUAFFFFABRRRQAVmav5f8AaWkb/s277S2zzQ27PlP9zHGcZ69s1p1R1EyfbtO2faNvntv8tAy48tvvk9BnuO+KAL1FFFABRRRQAUUUUAZmseV/aGk+Z9m3fam2eaG3Z8p/uY43Yz14xmtOqOpGT7Zp2z7Rt+0Hf5aBlx5bffJ6DOOR3xV6gAooooAKKKKACiiigAooooAKKKKACiiigAooooAKKKKAMy+8v/hIdM3fZt/lz7d+7zOiZ2Y4x659sVp1Qu/M/tqw2m42bJd2yMGP+HG5uoPpjrzV+gAooooAKKKKACiiigAooooAKKKKACiiigDD1YN/wl2hkA48u6z/AN8pW5RRQAUUUUAFFFFABWJ4xhilsLd5EDNDcB4z/dbY65/JiPxrbrI8WJO+nxCGBpQJgZCCPkUK3ze/OBx61x5ipPCVVHflf5GtBr2sb90efeI9Xl0i70ctFG1leXy2dxIxIMJdT5TDtgyBVOf7wrm4viboltFaNrD/AGeS+ZprdYxnbamYxwyvk5+fAOFBOD0wK6zxHo9j4g0O60fUVka1uVCv5blHGCCGVhyrAgEEdCKoz+E9IkvrO8hF1aS2lulqv2acxh4UOUjYDqAc46Hk881+XU5UOW1RO/8AX9fI+jkp391lP/hO9J3RBbPUz59/JYQEwKomljZlk2lmAIBRvc9gahfx7plpBO11Hd3DW73L3LWlqzLbQQzvEZJMnoCh6ZJ2sQMVf1Dwfo99oo0aZrxbA3Es8kKTlRK0khkYN6jcxIxjHY1BeeA/D9yZNy3sSzCZblYrpkFxHLK0rxyAfeTczcdgSM4Jqk8L1uJqoT6d4w0q+17+x4Yb5ZDNNbxzvBiGWWIBnRWzyQpz0wQDzkYqsniqaf4iReHbW2hfT/InEt0WO83MflkxqOmFWQZPqcdjWnbeG9Kt7yC7hikWWC7mvI/nOBJKhR+PTB4Haoh4R8Nr4jg8Qx6PZxanCZWWeOFVZmlxvZiBy3HU88n1qVKgm9Ht+P8AVh2qHU6EzJq9vtOMsVP0wa7OuP8AD8Ly6rCyqSIyWY+gxXYV91wupLBPm/mdvw/U8bMWvbadgooor6M4AooooAKKKKACiiigAooooAKKKKACiiigAooooAKKKKACiiigArN1YKdS0ncISRcNt3zFGB8p/uj+I+3pk9q0qz9UONQ0v5iM3DceRvz+7f8Ai/g+v4d6ANCiiigAooooAKKKKAM3Vwp1DStwhJFy23fKUIPlP90fxH29MntWlWfqpxfaX8xGbk/8sN+f3b/xfwfX8O9aFABRRRQAUUUUAFFFFABRRRQAUUUUAFFFFABRRRQAUUUUAZ16F/t/TiViLCObBMxVhwvRf4vf0/GtGs69P/E904bsfu5uPI3Z+7/H/B9O/wCFaNABRRRQAUUUUAFFFFABRRRQAUUUUAFFFFABRRRQAUUUUAFFFFABWZrN3Pb6josML7Uur1ophgHcot5nx7fMin8K06huLWC4mtppk3PbSmWE5PysUZM+/wArsPxoAa1hYsxZrOAk9SYxSf2fYf8APlb/APfsVZoqPZx7D5n3K39n2H/Plb/9+xVC7srJdasEFpaAMkuQX2k4C9E6P9e341sVnXp/4nunDdj5JuPI3Z4X+P8Ag+nf8KPZw7BzPuWP7PsP+fK3/wC/Yo/s+w/58rf/AL9irNFHs4dg5n3GQwxQrthiSNfRVxT6KKtKwgooooAKKKKACiiigAooooAKKKKACiiigAooooAKKKKACiiigAooooAKoamGN/pm1ZCBO2ds4QD92/Vf4x7fj2q/Wbqxj/tLSd5gDfaW2+ZGWYnyn+6R90+57ZFAGlRRRQAUUUUAFFFFAFDVAxvdMKrIQLg52zhAB5b9R/GPb8e1X6zdXMf9oaTvMAP2ptvmRlmJ8p/ukfdPue2R3rSoAKKKKACiiigAooooAKKKKACiiigAooooAKKKKACiiigCjdRytrFjIscxjRJQ7rLhFJ243L/FnnHpz61eoooAKKKKACiiigAooooAKKKKACiikV1ZmVWUsv3gDyKAFoooJABJOAOpoAKKYksbkBZEYkbgA2cj1p9ABRRSK6MWCsrFThgD0NAC0UUUAFFFFABRRRQAVRu45W1ixkWOYxokodll2opIXG5f4s849OfWr1FABRRRQAUUUUAFFFFABRRRQAUUUUAFFFFABRRRQAUUUUAFFFFABRRRQAUUUUAFFFFABVHURKb7TvL+1bRO2/yiNmPLb7+f4c46d8VepsckcmfLkR8HB2nOKAHUUUEhQSSAB1JoAKKgsryzvoTNZXUFzEGKl4ZA65HUZHep6bTW4XCiiikBR1IS/bNO8v7Vt887/Kxtx5bffz/DnHTvir1FRR3NtJcy20dxE88QBkjVwWQHpkdRmiwEtFFFABRRRQAUUUUAFFFFABRRRQAUUUUAFFFFABRRRQAUUUUAFFFFABRRRQAV45o9vdeHPG6p4msbmTU9RvZhpWtrdPJA7OCEjkiDAAAHp/8Arr2OuY03wH4bsNWh1KG2uHlt3Z7eOW6kkigZupRGJCn6CuzC140ozUuq/rW/+dzCtTc3FrocD4F8Q+INN+HF1ql/4gsBu1J7eCS8gmmcNvYMAFYs5PG1RjGDzU9t8SPEc+iHyYbCTUI9fi0wSSW8kMciOpIYox3Ic9Qa7Fvh34XNtd2wtrlIrm5F1tW6kAhlBJDx8/IcselPtPh/4atohHHb3JH2+PUCXuXdmnQYDEk5Pv612SxWEk5SlG7bvsjBUa6SSfTucpP498S2drqWmXEOmTaxBrMGlw3CoywHzV3B2UkngA8ZqhpOrapoWt+Pb3UdQ0m21FbmwjadoZGhYmMgbY1JcsRj5c9c816BqHgfw7fpqa3VpI/9p3CXNwfOYESoMKykH5SPaqqfDnwqtle2n2S4ZbySKWZ2upDIZI87ZA5OQ3zHnPepjisKotctr2vou8W+vk9BujWunfb/AIJxifErxG2gXzQw2M9/aaxb2KO9tJAkySg4JjY7kOR3q94h13xpcNqXhsnRFuLHRHutSl2SFJt+4BYucr8o6nPNdPB8PfDMMEsKwXTia7hvJGkundnmi+6xYnJ6nPrVrxH4K8P6/qS6jqVrK1wIfIdop3jEsec7HCkbhnsaPrOFU7xjp6enn6h7Kty6v+v6sea+Bb+5sk0dtM0i2vNRj8GtNbkhvNkYTHEec42k9sZ960D8SNci8NxsGsr3WLjUI7MQR2EsclqzIWYPCzbmbg4wQDXbweBvD0EcccUFwoj046ahFw4IgLbsZBznPfrUA+Hnhc6bcWMlpcTfaJ1uJLiW6kacyKMK3mE7gQCQOaqWLws5OU4t6/r6iVGtFWizmV8b+MP7NsLG40qKx1e/1b7DbXF5avFG0W3d5vlFt2e2N1Xfg39s/tXxn/aBgN3/AGyRMYAfLLeWvK55x9a3ZvAfh6bR/wCzJ0vZkFyLpZpLyVp1lAwGEhbcDjjg1f8AC/hnSPDUd0mkwSRLdSiWbfKzln2gZyxJ5xz71jVxFB0pRgrN+Xnfv+BcKVTnTk9v8jZooorzTrCiiigAooooAKKKKACiiigAooooAKKKKACiiigAooooAKKKKACiiigAooooAKKKKACiiigAooooAKKKKAOF+Od7d2Xw/mNrPJbrNcwwXE0Zw0cTOAxz244/Gqfie30P4e+Gp9W8K2NnbX80cVuhLkoyvIqiV1z82M53frXf39na6hZS2V7bx3FtMpSSKRcqwPYisKw8CeEbK1urW30O3EN1H5UyuWk3JnO3LEkDPOBjkV3UMTTjTjCV9HdpbNab6+Rz1KUnJyXb7jiPEPizxZ4b/wCEi0u61S01K5stKj1C2u0tVjKEyBCjKCQRzkU3W9W8WNB4k8P6lrFrKW8O/wBpRzQ2gTy8kh4gM8gjI3Hkda7q18DeFLXS73TYdGhW2vlC3Kl3LSKOgLE7sD0zV658O6Lc3U91NYo81xZfYZW3t80Gc7Ov69fetli6CtaHzsvL7tnoZ+wqP7X4vzPMfB1xrtraeGfCOi6lY6cb3Sjqct39gQkjACxhcgMR3Y8ml0/xl4015/DunabfadZ3l99tiuJ2t98bGBgBIo9wDx05r0PU/BvhnUrGysr3SYpYbGPy7Ub2VokxjaGBDYwPWrFp4a0K0uNOntdNhhfTY3is9mQIlf7wAzg59805Yyg7ycLvXot9fv3WnSwKhUWnNp6vy/4J5jr3jHxrZxeItSt9TsRb6Nq6Wa272gPnBto5bOQBntzyeelWNX8ceKPDqeKNPvLi11K8sBZm1nW3ESqZyAQVzyFzxk/U16DdeEvDtzbX9tPpiPFqFyLq6Uu37yUYw3XjoOmBUl34X0C7uNQnutMhmk1KJIrsvkiVE+6CM4GPbFCxeG0Tp/gv7v8A9t9/3DoVekvxfn/wDzu58WePtJ0G9/tS2EEs15a21he3kEUZUykhyyRuykLjg5781ofDSK+h+KPjKHUr6K+ukitFe4jiEYf5TjKgkA4611Ft4F8J2+l3emR6NEbW82+eju7l9v3eWJIx2weKueHvC+g+H5ZpdH06O0knVUlZWYlwucZyTk8nnrU1MXRdOcYxs35JdvN22eg40anNFye3n6/5mxRRRXmHWFFFFABRRRQAUUUUAFFFFABRRRQAUUUUAFFFFABRRRQAUUUUAFFFFABRRRQAUUUUAFFFFABRRRQAUUUUAFFFFABRRRQAUUUUAFFFFABRRRQAUUUUAFFFFABRRRQAUUUUAFFFFABRRRQAUUUUAFFFFABRRRQAUUUUAFFFFABRRRQAUUUUAFFFFABRRRQAUUUUAFFFFABRRRQAUUUUAFFFFABRRRQAUUUUAf/Z"/>
          <p:cNvSpPr>
            <a:spLocks noChangeAspect="1" noChangeArrowheads="1"/>
          </p:cNvSpPr>
          <p:nvPr/>
        </p:nvSpPr>
        <p:spPr bwMode="auto">
          <a:xfrm>
            <a:off x="21272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B4D0A"/>
              </a:solidFill>
              <a:effectLst/>
              <a:uLnTx/>
              <a:uFillTx/>
              <a:latin typeface="Calibri" panose="020F0502020204030204"/>
              <a:ea typeface="+mn-ea"/>
              <a:cs typeface="+mn-cs"/>
            </a:endParaRPr>
          </a:p>
        </p:txBody>
      </p:sp>
      <p:sp>
        <p:nvSpPr>
          <p:cNvPr id="12" name="Text Placeholder 6">
            <a:extLst>
              <a:ext uri="{FF2B5EF4-FFF2-40B4-BE49-F238E27FC236}">
                <a16:creationId xmlns:a16="http://schemas.microsoft.com/office/drawing/2014/main" id="{D963BD07-D3C0-E541-984A-8A097F788756}"/>
              </a:ext>
            </a:extLst>
          </p:cNvPr>
          <p:cNvSpPr txBox="1">
            <a:spLocks/>
          </p:cNvSpPr>
          <p:nvPr/>
        </p:nvSpPr>
        <p:spPr>
          <a:xfrm>
            <a:off x="517525" y="3732843"/>
            <a:ext cx="10693310" cy="2236883"/>
          </a:xfrm>
          <a:prstGeom prst="rect">
            <a:avLst/>
          </a:prstGeom>
        </p:spPr>
        <p:txBody>
          <a:bodyPr/>
          <a:lstStyle>
            <a:lvl1pPr marL="228600" indent="-228600" algn="l" defTabSz="914400" rtl="0" eaLnBrk="1" latinLnBrk="0" hangingPunct="1">
              <a:lnSpc>
                <a:spcPct val="90000"/>
              </a:lnSpc>
              <a:spcBef>
                <a:spcPts val="1000"/>
              </a:spcBef>
              <a:buClr>
                <a:schemeClr val="tx1"/>
              </a:buClr>
              <a:buFont typeface="System Font Regular"/>
              <a:buChar char="–"/>
              <a:defRPr sz="2800" kern="1200">
                <a:solidFill>
                  <a:schemeClr val="tx2"/>
                </a:solidFill>
                <a:latin typeface="+mj-lt"/>
                <a:ea typeface="+mn-ea"/>
                <a:cs typeface="+mn-cs"/>
              </a:defRPr>
            </a:lvl1pPr>
            <a:lvl2pPr marL="515938" indent="-225425" algn="l" defTabSz="914400" rtl="0" eaLnBrk="1" latinLnBrk="0" hangingPunct="1">
              <a:lnSpc>
                <a:spcPct val="90000"/>
              </a:lnSpc>
              <a:spcBef>
                <a:spcPts val="500"/>
              </a:spcBef>
              <a:buFont typeface="System Font Regular"/>
              <a:buChar char="–"/>
              <a:tabLst/>
              <a:defRPr sz="2400" kern="1200">
                <a:solidFill>
                  <a:schemeClr val="tx2"/>
                </a:solidFill>
                <a:latin typeface="+mj-lt"/>
                <a:ea typeface="+mn-ea"/>
                <a:cs typeface="+mn-cs"/>
              </a:defRPr>
            </a:lvl2pPr>
            <a:lvl3pPr marL="808038" indent="-225425" algn="l" defTabSz="914400" rtl="0" eaLnBrk="1" latinLnBrk="0" hangingPunct="1">
              <a:lnSpc>
                <a:spcPct val="90000"/>
              </a:lnSpc>
              <a:spcBef>
                <a:spcPts val="500"/>
              </a:spcBef>
              <a:buFont typeface="System Font Regular"/>
              <a:buChar char="–"/>
              <a:tabLst/>
              <a:defRPr sz="2000" kern="1200">
                <a:solidFill>
                  <a:schemeClr val="tx2"/>
                </a:solidFill>
                <a:latin typeface="+mj-lt"/>
                <a:ea typeface="+mn-ea"/>
                <a:cs typeface="+mn-cs"/>
              </a:defRPr>
            </a:lvl3pPr>
            <a:lvl4pPr marL="1090613" indent="-234950" algn="l" defTabSz="914400" rtl="0" eaLnBrk="1" latinLnBrk="0" hangingPunct="1">
              <a:lnSpc>
                <a:spcPct val="90000"/>
              </a:lnSpc>
              <a:spcBef>
                <a:spcPts val="500"/>
              </a:spcBef>
              <a:buFont typeface="System Font Regular"/>
              <a:buChar char="–"/>
              <a:tabLst/>
              <a:defRPr sz="1800" kern="1200">
                <a:solidFill>
                  <a:schemeClr val="tx2"/>
                </a:solidFill>
                <a:latin typeface="+mj-lt"/>
                <a:ea typeface="+mn-ea"/>
                <a:cs typeface="+mn-cs"/>
              </a:defRPr>
            </a:lvl4pPr>
            <a:lvl5pPr marL="1373188" indent="-273050" algn="l" defTabSz="914400" rtl="0" eaLnBrk="1" latinLnBrk="0" hangingPunct="1">
              <a:lnSpc>
                <a:spcPct val="90000"/>
              </a:lnSpc>
              <a:spcBef>
                <a:spcPts val="500"/>
              </a:spcBef>
              <a:buFont typeface="System Font Regular"/>
              <a:buChar char="–"/>
              <a:tabLst/>
              <a:defRPr sz="1800" kern="1200">
                <a:solidFill>
                  <a:schemeClr val="tx2"/>
                </a:solidFill>
                <a:latin typeface="+mj-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
                <a:srgbClr val="FB4D0A"/>
              </a:buClr>
              <a:buSzTx/>
              <a:buFont typeface="System Font Regular"/>
              <a:buNone/>
              <a:tabLst/>
              <a:defRPr/>
            </a:pPr>
            <a:r>
              <a:rPr kumimoji="0" lang="en-US" sz="1600" b="0" i="0" u="none" strike="noStrike" kern="1200" cap="none" spc="0" normalizeH="0" baseline="0" noProof="0">
                <a:ln>
                  <a:noFill/>
                </a:ln>
                <a:solidFill>
                  <a:srgbClr val="000000"/>
                </a:solidFill>
                <a:effectLst/>
                <a:uLnTx/>
                <a:uFillTx/>
                <a:latin typeface="Calibri" panose="020F0502020204030204"/>
                <a:ea typeface="+mn-ea"/>
                <a:cs typeface="+mn-cs"/>
              </a:rPr>
              <a:t>The essence of the BED approach can be captured as follows:</a:t>
            </a:r>
          </a:p>
          <a:p>
            <a:pPr marL="228600" marR="0" lvl="0" indent="-228600" algn="l" defTabSz="914400" rtl="0" eaLnBrk="1" fontAlgn="auto" latinLnBrk="0" hangingPunct="1">
              <a:lnSpc>
                <a:spcPct val="90000"/>
              </a:lnSpc>
              <a:spcBef>
                <a:spcPts val="1000"/>
              </a:spcBef>
              <a:spcAft>
                <a:spcPts val="0"/>
              </a:spcAft>
              <a:buClrTx/>
              <a:buSzTx/>
              <a:buFont typeface="Wingdings" panose="05000000000000000000" pitchFamily="2" charset="2"/>
              <a:buChar char="§"/>
              <a:tabLst/>
              <a:defRPr/>
            </a:pPr>
            <a:r>
              <a:rPr kumimoji="0" lang="en-US" sz="1600" b="0" i="0" u="none" strike="noStrike" kern="1200" cap="none" spc="0" normalizeH="0" baseline="0" noProof="0">
                <a:ln>
                  <a:noFill/>
                </a:ln>
                <a:solidFill>
                  <a:srgbClr val="000000"/>
                </a:solidFill>
                <a:effectLst/>
                <a:uLnTx/>
                <a:uFillTx/>
                <a:latin typeface="Calibri" panose="020F0502020204030204"/>
                <a:ea typeface="+mn-ea"/>
                <a:cs typeface="+mn-cs"/>
              </a:rPr>
              <a:t>Incremental loads will be conducted in batches during which a clearly-defined window of data will be processed to Conformed.  There can be multiple such batches processed per day.  Each batch has an associated “Batch Effective Date”, which is the latest time considered during processing of that batch</a:t>
            </a:r>
          </a:p>
          <a:p>
            <a:pPr marL="228600" marR="0" lvl="0" indent="-228600" algn="l" defTabSz="914400" rtl="0" eaLnBrk="1" fontAlgn="auto" latinLnBrk="0" hangingPunct="1">
              <a:lnSpc>
                <a:spcPct val="90000"/>
              </a:lnSpc>
              <a:spcBef>
                <a:spcPts val="1000"/>
              </a:spcBef>
              <a:spcAft>
                <a:spcPts val="0"/>
              </a:spcAft>
              <a:buClrTx/>
              <a:buSzTx/>
              <a:buFont typeface="Wingdings" panose="05000000000000000000" pitchFamily="2" charset="2"/>
              <a:buChar char="§"/>
              <a:tabLst/>
              <a:defRPr/>
            </a:pPr>
            <a:r>
              <a:rPr kumimoji="0" lang="en-US" sz="1600" b="0" i="0" u="none" strike="noStrike" kern="1200" cap="none" spc="0" normalizeH="0" baseline="0" noProof="0">
                <a:ln>
                  <a:noFill/>
                </a:ln>
                <a:solidFill>
                  <a:srgbClr val="000000"/>
                </a:solidFill>
                <a:effectLst/>
                <a:uLnTx/>
                <a:uFillTx/>
                <a:latin typeface="Calibri" panose="020F0502020204030204"/>
                <a:ea typeface="+mn-ea"/>
                <a:cs typeface="+mn-cs"/>
              </a:rPr>
              <a:t>Within a batch, if the same source record is updated multiple times, only the latest version of that record will be processed to Conformed</a:t>
            </a:r>
          </a:p>
          <a:p>
            <a:pPr marL="228600" marR="0" lvl="0" indent="-228600" algn="l" defTabSz="914400" rtl="0" eaLnBrk="1" fontAlgn="auto" latinLnBrk="0" hangingPunct="1">
              <a:lnSpc>
                <a:spcPct val="90000"/>
              </a:lnSpc>
              <a:spcBef>
                <a:spcPts val="1000"/>
              </a:spcBef>
              <a:spcAft>
                <a:spcPts val="0"/>
              </a:spcAft>
              <a:buClrTx/>
              <a:buSzTx/>
              <a:buFont typeface="Wingdings" panose="05000000000000000000" pitchFamily="2" charset="2"/>
              <a:buChar char="§"/>
              <a:tabLst/>
              <a:defRPr/>
            </a:pPr>
            <a:r>
              <a:rPr kumimoji="0" lang="en-US" sz="1600" b="0" i="0" u="none" strike="noStrike" kern="1200" cap="none" spc="0" normalizeH="0" baseline="0" noProof="0">
                <a:ln>
                  <a:noFill/>
                </a:ln>
                <a:solidFill>
                  <a:srgbClr val="000000"/>
                </a:solidFill>
                <a:effectLst/>
                <a:uLnTx/>
                <a:uFillTx/>
                <a:latin typeface="Calibri" panose="020F0502020204030204"/>
                <a:ea typeface="+mn-ea"/>
                <a:cs typeface="+mn-cs"/>
              </a:rPr>
              <a:t>All records created/updated/deleted in Conformed as a result of the batch will receive </a:t>
            </a:r>
            <a:r>
              <a:rPr kumimoji="0" lang="en-US" sz="1600" b="0" i="0" u="none" strike="noStrike" kern="1200" cap="none" spc="0" normalizeH="0" baseline="0" noProof="0" err="1">
                <a:ln>
                  <a:noFill/>
                </a:ln>
                <a:solidFill>
                  <a:srgbClr val="000000"/>
                </a:solidFill>
                <a:effectLst/>
                <a:uLnTx/>
                <a:uFillTx/>
                <a:latin typeface="Calibri" panose="020F0502020204030204"/>
                <a:ea typeface="+mn-ea"/>
                <a:cs typeface="+mn-cs"/>
              </a:rPr>
              <a:t>ValidFrom</a:t>
            </a:r>
            <a:r>
              <a:rPr kumimoji="0" lang="en-US" sz="1600" b="0" i="0" u="none" strike="noStrike" kern="1200" cap="none" spc="0" normalizeH="0" baseline="0" noProof="0">
                <a:ln>
                  <a:noFill/>
                </a:ln>
                <a:solidFill>
                  <a:srgbClr val="000000"/>
                </a:solidFill>
                <a:effectLst/>
                <a:uLnTx/>
                <a:uFillTx/>
                <a:latin typeface="Calibri" panose="020F0502020204030204"/>
                <a:ea typeface="+mn-ea"/>
                <a:cs typeface="+mn-cs"/>
              </a:rPr>
              <a:t> / </a:t>
            </a:r>
            <a:r>
              <a:rPr kumimoji="0" lang="en-US" sz="1600" b="0" i="0" u="none" strike="noStrike" kern="1200" cap="none" spc="0" normalizeH="0" baseline="0" noProof="0" err="1">
                <a:ln>
                  <a:noFill/>
                </a:ln>
                <a:solidFill>
                  <a:srgbClr val="000000"/>
                </a:solidFill>
                <a:effectLst/>
                <a:uLnTx/>
                <a:uFillTx/>
                <a:latin typeface="Calibri" panose="020F0502020204030204"/>
                <a:ea typeface="+mn-ea"/>
                <a:cs typeface="+mn-cs"/>
              </a:rPr>
              <a:t>ValidTo</a:t>
            </a:r>
            <a:r>
              <a:rPr kumimoji="0" lang="en-US" sz="1600" b="0" i="0" u="none" strike="noStrike" kern="1200" cap="none" spc="0" normalizeH="0" baseline="0" noProof="0">
                <a:ln>
                  <a:noFill/>
                </a:ln>
                <a:solidFill>
                  <a:srgbClr val="000000"/>
                </a:solidFill>
                <a:effectLst/>
                <a:uLnTx/>
                <a:uFillTx/>
                <a:latin typeface="Calibri" panose="020F0502020204030204"/>
                <a:ea typeface="+mn-ea"/>
                <a:cs typeface="+mn-cs"/>
              </a:rPr>
              <a:t> timestamps equal to the BED of that batch</a:t>
            </a:r>
          </a:p>
        </p:txBody>
      </p:sp>
      <p:pic>
        <p:nvPicPr>
          <p:cNvPr id="13" name="Picture 12">
            <a:extLst>
              <a:ext uri="{FF2B5EF4-FFF2-40B4-BE49-F238E27FC236}">
                <a16:creationId xmlns:a16="http://schemas.microsoft.com/office/drawing/2014/main" id="{51D7AA04-069D-4421-9B73-5837DC818647}"/>
              </a:ext>
            </a:extLst>
          </p:cNvPr>
          <p:cNvPicPr>
            <a:picLocks noChangeAspect="1"/>
          </p:cNvPicPr>
          <p:nvPr/>
        </p:nvPicPr>
        <p:blipFill>
          <a:blip r:embed="rId2">
            <a:extLst>
              <a:ext uri="{BEBA8EAE-BF5A-486C-A8C5-ECC9F3942E4B}">
                <a14:imgProps xmlns:a14="http://schemas.microsoft.com/office/drawing/2010/main">
                  <a14:imgLayer r:embed="rId3">
                    <a14:imgEffect>
                      <a14:saturation sat="0"/>
                    </a14:imgEffect>
                    <a14:imgEffect>
                      <a14:brightnessContrast contrast="20000"/>
                    </a14:imgEffect>
                  </a14:imgLayer>
                </a14:imgProps>
              </a:ext>
            </a:extLst>
          </a:blip>
          <a:stretch>
            <a:fillRect/>
          </a:stretch>
        </p:blipFill>
        <p:spPr>
          <a:xfrm>
            <a:off x="2322936" y="1336939"/>
            <a:ext cx="7082487" cy="2038169"/>
          </a:xfrm>
          <a:prstGeom prst="rect">
            <a:avLst/>
          </a:prstGeom>
        </p:spPr>
      </p:pic>
      <p:sp>
        <p:nvSpPr>
          <p:cNvPr id="6" name="Rectangle 5"/>
          <p:cNvSpPr/>
          <p:nvPr/>
        </p:nvSpPr>
        <p:spPr>
          <a:xfrm>
            <a:off x="8211523" y="6472409"/>
            <a:ext cx="2728225" cy="302964"/>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 name="Rectangle 6"/>
          <p:cNvSpPr/>
          <p:nvPr/>
        </p:nvSpPr>
        <p:spPr>
          <a:xfrm>
            <a:off x="11005851" y="6290631"/>
            <a:ext cx="837282" cy="35254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358983732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996A85-0E2F-DE4A-847F-E38BC580006C}"/>
              </a:ext>
            </a:extLst>
          </p:cNvPr>
          <p:cNvSpPr>
            <a:spLocks noGrp="1"/>
          </p:cNvSpPr>
          <p:nvPr>
            <p:ph type="ctrTitle"/>
          </p:nvPr>
        </p:nvSpPr>
        <p:spPr>
          <a:xfrm>
            <a:off x="454227" y="379018"/>
            <a:ext cx="11277600" cy="405596"/>
          </a:xfrm>
        </p:spPr>
        <p:txBody>
          <a:bodyPr/>
          <a:lstStyle/>
          <a:p>
            <a:r>
              <a:rPr lang="en-US" sz="3200">
                <a:solidFill>
                  <a:srgbClr val="CD2883"/>
                </a:solidFill>
              </a:rPr>
              <a:t>BED - Explanation of Diagram Notation</a:t>
            </a:r>
          </a:p>
        </p:txBody>
      </p:sp>
      <p:sp>
        <p:nvSpPr>
          <p:cNvPr id="4" name="Text Placeholder 9">
            <a:extLst>
              <a:ext uri="{FF2B5EF4-FFF2-40B4-BE49-F238E27FC236}">
                <a16:creationId xmlns:a16="http://schemas.microsoft.com/office/drawing/2014/main" id="{BA681307-82DA-4AFB-9F31-591FA3A64656}"/>
              </a:ext>
            </a:extLst>
          </p:cNvPr>
          <p:cNvSpPr txBox="1">
            <a:spLocks/>
          </p:cNvSpPr>
          <p:nvPr/>
        </p:nvSpPr>
        <p:spPr>
          <a:xfrm>
            <a:off x="454227" y="955696"/>
            <a:ext cx="11048753" cy="265470"/>
          </a:xfrm>
          <a:prstGeom prst="rect">
            <a:avLst/>
          </a:prstGeom>
          <a:noFill/>
        </p:spPr>
        <p:txBody>
          <a:bodyPr vert="horz" lIns="0" tIns="0" rIns="0" bIns="0" rtlCol="0" anchor="t" anchorCtr="0">
            <a:noAutofit/>
          </a:bodyPr>
          <a:lstStyle>
            <a:lvl1pPr marL="0" indent="0" algn="ctr" defTabSz="914400" rtl="0" eaLnBrk="1" latinLnBrk="0" hangingPunct="1">
              <a:lnSpc>
                <a:spcPct val="90000"/>
              </a:lnSpc>
              <a:spcBef>
                <a:spcPts val="1000"/>
              </a:spcBef>
              <a:buClr>
                <a:schemeClr val="tx1"/>
              </a:buClr>
              <a:buFont typeface="System Font Regular"/>
              <a:buNone/>
              <a:defRPr sz="1200" kern="1200">
                <a:solidFill>
                  <a:schemeClr val="tx2"/>
                </a:solidFill>
                <a:latin typeface="+mj-lt"/>
                <a:ea typeface="+mn-ea"/>
                <a:cs typeface="+mn-cs"/>
              </a:defRPr>
            </a:lvl1pPr>
            <a:lvl2pPr marL="515938" indent="-225425" algn="l" defTabSz="914400" rtl="0" eaLnBrk="1" latinLnBrk="0" hangingPunct="1">
              <a:lnSpc>
                <a:spcPct val="90000"/>
              </a:lnSpc>
              <a:spcBef>
                <a:spcPts val="500"/>
              </a:spcBef>
              <a:buFont typeface="System Font Regular"/>
              <a:buChar char="–"/>
              <a:tabLst/>
              <a:defRPr sz="2400" kern="1200">
                <a:solidFill>
                  <a:schemeClr val="tx2"/>
                </a:solidFill>
                <a:latin typeface="+mj-lt"/>
                <a:ea typeface="+mn-ea"/>
                <a:cs typeface="+mn-cs"/>
              </a:defRPr>
            </a:lvl2pPr>
            <a:lvl3pPr marL="808038" indent="-225425" algn="l" defTabSz="914400" rtl="0" eaLnBrk="1" latinLnBrk="0" hangingPunct="1">
              <a:lnSpc>
                <a:spcPct val="90000"/>
              </a:lnSpc>
              <a:spcBef>
                <a:spcPts val="500"/>
              </a:spcBef>
              <a:buFont typeface="System Font Regular"/>
              <a:buChar char="–"/>
              <a:tabLst/>
              <a:defRPr sz="2000" kern="1200">
                <a:solidFill>
                  <a:schemeClr val="tx2"/>
                </a:solidFill>
                <a:latin typeface="+mj-lt"/>
                <a:ea typeface="+mn-ea"/>
                <a:cs typeface="+mn-cs"/>
              </a:defRPr>
            </a:lvl3pPr>
            <a:lvl4pPr marL="1090613" indent="-234950" algn="l" defTabSz="914400" rtl="0" eaLnBrk="1" latinLnBrk="0" hangingPunct="1">
              <a:lnSpc>
                <a:spcPct val="90000"/>
              </a:lnSpc>
              <a:spcBef>
                <a:spcPts val="500"/>
              </a:spcBef>
              <a:buFont typeface="System Font Regular"/>
              <a:buChar char="–"/>
              <a:tabLst/>
              <a:defRPr sz="1800" kern="1200">
                <a:solidFill>
                  <a:schemeClr val="tx2"/>
                </a:solidFill>
                <a:latin typeface="+mj-lt"/>
                <a:ea typeface="+mn-ea"/>
                <a:cs typeface="+mn-cs"/>
              </a:defRPr>
            </a:lvl4pPr>
            <a:lvl5pPr marL="1373188" indent="-273050" algn="l" defTabSz="914400" rtl="0" eaLnBrk="1" latinLnBrk="0" hangingPunct="1">
              <a:lnSpc>
                <a:spcPct val="90000"/>
              </a:lnSpc>
              <a:spcBef>
                <a:spcPts val="500"/>
              </a:spcBef>
              <a:buFont typeface="System Font Regular"/>
              <a:buChar char="–"/>
              <a:tabLst/>
              <a:defRPr sz="1800" kern="1200">
                <a:solidFill>
                  <a:schemeClr val="tx2"/>
                </a:solidFill>
                <a:latin typeface="+mj-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
                <a:srgbClr val="FB4D0A"/>
              </a:buClr>
              <a:buSzTx/>
              <a:buFont typeface="System Font Regular"/>
              <a:buNone/>
              <a:tabLst/>
              <a:defRPr/>
            </a:pPr>
            <a:r>
              <a:rPr kumimoji="0" lang="en-GB" sz="1400" b="0" i="0" u="none" strike="noStrike" kern="1200" cap="none" spc="0" normalizeH="0" baseline="0" noProof="0">
                <a:ln>
                  <a:noFill/>
                </a:ln>
                <a:solidFill>
                  <a:srgbClr val="000000"/>
                </a:solidFill>
                <a:effectLst/>
                <a:uLnTx/>
                <a:uFillTx/>
                <a:latin typeface="Calibri Light" panose="020F0302020204030204"/>
                <a:ea typeface="+mn-ea"/>
                <a:cs typeface="+mn-cs"/>
              </a:rPr>
              <a:t>Specific notation is used in the following scenario diagrams to illustrate important aspects of the incremental loads</a:t>
            </a:r>
          </a:p>
        </p:txBody>
      </p:sp>
      <p:sp>
        <p:nvSpPr>
          <p:cNvPr id="9" name="TextBox 8">
            <a:extLst>
              <a:ext uri="{FF2B5EF4-FFF2-40B4-BE49-F238E27FC236}">
                <a16:creationId xmlns:a16="http://schemas.microsoft.com/office/drawing/2014/main" id="{88B29C74-A0FE-485F-818E-31BFC18E89FE}"/>
              </a:ext>
            </a:extLst>
          </p:cNvPr>
          <p:cNvSpPr txBox="1"/>
          <p:nvPr/>
        </p:nvSpPr>
        <p:spPr>
          <a:xfrm>
            <a:off x="826548" y="1845453"/>
            <a:ext cx="1540678" cy="369332"/>
          </a:xfrm>
          <a:prstGeom prst="rect">
            <a:avLst/>
          </a:prstGeom>
          <a:no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GB" sz="1800" b="0" i="0" u="none" strike="noStrike" kern="1200" cap="none" spc="0" normalizeH="0" baseline="0" noProof="0">
                <a:ln>
                  <a:noFill/>
                </a:ln>
                <a:solidFill>
                  <a:srgbClr val="FB4D0A"/>
                </a:solidFill>
                <a:effectLst/>
                <a:uLnTx/>
                <a:uFillTx/>
                <a:latin typeface="Calibri" panose="020F0502020204030204"/>
                <a:ea typeface="+mn-ea"/>
                <a:cs typeface="+mn-cs"/>
              </a:rPr>
              <a:t>Basic Notation</a:t>
            </a:r>
          </a:p>
        </p:txBody>
      </p:sp>
      <p:sp>
        <p:nvSpPr>
          <p:cNvPr id="11" name="TextBox 10">
            <a:extLst>
              <a:ext uri="{FF2B5EF4-FFF2-40B4-BE49-F238E27FC236}">
                <a16:creationId xmlns:a16="http://schemas.microsoft.com/office/drawing/2014/main" id="{D836878B-641D-404C-9652-1E09302ADAA1}"/>
              </a:ext>
            </a:extLst>
          </p:cNvPr>
          <p:cNvSpPr txBox="1"/>
          <p:nvPr/>
        </p:nvSpPr>
        <p:spPr>
          <a:xfrm>
            <a:off x="6206931" y="2253148"/>
            <a:ext cx="3642216" cy="369332"/>
          </a:xfrm>
          <a:prstGeom prst="rect">
            <a:avLst/>
          </a:prstGeom>
          <a:no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GB" sz="1800" b="0" i="0" u="none" strike="noStrike" kern="1200" cap="none" spc="0" normalizeH="0" baseline="0" noProof="0">
                <a:ln>
                  <a:noFill/>
                </a:ln>
                <a:solidFill>
                  <a:srgbClr val="FB4D0A"/>
                </a:solidFill>
                <a:effectLst/>
                <a:uLnTx/>
                <a:uFillTx/>
                <a:latin typeface="Calibri" panose="020F0502020204030204"/>
                <a:ea typeface="+mn-ea"/>
                <a:cs typeface="+mn-cs"/>
              </a:rPr>
              <a:t>Notation for Loading between Layers</a:t>
            </a:r>
          </a:p>
        </p:txBody>
      </p:sp>
      <p:pic>
        <p:nvPicPr>
          <p:cNvPr id="12" name="Picture 11">
            <a:extLst>
              <a:ext uri="{FF2B5EF4-FFF2-40B4-BE49-F238E27FC236}">
                <a16:creationId xmlns:a16="http://schemas.microsoft.com/office/drawing/2014/main" id="{D07B6104-45A5-4E9F-8849-341ADE0EEED1}"/>
              </a:ext>
            </a:extLst>
          </p:cNvPr>
          <p:cNvPicPr>
            <a:picLocks noChangeAspect="1"/>
          </p:cNvPicPr>
          <p:nvPr/>
        </p:nvPicPr>
        <p:blipFill>
          <a:blip r:embed="rId2"/>
          <a:stretch>
            <a:fillRect/>
          </a:stretch>
        </p:blipFill>
        <p:spPr>
          <a:xfrm>
            <a:off x="563623" y="2450508"/>
            <a:ext cx="4219516" cy="2055232"/>
          </a:xfrm>
          <a:prstGeom prst="rect">
            <a:avLst/>
          </a:prstGeom>
        </p:spPr>
      </p:pic>
      <p:pic>
        <p:nvPicPr>
          <p:cNvPr id="5" name="Picture 4">
            <a:extLst>
              <a:ext uri="{FF2B5EF4-FFF2-40B4-BE49-F238E27FC236}">
                <a16:creationId xmlns:a16="http://schemas.microsoft.com/office/drawing/2014/main" id="{429995DF-256F-4792-B01D-62C8F42C5AA1}"/>
              </a:ext>
            </a:extLst>
          </p:cNvPr>
          <p:cNvPicPr>
            <a:picLocks noChangeAspect="1"/>
          </p:cNvPicPr>
          <p:nvPr/>
        </p:nvPicPr>
        <p:blipFill>
          <a:blip r:embed="rId3"/>
          <a:stretch>
            <a:fillRect/>
          </a:stretch>
        </p:blipFill>
        <p:spPr>
          <a:xfrm>
            <a:off x="5331358" y="2709278"/>
            <a:ext cx="5430858" cy="2623739"/>
          </a:xfrm>
          <a:prstGeom prst="rect">
            <a:avLst/>
          </a:prstGeom>
        </p:spPr>
      </p:pic>
      <p:sp>
        <p:nvSpPr>
          <p:cNvPr id="8" name="Rectangle 7"/>
          <p:cNvSpPr/>
          <p:nvPr/>
        </p:nvSpPr>
        <p:spPr>
          <a:xfrm>
            <a:off x="8211523" y="6472409"/>
            <a:ext cx="2728225" cy="302964"/>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0" name="Rectangle 9"/>
          <p:cNvSpPr/>
          <p:nvPr/>
        </p:nvSpPr>
        <p:spPr>
          <a:xfrm>
            <a:off x="11005851" y="6290631"/>
            <a:ext cx="837282" cy="35254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219686362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996A85-0E2F-DE4A-847F-E38BC580006C}"/>
              </a:ext>
            </a:extLst>
          </p:cNvPr>
          <p:cNvSpPr>
            <a:spLocks noGrp="1"/>
          </p:cNvSpPr>
          <p:nvPr>
            <p:ph type="ctrTitle"/>
          </p:nvPr>
        </p:nvSpPr>
        <p:spPr>
          <a:xfrm>
            <a:off x="454227" y="379018"/>
            <a:ext cx="11277600" cy="405596"/>
          </a:xfrm>
        </p:spPr>
        <p:txBody>
          <a:bodyPr/>
          <a:lstStyle/>
          <a:p>
            <a:r>
              <a:rPr lang="en-US" sz="3200">
                <a:solidFill>
                  <a:srgbClr val="CD2883"/>
                </a:solidFill>
              </a:rPr>
              <a:t>BED - Single Source Load, Scenario 1</a:t>
            </a:r>
          </a:p>
        </p:txBody>
      </p:sp>
      <p:sp>
        <p:nvSpPr>
          <p:cNvPr id="4" name="Text Placeholder 9">
            <a:extLst>
              <a:ext uri="{FF2B5EF4-FFF2-40B4-BE49-F238E27FC236}">
                <a16:creationId xmlns:a16="http://schemas.microsoft.com/office/drawing/2014/main" id="{BA681307-82DA-4AFB-9F31-591FA3A64656}"/>
              </a:ext>
            </a:extLst>
          </p:cNvPr>
          <p:cNvSpPr txBox="1">
            <a:spLocks/>
          </p:cNvSpPr>
          <p:nvPr/>
        </p:nvSpPr>
        <p:spPr>
          <a:xfrm>
            <a:off x="454227" y="955696"/>
            <a:ext cx="11048753" cy="265470"/>
          </a:xfrm>
          <a:prstGeom prst="rect">
            <a:avLst/>
          </a:prstGeom>
          <a:noFill/>
        </p:spPr>
        <p:txBody>
          <a:bodyPr vert="horz" lIns="0" tIns="0" rIns="0" bIns="0" rtlCol="0" anchor="t" anchorCtr="0">
            <a:noAutofit/>
          </a:bodyPr>
          <a:lstStyle>
            <a:lvl1pPr marL="0" indent="0" algn="ctr" defTabSz="914400" rtl="0" eaLnBrk="1" latinLnBrk="0" hangingPunct="1">
              <a:lnSpc>
                <a:spcPct val="90000"/>
              </a:lnSpc>
              <a:spcBef>
                <a:spcPts val="1000"/>
              </a:spcBef>
              <a:buClr>
                <a:schemeClr val="tx1"/>
              </a:buClr>
              <a:buFont typeface="System Font Regular"/>
              <a:buNone/>
              <a:defRPr sz="1200" kern="1200">
                <a:solidFill>
                  <a:schemeClr val="tx2"/>
                </a:solidFill>
                <a:latin typeface="+mj-lt"/>
                <a:ea typeface="+mn-ea"/>
                <a:cs typeface="+mn-cs"/>
              </a:defRPr>
            </a:lvl1pPr>
            <a:lvl2pPr marL="515938" indent="-225425" algn="l" defTabSz="914400" rtl="0" eaLnBrk="1" latinLnBrk="0" hangingPunct="1">
              <a:lnSpc>
                <a:spcPct val="90000"/>
              </a:lnSpc>
              <a:spcBef>
                <a:spcPts val="500"/>
              </a:spcBef>
              <a:buFont typeface="System Font Regular"/>
              <a:buChar char="–"/>
              <a:tabLst/>
              <a:defRPr sz="2400" kern="1200">
                <a:solidFill>
                  <a:schemeClr val="tx2"/>
                </a:solidFill>
                <a:latin typeface="+mj-lt"/>
                <a:ea typeface="+mn-ea"/>
                <a:cs typeface="+mn-cs"/>
              </a:defRPr>
            </a:lvl2pPr>
            <a:lvl3pPr marL="808038" indent="-225425" algn="l" defTabSz="914400" rtl="0" eaLnBrk="1" latinLnBrk="0" hangingPunct="1">
              <a:lnSpc>
                <a:spcPct val="90000"/>
              </a:lnSpc>
              <a:spcBef>
                <a:spcPts val="500"/>
              </a:spcBef>
              <a:buFont typeface="System Font Regular"/>
              <a:buChar char="–"/>
              <a:tabLst/>
              <a:defRPr sz="2000" kern="1200">
                <a:solidFill>
                  <a:schemeClr val="tx2"/>
                </a:solidFill>
                <a:latin typeface="+mj-lt"/>
                <a:ea typeface="+mn-ea"/>
                <a:cs typeface="+mn-cs"/>
              </a:defRPr>
            </a:lvl3pPr>
            <a:lvl4pPr marL="1090613" indent="-234950" algn="l" defTabSz="914400" rtl="0" eaLnBrk="1" latinLnBrk="0" hangingPunct="1">
              <a:lnSpc>
                <a:spcPct val="90000"/>
              </a:lnSpc>
              <a:spcBef>
                <a:spcPts val="500"/>
              </a:spcBef>
              <a:buFont typeface="System Font Regular"/>
              <a:buChar char="–"/>
              <a:tabLst/>
              <a:defRPr sz="1800" kern="1200">
                <a:solidFill>
                  <a:schemeClr val="tx2"/>
                </a:solidFill>
                <a:latin typeface="+mj-lt"/>
                <a:ea typeface="+mn-ea"/>
                <a:cs typeface="+mn-cs"/>
              </a:defRPr>
            </a:lvl4pPr>
            <a:lvl5pPr marL="1373188" indent="-273050" algn="l" defTabSz="914400" rtl="0" eaLnBrk="1" latinLnBrk="0" hangingPunct="1">
              <a:lnSpc>
                <a:spcPct val="90000"/>
              </a:lnSpc>
              <a:spcBef>
                <a:spcPts val="500"/>
              </a:spcBef>
              <a:buFont typeface="System Font Regular"/>
              <a:buChar char="–"/>
              <a:tabLst/>
              <a:defRPr sz="1800" kern="1200">
                <a:solidFill>
                  <a:schemeClr val="tx2"/>
                </a:solidFill>
                <a:latin typeface="+mj-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
                <a:srgbClr val="FB4D0A"/>
              </a:buClr>
              <a:buSzTx/>
              <a:buFont typeface="System Font Regular"/>
              <a:buNone/>
              <a:tabLst/>
              <a:defRPr/>
            </a:pPr>
            <a:r>
              <a:rPr kumimoji="0" lang="en-GB" sz="1400" b="0" i="0" u="none" strike="noStrike" kern="1200" cap="none" spc="0" normalizeH="0" baseline="0" noProof="0">
                <a:ln>
                  <a:noFill/>
                </a:ln>
                <a:solidFill>
                  <a:srgbClr val="000000"/>
                </a:solidFill>
                <a:effectLst/>
                <a:uLnTx/>
                <a:uFillTx/>
                <a:latin typeface="Calibri Light" panose="020F0302020204030204"/>
                <a:ea typeface="+mn-ea"/>
                <a:cs typeface="+mn-cs"/>
              </a:rPr>
              <a:t>Output layer loaded using latest available consistent data from input layer</a:t>
            </a:r>
          </a:p>
        </p:txBody>
      </p:sp>
      <p:pic>
        <p:nvPicPr>
          <p:cNvPr id="5" name="Picture 4">
            <a:extLst>
              <a:ext uri="{FF2B5EF4-FFF2-40B4-BE49-F238E27FC236}">
                <a16:creationId xmlns:a16="http://schemas.microsoft.com/office/drawing/2014/main" id="{B9F7B3F0-926E-43EC-94BC-5CE656E7D909}"/>
              </a:ext>
            </a:extLst>
          </p:cNvPr>
          <p:cNvPicPr>
            <a:picLocks noChangeAspect="1"/>
          </p:cNvPicPr>
          <p:nvPr/>
        </p:nvPicPr>
        <p:blipFill>
          <a:blip r:embed="rId2"/>
          <a:stretch>
            <a:fillRect/>
          </a:stretch>
        </p:blipFill>
        <p:spPr>
          <a:xfrm>
            <a:off x="798410" y="1630253"/>
            <a:ext cx="9519562" cy="2370454"/>
          </a:xfrm>
          <a:prstGeom prst="rect">
            <a:avLst/>
          </a:prstGeom>
        </p:spPr>
      </p:pic>
      <p:pic>
        <p:nvPicPr>
          <p:cNvPr id="11" name="Picture 10">
            <a:extLst>
              <a:ext uri="{FF2B5EF4-FFF2-40B4-BE49-F238E27FC236}">
                <a16:creationId xmlns:a16="http://schemas.microsoft.com/office/drawing/2014/main" id="{739C23FE-9B75-4183-8D48-ED7DC26DFB51}"/>
              </a:ext>
            </a:extLst>
          </p:cNvPr>
          <p:cNvPicPr>
            <a:picLocks noChangeAspect="1"/>
          </p:cNvPicPr>
          <p:nvPr/>
        </p:nvPicPr>
        <p:blipFill>
          <a:blip r:embed="rId3"/>
          <a:stretch>
            <a:fillRect/>
          </a:stretch>
        </p:blipFill>
        <p:spPr>
          <a:xfrm>
            <a:off x="1238066" y="4775430"/>
            <a:ext cx="4077254" cy="1110650"/>
          </a:xfrm>
          <a:prstGeom prst="rect">
            <a:avLst/>
          </a:prstGeom>
        </p:spPr>
      </p:pic>
      <p:sp>
        <p:nvSpPr>
          <p:cNvPr id="6" name="Rectangle 5"/>
          <p:cNvSpPr/>
          <p:nvPr/>
        </p:nvSpPr>
        <p:spPr>
          <a:xfrm>
            <a:off x="8211523" y="6472409"/>
            <a:ext cx="2728225" cy="302964"/>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 name="Rectangle 6"/>
          <p:cNvSpPr/>
          <p:nvPr/>
        </p:nvSpPr>
        <p:spPr>
          <a:xfrm>
            <a:off x="11005851" y="6290631"/>
            <a:ext cx="837282" cy="35254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236673566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996A85-0E2F-DE4A-847F-E38BC580006C}"/>
              </a:ext>
            </a:extLst>
          </p:cNvPr>
          <p:cNvSpPr>
            <a:spLocks noGrp="1"/>
          </p:cNvSpPr>
          <p:nvPr>
            <p:ph type="ctrTitle"/>
          </p:nvPr>
        </p:nvSpPr>
        <p:spPr>
          <a:xfrm>
            <a:off x="454227" y="379018"/>
            <a:ext cx="11277600" cy="405596"/>
          </a:xfrm>
        </p:spPr>
        <p:txBody>
          <a:bodyPr/>
          <a:lstStyle/>
          <a:p>
            <a:r>
              <a:rPr lang="en-US" sz="3200">
                <a:solidFill>
                  <a:srgbClr val="CD2883"/>
                </a:solidFill>
              </a:rPr>
              <a:t>BED - Single Source Load, Scenario 2</a:t>
            </a:r>
          </a:p>
        </p:txBody>
      </p:sp>
      <p:sp>
        <p:nvSpPr>
          <p:cNvPr id="4" name="Text Placeholder 9">
            <a:extLst>
              <a:ext uri="{FF2B5EF4-FFF2-40B4-BE49-F238E27FC236}">
                <a16:creationId xmlns:a16="http://schemas.microsoft.com/office/drawing/2014/main" id="{BA681307-82DA-4AFB-9F31-591FA3A64656}"/>
              </a:ext>
            </a:extLst>
          </p:cNvPr>
          <p:cNvSpPr txBox="1">
            <a:spLocks/>
          </p:cNvSpPr>
          <p:nvPr/>
        </p:nvSpPr>
        <p:spPr>
          <a:xfrm>
            <a:off x="454227" y="955696"/>
            <a:ext cx="11048753" cy="265470"/>
          </a:xfrm>
          <a:prstGeom prst="rect">
            <a:avLst/>
          </a:prstGeom>
          <a:noFill/>
        </p:spPr>
        <p:txBody>
          <a:bodyPr vert="horz" lIns="0" tIns="0" rIns="0" bIns="0" rtlCol="0" anchor="t" anchorCtr="0">
            <a:noAutofit/>
          </a:bodyPr>
          <a:lstStyle>
            <a:lvl1pPr marL="0" indent="0" algn="ctr" defTabSz="914400" rtl="0" eaLnBrk="1" latinLnBrk="0" hangingPunct="1">
              <a:lnSpc>
                <a:spcPct val="90000"/>
              </a:lnSpc>
              <a:spcBef>
                <a:spcPts val="1000"/>
              </a:spcBef>
              <a:buClr>
                <a:schemeClr val="tx1"/>
              </a:buClr>
              <a:buFont typeface="System Font Regular"/>
              <a:buNone/>
              <a:defRPr sz="1200" kern="1200">
                <a:solidFill>
                  <a:schemeClr val="tx2"/>
                </a:solidFill>
                <a:latin typeface="+mj-lt"/>
                <a:ea typeface="+mn-ea"/>
                <a:cs typeface="+mn-cs"/>
              </a:defRPr>
            </a:lvl1pPr>
            <a:lvl2pPr marL="515938" indent="-225425" algn="l" defTabSz="914400" rtl="0" eaLnBrk="1" latinLnBrk="0" hangingPunct="1">
              <a:lnSpc>
                <a:spcPct val="90000"/>
              </a:lnSpc>
              <a:spcBef>
                <a:spcPts val="500"/>
              </a:spcBef>
              <a:buFont typeface="System Font Regular"/>
              <a:buChar char="–"/>
              <a:tabLst/>
              <a:defRPr sz="2400" kern="1200">
                <a:solidFill>
                  <a:schemeClr val="tx2"/>
                </a:solidFill>
                <a:latin typeface="+mj-lt"/>
                <a:ea typeface="+mn-ea"/>
                <a:cs typeface="+mn-cs"/>
              </a:defRPr>
            </a:lvl2pPr>
            <a:lvl3pPr marL="808038" indent="-225425" algn="l" defTabSz="914400" rtl="0" eaLnBrk="1" latinLnBrk="0" hangingPunct="1">
              <a:lnSpc>
                <a:spcPct val="90000"/>
              </a:lnSpc>
              <a:spcBef>
                <a:spcPts val="500"/>
              </a:spcBef>
              <a:buFont typeface="System Font Regular"/>
              <a:buChar char="–"/>
              <a:tabLst/>
              <a:defRPr sz="2000" kern="1200">
                <a:solidFill>
                  <a:schemeClr val="tx2"/>
                </a:solidFill>
                <a:latin typeface="+mj-lt"/>
                <a:ea typeface="+mn-ea"/>
                <a:cs typeface="+mn-cs"/>
              </a:defRPr>
            </a:lvl3pPr>
            <a:lvl4pPr marL="1090613" indent="-234950" algn="l" defTabSz="914400" rtl="0" eaLnBrk="1" latinLnBrk="0" hangingPunct="1">
              <a:lnSpc>
                <a:spcPct val="90000"/>
              </a:lnSpc>
              <a:spcBef>
                <a:spcPts val="500"/>
              </a:spcBef>
              <a:buFont typeface="System Font Regular"/>
              <a:buChar char="–"/>
              <a:tabLst/>
              <a:defRPr sz="1800" kern="1200">
                <a:solidFill>
                  <a:schemeClr val="tx2"/>
                </a:solidFill>
                <a:latin typeface="+mj-lt"/>
                <a:ea typeface="+mn-ea"/>
                <a:cs typeface="+mn-cs"/>
              </a:defRPr>
            </a:lvl4pPr>
            <a:lvl5pPr marL="1373188" indent="-273050" algn="l" defTabSz="914400" rtl="0" eaLnBrk="1" latinLnBrk="0" hangingPunct="1">
              <a:lnSpc>
                <a:spcPct val="90000"/>
              </a:lnSpc>
              <a:spcBef>
                <a:spcPts val="500"/>
              </a:spcBef>
              <a:buFont typeface="System Font Regular"/>
              <a:buChar char="–"/>
              <a:tabLst/>
              <a:defRPr sz="1800" kern="1200">
                <a:solidFill>
                  <a:schemeClr val="tx2"/>
                </a:solidFill>
                <a:latin typeface="+mj-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
                <a:srgbClr val="FB4D0A"/>
              </a:buClr>
              <a:buSzTx/>
              <a:buFont typeface="System Font Regular"/>
              <a:buNone/>
              <a:tabLst/>
              <a:defRPr/>
            </a:pPr>
            <a:r>
              <a:rPr kumimoji="0" lang="en-GB" sz="1400" b="0" i="0" u="none" strike="noStrike" kern="1200" cap="none" spc="0" normalizeH="0" baseline="0" noProof="0">
                <a:ln>
                  <a:noFill/>
                </a:ln>
                <a:solidFill>
                  <a:srgbClr val="000000"/>
                </a:solidFill>
                <a:effectLst/>
                <a:uLnTx/>
                <a:uFillTx/>
                <a:latin typeface="Calibri Light" panose="020F0302020204030204"/>
                <a:ea typeface="+mn-ea"/>
                <a:cs typeface="+mn-cs"/>
              </a:rPr>
              <a:t>Output layer loaded using latest available consistent data from input layer</a:t>
            </a:r>
          </a:p>
        </p:txBody>
      </p:sp>
      <p:sp>
        <p:nvSpPr>
          <p:cNvPr id="10" name="Text Placeholder 9">
            <a:extLst>
              <a:ext uri="{FF2B5EF4-FFF2-40B4-BE49-F238E27FC236}">
                <a16:creationId xmlns:a16="http://schemas.microsoft.com/office/drawing/2014/main" id="{74EA20D6-F3F1-4F1C-8EFD-3024AC0CA43B}"/>
              </a:ext>
            </a:extLst>
          </p:cNvPr>
          <p:cNvSpPr txBox="1">
            <a:spLocks/>
          </p:cNvSpPr>
          <p:nvPr/>
        </p:nvSpPr>
        <p:spPr>
          <a:xfrm>
            <a:off x="6989731" y="4486588"/>
            <a:ext cx="3629108" cy="1354949"/>
          </a:xfrm>
          <a:prstGeom prst="rect">
            <a:avLst/>
          </a:prstGeom>
          <a:noFill/>
        </p:spPr>
        <p:txBody>
          <a:bodyPr vert="horz" lIns="0" tIns="0" rIns="0" bIns="0" rtlCol="0" anchor="t" anchorCtr="0">
            <a:noAutofit/>
          </a:bodyPr>
          <a:lstStyle>
            <a:lvl1pPr marL="0" indent="0" algn="ctr" defTabSz="914400" rtl="0" eaLnBrk="1" latinLnBrk="0" hangingPunct="1">
              <a:lnSpc>
                <a:spcPct val="90000"/>
              </a:lnSpc>
              <a:spcBef>
                <a:spcPts val="1000"/>
              </a:spcBef>
              <a:buClr>
                <a:schemeClr val="tx1"/>
              </a:buClr>
              <a:buFont typeface="System Font Regular"/>
              <a:buNone/>
              <a:defRPr sz="1200" kern="1200">
                <a:solidFill>
                  <a:schemeClr val="tx2"/>
                </a:solidFill>
                <a:latin typeface="+mj-lt"/>
                <a:ea typeface="+mn-ea"/>
                <a:cs typeface="+mn-cs"/>
              </a:defRPr>
            </a:lvl1pPr>
            <a:lvl2pPr marL="515938" indent="-225425" algn="l" defTabSz="914400" rtl="0" eaLnBrk="1" latinLnBrk="0" hangingPunct="1">
              <a:lnSpc>
                <a:spcPct val="90000"/>
              </a:lnSpc>
              <a:spcBef>
                <a:spcPts val="500"/>
              </a:spcBef>
              <a:buFont typeface="System Font Regular"/>
              <a:buChar char="–"/>
              <a:tabLst/>
              <a:defRPr sz="2400" kern="1200">
                <a:solidFill>
                  <a:schemeClr val="tx2"/>
                </a:solidFill>
                <a:latin typeface="+mj-lt"/>
                <a:ea typeface="+mn-ea"/>
                <a:cs typeface="+mn-cs"/>
              </a:defRPr>
            </a:lvl2pPr>
            <a:lvl3pPr marL="808038" indent="-225425" algn="l" defTabSz="914400" rtl="0" eaLnBrk="1" latinLnBrk="0" hangingPunct="1">
              <a:lnSpc>
                <a:spcPct val="90000"/>
              </a:lnSpc>
              <a:spcBef>
                <a:spcPts val="500"/>
              </a:spcBef>
              <a:buFont typeface="System Font Regular"/>
              <a:buChar char="–"/>
              <a:tabLst/>
              <a:defRPr sz="2000" kern="1200">
                <a:solidFill>
                  <a:schemeClr val="tx2"/>
                </a:solidFill>
                <a:latin typeface="+mj-lt"/>
                <a:ea typeface="+mn-ea"/>
                <a:cs typeface="+mn-cs"/>
              </a:defRPr>
            </a:lvl3pPr>
            <a:lvl4pPr marL="1090613" indent="-234950" algn="l" defTabSz="914400" rtl="0" eaLnBrk="1" latinLnBrk="0" hangingPunct="1">
              <a:lnSpc>
                <a:spcPct val="90000"/>
              </a:lnSpc>
              <a:spcBef>
                <a:spcPts val="500"/>
              </a:spcBef>
              <a:buFont typeface="System Font Regular"/>
              <a:buChar char="–"/>
              <a:tabLst/>
              <a:defRPr sz="1800" kern="1200">
                <a:solidFill>
                  <a:schemeClr val="tx2"/>
                </a:solidFill>
                <a:latin typeface="+mj-lt"/>
                <a:ea typeface="+mn-ea"/>
                <a:cs typeface="+mn-cs"/>
              </a:defRPr>
            </a:lvl4pPr>
            <a:lvl5pPr marL="1373188" indent="-273050" algn="l" defTabSz="914400" rtl="0" eaLnBrk="1" latinLnBrk="0" hangingPunct="1">
              <a:lnSpc>
                <a:spcPct val="90000"/>
              </a:lnSpc>
              <a:spcBef>
                <a:spcPts val="500"/>
              </a:spcBef>
              <a:buFont typeface="System Font Regular"/>
              <a:buChar char="–"/>
              <a:tabLst/>
              <a:defRPr sz="1800" kern="1200">
                <a:solidFill>
                  <a:schemeClr val="tx2"/>
                </a:solidFill>
                <a:latin typeface="+mj-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
                <a:srgbClr val="FB4D0A"/>
              </a:buClr>
              <a:buSzTx/>
              <a:buFont typeface="System Font Regular"/>
              <a:buNone/>
              <a:tabLst/>
              <a:defRPr/>
            </a:pPr>
            <a:r>
              <a:rPr kumimoji="0" lang="en-GB" sz="1400" b="1" i="0" u="none" strike="noStrike" kern="1200" cap="none" spc="0" normalizeH="0" baseline="0" noProof="0">
                <a:ln>
                  <a:noFill/>
                </a:ln>
                <a:solidFill>
                  <a:srgbClr val="000000"/>
                </a:solidFill>
                <a:effectLst/>
                <a:uLnTx/>
                <a:uFillTx/>
                <a:latin typeface="Calibri Light" panose="020F0302020204030204"/>
                <a:ea typeface="+mn-ea"/>
                <a:cs typeface="+mn-cs"/>
              </a:rPr>
              <a:t>NOTES</a:t>
            </a:r>
          </a:p>
          <a:p>
            <a:pPr marL="0" marR="0" lvl="0" indent="0" algn="l" defTabSz="914400" rtl="0" eaLnBrk="1" fontAlgn="auto" latinLnBrk="0" hangingPunct="1">
              <a:lnSpc>
                <a:spcPct val="90000"/>
              </a:lnSpc>
              <a:spcBef>
                <a:spcPts val="1000"/>
              </a:spcBef>
              <a:spcAft>
                <a:spcPts val="0"/>
              </a:spcAft>
              <a:buClr>
                <a:srgbClr val="FB4D0A"/>
              </a:buClr>
              <a:buSzTx/>
              <a:buFont typeface="System Font Regular"/>
              <a:buNone/>
              <a:tabLst/>
              <a:defRPr/>
            </a:pPr>
            <a:r>
              <a:rPr kumimoji="0" lang="en-GB" sz="1400" b="0" i="0" u="none" strike="noStrike" kern="1200" cap="none" spc="0" normalizeH="0" baseline="0" noProof="0">
                <a:ln>
                  <a:noFill/>
                </a:ln>
                <a:solidFill>
                  <a:srgbClr val="000000"/>
                </a:solidFill>
                <a:effectLst/>
                <a:uLnTx/>
                <a:uFillTx/>
                <a:latin typeface="Calibri Light" panose="020F0302020204030204"/>
                <a:ea typeface="+mn-ea"/>
                <a:cs typeface="+mn-cs"/>
              </a:rPr>
              <a:t>BED for load N2 overlaps within execution window of load N1, but this poses no problem in practice (the loads themselves do not run in parallel)</a:t>
            </a:r>
          </a:p>
        </p:txBody>
      </p:sp>
      <p:pic>
        <p:nvPicPr>
          <p:cNvPr id="6" name="Picture 5">
            <a:extLst>
              <a:ext uri="{FF2B5EF4-FFF2-40B4-BE49-F238E27FC236}">
                <a16:creationId xmlns:a16="http://schemas.microsoft.com/office/drawing/2014/main" id="{962EAE24-EA7D-4DC2-B4AA-F6590EB463C0}"/>
              </a:ext>
            </a:extLst>
          </p:cNvPr>
          <p:cNvPicPr>
            <a:picLocks noChangeAspect="1"/>
          </p:cNvPicPr>
          <p:nvPr/>
        </p:nvPicPr>
        <p:blipFill>
          <a:blip r:embed="rId2"/>
          <a:stretch>
            <a:fillRect/>
          </a:stretch>
        </p:blipFill>
        <p:spPr>
          <a:xfrm>
            <a:off x="783692" y="1570335"/>
            <a:ext cx="9481185" cy="2671700"/>
          </a:xfrm>
          <a:prstGeom prst="rect">
            <a:avLst/>
          </a:prstGeom>
        </p:spPr>
      </p:pic>
      <p:pic>
        <p:nvPicPr>
          <p:cNvPr id="8" name="Picture 7">
            <a:extLst>
              <a:ext uri="{FF2B5EF4-FFF2-40B4-BE49-F238E27FC236}">
                <a16:creationId xmlns:a16="http://schemas.microsoft.com/office/drawing/2014/main" id="{81C907CC-E018-436A-82E4-411C4298CB88}"/>
              </a:ext>
            </a:extLst>
          </p:cNvPr>
          <p:cNvPicPr>
            <a:picLocks noChangeAspect="1"/>
          </p:cNvPicPr>
          <p:nvPr/>
        </p:nvPicPr>
        <p:blipFill>
          <a:blip r:embed="rId3"/>
          <a:stretch>
            <a:fillRect/>
          </a:stretch>
        </p:blipFill>
        <p:spPr>
          <a:xfrm>
            <a:off x="1194926" y="4819119"/>
            <a:ext cx="4208884" cy="1126969"/>
          </a:xfrm>
          <a:prstGeom prst="rect">
            <a:avLst/>
          </a:prstGeom>
        </p:spPr>
      </p:pic>
      <p:sp>
        <p:nvSpPr>
          <p:cNvPr id="7" name="Rectangle 6"/>
          <p:cNvSpPr/>
          <p:nvPr/>
        </p:nvSpPr>
        <p:spPr>
          <a:xfrm>
            <a:off x="8211523" y="6472409"/>
            <a:ext cx="2728225" cy="302964"/>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 name="Rectangle 8"/>
          <p:cNvSpPr/>
          <p:nvPr/>
        </p:nvSpPr>
        <p:spPr>
          <a:xfrm>
            <a:off x="11005851" y="6290631"/>
            <a:ext cx="837282" cy="35254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3786339147"/>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996A85-0E2F-DE4A-847F-E38BC580006C}"/>
              </a:ext>
            </a:extLst>
          </p:cNvPr>
          <p:cNvSpPr>
            <a:spLocks noGrp="1"/>
          </p:cNvSpPr>
          <p:nvPr>
            <p:ph type="ctrTitle"/>
          </p:nvPr>
        </p:nvSpPr>
        <p:spPr>
          <a:xfrm>
            <a:off x="454227" y="379018"/>
            <a:ext cx="11277600" cy="405596"/>
          </a:xfrm>
        </p:spPr>
        <p:txBody>
          <a:bodyPr/>
          <a:lstStyle/>
          <a:p>
            <a:r>
              <a:rPr lang="en-US" sz="3200">
                <a:solidFill>
                  <a:srgbClr val="CD2883"/>
                </a:solidFill>
              </a:rPr>
              <a:t>BED - Single Source Load, Scenario 3</a:t>
            </a:r>
          </a:p>
        </p:txBody>
      </p:sp>
      <p:sp>
        <p:nvSpPr>
          <p:cNvPr id="4" name="Text Placeholder 9">
            <a:extLst>
              <a:ext uri="{FF2B5EF4-FFF2-40B4-BE49-F238E27FC236}">
                <a16:creationId xmlns:a16="http://schemas.microsoft.com/office/drawing/2014/main" id="{BA681307-82DA-4AFB-9F31-591FA3A64656}"/>
              </a:ext>
            </a:extLst>
          </p:cNvPr>
          <p:cNvSpPr txBox="1">
            <a:spLocks/>
          </p:cNvSpPr>
          <p:nvPr/>
        </p:nvSpPr>
        <p:spPr>
          <a:xfrm>
            <a:off x="454227" y="955696"/>
            <a:ext cx="11048753" cy="265470"/>
          </a:xfrm>
          <a:prstGeom prst="rect">
            <a:avLst/>
          </a:prstGeom>
          <a:noFill/>
        </p:spPr>
        <p:txBody>
          <a:bodyPr vert="horz" lIns="0" tIns="0" rIns="0" bIns="0" rtlCol="0" anchor="t" anchorCtr="0">
            <a:noAutofit/>
          </a:bodyPr>
          <a:lstStyle>
            <a:lvl1pPr marL="0" indent="0" algn="ctr" defTabSz="914400" rtl="0" eaLnBrk="1" latinLnBrk="0" hangingPunct="1">
              <a:lnSpc>
                <a:spcPct val="90000"/>
              </a:lnSpc>
              <a:spcBef>
                <a:spcPts val="1000"/>
              </a:spcBef>
              <a:buClr>
                <a:schemeClr val="tx1"/>
              </a:buClr>
              <a:buFont typeface="System Font Regular"/>
              <a:buNone/>
              <a:defRPr sz="1200" kern="1200">
                <a:solidFill>
                  <a:schemeClr val="tx2"/>
                </a:solidFill>
                <a:latin typeface="+mj-lt"/>
                <a:ea typeface="+mn-ea"/>
                <a:cs typeface="+mn-cs"/>
              </a:defRPr>
            </a:lvl1pPr>
            <a:lvl2pPr marL="515938" indent="-225425" algn="l" defTabSz="914400" rtl="0" eaLnBrk="1" latinLnBrk="0" hangingPunct="1">
              <a:lnSpc>
                <a:spcPct val="90000"/>
              </a:lnSpc>
              <a:spcBef>
                <a:spcPts val="500"/>
              </a:spcBef>
              <a:buFont typeface="System Font Regular"/>
              <a:buChar char="–"/>
              <a:tabLst/>
              <a:defRPr sz="2400" kern="1200">
                <a:solidFill>
                  <a:schemeClr val="tx2"/>
                </a:solidFill>
                <a:latin typeface="+mj-lt"/>
                <a:ea typeface="+mn-ea"/>
                <a:cs typeface="+mn-cs"/>
              </a:defRPr>
            </a:lvl2pPr>
            <a:lvl3pPr marL="808038" indent="-225425" algn="l" defTabSz="914400" rtl="0" eaLnBrk="1" latinLnBrk="0" hangingPunct="1">
              <a:lnSpc>
                <a:spcPct val="90000"/>
              </a:lnSpc>
              <a:spcBef>
                <a:spcPts val="500"/>
              </a:spcBef>
              <a:buFont typeface="System Font Regular"/>
              <a:buChar char="–"/>
              <a:tabLst/>
              <a:defRPr sz="2000" kern="1200">
                <a:solidFill>
                  <a:schemeClr val="tx2"/>
                </a:solidFill>
                <a:latin typeface="+mj-lt"/>
                <a:ea typeface="+mn-ea"/>
                <a:cs typeface="+mn-cs"/>
              </a:defRPr>
            </a:lvl3pPr>
            <a:lvl4pPr marL="1090613" indent="-234950" algn="l" defTabSz="914400" rtl="0" eaLnBrk="1" latinLnBrk="0" hangingPunct="1">
              <a:lnSpc>
                <a:spcPct val="90000"/>
              </a:lnSpc>
              <a:spcBef>
                <a:spcPts val="500"/>
              </a:spcBef>
              <a:buFont typeface="System Font Regular"/>
              <a:buChar char="–"/>
              <a:tabLst/>
              <a:defRPr sz="1800" kern="1200">
                <a:solidFill>
                  <a:schemeClr val="tx2"/>
                </a:solidFill>
                <a:latin typeface="+mj-lt"/>
                <a:ea typeface="+mn-ea"/>
                <a:cs typeface="+mn-cs"/>
              </a:defRPr>
            </a:lvl4pPr>
            <a:lvl5pPr marL="1373188" indent="-273050" algn="l" defTabSz="914400" rtl="0" eaLnBrk="1" latinLnBrk="0" hangingPunct="1">
              <a:lnSpc>
                <a:spcPct val="90000"/>
              </a:lnSpc>
              <a:spcBef>
                <a:spcPts val="500"/>
              </a:spcBef>
              <a:buFont typeface="System Font Regular"/>
              <a:buChar char="–"/>
              <a:tabLst/>
              <a:defRPr sz="1800" kern="1200">
                <a:solidFill>
                  <a:schemeClr val="tx2"/>
                </a:solidFill>
                <a:latin typeface="+mj-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
                <a:srgbClr val="FB4D0A"/>
              </a:buClr>
              <a:buSzTx/>
              <a:buFont typeface="System Font Regular"/>
              <a:buNone/>
              <a:tabLst/>
              <a:defRPr/>
            </a:pPr>
            <a:r>
              <a:rPr kumimoji="0" lang="en-GB" sz="1400" b="0" i="0" u="none" strike="noStrike" kern="1200" cap="none" spc="0" normalizeH="0" baseline="0" noProof="0">
                <a:ln>
                  <a:noFill/>
                </a:ln>
                <a:solidFill>
                  <a:srgbClr val="000000"/>
                </a:solidFill>
                <a:effectLst/>
                <a:uLnTx/>
                <a:uFillTx/>
                <a:latin typeface="Calibri Light" panose="020F0302020204030204"/>
                <a:ea typeface="+mn-ea"/>
                <a:cs typeface="+mn-cs"/>
              </a:rPr>
              <a:t>Output layer loaded using historical slices of data following a period without loads, to catch-up in small chunks rather than lumping all change into a small window</a:t>
            </a:r>
          </a:p>
        </p:txBody>
      </p:sp>
      <p:sp>
        <p:nvSpPr>
          <p:cNvPr id="10" name="Text Placeholder 9">
            <a:extLst>
              <a:ext uri="{FF2B5EF4-FFF2-40B4-BE49-F238E27FC236}">
                <a16:creationId xmlns:a16="http://schemas.microsoft.com/office/drawing/2014/main" id="{74EA20D6-F3F1-4F1C-8EFD-3024AC0CA43B}"/>
              </a:ext>
            </a:extLst>
          </p:cNvPr>
          <p:cNvSpPr txBox="1">
            <a:spLocks/>
          </p:cNvSpPr>
          <p:nvPr/>
        </p:nvSpPr>
        <p:spPr>
          <a:xfrm>
            <a:off x="6400800" y="4714982"/>
            <a:ext cx="4341926" cy="1390849"/>
          </a:xfrm>
          <a:prstGeom prst="rect">
            <a:avLst/>
          </a:prstGeom>
          <a:noFill/>
        </p:spPr>
        <p:txBody>
          <a:bodyPr vert="horz" lIns="0" tIns="0" rIns="0" bIns="0" rtlCol="0" anchor="t" anchorCtr="0">
            <a:noAutofit/>
          </a:bodyPr>
          <a:lstStyle>
            <a:lvl1pPr marL="0" indent="0" algn="ctr" defTabSz="914400" rtl="0" eaLnBrk="1" latinLnBrk="0" hangingPunct="1">
              <a:lnSpc>
                <a:spcPct val="90000"/>
              </a:lnSpc>
              <a:spcBef>
                <a:spcPts val="1000"/>
              </a:spcBef>
              <a:buClr>
                <a:schemeClr val="tx1"/>
              </a:buClr>
              <a:buFont typeface="System Font Regular"/>
              <a:buNone/>
              <a:defRPr sz="1200" kern="1200">
                <a:solidFill>
                  <a:schemeClr val="tx2"/>
                </a:solidFill>
                <a:latin typeface="+mj-lt"/>
                <a:ea typeface="+mn-ea"/>
                <a:cs typeface="+mn-cs"/>
              </a:defRPr>
            </a:lvl1pPr>
            <a:lvl2pPr marL="515938" indent="-225425" algn="l" defTabSz="914400" rtl="0" eaLnBrk="1" latinLnBrk="0" hangingPunct="1">
              <a:lnSpc>
                <a:spcPct val="90000"/>
              </a:lnSpc>
              <a:spcBef>
                <a:spcPts val="500"/>
              </a:spcBef>
              <a:buFont typeface="System Font Regular"/>
              <a:buChar char="–"/>
              <a:tabLst/>
              <a:defRPr sz="2400" kern="1200">
                <a:solidFill>
                  <a:schemeClr val="tx2"/>
                </a:solidFill>
                <a:latin typeface="+mj-lt"/>
                <a:ea typeface="+mn-ea"/>
                <a:cs typeface="+mn-cs"/>
              </a:defRPr>
            </a:lvl2pPr>
            <a:lvl3pPr marL="808038" indent="-225425" algn="l" defTabSz="914400" rtl="0" eaLnBrk="1" latinLnBrk="0" hangingPunct="1">
              <a:lnSpc>
                <a:spcPct val="90000"/>
              </a:lnSpc>
              <a:spcBef>
                <a:spcPts val="500"/>
              </a:spcBef>
              <a:buFont typeface="System Font Regular"/>
              <a:buChar char="–"/>
              <a:tabLst/>
              <a:defRPr sz="2000" kern="1200">
                <a:solidFill>
                  <a:schemeClr val="tx2"/>
                </a:solidFill>
                <a:latin typeface="+mj-lt"/>
                <a:ea typeface="+mn-ea"/>
                <a:cs typeface="+mn-cs"/>
              </a:defRPr>
            </a:lvl3pPr>
            <a:lvl4pPr marL="1090613" indent="-234950" algn="l" defTabSz="914400" rtl="0" eaLnBrk="1" latinLnBrk="0" hangingPunct="1">
              <a:lnSpc>
                <a:spcPct val="90000"/>
              </a:lnSpc>
              <a:spcBef>
                <a:spcPts val="500"/>
              </a:spcBef>
              <a:buFont typeface="System Font Regular"/>
              <a:buChar char="–"/>
              <a:tabLst/>
              <a:defRPr sz="1800" kern="1200">
                <a:solidFill>
                  <a:schemeClr val="tx2"/>
                </a:solidFill>
                <a:latin typeface="+mj-lt"/>
                <a:ea typeface="+mn-ea"/>
                <a:cs typeface="+mn-cs"/>
              </a:defRPr>
            </a:lvl4pPr>
            <a:lvl5pPr marL="1373188" indent="-273050" algn="l" defTabSz="914400" rtl="0" eaLnBrk="1" latinLnBrk="0" hangingPunct="1">
              <a:lnSpc>
                <a:spcPct val="90000"/>
              </a:lnSpc>
              <a:spcBef>
                <a:spcPts val="500"/>
              </a:spcBef>
              <a:buFont typeface="System Font Regular"/>
              <a:buChar char="–"/>
              <a:tabLst/>
              <a:defRPr sz="1800" kern="1200">
                <a:solidFill>
                  <a:schemeClr val="tx2"/>
                </a:solidFill>
                <a:latin typeface="+mj-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
                <a:srgbClr val="FB4D0A"/>
              </a:buClr>
              <a:buSzTx/>
              <a:buFont typeface="System Font Regular"/>
              <a:buNone/>
              <a:tabLst/>
              <a:defRPr/>
            </a:pPr>
            <a:r>
              <a:rPr kumimoji="0" lang="en-GB" sz="1400" b="1" i="0" u="none" strike="noStrike" kern="1200" cap="none" spc="0" normalizeH="0" baseline="0" noProof="0">
                <a:ln>
                  <a:noFill/>
                </a:ln>
                <a:solidFill>
                  <a:srgbClr val="000000"/>
                </a:solidFill>
                <a:effectLst/>
                <a:uLnTx/>
                <a:uFillTx/>
                <a:latin typeface="Calibri Light" panose="020F0302020204030204"/>
                <a:ea typeface="+mn-ea"/>
                <a:cs typeface="+mn-cs"/>
              </a:rPr>
              <a:t>NOTES</a:t>
            </a:r>
          </a:p>
          <a:p>
            <a:pPr marL="0" marR="0" lvl="0" indent="0" algn="l" defTabSz="914400" rtl="0" eaLnBrk="1" fontAlgn="auto" latinLnBrk="0" hangingPunct="1">
              <a:lnSpc>
                <a:spcPct val="90000"/>
              </a:lnSpc>
              <a:spcBef>
                <a:spcPts val="1000"/>
              </a:spcBef>
              <a:spcAft>
                <a:spcPts val="0"/>
              </a:spcAft>
              <a:buClr>
                <a:srgbClr val="FB4D0A"/>
              </a:buClr>
              <a:buSzTx/>
              <a:buFont typeface="System Font Regular"/>
              <a:buNone/>
              <a:tabLst/>
              <a:defRPr/>
            </a:pPr>
            <a:r>
              <a:rPr kumimoji="0" lang="en-GB" sz="1400" b="0" i="0" u="none" strike="noStrike" kern="1200" cap="none" spc="0" normalizeH="0" baseline="0" noProof="0">
                <a:ln>
                  <a:noFill/>
                </a:ln>
                <a:solidFill>
                  <a:srgbClr val="000000"/>
                </a:solidFill>
                <a:effectLst/>
                <a:uLnTx/>
                <a:uFillTx/>
                <a:latin typeface="Calibri Light" panose="020F0302020204030204"/>
                <a:ea typeface="+mn-ea"/>
                <a:cs typeface="+mn-cs"/>
              </a:rPr>
              <a:t>Load N1 could have potentially pulled data from source loads M1, M2, M3 and M4 all together, as these had all completed prior to start of N1.  However to avoid to large a quantum of change in a single layer N load, Input BED is chosen such that N1 only targets M1 and M2.</a:t>
            </a:r>
          </a:p>
        </p:txBody>
      </p:sp>
      <p:pic>
        <p:nvPicPr>
          <p:cNvPr id="6" name="Picture 5">
            <a:extLst>
              <a:ext uri="{FF2B5EF4-FFF2-40B4-BE49-F238E27FC236}">
                <a16:creationId xmlns:a16="http://schemas.microsoft.com/office/drawing/2014/main" id="{343BF424-AE69-40A7-A244-520AD452B7CA}"/>
              </a:ext>
            </a:extLst>
          </p:cNvPr>
          <p:cNvPicPr>
            <a:picLocks noChangeAspect="1"/>
          </p:cNvPicPr>
          <p:nvPr/>
        </p:nvPicPr>
        <p:blipFill>
          <a:blip r:embed="rId2"/>
          <a:stretch>
            <a:fillRect/>
          </a:stretch>
        </p:blipFill>
        <p:spPr>
          <a:xfrm>
            <a:off x="953636" y="1534462"/>
            <a:ext cx="9240449" cy="2867225"/>
          </a:xfrm>
          <a:prstGeom prst="rect">
            <a:avLst/>
          </a:prstGeom>
        </p:spPr>
      </p:pic>
      <p:pic>
        <p:nvPicPr>
          <p:cNvPr id="9" name="Picture 8">
            <a:extLst>
              <a:ext uri="{FF2B5EF4-FFF2-40B4-BE49-F238E27FC236}">
                <a16:creationId xmlns:a16="http://schemas.microsoft.com/office/drawing/2014/main" id="{5B2005C4-6A14-45BF-8D44-165943AB1AD8}"/>
              </a:ext>
            </a:extLst>
          </p:cNvPr>
          <p:cNvPicPr>
            <a:picLocks noChangeAspect="1"/>
          </p:cNvPicPr>
          <p:nvPr/>
        </p:nvPicPr>
        <p:blipFill>
          <a:blip r:embed="rId3"/>
          <a:stretch>
            <a:fillRect/>
          </a:stretch>
        </p:blipFill>
        <p:spPr>
          <a:xfrm>
            <a:off x="953636" y="4752411"/>
            <a:ext cx="4208300" cy="1227421"/>
          </a:xfrm>
          <a:prstGeom prst="rect">
            <a:avLst/>
          </a:prstGeom>
        </p:spPr>
      </p:pic>
      <p:sp>
        <p:nvSpPr>
          <p:cNvPr id="7" name="Rectangle 6"/>
          <p:cNvSpPr/>
          <p:nvPr/>
        </p:nvSpPr>
        <p:spPr>
          <a:xfrm>
            <a:off x="8211523" y="6472409"/>
            <a:ext cx="2728225" cy="302964"/>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 name="Rectangle 7"/>
          <p:cNvSpPr/>
          <p:nvPr/>
        </p:nvSpPr>
        <p:spPr>
          <a:xfrm>
            <a:off x="11005851" y="6290631"/>
            <a:ext cx="837282" cy="35254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1195504804"/>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996A85-0E2F-DE4A-847F-E38BC580006C}"/>
              </a:ext>
            </a:extLst>
          </p:cNvPr>
          <p:cNvSpPr>
            <a:spLocks noGrp="1"/>
          </p:cNvSpPr>
          <p:nvPr>
            <p:ph type="ctrTitle"/>
          </p:nvPr>
        </p:nvSpPr>
        <p:spPr>
          <a:xfrm>
            <a:off x="454227" y="379018"/>
            <a:ext cx="11277600" cy="405596"/>
          </a:xfrm>
        </p:spPr>
        <p:txBody>
          <a:bodyPr/>
          <a:lstStyle/>
          <a:p>
            <a:r>
              <a:rPr lang="en-US" sz="3200">
                <a:solidFill>
                  <a:srgbClr val="CD2883"/>
                </a:solidFill>
              </a:rPr>
              <a:t>BED - Multiple Source Load, Scenario 1</a:t>
            </a:r>
          </a:p>
        </p:txBody>
      </p:sp>
      <p:sp>
        <p:nvSpPr>
          <p:cNvPr id="4" name="Text Placeholder 9">
            <a:extLst>
              <a:ext uri="{FF2B5EF4-FFF2-40B4-BE49-F238E27FC236}">
                <a16:creationId xmlns:a16="http://schemas.microsoft.com/office/drawing/2014/main" id="{BA681307-82DA-4AFB-9F31-591FA3A64656}"/>
              </a:ext>
            </a:extLst>
          </p:cNvPr>
          <p:cNvSpPr txBox="1">
            <a:spLocks/>
          </p:cNvSpPr>
          <p:nvPr/>
        </p:nvSpPr>
        <p:spPr>
          <a:xfrm>
            <a:off x="454227" y="955696"/>
            <a:ext cx="11048753" cy="265470"/>
          </a:xfrm>
          <a:prstGeom prst="rect">
            <a:avLst/>
          </a:prstGeom>
          <a:noFill/>
        </p:spPr>
        <p:txBody>
          <a:bodyPr vert="horz" lIns="0" tIns="0" rIns="0" bIns="0" rtlCol="0" anchor="t" anchorCtr="0">
            <a:noAutofit/>
          </a:bodyPr>
          <a:lstStyle>
            <a:lvl1pPr marL="0" indent="0" algn="ctr" defTabSz="914400" rtl="0" eaLnBrk="1" latinLnBrk="0" hangingPunct="1">
              <a:lnSpc>
                <a:spcPct val="90000"/>
              </a:lnSpc>
              <a:spcBef>
                <a:spcPts val="1000"/>
              </a:spcBef>
              <a:buClr>
                <a:schemeClr val="tx1"/>
              </a:buClr>
              <a:buFont typeface="System Font Regular"/>
              <a:buNone/>
              <a:defRPr sz="1200" kern="1200">
                <a:solidFill>
                  <a:schemeClr val="tx2"/>
                </a:solidFill>
                <a:latin typeface="+mj-lt"/>
                <a:ea typeface="+mn-ea"/>
                <a:cs typeface="+mn-cs"/>
              </a:defRPr>
            </a:lvl1pPr>
            <a:lvl2pPr marL="515938" indent="-225425" algn="l" defTabSz="914400" rtl="0" eaLnBrk="1" latinLnBrk="0" hangingPunct="1">
              <a:lnSpc>
                <a:spcPct val="90000"/>
              </a:lnSpc>
              <a:spcBef>
                <a:spcPts val="500"/>
              </a:spcBef>
              <a:buFont typeface="System Font Regular"/>
              <a:buChar char="–"/>
              <a:tabLst/>
              <a:defRPr sz="2400" kern="1200">
                <a:solidFill>
                  <a:schemeClr val="tx2"/>
                </a:solidFill>
                <a:latin typeface="+mj-lt"/>
                <a:ea typeface="+mn-ea"/>
                <a:cs typeface="+mn-cs"/>
              </a:defRPr>
            </a:lvl2pPr>
            <a:lvl3pPr marL="808038" indent="-225425" algn="l" defTabSz="914400" rtl="0" eaLnBrk="1" latinLnBrk="0" hangingPunct="1">
              <a:lnSpc>
                <a:spcPct val="90000"/>
              </a:lnSpc>
              <a:spcBef>
                <a:spcPts val="500"/>
              </a:spcBef>
              <a:buFont typeface="System Font Regular"/>
              <a:buChar char="–"/>
              <a:tabLst/>
              <a:defRPr sz="2000" kern="1200">
                <a:solidFill>
                  <a:schemeClr val="tx2"/>
                </a:solidFill>
                <a:latin typeface="+mj-lt"/>
                <a:ea typeface="+mn-ea"/>
                <a:cs typeface="+mn-cs"/>
              </a:defRPr>
            </a:lvl3pPr>
            <a:lvl4pPr marL="1090613" indent="-234950" algn="l" defTabSz="914400" rtl="0" eaLnBrk="1" latinLnBrk="0" hangingPunct="1">
              <a:lnSpc>
                <a:spcPct val="90000"/>
              </a:lnSpc>
              <a:spcBef>
                <a:spcPts val="500"/>
              </a:spcBef>
              <a:buFont typeface="System Font Regular"/>
              <a:buChar char="–"/>
              <a:tabLst/>
              <a:defRPr sz="1800" kern="1200">
                <a:solidFill>
                  <a:schemeClr val="tx2"/>
                </a:solidFill>
                <a:latin typeface="+mj-lt"/>
                <a:ea typeface="+mn-ea"/>
                <a:cs typeface="+mn-cs"/>
              </a:defRPr>
            </a:lvl4pPr>
            <a:lvl5pPr marL="1373188" indent="-273050" algn="l" defTabSz="914400" rtl="0" eaLnBrk="1" latinLnBrk="0" hangingPunct="1">
              <a:lnSpc>
                <a:spcPct val="90000"/>
              </a:lnSpc>
              <a:spcBef>
                <a:spcPts val="500"/>
              </a:spcBef>
              <a:buFont typeface="System Font Regular"/>
              <a:buChar char="–"/>
              <a:tabLst/>
              <a:defRPr sz="1800" kern="1200">
                <a:solidFill>
                  <a:schemeClr val="tx2"/>
                </a:solidFill>
                <a:latin typeface="+mj-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
                <a:srgbClr val="FB4D0A"/>
              </a:buClr>
              <a:buSzTx/>
              <a:buFont typeface="System Font Regular"/>
              <a:buNone/>
              <a:tabLst/>
              <a:defRPr/>
            </a:pPr>
            <a:r>
              <a:rPr kumimoji="0" lang="en-GB" sz="1400" b="0" i="0" u="none" strike="noStrike" kern="1200" cap="none" spc="0" normalizeH="0" baseline="0" noProof="0">
                <a:ln>
                  <a:noFill/>
                </a:ln>
                <a:solidFill>
                  <a:srgbClr val="000000"/>
                </a:solidFill>
                <a:effectLst/>
                <a:uLnTx/>
                <a:uFillTx/>
                <a:latin typeface="Calibri Light" panose="020F0302020204030204"/>
                <a:ea typeface="+mn-ea"/>
                <a:cs typeface="+mn-cs"/>
              </a:rPr>
              <a:t>Output layer loaded using latest available consistent data from input layer</a:t>
            </a:r>
          </a:p>
        </p:txBody>
      </p:sp>
      <p:sp>
        <p:nvSpPr>
          <p:cNvPr id="10" name="Text Placeholder 9">
            <a:extLst>
              <a:ext uri="{FF2B5EF4-FFF2-40B4-BE49-F238E27FC236}">
                <a16:creationId xmlns:a16="http://schemas.microsoft.com/office/drawing/2014/main" id="{74EA20D6-F3F1-4F1C-8EFD-3024AC0CA43B}"/>
              </a:ext>
            </a:extLst>
          </p:cNvPr>
          <p:cNvSpPr txBox="1">
            <a:spLocks/>
          </p:cNvSpPr>
          <p:nvPr/>
        </p:nvSpPr>
        <p:spPr>
          <a:xfrm>
            <a:off x="7113618" y="4970406"/>
            <a:ext cx="3629108" cy="1360544"/>
          </a:xfrm>
          <a:prstGeom prst="rect">
            <a:avLst/>
          </a:prstGeom>
          <a:noFill/>
        </p:spPr>
        <p:txBody>
          <a:bodyPr vert="horz" lIns="0" tIns="0" rIns="0" bIns="0" rtlCol="0" anchor="t" anchorCtr="0">
            <a:noAutofit/>
          </a:bodyPr>
          <a:lstStyle>
            <a:lvl1pPr marL="0" indent="0" algn="ctr" defTabSz="914400" rtl="0" eaLnBrk="1" latinLnBrk="0" hangingPunct="1">
              <a:lnSpc>
                <a:spcPct val="90000"/>
              </a:lnSpc>
              <a:spcBef>
                <a:spcPts val="1000"/>
              </a:spcBef>
              <a:buClr>
                <a:schemeClr val="tx1"/>
              </a:buClr>
              <a:buFont typeface="System Font Regular"/>
              <a:buNone/>
              <a:defRPr sz="1200" kern="1200">
                <a:solidFill>
                  <a:schemeClr val="tx2"/>
                </a:solidFill>
                <a:latin typeface="+mj-lt"/>
                <a:ea typeface="+mn-ea"/>
                <a:cs typeface="+mn-cs"/>
              </a:defRPr>
            </a:lvl1pPr>
            <a:lvl2pPr marL="515938" indent="-225425" algn="l" defTabSz="914400" rtl="0" eaLnBrk="1" latinLnBrk="0" hangingPunct="1">
              <a:lnSpc>
                <a:spcPct val="90000"/>
              </a:lnSpc>
              <a:spcBef>
                <a:spcPts val="500"/>
              </a:spcBef>
              <a:buFont typeface="System Font Regular"/>
              <a:buChar char="–"/>
              <a:tabLst/>
              <a:defRPr sz="2400" kern="1200">
                <a:solidFill>
                  <a:schemeClr val="tx2"/>
                </a:solidFill>
                <a:latin typeface="+mj-lt"/>
                <a:ea typeface="+mn-ea"/>
                <a:cs typeface="+mn-cs"/>
              </a:defRPr>
            </a:lvl2pPr>
            <a:lvl3pPr marL="808038" indent="-225425" algn="l" defTabSz="914400" rtl="0" eaLnBrk="1" latinLnBrk="0" hangingPunct="1">
              <a:lnSpc>
                <a:spcPct val="90000"/>
              </a:lnSpc>
              <a:spcBef>
                <a:spcPts val="500"/>
              </a:spcBef>
              <a:buFont typeface="System Font Regular"/>
              <a:buChar char="–"/>
              <a:tabLst/>
              <a:defRPr sz="2000" kern="1200">
                <a:solidFill>
                  <a:schemeClr val="tx2"/>
                </a:solidFill>
                <a:latin typeface="+mj-lt"/>
                <a:ea typeface="+mn-ea"/>
                <a:cs typeface="+mn-cs"/>
              </a:defRPr>
            </a:lvl3pPr>
            <a:lvl4pPr marL="1090613" indent="-234950" algn="l" defTabSz="914400" rtl="0" eaLnBrk="1" latinLnBrk="0" hangingPunct="1">
              <a:lnSpc>
                <a:spcPct val="90000"/>
              </a:lnSpc>
              <a:spcBef>
                <a:spcPts val="500"/>
              </a:spcBef>
              <a:buFont typeface="System Font Regular"/>
              <a:buChar char="–"/>
              <a:tabLst/>
              <a:defRPr sz="1800" kern="1200">
                <a:solidFill>
                  <a:schemeClr val="tx2"/>
                </a:solidFill>
                <a:latin typeface="+mj-lt"/>
                <a:ea typeface="+mn-ea"/>
                <a:cs typeface="+mn-cs"/>
              </a:defRPr>
            </a:lvl4pPr>
            <a:lvl5pPr marL="1373188" indent="-273050" algn="l" defTabSz="914400" rtl="0" eaLnBrk="1" latinLnBrk="0" hangingPunct="1">
              <a:lnSpc>
                <a:spcPct val="90000"/>
              </a:lnSpc>
              <a:spcBef>
                <a:spcPts val="500"/>
              </a:spcBef>
              <a:buFont typeface="System Font Regular"/>
              <a:buChar char="–"/>
              <a:tabLst/>
              <a:defRPr sz="1800" kern="1200">
                <a:solidFill>
                  <a:schemeClr val="tx2"/>
                </a:solidFill>
                <a:latin typeface="+mj-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
                <a:srgbClr val="FB4D0A"/>
              </a:buClr>
              <a:buSzTx/>
              <a:buFont typeface="System Font Regular"/>
              <a:buNone/>
              <a:tabLst/>
              <a:defRPr/>
            </a:pPr>
            <a:r>
              <a:rPr kumimoji="0" lang="en-GB" sz="1400" b="1" i="0" u="none" strike="noStrike" kern="1200" cap="none" spc="0" normalizeH="0" baseline="0" noProof="0">
                <a:ln>
                  <a:noFill/>
                </a:ln>
                <a:solidFill>
                  <a:srgbClr val="000000"/>
                </a:solidFill>
                <a:effectLst/>
                <a:uLnTx/>
                <a:uFillTx/>
                <a:latin typeface="Calibri Light" panose="020F0302020204030204"/>
                <a:ea typeface="+mn-ea"/>
                <a:cs typeface="+mn-cs"/>
              </a:rPr>
              <a:t>NOTES</a:t>
            </a:r>
          </a:p>
          <a:p>
            <a:pPr marL="0" marR="0" lvl="0" indent="0" algn="l" defTabSz="914400" rtl="0" eaLnBrk="1" fontAlgn="auto" latinLnBrk="0" hangingPunct="1">
              <a:lnSpc>
                <a:spcPct val="90000"/>
              </a:lnSpc>
              <a:spcBef>
                <a:spcPts val="1000"/>
              </a:spcBef>
              <a:spcAft>
                <a:spcPts val="0"/>
              </a:spcAft>
              <a:buClr>
                <a:srgbClr val="FB4D0A"/>
              </a:buClr>
              <a:buSzTx/>
              <a:buFont typeface="System Font Regular"/>
              <a:buNone/>
              <a:tabLst/>
              <a:defRPr/>
            </a:pPr>
            <a:r>
              <a:rPr kumimoji="0" lang="en-GB" sz="1400" b="0" i="0" u="none" strike="noStrike" kern="1200" cap="none" spc="0" normalizeH="0" baseline="0" noProof="0">
                <a:ln>
                  <a:noFill/>
                </a:ln>
                <a:solidFill>
                  <a:srgbClr val="000000"/>
                </a:solidFill>
                <a:effectLst/>
                <a:uLnTx/>
                <a:uFillTx/>
                <a:latin typeface="Calibri Light" panose="020F0302020204030204"/>
                <a:ea typeface="+mn-ea"/>
                <a:cs typeface="+mn-cs"/>
              </a:rPr>
              <a:t>Source T has not updated in-between higher-layer loads N1 and N2, so its Input BED is unchanged.</a:t>
            </a:r>
          </a:p>
          <a:p>
            <a:pPr marL="0" marR="0" lvl="0" indent="0" algn="l" defTabSz="914400" rtl="0" eaLnBrk="1" fontAlgn="auto" latinLnBrk="0" hangingPunct="1">
              <a:lnSpc>
                <a:spcPct val="90000"/>
              </a:lnSpc>
              <a:spcBef>
                <a:spcPts val="1000"/>
              </a:spcBef>
              <a:spcAft>
                <a:spcPts val="0"/>
              </a:spcAft>
              <a:buClr>
                <a:srgbClr val="FB4D0A"/>
              </a:buClr>
              <a:buSzTx/>
              <a:buFont typeface="System Font Regular"/>
              <a:buNone/>
              <a:tabLst/>
              <a:defRPr/>
            </a:pPr>
            <a:r>
              <a:rPr kumimoji="0" lang="en-GB" sz="1400" b="0" i="0" u="none" strike="noStrike" kern="1200" cap="none" spc="0" normalizeH="0" baseline="0" noProof="0">
                <a:ln>
                  <a:noFill/>
                </a:ln>
                <a:solidFill>
                  <a:srgbClr val="000000"/>
                </a:solidFill>
                <a:effectLst/>
                <a:uLnTx/>
                <a:uFillTx/>
                <a:latin typeface="Calibri Light" panose="020F0302020204030204"/>
                <a:ea typeface="+mn-ea"/>
                <a:cs typeface="+mn-cs"/>
              </a:rPr>
              <a:t>Incremental filter is now the minimum of the BEDs across all source loads in scope</a:t>
            </a:r>
          </a:p>
        </p:txBody>
      </p:sp>
      <p:pic>
        <p:nvPicPr>
          <p:cNvPr id="5" name="Picture 4">
            <a:extLst>
              <a:ext uri="{FF2B5EF4-FFF2-40B4-BE49-F238E27FC236}">
                <a16:creationId xmlns:a16="http://schemas.microsoft.com/office/drawing/2014/main" id="{9C70ED3A-6E9C-4B2E-812B-1301B728B18F}"/>
              </a:ext>
            </a:extLst>
          </p:cNvPr>
          <p:cNvPicPr>
            <a:picLocks noChangeAspect="1"/>
          </p:cNvPicPr>
          <p:nvPr/>
        </p:nvPicPr>
        <p:blipFill>
          <a:blip r:embed="rId2"/>
          <a:stretch>
            <a:fillRect/>
          </a:stretch>
        </p:blipFill>
        <p:spPr>
          <a:xfrm>
            <a:off x="1007496" y="1343618"/>
            <a:ext cx="8761835" cy="3497862"/>
          </a:xfrm>
          <a:prstGeom prst="rect">
            <a:avLst/>
          </a:prstGeom>
        </p:spPr>
      </p:pic>
      <p:pic>
        <p:nvPicPr>
          <p:cNvPr id="14" name="Picture 13">
            <a:extLst>
              <a:ext uri="{FF2B5EF4-FFF2-40B4-BE49-F238E27FC236}">
                <a16:creationId xmlns:a16="http://schemas.microsoft.com/office/drawing/2014/main" id="{D7BA26C2-DB4E-48DA-9843-A8EC28A64A0F}"/>
              </a:ext>
            </a:extLst>
          </p:cNvPr>
          <p:cNvPicPr>
            <a:picLocks noChangeAspect="1"/>
          </p:cNvPicPr>
          <p:nvPr/>
        </p:nvPicPr>
        <p:blipFill>
          <a:blip r:embed="rId3"/>
          <a:stretch>
            <a:fillRect/>
          </a:stretch>
        </p:blipFill>
        <p:spPr>
          <a:xfrm>
            <a:off x="811377" y="4941147"/>
            <a:ext cx="4085088" cy="1537835"/>
          </a:xfrm>
          <a:prstGeom prst="rect">
            <a:avLst/>
          </a:prstGeom>
        </p:spPr>
      </p:pic>
      <p:sp>
        <p:nvSpPr>
          <p:cNvPr id="7" name="Rectangle 6"/>
          <p:cNvSpPr/>
          <p:nvPr/>
        </p:nvSpPr>
        <p:spPr>
          <a:xfrm>
            <a:off x="8211523" y="6472409"/>
            <a:ext cx="2728225" cy="302964"/>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 name="Rectangle 7"/>
          <p:cNvSpPr/>
          <p:nvPr/>
        </p:nvSpPr>
        <p:spPr>
          <a:xfrm>
            <a:off x="11005851" y="6290631"/>
            <a:ext cx="837282" cy="35254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1228992071"/>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996A85-0E2F-DE4A-847F-E38BC580006C}"/>
              </a:ext>
            </a:extLst>
          </p:cNvPr>
          <p:cNvSpPr>
            <a:spLocks noGrp="1"/>
          </p:cNvSpPr>
          <p:nvPr>
            <p:ph type="ctrTitle"/>
          </p:nvPr>
        </p:nvSpPr>
        <p:spPr>
          <a:xfrm>
            <a:off x="454227" y="379018"/>
            <a:ext cx="11277600" cy="405596"/>
          </a:xfrm>
        </p:spPr>
        <p:txBody>
          <a:bodyPr/>
          <a:lstStyle/>
          <a:p>
            <a:r>
              <a:rPr lang="en-US" sz="3200">
                <a:solidFill>
                  <a:srgbClr val="CD2883"/>
                </a:solidFill>
              </a:rPr>
              <a:t>BED - Multiple Source Load, Scenario 2</a:t>
            </a:r>
          </a:p>
        </p:txBody>
      </p:sp>
      <p:sp>
        <p:nvSpPr>
          <p:cNvPr id="4" name="Text Placeholder 9">
            <a:extLst>
              <a:ext uri="{FF2B5EF4-FFF2-40B4-BE49-F238E27FC236}">
                <a16:creationId xmlns:a16="http://schemas.microsoft.com/office/drawing/2014/main" id="{BA681307-82DA-4AFB-9F31-591FA3A64656}"/>
              </a:ext>
            </a:extLst>
          </p:cNvPr>
          <p:cNvSpPr txBox="1">
            <a:spLocks/>
          </p:cNvSpPr>
          <p:nvPr/>
        </p:nvSpPr>
        <p:spPr>
          <a:xfrm>
            <a:off x="454227" y="955696"/>
            <a:ext cx="11048753" cy="265470"/>
          </a:xfrm>
          <a:prstGeom prst="rect">
            <a:avLst/>
          </a:prstGeom>
          <a:noFill/>
        </p:spPr>
        <p:txBody>
          <a:bodyPr vert="horz" lIns="0" tIns="0" rIns="0" bIns="0" rtlCol="0" anchor="t" anchorCtr="0">
            <a:noAutofit/>
          </a:bodyPr>
          <a:lstStyle>
            <a:lvl1pPr marL="0" indent="0" algn="ctr" defTabSz="914400" rtl="0" eaLnBrk="1" latinLnBrk="0" hangingPunct="1">
              <a:lnSpc>
                <a:spcPct val="90000"/>
              </a:lnSpc>
              <a:spcBef>
                <a:spcPts val="1000"/>
              </a:spcBef>
              <a:buClr>
                <a:schemeClr val="tx1"/>
              </a:buClr>
              <a:buFont typeface="System Font Regular"/>
              <a:buNone/>
              <a:defRPr sz="1200" kern="1200">
                <a:solidFill>
                  <a:schemeClr val="tx2"/>
                </a:solidFill>
                <a:latin typeface="+mj-lt"/>
                <a:ea typeface="+mn-ea"/>
                <a:cs typeface="+mn-cs"/>
              </a:defRPr>
            </a:lvl1pPr>
            <a:lvl2pPr marL="515938" indent="-225425" algn="l" defTabSz="914400" rtl="0" eaLnBrk="1" latinLnBrk="0" hangingPunct="1">
              <a:lnSpc>
                <a:spcPct val="90000"/>
              </a:lnSpc>
              <a:spcBef>
                <a:spcPts val="500"/>
              </a:spcBef>
              <a:buFont typeface="System Font Regular"/>
              <a:buChar char="–"/>
              <a:tabLst/>
              <a:defRPr sz="2400" kern="1200">
                <a:solidFill>
                  <a:schemeClr val="tx2"/>
                </a:solidFill>
                <a:latin typeface="+mj-lt"/>
                <a:ea typeface="+mn-ea"/>
                <a:cs typeface="+mn-cs"/>
              </a:defRPr>
            </a:lvl2pPr>
            <a:lvl3pPr marL="808038" indent="-225425" algn="l" defTabSz="914400" rtl="0" eaLnBrk="1" latinLnBrk="0" hangingPunct="1">
              <a:lnSpc>
                <a:spcPct val="90000"/>
              </a:lnSpc>
              <a:spcBef>
                <a:spcPts val="500"/>
              </a:spcBef>
              <a:buFont typeface="System Font Regular"/>
              <a:buChar char="–"/>
              <a:tabLst/>
              <a:defRPr sz="2000" kern="1200">
                <a:solidFill>
                  <a:schemeClr val="tx2"/>
                </a:solidFill>
                <a:latin typeface="+mj-lt"/>
                <a:ea typeface="+mn-ea"/>
                <a:cs typeface="+mn-cs"/>
              </a:defRPr>
            </a:lvl3pPr>
            <a:lvl4pPr marL="1090613" indent="-234950" algn="l" defTabSz="914400" rtl="0" eaLnBrk="1" latinLnBrk="0" hangingPunct="1">
              <a:lnSpc>
                <a:spcPct val="90000"/>
              </a:lnSpc>
              <a:spcBef>
                <a:spcPts val="500"/>
              </a:spcBef>
              <a:buFont typeface="System Font Regular"/>
              <a:buChar char="–"/>
              <a:tabLst/>
              <a:defRPr sz="1800" kern="1200">
                <a:solidFill>
                  <a:schemeClr val="tx2"/>
                </a:solidFill>
                <a:latin typeface="+mj-lt"/>
                <a:ea typeface="+mn-ea"/>
                <a:cs typeface="+mn-cs"/>
              </a:defRPr>
            </a:lvl4pPr>
            <a:lvl5pPr marL="1373188" indent="-273050" algn="l" defTabSz="914400" rtl="0" eaLnBrk="1" latinLnBrk="0" hangingPunct="1">
              <a:lnSpc>
                <a:spcPct val="90000"/>
              </a:lnSpc>
              <a:spcBef>
                <a:spcPts val="500"/>
              </a:spcBef>
              <a:buFont typeface="System Font Regular"/>
              <a:buChar char="–"/>
              <a:tabLst/>
              <a:defRPr sz="1800" kern="1200">
                <a:solidFill>
                  <a:schemeClr val="tx2"/>
                </a:solidFill>
                <a:latin typeface="+mj-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
                <a:srgbClr val="FB4D0A"/>
              </a:buClr>
              <a:buSzTx/>
              <a:buFont typeface="System Font Regular"/>
              <a:buNone/>
              <a:tabLst/>
              <a:defRPr/>
            </a:pPr>
            <a:r>
              <a:rPr kumimoji="0" lang="en-GB" sz="1400" b="0" i="0" u="none" strike="noStrike" kern="1200" cap="none" spc="0" normalizeH="0" baseline="0" noProof="0">
                <a:ln>
                  <a:noFill/>
                </a:ln>
                <a:solidFill>
                  <a:srgbClr val="000000"/>
                </a:solidFill>
                <a:effectLst/>
                <a:uLnTx/>
                <a:uFillTx/>
                <a:latin typeface="Calibri Light" panose="020F0302020204030204"/>
                <a:ea typeface="+mn-ea"/>
                <a:cs typeface="+mn-cs"/>
              </a:rPr>
              <a:t>Output layer loaded using latest available consistent data from input layer</a:t>
            </a:r>
          </a:p>
        </p:txBody>
      </p:sp>
      <p:sp>
        <p:nvSpPr>
          <p:cNvPr id="10" name="Text Placeholder 9">
            <a:extLst>
              <a:ext uri="{FF2B5EF4-FFF2-40B4-BE49-F238E27FC236}">
                <a16:creationId xmlns:a16="http://schemas.microsoft.com/office/drawing/2014/main" id="{74EA20D6-F3F1-4F1C-8EFD-3024AC0CA43B}"/>
              </a:ext>
            </a:extLst>
          </p:cNvPr>
          <p:cNvSpPr txBox="1">
            <a:spLocks/>
          </p:cNvSpPr>
          <p:nvPr/>
        </p:nvSpPr>
        <p:spPr>
          <a:xfrm>
            <a:off x="5834462" y="4747830"/>
            <a:ext cx="5308413" cy="1582177"/>
          </a:xfrm>
          <a:prstGeom prst="rect">
            <a:avLst/>
          </a:prstGeom>
          <a:noFill/>
        </p:spPr>
        <p:txBody>
          <a:bodyPr vert="horz" lIns="0" tIns="0" rIns="0" bIns="0" rtlCol="0" anchor="t" anchorCtr="0">
            <a:noAutofit/>
          </a:bodyPr>
          <a:lstStyle>
            <a:lvl1pPr marL="0" indent="0" algn="ctr" defTabSz="914400" rtl="0" eaLnBrk="1" latinLnBrk="0" hangingPunct="1">
              <a:lnSpc>
                <a:spcPct val="90000"/>
              </a:lnSpc>
              <a:spcBef>
                <a:spcPts val="1000"/>
              </a:spcBef>
              <a:buClr>
                <a:schemeClr val="tx1"/>
              </a:buClr>
              <a:buFont typeface="System Font Regular"/>
              <a:buNone/>
              <a:defRPr sz="1200" kern="1200">
                <a:solidFill>
                  <a:schemeClr val="tx2"/>
                </a:solidFill>
                <a:latin typeface="+mj-lt"/>
                <a:ea typeface="+mn-ea"/>
                <a:cs typeface="+mn-cs"/>
              </a:defRPr>
            </a:lvl1pPr>
            <a:lvl2pPr marL="515938" indent="-225425" algn="l" defTabSz="914400" rtl="0" eaLnBrk="1" latinLnBrk="0" hangingPunct="1">
              <a:lnSpc>
                <a:spcPct val="90000"/>
              </a:lnSpc>
              <a:spcBef>
                <a:spcPts val="500"/>
              </a:spcBef>
              <a:buFont typeface="System Font Regular"/>
              <a:buChar char="–"/>
              <a:tabLst/>
              <a:defRPr sz="2400" kern="1200">
                <a:solidFill>
                  <a:schemeClr val="tx2"/>
                </a:solidFill>
                <a:latin typeface="+mj-lt"/>
                <a:ea typeface="+mn-ea"/>
                <a:cs typeface="+mn-cs"/>
              </a:defRPr>
            </a:lvl2pPr>
            <a:lvl3pPr marL="808038" indent="-225425" algn="l" defTabSz="914400" rtl="0" eaLnBrk="1" latinLnBrk="0" hangingPunct="1">
              <a:lnSpc>
                <a:spcPct val="90000"/>
              </a:lnSpc>
              <a:spcBef>
                <a:spcPts val="500"/>
              </a:spcBef>
              <a:buFont typeface="System Font Regular"/>
              <a:buChar char="–"/>
              <a:tabLst/>
              <a:defRPr sz="2000" kern="1200">
                <a:solidFill>
                  <a:schemeClr val="tx2"/>
                </a:solidFill>
                <a:latin typeface="+mj-lt"/>
                <a:ea typeface="+mn-ea"/>
                <a:cs typeface="+mn-cs"/>
              </a:defRPr>
            </a:lvl3pPr>
            <a:lvl4pPr marL="1090613" indent="-234950" algn="l" defTabSz="914400" rtl="0" eaLnBrk="1" latinLnBrk="0" hangingPunct="1">
              <a:lnSpc>
                <a:spcPct val="90000"/>
              </a:lnSpc>
              <a:spcBef>
                <a:spcPts val="500"/>
              </a:spcBef>
              <a:buFont typeface="System Font Regular"/>
              <a:buChar char="–"/>
              <a:tabLst/>
              <a:defRPr sz="1800" kern="1200">
                <a:solidFill>
                  <a:schemeClr val="tx2"/>
                </a:solidFill>
                <a:latin typeface="+mj-lt"/>
                <a:ea typeface="+mn-ea"/>
                <a:cs typeface="+mn-cs"/>
              </a:defRPr>
            </a:lvl4pPr>
            <a:lvl5pPr marL="1373188" indent="-273050" algn="l" defTabSz="914400" rtl="0" eaLnBrk="1" latinLnBrk="0" hangingPunct="1">
              <a:lnSpc>
                <a:spcPct val="90000"/>
              </a:lnSpc>
              <a:spcBef>
                <a:spcPts val="500"/>
              </a:spcBef>
              <a:buFont typeface="System Font Regular"/>
              <a:buChar char="–"/>
              <a:tabLst/>
              <a:defRPr sz="1800" kern="1200">
                <a:solidFill>
                  <a:schemeClr val="tx2"/>
                </a:solidFill>
                <a:latin typeface="+mj-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
                <a:srgbClr val="FB4D0A"/>
              </a:buClr>
              <a:buSzTx/>
              <a:buFont typeface="System Font Regular"/>
              <a:buNone/>
              <a:tabLst/>
              <a:defRPr/>
            </a:pPr>
            <a:r>
              <a:rPr kumimoji="0" lang="en-GB" sz="1200" b="1" i="0" u="none" strike="noStrike" kern="1200" cap="none" spc="0" normalizeH="0" baseline="0" noProof="0">
                <a:ln>
                  <a:noFill/>
                </a:ln>
                <a:solidFill>
                  <a:srgbClr val="000000"/>
                </a:solidFill>
                <a:effectLst/>
                <a:uLnTx/>
                <a:uFillTx/>
                <a:latin typeface="Calibri Light" panose="020F0302020204030204"/>
                <a:ea typeface="+mn-ea"/>
                <a:cs typeface="+mn-cs"/>
              </a:rPr>
              <a:t>NOTES</a:t>
            </a:r>
          </a:p>
          <a:p>
            <a:pPr marL="0" marR="0" lvl="0" indent="0" algn="l" defTabSz="914400" rtl="0" eaLnBrk="1" fontAlgn="auto" latinLnBrk="0" hangingPunct="1">
              <a:lnSpc>
                <a:spcPct val="90000"/>
              </a:lnSpc>
              <a:spcBef>
                <a:spcPts val="1000"/>
              </a:spcBef>
              <a:spcAft>
                <a:spcPts val="0"/>
              </a:spcAft>
              <a:buClr>
                <a:srgbClr val="FB4D0A"/>
              </a:buClr>
              <a:buSzTx/>
              <a:buFont typeface="System Font Regular"/>
              <a:buNone/>
              <a:tabLst/>
              <a:defRPr/>
            </a:pPr>
            <a:r>
              <a:rPr kumimoji="0" lang="en-GB" sz="1200" b="0" i="0" u="none" strike="noStrike" kern="1200" cap="none" spc="0" normalizeH="0" baseline="0" noProof="0">
                <a:ln>
                  <a:noFill/>
                </a:ln>
                <a:solidFill>
                  <a:srgbClr val="000000"/>
                </a:solidFill>
                <a:effectLst/>
                <a:uLnTx/>
                <a:uFillTx/>
                <a:latin typeface="Calibri Light" panose="020F0302020204030204"/>
                <a:ea typeface="+mn-ea"/>
                <a:cs typeface="+mn-cs"/>
              </a:rPr>
              <a:t>Load MT2 has been significantly delayed (e.g. could be a catch-up run at the lower layer) and so runs with a BED earlier than the latest BED already used in the higher layer i.e. in effect it changes history.</a:t>
            </a:r>
          </a:p>
          <a:p>
            <a:pPr marL="0" marR="0" lvl="0" indent="0" algn="l" defTabSz="914400" rtl="0" eaLnBrk="1" fontAlgn="auto" latinLnBrk="0" hangingPunct="1">
              <a:lnSpc>
                <a:spcPct val="90000"/>
              </a:lnSpc>
              <a:spcBef>
                <a:spcPts val="1000"/>
              </a:spcBef>
              <a:spcAft>
                <a:spcPts val="0"/>
              </a:spcAft>
              <a:buClr>
                <a:srgbClr val="FB4D0A"/>
              </a:buClr>
              <a:buSzTx/>
              <a:buFont typeface="System Font Regular"/>
              <a:buNone/>
              <a:tabLst/>
              <a:defRPr/>
            </a:pPr>
            <a:r>
              <a:rPr kumimoji="0" lang="en-GB" sz="1200" b="0" i="0" u="none" strike="noStrike" kern="1200" cap="none" spc="0" normalizeH="0" baseline="0" noProof="0">
                <a:ln>
                  <a:noFill/>
                </a:ln>
                <a:solidFill>
                  <a:srgbClr val="000000"/>
                </a:solidFill>
                <a:effectLst/>
                <a:uLnTx/>
                <a:uFillTx/>
                <a:latin typeface="Calibri Light" panose="020F0302020204030204"/>
                <a:ea typeface="+mn-ea"/>
                <a:cs typeface="+mn-cs"/>
              </a:rPr>
              <a:t>As source S has not updated in the meantime, normal rules would therefore have this pulled into the next layer in load N2 with a BED that’s already been used by load N1, but the same BED can never be used twice (would cause Type 2 merge problems/lost data).  So instead a small increment is added to the BED of N2 to differentiate.</a:t>
            </a:r>
          </a:p>
        </p:txBody>
      </p:sp>
      <p:pic>
        <p:nvPicPr>
          <p:cNvPr id="5" name="Picture 4">
            <a:extLst>
              <a:ext uri="{FF2B5EF4-FFF2-40B4-BE49-F238E27FC236}">
                <a16:creationId xmlns:a16="http://schemas.microsoft.com/office/drawing/2014/main" id="{7C4F7896-11AC-4C0B-8B3F-D4B377C79CEC}"/>
              </a:ext>
            </a:extLst>
          </p:cNvPr>
          <p:cNvPicPr>
            <a:picLocks noChangeAspect="1"/>
          </p:cNvPicPr>
          <p:nvPr/>
        </p:nvPicPr>
        <p:blipFill>
          <a:blip r:embed="rId2"/>
          <a:stretch>
            <a:fillRect/>
          </a:stretch>
        </p:blipFill>
        <p:spPr>
          <a:xfrm>
            <a:off x="1196608" y="1392248"/>
            <a:ext cx="8307252" cy="3246138"/>
          </a:xfrm>
          <a:prstGeom prst="rect">
            <a:avLst/>
          </a:prstGeom>
        </p:spPr>
      </p:pic>
      <p:pic>
        <p:nvPicPr>
          <p:cNvPr id="6" name="Picture 5">
            <a:extLst>
              <a:ext uri="{FF2B5EF4-FFF2-40B4-BE49-F238E27FC236}">
                <a16:creationId xmlns:a16="http://schemas.microsoft.com/office/drawing/2014/main" id="{C80ED6C8-1D90-4D90-857C-A61F57FE04D3}"/>
              </a:ext>
            </a:extLst>
          </p:cNvPr>
          <p:cNvPicPr>
            <a:picLocks noChangeAspect="1"/>
          </p:cNvPicPr>
          <p:nvPr/>
        </p:nvPicPr>
        <p:blipFill>
          <a:blip r:embed="rId3"/>
          <a:stretch>
            <a:fillRect/>
          </a:stretch>
        </p:blipFill>
        <p:spPr>
          <a:xfrm>
            <a:off x="945218" y="4929228"/>
            <a:ext cx="4163623" cy="1324469"/>
          </a:xfrm>
          <a:prstGeom prst="rect">
            <a:avLst/>
          </a:prstGeom>
        </p:spPr>
      </p:pic>
      <p:sp>
        <p:nvSpPr>
          <p:cNvPr id="7" name="Rectangle 6"/>
          <p:cNvSpPr/>
          <p:nvPr/>
        </p:nvSpPr>
        <p:spPr>
          <a:xfrm>
            <a:off x="8211523" y="6472409"/>
            <a:ext cx="2728225" cy="302964"/>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 name="Rectangle 7"/>
          <p:cNvSpPr/>
          <p:nvPr/>
        </p:nvSpPr>
        <p:spPr>
          <a:xfrm>
            <a:off x="11005851" y="6290631"/>
            <a:ext cx="837282" cy="35254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1324749147"/>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996A85-0E2F-DE4A-847F-E38BC580006C}"/>
              </a:ext>
            </a:extLst>
          </p:cNvPr>
          <p:cNvSpPr>
            <a:spLocks noGrp="1"/>
          </p:cNvSpPr>
          <p:nvPr>
            <p:ph type="ctrTitle"/>
          </p:nvPr>
        </p:nvSpPr>
        <p:spPr>
          <a:xfrm>
            <a:off x="454227" y="379018"/>
            <a:ext cx="11277600" cy="405596"/>
          </a:xfrm>
        </p:spPr>
        <p:txBody>
          <a:bodyPr/>
          <a:lstStyle/>
          <a:p>
            <a:r>
              <a:rPr lang="en-US" sz="3200">
                <a:solidFill>
                  <a:srgbClr val="CD2883"/>
                </a:solidFill>
              </a:rPr>
              <a:t>BED - Multiple Source Load, Scenario 3</a:t>
            </a:r>
          </a:p>
        </p:txBody>
      </p:sp>
      <p:sp>
        <p:nvSpPr>
          <p:cNvPr id="4" name="Text Placeholder 9">
            <a:extLst>
              <a:ext uri="{FF2B5EF4-FFF2-40B4-BE49-F238E27FC236}">
                <a16:creationId xmlns:a16="http://schemas.microsoft.com/office/drawing/2014/main" id="{BA681307-82DA-4AFB-9F31-591FA3A64656}"/>
              </a:ext>
            </a:extLst>
          </p:cNvPr>
          <p:cNvSpPr txBox="1">
            <a:spLocks/>
          </p:cNvSpPr>
          <p:nvPr/>
        </p:nvSpPr>
        <p:spPr>
          <a:xfrm>
            <a:off x="454227" y="955696"/>
            <a:ext cx="11143905" cy="265470"/>
          </a:xfrm>
          <a:prstGeom prst="rect">
            <a:avLst/>
          </a:prstGeom>
          <a:noFill/>
        </p:spPr>
        <p:txBody>
          <a:bodyPr vert="horz" lIns="0" tIns="0" rIns="0" bIns="0" rtlCol="0" anchor="t" anchorCtr="0">
            <a:noAutofit/>
          </a:bodyPr>
          <a:lstStyle>
            <a:lvl1pPr marL="0" indent="0" algn="ctr" defTabSz="914400" rtl="0" eaLnBrk="1" latinLnBrk="0" hangingPunct="1">
              <a:lnSpc>
                <a:spcPct val="90000"/>
              </a:lnSpc>
              <a:spcBef>
                <a:spcPts val="1000"/>
              </a:spcBef>
              <a:buClr>
                <a:schemeClr val="tx1"/>
              </a:buClr>
              <a:buFont typeface="System Font Regular"/>
              <a:buNone/>
              <a:defRPr sz="1200" kern="1200">
                <a:solidFill>
                  <a:schemeClr val="tx2"/>
                </a:solidFill>
                <a:latin typeface="+mj-lt"/>
                <a:ea typeface="+mn-ea"/>
                <a:cs typeface="+mn-cs"/>
              </a:defRPr>
            </a:lvl1pPr>
            <a:lvl2pPr marL="515938" indent="-225425" algn="l" defTabSz="914400" rtl="0" eaLnBrk="1" latinLnBrk="0" hangingPunct="1">
              <a:lnSpc>
                <a:spcPct val="90000"/>
              </a:lnSpc>
              <a:spcBef>
                <a:spcPts val="500"/>
              </a:spcBef>
              <a:buFont typeface="System Font Regular"/>
              <a:buChar char="–"/>
              <a:tabLst/>
              <a:defRPr sz="2400" kern="1200">
                <a:solidFill>
                  <a:schemeClr val="tx2"/>
                </a:solidFill>
                <a:latin typeface="+mj-lt"/>
                <a:ea typeface="+mn-ea"/>
                <a:cs typeface="+mn-cs"/>
              </a:defRPr>
            </a:lvl2pPr>
            <a:lvl3pPr marL="808038" indent="-225425" algn="l" defTabSz="914400" rtl="0" eaLnBrk="1" latinLnBrk="0" hangingPunct="1">
              <a:lnSpc>
                <a:spcPct val="90000"/>
              </a:lnSpc>
              <a:spcBef>
                <a:spcPts val="500"/>
              </a:spcBef>
              <a:buFont typeface="System Font Regular"/>
              <a:buChar char="–"/>
              <a:tabLst/>
              <a:defRPr sz="2000" kern="1200">
                <a:solidFill>
                  <a:schemeClr val="tx2"/>
                </a:solidFill>
                <a:latin typeface="+mj-lt"/>
                <a:ea typeface="+mn-ea"/>
                <a:cs typeface="+mn-cs"/>
              </a:defRPr>
            </a:lvl3pPr>
            <a:lvl4pPr marL="1090613" indent="-234950" algn="l" defTabSz="914400" rtl="0" eaLnBrk="1" latinLnBrk="0" hangingPunct="1">
              <a:lnSpc>
                <a:spcPct val="90000"/>
              </a:lnSpc>
              <a:spcBef>
                <a:spcPts val="500"/>
              </a:spcBef>
              <a:buFont typeface="System Font Regular"/>
              <a:buChar char="–"/>
              <a:tabLst/>
              <a:defRPr sz="1800" kern="1200">
                <a:solidFill>
                  <a:schemeClr val="tx2"/>
                </a:solidFill>
                <a:latin typeface="+mj-lt"/>
                <a:ea typeface="+mn-ea"/>
                <a:cs typeface="+mn-cs"/>
              </a:defRPr>
            </a:lvl4pPr>
            <a:lvl5pPr marL="1373188" indent="-273050" algn="l" defTabSz="914400" rtl="0" eaLnBrk="1" latinLnBrk="0" hangingPunct="1">
              <a:lnSpc>
                <a:spcPct val="90000"/>
              </a:lnSpc>
              <a:spcBef>
                <a:spcPts val="500"/>
              </a:spcBef>
              <a:buFont typeface="System Font Regular"/>
              <a:buChar char="–"/>
              <a:tabLst/>
              <a:defRPr sz="1800" kern="1200">
                <a:solidFill>
                  <a:schemeClr val="tx2"/>
                </a:solidFill>
                <a:latin typeface="+mj-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
                <a:srgbClr val="FB4D0A"/>
              </a:buClr>
              <a:buSzTx/>
              <a:buFont typeface="System Font Regular"/>
              <a:buNone/>
              <a:tabLst/>
              <a:defRPr/>
            </a:pPr>
            <a:r>
              <a:rPr kumimoji="0" lang="en-US" sz="1400" b="0" i="0" u="none" strike="noStrike" kern="1200" cap="none" spc="0" normalizeH="0" baseline="0" noProof="0">
                <a:ln>
                  <a:noFill/>
                </a:ln>
                <a:solidFill>
                  <a:srgbClr val="000000"/>
                </a:solidFill>
                <a:effectLst/>
                <a:uLnTx/>
                <a:uFillTx/>
                <a:latin typeface="Calibri Light" panose="020F0302020204030204"/>
                <a:ea typeface="+mn-ea"/>
                <a:cs typeface="+mn-cs"/>
              </a:rPr>
              <a:t>Output layer loaded using historical slices of data following a period without loads, to catch-up in chunks rather than lumping all change into a small window</a:t>
            </a:r>
            <a:endParaRPr kumimoji="0" lang="en-GB" sz="1400" b="0" i="0" u="none" strike="noStrike" kern="1200" cap="none" spc="0" normalizeH="0" baseline="0" noProof="0">
              <a:ln>
                <a:noFill/>
              </a:ln>
              <a:solidFill>
                <a:srgbClr val="000000"/>
              </a:solidFill>
              <a:effectLst/>
              <a:uLnTx/>
              <a:uFillTx/>
              <a:latin typeface="Calibri Light" panose="020F0302020204030204"/>
              <a:ea typeface="+mn-ea"/>
              <a:cs typeface="+mn-cs"/>
            </a:endParaRPr>
          </a:p>
        </p:txBody>
      </p:sp>
      <p:sp>
        <p:nvSpPr>
          <p:cNvPr id="10" name="Text Placeholder 9">
            <a:extLst>
              <a:ext uri="{FF2B5EF4-FFF2-40B4-BE49-F238E27FC236}">
                <a16:creationId xmlns:a16="http://schemas.microsoft.com/office/drawing/2014/main" id="{74EA20D6-F3F1-4F1C-8EFD-3024AC0CA43B}"/>
              </a:ext>
            </a:extLst>
          </p:cNvPr>
          <p:cNvSpPr txBox="1">
            <a:spLocks/>
          </p:cNvSpPr>
          <p:nvPr/>
        </p:nvSpPr>
        <p:spPr>
          <a:xfrm>
            <a:off x="6375400" y="5036784"/>
            <a:ext cx="4750784" cy="1529930"/>
          </a:xfrm>
          <a:prstGeom prst="rect">
            <a:avLst/>
          </a:prstGeom>
          <a:noFill/>
        </p:spPr>
        <p:txBody>
          <a:bodyPr vert="horz" lIns="0" tIns="0" rIns="0" bIns="0" rtlCol="0" anchor="t" anchorCtr="0">
            <a:noAutofit/>
          </a:bodyPr>
          <a:lstStyle>
            <a:lvl1pPr marL="0" indent="0" algn="ctr" defTabSz="914400" rtl="0" eaLnBrk="1" latinLnBrk="0" hangingPunct="1">
              <a:lnSpc>
                <a:spcPct val="90000"/>
              </a:lnSpc>
              <a:spcBef>
                <a:spcPts val="1000"/>
              </a:spcBef>
              <a:buClr>
                <a:schemeClr val="tx1"/>
              </a:buClr>
              <a:buFont typeface="System Font Regular"/>
              <a:buNone/>
              <a:defRPr sz="1200" kern="1200">
                <a:solidFill>
                  <a:schemeClr val="tx2"/>
                </a:solidFill>
                <a:latin typeface="+mj-lt"/>
                <a:ea typeface="+mn-ea"/>
                <a:cs typeface="+mn-cs"/>
              </a:defRPr>
            </a:lvl1pPr>
            <a:lvl2pPr marL="515938" indent="-225425" algn="l" defTabSz="914400" rtl="0" eaLnBrk="1" latinLnBrk="0" hangingPunct="1">
              <a:lnSpc>
                <a:spcPct val="90000"/>
              </a:lnSpc>
              <a:spcBef>
                <a:spcPts val="500"/>
              </a:spcBef>
              <a:buFont typeface="System Font Regular"/>
              <a:buChar char="–"/>
              <a:tabLst/>
              <a:defRPr sz="2400" kern="1200">
                <a:solidFill>
                  <a:schemeClr val="tx2"/>
                </a:solidFill>
                <a:latin typeface="+mj-lt"/>
                <a:ea typeface="+mn-ea"/>
                <a:cs typeface="+mn-cs"/>
              </a:defRPr>
            </a:lvl2pPr>
            <a:lvl3pPr marL="808038" indent="-225425" algn="l" defTabSz="914400" rtl="0" eaLnBrk="1" latinLnBrk="0" hangingPunct="1">
              <a:lnSpc>
                <a:spcPct val="90000"/>
              </a:lnSpc>
              <a:spcBef>
                <a:spcPts val="500"/>
              </a:spcBef>
              <a:buFont typeface="System Font Regular"/>
              <a:buChar char="–"/>
              <a:tabLst/>
              <a:defRPr sz="2000" kern="1200">
                <a:solidFill>
                  <a:schemeClr val="tx2"/>
                </a:solidFill>
                <a:latin typeface="+mj-lt"/>
                <a:ea typeface="+mn-ea"/>
                <a:cs typeface="+mn-cs"/>
              </a:defRPr>
            </a:lvl3pPr>
            <a:lvl4pPr marL="1090613" indent="-234950" algn="l" defTabSz="914400" rtl="0" eaLnBrk="1" latinLnBrk="0" hangingPunct="1">
              <a:lnSpc>
                <a:spcPct val="90000"/>
              </a:lnSpc>
              <a:spcBef>
                <a:spcPts val="500"/>
              </a:spcBef>
              <a:buFont typeface="System Font Regular"/>
              <a:buChar char="–"/>
              <a:tabLst/>
              <a:defRPr sz="1800" kern="1200">
                <a:solidFill>
                  <a:schemeClr val="tx2"/>
                </a:solidFill>
                <a:latin typeface="+mj-lt"/>
                <a:ea typeface="+mn-ea"/>
                <a:cs typeface="+mn-cs"/>
              </a:defRPr>
            </a:lvl4pPr>
            <a:lvl5pPr marL="1373188" indent="-273050" algn="l" defTabSz="914400" rtl="0" eaLnBrk="1" latinLnBrk="0" hangingPunct="1">
              <a:lnSpc>
                <a:spcPct val="90000"/>
              </a:lnSpc>
              <a:spcBef>
                <a:spcPts val="500"/>
              </a:spcBef>
              <a:buFont typeface="System Font Regular"/>
              <a:buChar char="–"/>
              <a:tabLst/>
              <a:defRPr sz="1800" kern="1200">
                <a:solidFill>
                  <a:schemeClr val="tx2"/>
                </a:solidFill>
                <a:latin typeface="+mj-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
                <a:srgbClr val="FB4D0A"/>
              </a:buClr>
              <a:buSzTx/>
              <a:buFont typeface="System Font Regular"/>
              <a:buNone/>
              <a:tabLst/>
              <a:defRPr/>
            </a:pPr>
            <a:r>
              <a:rPr kumimoji="0" lang="en-GB" sz="1200" b="1" i="0" u="none" strike="noStrike" kern="1200" cap="none" spc="0" normalizeH="0" baseline="0" noProof="0">
                <a:ln>
                  <a:noFill/>
                </a:ln>
                <a:solidFill>
                  <a:srgbClr val="000000"/>
                </a:solidFill>
                <a:effectLst/>
                <a:uLnTx/>
                <a:uFillTx/>
                <a:latin typeface="Calibri Light" panose="020F0302020204030204"/>
                <a:ea typeface="+mn-ea"/>
                <a:cs typeface="+mn-cs"/>
              </a:rPr>
              <a:t>NOTES</a:t>
            </a:r>
          </a:p>
          <a:p>
            <a:pPr marL="0" marR="0" lvl="0" indent="0" algn="l" defTabSz="914400" rtl="0" eaLnBrk="1" fontAlgn="auto" latinLnBrk="0" hangingPunct="1">
              <a:lnSpc>
                <a:spcPct val="90000"/>
              </a:lnSpc>
              <a:spcBef>
                <a:spcPts val="1000"/>
              </a:spcBef>
              <a:spcAft>
                <a:spcPts val="0"/>
              </a:spcAft>
              <a:buClr>
                <a:srgbClr val="FB4D0A"/>
              </a:buClr>
              <a:buSzTx/>
              <a:buFont typeface="System Font Regular"/>
              <a:buNone/>
              <a:tabLst/>
              <a:defRPr/>
            </a:pPr>
            <a:r>
              <a:rPr kumimoji="0" lang="en-GB" sz="1200" b="0" i="0" u="none" strike="noStrike" kern="1200" cap="none" spc="0" normalizeH="0" baseline="0" noProof="0">
                <a:ln>
                  <a:noFill/>
                </a:ln>
                <a:solidFill>
                  <a:srgbClr val="000000"/>
                </a:solidFill>
                <a:effectLst/>
                <a:uLnTx/>
                <a:uFillTx/>
                <a:latin typeface="Calibri Light" panose="020F0302020204030204"/>
                <a:ea typeface="+mn-ea"/>
                <a:cs typeface="+mn-cs"/>
              </a:rPr>
              <a:t>Load N1 could have potentially pulled data from source loads M1, M2, M3 and M4 all together, as these had all completed prior to start of N1.  However to avoid to large a quantum of change in a single layer N load, Input BED/From and To are chosen such that N1 only targets M1 and M2.</a:t>
            </a:r>
          </a:p>
          <a:p>
            <a:pPr marL="0" marR="0" lvl="0" indent="0" algn="l" defTabSz="914400" rtl="0" eaLnBrk="1" fontAlgn="auto" latinLnBrk="0" hangingPunct="1">
              <a:lnSpc>
                <a:spcPct val="90000"/>
              </a:lnSpc>
              <a:spcBef>
                <a:spcPts val="1000"/>
              </a:spcBef>
              <a:spcAft>
                <a:spcPts val="0"/>
              </a:spcAft>
              <a:buClr>
                <a:srgbClr val="FB4D0A"/>
              </a:buClr>
              <a:buSzTx/>
              <a:buFont typeface="System Font Regular"/>
              <a:buNone/>
              <a:tabLst/>
              <a:defRPr/>
            </a:pPr>
            <a:r>
              <a:rPr kumimoji="0" lang="en-GB" sz="1200" b="0" i="0" u="none" strike="noStrike" kern="1200" cap="none" spc="0" normalizeH="0" baseline="0" noProof="0">
                <a:ln>
                  <a:noFill/>
                </a:ln>
                <a:solidFill>
                  <a:srgbClr val="000000"/>
                </a:solidFill>
                <a:effectLst/>
                <a:uLnTx/>
                <a:uFillTx/>
                <a:latin typeface="Calibri Light" panose="020F0302020204030204"/>
                <a:ea typeface="+mn-ea"/>
                <a:cs typeface="+mn-cs"/>
              </a:rPr>
              <a:t>Source T has not updated in between higher-layer loads N1 and N2, so its Input BED is unchanged.</a:t>
            </a:r>
          </a:p>
        </p:txBody>
      </p:sp>
      <p:pic>
        <p:nvPicPr>
          <p:cNvPr id="6" name="Picture 5">
            <a:extLst>
              <a:ext uri="{FF2B5EF4-FFF2-40B4-BE49-F238E27FC236}">
                <a16:creationId xmlns:a16="http://schemas.microsoft.com/office/drawing/2014/main" id="{2E76601F-ACC3-4B7E-97B4-470B474A49E2}"/>
              </a:ext>
            </a:extLst>
          </p:cNvPr>
          <p:cNvPicPr>
            <a:picLocks noChangeAspect="1"/>
          </p:cNvPicPr>
          <p:nvPr/>
        </p:nvPicPr>
        <p:blipFill>
          <a:blip r:embed="rId2"/>
          <a:stretch>
            <a:fillRect/>
          </a:stretch>
        </p:blipFill>
        <p:spPr>
          <a:xfrm>
            <a:off x="1266764" y="1300062"/>
            <a:ext cx="8360983" cy="3674363"/>
          </a:xfrm>
          <a:prstGeom prst="rect">
            <a:avLst/>
          </a:prstGeom>
        </p:spPr>
      </p:pic>
      <p:pic>
        <p:nvPicPr>
          <p:cNvPr id="5" name="Picture 4">
            <a:extLst>
              <a:ext uri="{FF2B5EF4-FFF2-40B4-BE49-F238E27FC236}">
                <a16:creationId xmlns:a16="http://schemas.microsoft.com/office/drawing/2014/main" id="{691C32E9-5603-45B7-9BCA-E2EC743B020A}"/>
              </a:ext>
            </a:extLst>
          </p:cNvPr>
          <p:cNvPicPr>
            <a:picLocks noChangeAspect="1"/>
          </p:cNvPicPr>
          <p:nvPr/>
        </p:nvPicPr>
        <p:blipFill>
          <a:blip r:embed="rId3"/>
          <a:stretch>
            <a:fillRect/>
          </a:stretch>
        </p:blipFill>
        <p:spPr>
          <a:xfrm>
            <a:off x="788916" y="4974425"/>
            <a:ext cx="4178341" cy="1598008"/>
          </a:xfrm>
          <a:prstGeom prst="rect">
            <a:avLst/>
          </a:prstGeom>
        </p:spPr>
      </p:pic>
      <p:sp>
        <p:nvSpPr>
          <p:cNvPr id="7" name="Rectangle 6"/>
          <p:cNvSpPr/>
          <p:nvPr/>
        </p:nvSpPr>
        <p:spPr>
          <a:xfrm>
            <a:off x="8211523" y="6472409"/>
            <a:ext cx="2728225" cy="302964"/>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 name="Rectangle 7"/>
          <p:cNvSpPr/>
          <p:nvPr/>
        </p:nvSpPr>
        <p:spPr>
          <a:xfrm>
            <a:off x="11005851" y="6290631"/>
            <a:ext cx="837282" cy="35254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2094784340"/>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txBox="1">
            <a:spLocks/>
          </p:cNvSpPr>
          <p:nvPr/>
        </p:nvSpPr>
        <p:spPr>
          <a:xfrm>
            <a:off x="457200" y="405954"/>
            <a:ext cx="11277600" cy="936386"/>
          </a:xfrm>
          <a:prstGeom prst="rect">
            <a:avLst/>
          </a:prstGeom>
        </p:spPr>
        <p:txBody>
          <a:bodyPr vert="horz" lIns="0" tIns="0" rIns="0" bIns="0" rtlCol="0" anchor="t" anchorCtr="0">
            <a:noAutofit/>
          </a:bodyPr>
          <a:lstStyle>
            <a:lvl1pPr algn="l" defTabSz="914400" rtl="0" eaLnBrk="1" latinLnBrk="0" hangingPunct="1">
              <a:lnSpc>
                <a:spcPct val="80000"/>
              </a:lnSpc>
              <a:spcBef>
                <a:spcPct val="0"/>
              </a:spcBef>
              <a:buNone/>
              <a:defRPr sz="5400" kern="1200">
                <a:solidFill>
                  <a:schemeClr val="tx1"/>
                </a:solidFill>
                <a:latin typeface="+mj-lt"/>
                <a:ea typeface="+mj-ea"/>
                <a:cs typeface="+mj-cs"/>
              </a:defRPr>
            </a:lvl1pPr>
          </a:lstStyle>
          <a:p>
            <a:r>
              <a:rPr lang="en-US" b="1">
                <a:solidFill>
                  <a:srgbClr val="CD2883"/>
                </a:solidFill>
              </a:rPr>
              <a:t>Reconciliations</a:t>
            </a:r>
            <a:endParaRPr lang="en-US" sz="4200" b="1">
              <a:solidFill>
                <a:srgbClr val="CD2883"/>
              </a:solidFill>
            </a:endParaRPr>
          </a:p>
        </p:txBody>
      </p:sp>
      <p:sp>
        <p:nvSpPr>
          <p:cNvPr id="5" name="Rectangle 4"/>
          <p:cNvSpPr/>
          <p:nvPr/>
        </p:nvSpPr>
        <p:spPr>
          <a:xfrm>
            <a:off x="8211523" y="6472409"/>
            <a:ext cx="2728225" cy="302964"/>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 name="Rectangle 5"/>
          <p:cNvSpPr/>
          <p:nvPr/>
        </p:nvSpPr>
        <p:spPr>
          <a:xfrm>
            <a:off x="11005851" y="6290631"/>
            <a:ext cx="837282" cy="35254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nvGrpSpPr>
          <p:cNvPr id="22" name="Group 21"/>
          <p:cNvGrpSpPr/>
          <p:nvPr/>
        </p:nvGrpSpPr>
        <p:grpSpPr>
          <a:xfrm>
            <a:off x="1721672" y="4285672"/>
            <a:ext cx="8360728" cy="2066995"/>
            <a:chOff x="815248" y="1650692"/>
            <a:chExt cx="8360728" cy="2533380"/>
          </a:xfrm>
        </p:grpSpPr>
        <p:sp>
          <p:nvSpPr>
            <p:cNvPr id="7" name="Rectangle 6"/>
            <p:cNvSpPr/>
            <p:nvPr/>
          </p:nvSpPr>
          <p:spPr>
            <a:xfrm>
              <a:off x="815248" y="1652529"/>
              <a:ext cx="1348648" cy="2531543"/>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300" b="1" err="1">
                  <a:solidFill>
                    <a:schemeClr val="tx2"/>
                  </a:solidFill>
                </a:rPr>
                <a:t>RECON.orch_recon_refresh</a:t>
              </a:r>
              <a:endParaRPr lang="en-IN" sz="1300" b="1">
                <a:solidFill>
                  <a:schemeClr val="tx2"/>
                </a:solidFill>
              </a:endParaRPr>
            </a:p>
            <a:p>
              <a:pPr algn="ctr"/>
              <a:endParaRPr lang="en-IN" sz="1300">
                <a:solidFill>
                  <a:schemeClr val="tx2"/>
                </a:solidFill>
              </a:endParaRPr>
            </a:p>
            <a:p>
              <a:pPr algn="ctr"/>
              <a:endParaRPr lang="en-IN" sz="1300">
                <a:solidFill>
                  <a:schemeClr val="tx2"/>
                </a:solidFill>
              </a:endParaRPr>
            </a:p>
            <a:p>
              <a:pPr algn="ctr"/>
              <a:endParaRPr lang="en-IN" sz="1300">
                <a:solidFill>
                  <a:schemeClr val="tx2"/>
                </a:solidFill>
              </a:endParaRPr>
            </a:p>
            <a:p>
              <a:pPr algn="ctr"/>
              <a:r>
                <a:rPr lang="en-IN" sz="1300">
                  <a:solidFill>
                    <a:schemeClr val="tx2"/>
                  </a:solidFill>
                </a:rPr>
                <a:t>Load data from RED into RED_DP_RECON schema via SP</a:t>
              </a:r>
              <a:endParaRPr lang="en-GB" sz="1300">
                <a:solidFill>
                  <a:schemeClr val="tx2"/>
                </a:solidFill>
              </a:endParaRPr>
            </a:p>
          </p:txBody>
        </p:sp>
        <p:sp>
          <p:nvSpPr>
            <p:cNvPr id="8" name="Rectangle 7"/>
            <p:cNvSpPr/>
            <p:nvPr/>
          </p:nvSpPr>
          <p:spPr>
            <a:xfrm>
              <a:off x="4326377" y="1652529"/>
              <a:ext cx="1343559" cy="2529705"/>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300" b="1">
                  <a:solidFill>
                    <a:schemeClr val="tx2"/>
                  </a:solidFill>
                </a:rPr>
                <a:t>01_00_DP_objects</a:t>
              </a:r>
            </a:p>
            <a:p>
              <a:pPr algn="ctr"/>
              <a:endParaRPr lang="en-IN" sz="1300" b="1">
                <a:solidFill>
                  <a:schemeClr val="tx2"/>
                </a:solidFill>
              </a:endParaRPr>
            </a:p>
            <a:p>
              <a:pPr algn="ctr"/>
              <a:endParaRPr lang="en-IN" sz="1300" b="1">
                <a:solidFill>
                  <a:schemeClr val="tx2"/>
                </a:solidFill>
              </a:endParaRPr>
            </a:p>
            <a:p>
              <a:pPr algn="ctr"/>
              <a:endParaRPr lang="en-IN" sz="1300" b="1">
                <a:solidFill>
                  <a:schemeClr val="tx2"/>
                </a:solidFill>
              </a:endParaRPr>
            </a:p>
            <a:p>
              <a:pPr algn="ctr"/>
              <a:endParaRPr lang="en-GB" sz="1300" b="1">
                <a:solidFill>
                  <a:schemeClr val="tx2"/>
                </a:solidFill>
              </a:endParaRPr>
            </a:p>
            <a:p>
              <a:pPr algn="ctr"/>
              <a:r>
                <a:rPr lang="en-IN" sz="1300">
                  <a:solidFill>
                    <a:schemeClr val="tx2"/>
                  </a:solidFill>
                </a:rPr>
                <a:t>Load data from DP into REC schema via Synapse views</a:t>
              </a:r>
              <a:endParaRPr lang="en-GB" sz="1300">
                <a:solidFill>
                  <a:schemeClr val="tx2"/>
                </a:solidFill>
              </a:endParaRPr>
            </a:p>
          </p:txBody>
        </p:sp>
        <p:sp>
          <p:nvSpPr>
            <p:cNvPr id="11" name="Rectangle 10"/>
            <p:cNvSpPr/>
            <p:nvPr/>
          </p:nvSpPr>
          <p:spPr>
            <a:xfrm>
              <a:off x="6079397" y="1650693"/>
              <a:ext cx="1343559" cy="2531541"/>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300" b="1">
                  <a:solidFill>
                    <a:schemeClr val="tx2"/>
                  </a:solidFill>
                </a:rPr>
                <a:t>03_Load_&lt;Phase&gt;_</a:t>
              </a:r>
              <a:r>
                <a:rPr lang="en-GB" sz="1300" b="1" err="1">
                  <a:solidFill>
                    <a:schemeClr val="tx2"/>
                  </a:solidFill>
                </a:rPr>
                <a:t>Rec_Data</a:t>
              </a:r>
              <a:endParaRPr lang="en-GB" sz="1300" b="1">
                <a:solidFill>
                  <a:schemeClr val="tx2"/>
                </a:solidFill>
              </a:endParaRPr>
            </a:p>
            <a:p>
              <a:pPr algn="ctr"/>
              <a:endParaRPr lang="en-IN" sz="1300" b="1">
                <a:solidFill>
                  <a:schemeClr val="tx2"/>
                </a:solidFill>
              </a:endParaRPr>
            </a:p>
            <a:p>
              <a:pPr algn="ctr"/>
              <a:endParaRPr lang="en-GB" sz="1300" b="1">
                <a:solidFill>
                  <a:schemeClr val="tx2"/>
                </a:solidFill>
              </a:endParaRPr>
            </a:p>
            <a:p>
              <a:pPr algn="ctr"/>
              <a:r>
                <a:rPr lang="en-IN" sz="1300">
                  <a:solidFill>
                    <a:schemeClr val="tx2"/>
                  </a:solidFill>
                </a:rPr>
                <a:t>Transform the data from both RED as well as DP and move it to external location</a:t>
              </a:r>
              <a:endParaRPr lang="en-GB" sz="1300">
                <a:solidFill>
                  <a:schemeClr val="tx2"/>
                </a:solidFill>
              </a:endParaRPr>
            </a:p>
          </p:txBody>
        </p:sp>
        <p:sp>
          <p:nvSpPr>
            <p:cNvPr id="12" name="Rectangle 11"/>
            <p:cNvSpPr/>
            <p:nvPr/>
          </p:nvSpPr>
          <p:spPr>
            <a:xfrm>
              <a:off x="7832417" y="1650692"/>
              <a:ext cx="1343559" cy="2531541"/>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IN" sz="1300" b="1" dirty="0" err="1">
                  <a:solidFill>
                    <a:schemeClr val="tx2"/>
                  </a:solidFill>
                </a:rPr>
                <a:t>rec.usp_get_notification</a:t>
              </a:r>
            </a:p>
            <a:p>
              <a:pPr algn="ctr"/>
              <a:endParaRPr lang="en-IN" sz="1300" b="1">
                <a:solidFill>
                  <a:schemeClr val="tx2"/>
                </a:solidFill>
              </a:endParaRPr>
            </a:p>
            <a:p>
              <a:pPr algn="ctr"/>
              <a:endParaRPr lang="en-IN" sz="1300" b="1">
                <a:solidFill>
                  <a:schemeClr val="tx2"/>
                </a:solidFill>
              </a:endParaRPr>
            </a:p>
            <a:p>
              <a:pPr algn="ctr"/>
              <a:endParaRPr lang="en-IN" sz="1300" b="1">
                <a:solidFill>
                  <a:schemeClr val="tx2"/>
                </a:solidFill>
              </a:endParaRPr>
            </a:p>
            <a:p>
              <a:pPr algn="ctr"/>
              <a:endParaRPr lang="en-IN" sz="1300" b="1">
                <a:solidFill>
                  <a:schemeClr val="tx2"/>
                </a:solidFill>
              </a:endParaRPr>
            </a:p>
            <a:p>
              <a:pPr algn="ctr"/>
              <a:endParaRPr lang="en-IN" sz="1300" b="1">
                <a:solidFill>
                  <a:schemeClr val="tx2"/>
                </a:solidFill>
              </a:endParaRPr>
            </a:p>
            <a:p>
              <a:pPr algn="ctr"/>
              <a:r>
                <a:rPr lang="en-IN" sz="1300" dirty="0">
                  <a:solidFill>
                    <a:schemeClr val="tx2"/>
                  </a:solidFill>
                </a:rPr>
                <a:t>Send the email notification in tabular format</a:t>
              </a:r>
              <a:endParaRPr lang="en-IN" sz="1300" dirty="0">
                <a:solidFill>
                  <a:schemeClr val="tx2"/>
                </a:solidFill>
                <a:ea typeface="Calibri"/>
                <a:cs typeface="Calibri"/>
              </a:endParaRPr>
            </a:p>
          </p:txBody>
        </p:sp>
        <p:sp>
          <p:nvSpPr>
            <p:cNvPr id="13" name="Rectangle 12"/>
            <p:cNvSpPr/>
            <p:nvPr/>
          </p:nvSpPr>
          <p:spPr>
            <a:xfrm>
              <a:off x="2573357" y="1650693"/>
              <a:ext cx="1343559" cy="2531542"/>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300" b="1" err="1">
                  <a:solidFill>
                    <a:schemeClr val="tx2"/>
                  </a:solidFill>
                </a:rPr>
                <a:t>orch_red_dp_recon_task</a:t>
              </a:r>
              <a:r>
                <a:rPr lang="en-IN" sz="1300" b="1">
                  <a:solidFill>
                    <a:schemeClr val="tx2"/>
                  </a:solidFill>
                </a:rPr>
                <a:t> </a:t>
              </a:r>
            </a:p>
            <a:p>
              <a:pPr algn="ctr"/>
              <a:endParaRPr lang="en-IN" sz="1300">
                <a:solidFill>
                  <a:schemeClr val="tx2"/>
                </a:solidFill>
              </a:endParaRPr>
            </a:p>
            <a:p>
              <a:pPr algn="ctr"/>
              <a:endParaRPr lang="en-IN" sz="1300">
                <a:solidFill>
                  <a:schemeClr val="tx2"/>
                </a:solidFill>
              </a:endParaRPr>
            </a:p>
            <a:p>
              <a:pPr algn="ctr"/>
              <a:endParaRPr lang="en-IN" sz="1300">
                <a:solidFill>
                  <a:schemeClr val="tx2"/>
                </a:solidFill>
              </a:endParaRPr>
            </a:p>
            <a:p>
              <a:pPr algn="ctr"/>
              <a:r>
                <a:rPr lang="en-IN" sz="1300">
                  <a:solidFill>
                    <a:schemeClr val="tx2"/>
                  </a:solidFill>
                </a:rPr>
                <a:t>Truncate  table and move the data from RED into DP using ADF</a:t>
              </a:r>
              <a:endParaRPr lang="en-GB" sz="1300">
                <a:solidFill>
                  <a:schemeClr val="tx2"/>
                </a:solidFill>
              </a:endParaRPr>
            </a:p>
          </p:txBody>
        </p:sp>
        <p:cxnSp>
          <p:nvCxnSpPr>
            <p:cNvPr id="15" name="Straight Arrow Connector 14"/>
            <p:cNvCxnSpPr>
              <a:stCxn id="7" idx="3"/>
              <a:endCxn id="13" idx="1"/>
            </p:cNvCxnSpPr>
            <p:nvPr/>
          </p:nvCxnSpPr>
          <p:spPr>
            <a:xfrm flipV="1">
              <a:off x="2163896" y="2916464"/>
              <a:ext cx="409461" cy="1837"/>
            </a:xfrm>
            <a:prstGeom prst="straightConnector1">
              <a:avLst/>
            </a:prstGeom>
            <a:ln>
              <a:solidFill>
                <a:srgbClr val="7030A0"/>
              </a:solidFill>
              <a:tailEnd type="triangle"/>
            </a:ln>
          </p:spPr>
          <p:style>
            <a:lnRef idx="1">
              <a:schemeClr val="accent1"/>
            </a:lnRef>
            <a:fillRef idx="0">
              <a:schemeClr val="accent1"/>
            </a:fillRef>
            <a:effectRef idx="0">
              <a:schemeClr val="accent1"/>
            </a:effectRef>
            <a:fontRef idx="minor">
              <a:schemeClr val="tx1"/>
            </a:fontRef>
          </p:style>
        </p:cxnSp>
        <p:cxnSp>
          <p:nvCxnSpPr>
            <p:cNvPr id="17" name="Straight Arrow Connector 16"/>
            <p:cNvCxnSpPr>
              <a:stCxn id="13" idx="3"/>
              <a:endCxn id="8" idx="1"/>
            </p:cNvCxnSpPr>
            <p:nvPr/>
          </p:nvCxnSpPr>
          <p:spPr>
            <a:xfrm>
              <a:off x="3916916" y="2916464"/>
              <a:ext cx="409461" cy="918"/>
            </a:xfrm>
            <a:prstGeom prst="straightConnector1">
              <a:avLst/>
            </a:prstGeom>
            <a:ln>
              <a:solidFill>
                <a:srgbClr val="621B5C"/>
              </a:solidFill>
              <a:tailEnd type="triangle"/>
            </a:ln>
          </p:spPr>
          <p:style>
            <a:lnRef idx="1">
              <a:schemeClr val="accent2"/>
            </a:lnRef>
            <a:fillRef idx="0">
              <a:schemeClr val="accent2"/>
            </a:fillRef>
            <a:effectRef idx="0">
              <a:schemeClr val="accent2"/>
            </a:effectRef>
            <a:fontRef idx="minor">
              <a:schemeClr val="tx1"/>
            </a:fontRef>
          </p:style>
        </p:cxnSp>
        <p:cxnSp>
          <p:nvCxnSpPr>
            <p:cNvPr id="19" name="Straight Arrow Connector 18"/>
            <p:cNvCxnSpPr>
              <a:stCxn id="8" idx="3"/>
              <a:endCxn id="11" idx="1"/>
            </p:cNvCxnSpPr>
            <p:nvPr/>
          </p:nvCxnSpPr>
          <p:spPr>
            <a:xfrm flipV="1">
              <a:off x="5669936" y="2916464"/>
              <a:ext cx="409461" cy="918"/>
            </a:xfrm>
            <a:prstGeom prst="straightConnector1">
              <a:avLst/>
            </a:prstGeom>
            <a:ln>
              <a:solidFill>
                <a:srgbClr val="7030A0"/>
              </a:solidFill>
              <a:tailEnd type="triangle"/>
            </a:ln>
          </p:spPr>
          <p:style>
            <a:lnRef idx="1">
              <a:schemeClr val="accent1"/>
            </a:lnRef>
            <a:fillRef idx="0">
              <a:schemeClr val="accent1"/>
            </a:fillRef>
            <a:effectRef idx="0">
              <a:schemeClr val="accent1"/>
            </a:effectRef>
            <a:fontRef idx="minor">
              <a:schemeClr val="tx1"/>
            </a:fontRef>
          </p:style>
        </p:cxnSp>
        <p:cxnSp>
          <p:nvCxnSpPr>
            <p:cNvPr id="21" name="Straight Arrow Connector 20"/>
            <p:cNvCxnSpPr>
              <a:stCxn id="11" idx="3"/>
              <a:endCxn id="12" idx="1"/>
            </p:cNvCxnSpPr>
            <p:nvPr/>
          </p:nvCxnSpPr>
          <p:spPr>
            <a:xfrm flipV="1">
              <a:off x="7422956" y="2916463"/>
              <a:ext cx="409461" cy="1"/>
            </a:xfrm>
            <a:prstGeom prst="straightConnector1">
              <a:avLst/>
            </a:prstGeom>
            <a:ln>
              <a:solidFill>
                <a:srgbClr val="7030A0"/>
              </a:solidFill>
              <a:tailEnd type="triangle"/>
            </a:ln>
          </p:spPr>
          <p:style>
            <a:lnRef idx="1">
              <a:schemeClr val="accent1"/>
            </a:lnRef>
            <a:fillRef idx="0">
              <a:schemeClr val="accent1"/>
            </a:fillRef>
            <a:effectRef idx="0">
              <a:schemeClr val="accent1"/>
            </a:effectRef>
            <a:fontRef idx="minor">
              <a:schemeClr val="tx1"/>
            </a:fontRef>
          </p:style>
        </p:cxnSp>
      </p:grpSp>
      <p:pic>
        <p:nvPicPr>
          <p:cNvPr id="25" name="Picture 24"/>
          <p:cNvPicPr>
            <a:picLocks noChangeAspect="1"/>
          </p:cNvPicPr>
          <p:nvPr/>
        </p:nvPicPr>
        <p:blipFill>
          <a:blip r:embed="rId2"/>
          <a:stretch>
            <a:fillRect/>
          </a:stretch>
        </p:blipFill>
        <p:spPr>
          <a:xfrm>
            <a:off x="1118102" y="1257300"/>
            <a:ext cx="9955795" cy="2561988"/>
          </a:xfrm>
          <a:prstGeom prst="rect">
            <a:avLst/>
          </a:prstGeom>
        </p:spPr>
      </p:pic>
      <p:cxnSp>
        <p:nvCxnSpPr>
          <p:cNvPr id="27" name="Straight Connector 26"/>
          <p:cNvCxnSpPr/>
          <p:nvPr/>
        </p:nvCxnSpPr>
        <p:spPr>
          <a:xfrm>
            <a:off x="2884903" y="3252926"/>
            <a:ext cx="594878" cy="1032746"/>
          </a:xfrm>
          <a:prstGeom prst="line">
            <a:avLst/>
          </a:prstGeom>
        </p:spPr>
        <p:style>
          <a:lnRef idx="1">
            <a:schemeClr val="accent2"/>
          </a:lnRef>
          <a:fillRef idx="0">
            <a:schemeClr val="accent2"/>
          </a:fillRef>
          <a:effectRef idx="0">
            <a:schemeClr val="accent2"/>
          </a:effectRef>
          <a:fontRef idx="minor">
            <a:schemeClr val="tx1"/>
          </a:fontRef>
        </p:style>
      </p:cxnSp>
      <p:cxnSp>
        <p:nvCxnSpPr>
          <p:cNvPr id="29" name="Straight Connector 28"/>
          <p:cNvCxnSpPr/>
          <p:nvPr/>
        </p:nvCxnSpPr>
        <p:spPr>
          <a:xfrm flipH="1">
            <a:off x="8329380" y="3568918"/>
            <a:ext cx="818922" cy="716754"/>
          </a:xfrm>
          <a:prstGeom prst="line">
            <a:avLst/>
          </a:prstGeom>
        </p:spPr>
        <p:style>
          <a:lnRef idx="1">
            <a:schemeClr val="accent2"/>
          </a:lnRef>
          <a:fillRef idx="0">
            <a:schemeClr val="accent2"/>
          </a:fillRef>
          <a:effectRef idx="0">
            <a:schemeClr val="accent2"/>
          </a:effectRef>
          <a:fontRef idx="minor">
            <a:schemeClr val="tx1"/>
          </a:fontRef>
        </p:style>
      </p:cxnSp>
      <p:sp>
        <p:nvSpPr>
          <p:cNvPr id="2" name="Rectangle 1">
            <a:extLst>
              <a:ext uri="{FF2B5EF4-FFF2-40B4-BE49-F238E27FC236}">
                <a16:creationId xmlns:a16="http://schemas.microsoft.com/office/drawing/2014/main" id="{77B42D68-80BB-7FAC-56F7-6832C7AA9020}"/>
              </a:ext>
            </a:extLst>
          </p:cNvPr>
          <p:cNvSpPr/>
          <p:nvPr/>
        </p:nvSpPr>
        <p:spPr>
          <a:xfrm>
            <a:off x="8211523" y="6472409"/>
            <a:ext cx="2728225" cy="302964"/>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GB"/>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GB"/>
          </a:p>
        </p:txBody>
      </p:sp>
      <p:sp>
        <p:nvSpPr>
          <p:cNvPr id="3" name="Rectangle 2">
            <a:extLst>
              <a:ext uri="{FF2B5EF4-FFF2-40B4-BE49-F238E27FC236}">
                <a16:creationId xmlns:a16="http://schemas.microsoft.com/office/drawing/2014/main" id="{95F502B6-FF2D-A132-E1D2-EA8EB24E173E}"/>
              </a:ext>
            </a:extLst>
          </p:cNvPr>
          <p:cNvSpPr/>
          <p:nvPr/>
        </p:nvSpPr>
        <p:spPr>
          <a:xfrm>
            <a:off x="11005851" y="6290631"/>
            <a:ext cx="837282" cy="35254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GB"/>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GB"/>
          </a:p>
        </p:txBody>
      </p:sp>
    </p:spTree>
    <p:extLst>
      <p:ext uri="{BB962C8B-B14F-4D97-AF65-F5344CB8AC3E}">
        <p14:creationId xmlns:p14="http://schemas.microsoft.com/office/powerpoint/2010/main" val="490675680"/>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27B16B-AB20-E5B4-BC35-B3BB1975C0D7}"/>
            </a:ext>
          </a:extLst>
        </p:cNvPr>
        <p:cNvGrpSpPr/>
        <p:nvPr/>
      </p:nvGrpSpPr>
      <p:grpSpPr>
        <a:xfrm>
          <a:off x="0" y="0"/>
          <a:ext cx="0" cy="0"/>
          <a:chOff x="0" y="0"/>
          <a:chExt cx="0" cy="0"/>
        </a:xfrm>
      </p:grpSpPr>
      <p:sp>
        <p:nvSpPr>
          <p:cNvPr id="6" name="Rectangle 5">
            <a:extLst>
              <a:ext uri="{FF2B5EF4-FFF2-40B4-BE49-F238E27FC236}">
                <a16:creationId xmlns:a16="http://schemas.microsoft.com/office/drawing/2014/main" id="{4FEFD178-D42C-F904-D754-2FBC2ED586B7}"/>
              </a:ext>
            </a:extLst>
          </p:cNvPr>
          <p:cNvSpPr/>
          <p:nvPr/>
        </p:nvSpPr>
        <p:spPr>
          <a:xfrm>
            <a:off x="8211523" y="6472409"/>
            <a:ext cx="2728225" cy="302964"/>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GB"/>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GB"/>
          </a:p>
        </p:txBody>
      </p:sp>
      <p:sp>
        <p:nvSpPr>
          <p:cNvPr id="7" name="Rectangle 6">
            <a:extLst>
              <a:ext uri="{FF2B5EF4-FFF2-40B4-BE49-F238E27FC236}">
                <a16:creationId xmlns:a16="http://schemas.microsoft.com/office/drawing/2014/main" id="{6D0A2A15-97D2-72B2-3595-CFDBD48238AA}"/>
              </a:ext>
            </a:extLst>
          </p:cNvPr>
          <p:cNvSpPr/>
          <p:nvPr/>
        </p:nvSpPr>
        <p:spPr>
          <a:xfrm>
            <a:off x="11005851" y="6290631"/>
            <a:ext cx="837282" cy="35254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GB"/>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GB"/>
          </a:p>
        </p:txBody>
      </p:sp>
      <p:sp>
        <p:nvSpPr>
          <p:cNvPr id="9" name="Title 1">
            <a:extLst>
              <a:ext uri="{FF2B5EF4-FFF2-40B4-BE49-F238E27FC236}">
                <a16:creationId xmlns:a16="http://schemas.microsoft.com/office/drawing/2014/main" id="{E41BDFE3-16C0-7BBB-A781-6C2FBD3B868A}"/>
              </a:ext>
            </a:extLst>
          </p:cNvPr>
          <p:cNvSpPr txBox="1">
            <a:spLocks/>
          </p:cNvSpPr>
          <p:nvPr/>
        </p:nvSpPr>
        <p:spPr>
          <a:xfrm>
            <a:off x="457200" y="405954"/>
            <a:ext cx="11277600" cy="936386"/>
          </a:xfrm>
          <a:prstGeom prst="rect">
            <a:avLst/>
          </a:prstGeom>
        </p:spPr>
        <p:txBody>
          <a:bodyPr vert="horz" lIns="0" tIns="0" rIns="0" bIns="0" rtlCol="0" anchor="t" anchorCtr="0">
            <a:noAutofit/>
          </a:bodyPr>
          <a:lstStyle>
            <a:lvl1pPr algn="l" defTabSz="914400" rtl="0" eaLnBrk="1" latinLnBrk="0" hangingPunct="1">
              <a:lnSpc>
                <a:spcPct val="80000"/>
              </a:lnSpc>
              <a:spcBef>
                <a:spcPct val="0"/>
              </a:spcBef>
              <a:buNone/>
              <a:defRPr sz="5400" kern="1200">
                <a:solidFill>
                  <a:schemeClr val="tx1"/>
                </a:solidFill>
                <a:latin typeface="+mj-lt"/>
                <a:ea typeface="+mj-ea"/>
                <a:cs typeface="+mj-cs"/>
              </a:defRPr>
            </a:lvl1pPr>
          </a:lstStyle>
          <a:p>
            <a:r>
              <a:rPr lang="en-US" b="1">
                <a:solidFill>
                  <a:srgbClr val="CD2883"/>
                </a:solidFill>
              </a:rPr>
              <a:t>Catalogs and Squads</a:t>
            </a:r>
            <a:endParaRPr lang="en-US">
              <a:solidFill>
                <a:srgbClr val="000000"/>
              </a:solidFill>
            </a:endParaRPr>
          </a:p>
        </p:txBody>
      </p:sp>
      <p:pic>
        <p:nvPicPr>
          <p:cNvPr id="8" name="Picture 7" descr="A diagram of a software project&#10;&#10;AI-generated content may be incorrect.">
            <a:extLst>
              <a:ext uri="{FF2B5EF4-FFF2-40B4-BE49-F238E27FC236}">
                <a16:creationId xmlns:a16="http://schemas.microsoft.com/office/drawing/2014/main" id="{C8441EB9-49B6-EE10-58EE-A2472036A80B}"/>
              </a:ext>
            </a:extLst>
          </p:cNvPr>
          <p:cNvPicPr>
            <a:picLocks noChangeAspect="1"/>
          </p:cNvPicPr>
          <p:nvPr/>
        </p:nvPicPr>
        <p:blipFill>
          <a:blip r:embed="rId2"/>
          <a:stretch>
            <a:fillRect/>
          </a:stretch>
        </p:blipFill>
        <p:spPr>
          <a:xfrm>
            <a:off x="539750" y="1533071"/>
            <a:ext cx="11112500" cy="3796765"/>
          </a:xfrm>
          <a:prstGeom prst="rect">
            <a:avLst/>
          </a:prstGeom>
        </p:spPr>
      </p:pic>
      <p:sp>
        <p:nvSpPr>
          <p:cNvPr id="10" name="TextBox 17">
            <a:extLst>
              <a:ext uri="{FF2B5EF4-FFF2-40B4-BE49-F238E27FC236}">
                <a16:creationId xmlns:a16="http://schemas.microsoft.com/office/drawing/2014/main" id="{BA8F8FF2-C95B-9D4B-28D4-77D8D55AF6B6}"/>
              </a:ext>
            </a:extLst>
          </p:cNvPr>
          <p:cNvSpPr txBox="1"/>
          <p:nvPr/>
        </p:nvSpPr>
        <p:spPr>
          <a:xfrm>
            <a:off x="462938" y="5576059"/>
            <a:ext cx="11275827" cy="338554"/>
          </a:xfrm>
          <a:prstGeom prst="rect">
            <a:avLst/>
          </a:prstGeom>
          <a:noFill/>
        </p:spPr>
        <p:txBody>
          <a:bodyPr rot="0" spcFirstLastPara="0" vert="horz" wrap="square" lIns="91440" tIns="45720" rIns="91440" bIns="45720" numCol="1" spcCol="0" rtlCol="0" fromWordArt="0" anchor="t" anchorCtr="0" forceAA="0" compatLnSpc="1">
            <a:prstTxWarp prst="textNoShape">
              <a:avLst/>
            </a:prstTxWarp>
            <a:spAutoFit/>
          </a:bodyPr>
          <a:lstStyle>
            <a:defPPr>
              <a:defRPr lang="en-GB"/>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600">
                <a:ea typeface="Calibri"/>
                <a:cs typeface="Calibri"/>
              </a:rPr>
              <a:t>Please refer to below Visio for better understanding of Catalogs and squads - </a:t>
            </a:r>
            <a:r>
              <a:rPr lang="en-US" sz="1600">
                <a:ea typeface="Calibri"/>
                <a:cs typeface="Calibri"/>
                <a:hlinkClick r:id="rId3"/>
              </a:rPr>
              <a:t>Approach-Squad_Development&amp;Release.vsdx</a:t>
            </a:r>
            <a:endParaRPr lang="en-US" sz="1600">
              <a:ea typeface="Calibri"/>
              <a:cs typeface="Calibri"/>
            </a:endParaRPr>
          </a:p>
        </p:txBody>
      </p:sp>
    </p:spTree>
    <p:extLst>
      <p:ext uri="{BB962C8B-B14F-4D97-AF65-F5344CB8AC3E}">
        <p14:creationId xmlns:p14="http://schemas.microsoft.com/office/powerpoint/2010/main" val="2798408368"/>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FA38FB-AC23-2967-A20A-D9BA7BF9DE8C}"/>
            </a:ext>
          </a:extLst>
        </p:cNvPr>
        <p:cNvGrpSpPr/>
        <p:nvPr/>
      </p:nvGrpSpPr>
      <p:grpSpPr>
        <a:xfrm>
          <a:off x="0" y="0"/>
          <a:ext cx="0" cy="0"/>
          <a:chOff x="0" y="0"/>
          <a:chExt cx="0" cy="0"/>
        </a:xfrm>
      </p:grpSpPr>
      <p:sp>
        <p:nvSpPr>
          <p:cNvPr id="6" name="Rectangle 5">
            <a:extLst>
              <a:ext uri="{FF2B5EF4-FFF2-40B4-BE49-F238E27FC236}">
                <a16:creationId xmlns:a16="http://schemas.microsoft.com/office/drawing/2014/main" id="{EED1D1EF-B270-D004-F5D8-B1B3BBF8756A}"/>
              </a:ext>
            </a:extLst>
          </p:cNvPr>
          <p:cNvSpPr/>
          <p:nvPr/>
        </p:nvSpPr>
        <p:spPr>
          <a:xfrm>
            <a:off x="8211523" y="6472409"/>
            <a:ext cx="2728225" cy="302964"/>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GB"/>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GB"/>
          </a:p>
        </p:txBody>
      </p:sp>
      <p:sp>
        <p:nvSpPr>
          <p:cNvPr id="7" name="Rectangle 6">
            <a:extLst>
              <a:ext uri="{FF2B5EF4-FFF2-40B4-BE49-F238E27FC236}">
                <a16:creationId xmlns:a16="http://schemas.microsoft.com/office/drawing/2014/main" id="{634BB50C-06DB-2DE0-44D8-FA5D801050E7}"/>
              </a:ext>
            </a:extLst>
          </p:cNvPr>
          <p:cNvSpPr/>
          <p:nvPr/>
        </p:nvSpPr>
        <p:spPr>
          <a:xfrm>
            <a:off x="11005851" y="6290631"/>
            <a:ext cx="837282" cy="35254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GB"/>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GB"/>
          </a:p>
        </p:txBody>
      </p:sp>
      <p:pic>
        <p:nvPicPr>
          <p:cNvPr id="15" name="Picture 14" descr="A black background with white text&#10;&#10;AI-generated content may be incorrect.">
            <a:extLst>
              <a:ext uri="{FF2B5EF4-FFF2-40B4-BE49-F238E27FC236}">
                <a16:creationId xmlns:a16="http://schemas.microsoft.com/office/drawing/2014/main" id="{324FA771-9065-9FF1-581B-AA5260519EE8}"/>
              </a:ext>
            </a:extLst>
          </p:cNvPr>
          <p:cNvPicPr>
            <a:picLocks noChangeAspect="1"/>
          </p:cNvPicPr>
          <p:nvPr/>
        </p:nvPicPr>
        <p:blipFill>
          <a:blip r:embed="rId2"/>
          <a:stretch>
            <a:fillRect/>
          </a:stretch>
        </p:blipFill>
        <p:spPr>
          <a:xfrm>
            <a:off x="2586038" y="1497751"/>
            <a:ext cx="7019925" cy="4181475"/>
          </a:xfrm>
          <a:prstGeom prst="rect">
            <a:avLst/>
          </a:prstGeom>
        </p:spPr>
      </p:pic>
      <p:sp>
        <p:nvSpPr>
          <p:cNvPr id="17" name="Title 1">
            <a:extLst>
              <a:ext uri="{FF2B5EF4-FFF2-40B4-BE49-F238E27FC236}">
                <a16:creationId xmlns:a16="http://schemas.microsoft.com/office/drawing/2014/main" id="{FF91EFE2-A2F8-8514-ED84-327D5A51E131}"/>
              </a:ext>
            </a:extLst>
          </p:cNvPr>
          <p:cNvSpPr txBox="1">
            <a:spLocks/>
          </p:cNvSpPr>
          <p:nvPr/>
        </p:nvSpPr>
        <p:spPr>
          <a:xfrm>
            <a:off x="609600" y="558354"/>
            <a:ext cx="11277600" cy="936386"/>
          </a:xfrm>
          <a:prstGeom prst="rect">
            <a:avLst/>
          </a:prstGeom>
        </p:spPr>
        <p:txBody>
          <a:bodyPr vert="horz" lIns="0" tIns="0" rIns="0" bIns="0" rtlCol="0" anchor="t" anchorCtr="0">
            <a:noAutofit/>
          </a:bodyPr>
          <a:lstStyle>
            <a:lvl1pPr algn="l" defTabSz="914400" rtl="0" eaLnBrk="1" latinLnBrk="0" hangingPunct="1">
              <a:lnSpc>
                <a:spcPct val="80000"/>
              </a:lnSpc>
              <a:spcBef>
                <a:spcPct val="0"/>
              </a:spcBef>
              <a:buNone/>
              <a:defRPr sz="5400" kern="1200">
                <a:solidFill>
                  <a:schemeClr val="tx1"/>
                </a:solidFill>
                <a:latin typeface="+mj-lt"/>
                <a:ea typeface="+mj-ea"/>
                <a:cs typeface="+mj-cs"/>
              </a:defRPr>
            </a:lvl1pPr>
          </a:lstStyle>
          <a:p>
            <a:r>
              <a:rPr lang="en-US" b="1">
                <a:solidFill>
                  <a:srgbClr val="CD2883"/>
                </a:solidFill>
              </a:rPr>
              <a:t>Catalogs and Squads</a:t>
            </a:r>
            <a:endParaRPr lang="en-US">
              <a:solidFill>
                <a:srgbClr val="000000"/>
              </a:solidFill>
            </a:endParaRPr>
          </a:p>
        </p:txBody>
      </p:sp>
    </p:spTree>
    <p:extLst>
      <p:ext uri="{BB962C8B-B14F-4D97-AF65-F5344CB8AC3E}">
        <p14:creationId xmlns:p14="http://schemas.microsoft.com/office/powerpoint/2010/main" val="4263953327"/>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53339B1A-3AF8-4F1C-EF3F-872E5BBBBB2F}"/>
              </a:ext>
            </a:extLst>
          </p:cNvPr>
          <p:cNvSpPr/>
          <p:nvPr/>
        </p:nvSpPr>
        <p:spPr>
          <a:xfrm>
            <a:off x="8211523" y="6472409"/>
            <a:ext cx="2728225" cy="302964"/>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GB"/>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GB"/>
          </a:p>
        </p:txBody>
      </p:sp>
      <p:sp>
        <p:nvSpPr>
          <p:cNvPr id="7" name="Rectangle 6">
            <a:extLst>
              <a:ext uri="{FF2B5EF4-FFF2-40B4-BE49-F238E27FC236}">
                <a16:creationId xmlns:a16="http://schemas.microsoft.com/office/drawing/2014/main" id="{DEC166FB-5C0D-1F43-E818-D661A9053251}"/>
              </a:ext>
            </a:extLst>
          </p:cNvPr>
          <p:cNvSpPr/>
          <p:nvPr/>
        </p:nvSpPr>
        <p:spPr>
          <a:xfrm>
            <a:off x="11005851" y="6290631"/>
            <a:ext cx="837282" cy="35254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GB"/>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GB"/>
          </a:p>
        </p:txBody>
      </p:sp>
      <p:sp>
        <p:nvSpPr>
          <p:cNvPr id="9" name="Title 1">
            <a:extLst>
              <a:ext uri="{FF2B5EF4-FFF2-40B4-BE49-F238E27FC236}">
                <a16:creationId xmlns:a16="http://schemas.microsoft.com/office/drawing/2014/main" id="{58617031-1C91-D482-801E-8FDBF857568A}"/>
              </a:ext>
            </a:extLst>
          </p:cNvPr>
          <p:cNvSpPr txBox="1">
            <a:spLocks/>
          </p:cNvSpPr>
          <p:nvPr/>
        </p:nvSpPr>
        <p:spPr>
          <a:xfrm>
            <a:off x="457200" y="405954"/>
            <a:ext cx="11277600" cy="936386"/>
          </a:xfrm>
          <a:prstGeom prst="rect">
            <a:avLst/>
          </a:prstGeom>
        </p:spPr>
        <p:txBody>
          <a:bodyPr vert="horz" lIns="0" tIns="0" rIns="0" bIns="0" rtlCol="0" anchor="t" anchorCtr="0">
            <a:noAutofit/>
          </a:bodyPr>
          <a:lstStyle>
            <a:lvl1pPr algn="l" defTabSz="914400" rtl="0" eaLnBrk="1" latinLnBrk="0" hangingPunct="1">
              <a:lnSpc>
                <a:spcPct val="80000"/>
              </a:lnSpc>
              <a:spcBef>
                <a:spcPct val="0"/>
              </a:spcBef>
              <a:buNone/>
              <a:defRPr sz="5400" kern="1200">
                <a:solidFill>
                  <a:schemeClr val="tx1"/>
                </a:solidFill>
                <a:latin typeface="+mj-lt"/>
                <a:ea typeface="+mj-ea"/>
                <a:cs typeface="+mj-cs"/>
              </a:defRPr>
            </a:lvl1pPr>
          </a:lstStyle>
          <a:p>
            <a:r>
              <a:rPr lang="en-US" b="1">
                <a:solidFill>
                  <a:srgbClr val="CD2883"/>
                </a:solidFill>
              </a:rPr>
              <a:t>Important Links </a:t>
            </a:r>
            <a:endParaRPr lang="en-US"/>
          </a:p>
        </p:txBody>
      </p:sp>
      <p:sp>
        <p:nvSpPr>
          <p:cNvPr id="11" name="TextBox 8">
            <a:extLst>
              <a:ext uri="{FF2B5EF4-FFF2-40B4-BE49-F238E27FC236}">
                <a16:creationId xmlns:a16="http://schemas.microsoft.com/office/drawing/2014/main" id="{21C8801B-4675-B33E-E993-E670004E00EE}"/>
              </a:ext>
            </a:extLst>
          </p:cNvPr>
          <p:cNvSpPr txBox="1"/>
          <p:nvPr/>
        </p:nvSpPr>
        <p:spPr>
          <a:xfrm>
            <a:off x="453656" y="1200003"/>
            <a:ext cx="11282156" cy="2062103"/>
          </a:xfrm>
          <a:prstGeom prst="rect">
            <a:avLst/>
          </a:prstGeom>
          <a:noFill/>
        </p:spPr>
        <p:txBody>
          <a:bodyPr rot="0" spcFirstLastPara="0" vert="horz" wrap="square" lIns="91440" tIns="45720" rIns="91440" bIns="45720" numCol="1" spcCol="0" rtlCol="0" fromWordArt="0" anchor="t" anchorCtr="0" forceAA="0" compatLnSpc="1">
            <a:prstTxWarp prst="textNoShape">
              <a:avLst/>
            </a:prstTxWarp>
            <a:spAutoFit/>
          </a:bodyPr>
          <a:lstStyle>
            <a:defPPr>
              <a:defRPr lang="en-GB"/>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285750" indent="-285750">
              <a:buFont typeface="Arial"/>
              <a:buChar char="•"/>
            </a:pPr>
            <a:r>
              <a:rPr lang="en-US" sz="1600" dirty="0">
                <a:ea typeface="Calibri"/>
                <a:cs typeface="Calibri"/>
                <a:hlinkClick r:id="rId2"/>
              </a:rPr>
              <a:t>Legacy-RED&amp;GraftToCloud.xlsx</a:t>
            </a:r>
            <a:endParaRPr lang="en-US" sz="1600">
              <a:ea typeface="Calibri"/>
              <a:cs typeface="Calibri"/>
            </a:endParaRPr>
          </a:p>
          <a:p>
            <a:pPr marL="285750" indent="-285750">
              <a:buFont typeface="Arial"/>
              <a:buChar char="•"/>
            </a:pPr>
            <a:r>
              <a:rPr lang="en-US" sz="1600" dirty="0">
                <a:ea typeface="Calibri"/>
                <a:cs typeface="Calibri"/>
                <a:hlinkClick r:id="rId3"/>
              </a:rPr>
              <a:t>Approach-Squad_Development&amp;Release.vsdx</a:t>
            </a:r>
            <a:endParaRPr lang="en-US" sz="1600">
              <a:ea typeface="Calibri"/>
              <a:cs typeface="Calibri"/>
            </a:endParaRPr>
          </a:p>
          <a:p>
            <a:pPr marL="285750" indent="-285750">
              <a:buFont typeface="Arial"/>
              <a:buChar char="•"/>
            </a:pPr>
            <a:r>
              <a:rPr lang="en-US" sz="1600" dirty="0">
                <a:hlinkClick r:id="rId4"/>
              </a:rPr>
              <a:t>Approach-CI_CD_Overview.docx</a:t>
            </a:r>
            <a:endParaRPr lang="en-US" sz="1600" dirty="0">
              <a:ea typeface="Calibri"/>
              <a:cs typeface="Calibri"/>
            </a:endParaRPr>
          </a:p>
          <a:p>
            <a:pPr marL="285750" indent="-285750">
              <a:buFont typeface="Arial"/>
              <a:buChar char="•"/>
            </a:pPr>
            <a:r>
              <a:rPr lang="en-US" sz="1600" dirty="0">
                <a:ea typeface="Calibri"/>
                <a:cs typeface="Calibri"/>
                <a:hlinkClick r:id="rId5"/>
              </a:rPr>
              <a:t>Approach-Handling_Deleted_Attributes.xlsx</a:t>
            </a:r>
            <a:endParaRPr lang="en-US" sz="1600">
              <a:ea typeface="Calibri"/>
              <a:cs typeface="Calibri"/>
            </a:endParaRPr>
          </a:p>
          <a:p>
            <a:pPr marL="285750" indent="-285750">
              <a:buFont typeface="Arial,Sans-Serif"/>
              <a:buChar char="•"/>
            </a:pPr>
            <a:r>
              <a:rPr lang="en-US" sz="1600" dirty="0">
                <a:ea typeface="+mn-lt"/>
                <a:cs typeface="+mn-lt"/>
                <a:hlinkClick r:id="rId6"/>
              </a:rPr>
              <a:t>Approach-Data_Filtering.xlsx</a:t>
            </a:r>
            <a:endParaRPr lang="en-US" sz="1600">
              <a:ea typeface="+mn-lt"/>
              <a:cs typeface="+mn-lt"/>
            </a:endParaRPr>
          </a:p>
          <a:p>
            <a:pPr marL="285750" indent="-285750">
              <a:buFont typeface="Arial,Sans-Serif"/>
              <a:buChar char="•"/>
            </a:pPr>
            <a:r>
              <a:rPr lang="en-US" sz="1600" dirty="0">
                <a:ea typeface="+mn-lt"/>
                <a:cs typeface="+mn-lt"/>
                <a:hlinkClick r:id="rId7"/>
              </a:rPr>
              <a:t>Approach-NULL_Handling_Defaults.xlsx</a:t>
            </a:r>
            <a:endParaRPr lang="en-US"/>
          </a:p>
          <a:p>
            <a:pPr marL="285750" indent="-285750">
              <a:buFont typeface="Arial"/>
              <a:buChar char="•"/>
            </a:pPr>
            <a:r>
              <a:rPr lang="en-US" sz="1600" dirty="0">
                <a:ea typeface="+mn-lt"/>
                <a:cs typeface="+mn-lt"/>
                <a:hlinkClick r:id="rId8"/>
              </a:rPr>
              <a:t>Approach-BED_Specific_Fact_Load.xlsx</a:t>
            </a:r>
            <a:endParaRPr lang="en-US" sz="1600" dirty="0">
              <a:ea typeface="+mn-lt"/>
              <a:cs typeface="+mn-lt"/>
            </a:endParaRPr>
          </a:p>
          <a:p>
            <a:pPr marL="285750" indent="-285750">
              <a:buFont typeface="Arial"/>
              <a:buChar char="•"/>
            </a:pPr>
            <a:r>
              <a:rPr lang="en-US" sz="1600" dirty="0">
                <a:ea typeface="+mn-lt"/>
                <a:cs typeface="+mn-lt"/>
                <a:hlinkClick r:id="rId9"/>
              </a:rPr>
              <a:t>Approach-Build and Data Load</a:t>
            </a:r>
            <a:endParaRPr lang="en-US" sz="1600" dirty="0">
              <a:ea typeface="+mn-lt"/>
              <a:cs typeface="+mn-lt"/>
            </a:endParaRPr>
          </a:p>
        </p:txBody>
      </p:sp>
    </p:spTree>
    <p:extLst>
      <p:ext uri="{BB962C8B-B14F-4D97-AF65-F5344CB8AC3E}">
        <p14:creationId xmlns:p14="http://schemas.microsoft.com/office/powerpoint/2010/main" val="876775574"/>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BE0C1668-3997-E3F1-AA2C-4F2257F278DC}"/>
              </a:ext>
            </a:extLst>
          </p:cNvPr>
          <p:cNvSpPr>
            <a:spLocks noGrp="1"/>
          </p:cNvSpPr>
          <p:nvPr>
            <p:ph type="ctrTitle"/>
          </p:nvPr>
        </p:nvSpPr>
        <p:spPr/>
        <p:txBody>
          <a:bodyPr/>
          <a:lstStyle/>
          <a:p>
            <a:r>
              <a:rPr lang="en-US" b="1"/>
              <a:t>Thank You</a:t>
            </a:r>
          </a:p>
        </p:txBody>
      </p:sp>
    </p:spTree>
    <p:extLst>
      <p:ext uri="{BB962C8B-B14F-4D97-AF65-F5344CB8AC3E}">
        <p14:creationId xmlns:p14="http://schemas.microsoft.com/office/powerpoint/2010/main" val="3349357348"/>
      </p:ext>
    </p:extLst>
  </p:cSld>
  <p:clrMapOvr>
    <a:masterClrMapping/>
  </p:clrMapOvr>
</p:sld>
</file>

<file path=ppt/theme/theme1.xml><?xml version="1.0" encoding="utf-8"?>
<a:theme xmlns:a="http://schemas.openxmlformats.org/drawingml/2006/main" name="Cover Slide">
  <a:themeElements>
    <a:clrScheme name="Yellow">
      <a:dk1>
        <a:sysClr val="windowText" lastClr="000000"/>
      </a:dk1>
      <a:lt1>
        <a:sysClr val="window" lastClr="FFFFFF"/>
      </a:lt1>
      <a:dk2>
        <a:srgbClr val="39302A"/>
      </a:dk2>
      <a:lt2>
        <a:srgbClr val="E5DEDB"/>
      </a:lt2>
      <a:accent1>
        <a:srgbClr val="FFCA08"/>
      </a:accent1>
      <a:accent2>
        <a:srgbClr val="F8931D"/>
      </a:accent2>
      <a:accent3>
        <a:srgbClr val="CE8D3E"/>
      </a:accent3>
      <a:accent4>
        <a:srgbClr val="EC7016"/>
      </a:accent4>
      <a:accent5>
        <a:srgbClr val="E64823"/>
      </a:accent5>
      <a:accent6>
        <a:srgbClr val="9C6A6A"/>
      </a:accent6>
      <a:hlink>
        <a:srgbClr val="2998E3"/>
      </a:hlink>
      <a:folHlink>
        <a:srgbClr val="7F723D"/>
      </a:folHlink>
    </a:clrScheme>
    <a:fontScheme name="Office Them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Canopius Template" id="{5F741FEC-F866-44B7-BD28-7E18ADFB6DE1}" vid="{970AA5F0-DDA9-43FD-9A40-A47B83CEDAD0}"/>
    </a:ext>
  </a:extLst>
</a:theme>
</file>

<file path=ppt/theme/theme2.xml><?xml version="1.0" encoding="utf-8"?>
<a:theme xmlns:a="http://schemas.openxmlformats.org/drawingml/2006/main" name="Table of Contents">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Custom 1">
      <a:majorFont>
        <a:latin typeface="Poppins Bold"/>
        <a:ea typeface=""/>
        <a:cs typeface=""/>
      </a:majorFont>
      <a:minorFont>
        <a:latin typeface="Poppins"/>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xDef>
      <a:spPr/>
      <a:bodyPr vert="horz" lIns="91440" tIns="45720" rIns="91440" bIns="45720" rtlCol="0" anchor="t">
        <a:normAutofit/>
      </a:bodyPr>
      <a:lstStyle>
        <a:defPPr algn="l">
          <a:defRPr dirty="0">
            <a:solidFill>
              <a:srgbClr val="000030"/>
            </a:solidFill>
            <a:latin typeface="Poppins SemiBold" panose="00000700000000000000" pitchFamily="2" charset="0"/>
            <a:cs typeface="Poppins SemiBold" panose="00000700000000000000" pitchFamily="2" charset="0"/>
          </a:defRPr>
        </a:defPPr>
      </a:lstStyle>
    </a:txDef>
  </a:objectDefaults>
  <a:extraClrSchemeLst/>
  <a:extLst>
    <a:ext uri="{05A4C25C-085E-4340-85A3-A5531E510DB2}">
      <thm15:themeFamily xmlns:thm15="http://schemas.microsoft.com/office/thememl/2012/main" name="Canopius Template" id="{5F741FEC-F866-44B7-BD28-7E18ADFB6DE1}" vid="{F46AD543-FE4C-449C-B52F-1D8A544AED69}"/>
    </a:ext>
  </a:extLst>
</a:theme>
</file>

<file path=ppt/theme/theme3.xml><?xml version="1.0" encoding="utf-8"?>
<a:theme xmlns:a="http://schemas.openxmlformats.org/drawingml/2006/main" name="Section Header">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Custom 1">
      <a:majorFont>
        <a:latin typeface="Poppins Black"/>
        <a:ea typeface=""/>
        <a:cs typeface=""/>
      </a:majorFont>
      <a:minorFont>
        <a:latin typeface="Poppins"/>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Canopius Template" id="{5F741FEC-F866-44B7-BD28-7E18ADFB6DE1}" vid="{ED39CD32-9BF5-4193-B63A-4AEE1CF4FA85}"/>
    </a:ext>
  </a:extLst>
</a:theme>
</file>

<file path=ppt/theme/theme4.xml><?xml version="1.0" encoding="utf-8"?>
<a:theme xmlns:a="http://schemas.openxmlformats.org/drawingml/2006/main" name="Content">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Custom 1">
      <a:majorFont>
        <a:latin typeface="Poppins Black"/>
        <a:ea typeface=""/>
        <a:cs typeface=""/>
      </a:majorFont>
      <a:minorFont>
        <a:latin typeface="Poppins"/>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Canopius Template" id="{5F741FEC-F866-44B7-BD28-7E18ADFB6DE1}" vid="{3C6B9492-2D21-45D8-95A0-591A4F4E57A0}"/>
    </a:ext>
  </a:extLst>
</a:theme>
</file>

<file path=ppt/theme/theme5.xml><?xml version="1.0" encoding="utf-8"?>
<a:theme xmlns:a="http://schemas.openxmlformats.org/drawingml/2006/main" name="Textboxes">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Custom 1">
      <a:majorFont>
        <a:latin typeface="Poppins Black"/>
        <a:ea typeface=""/>
        <a:cs typeface=""/>
      </a:majorFont>
      <a:minorFont>
        <a:latin typeface="Poppins"/>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Canopius Template" id="{5F741FEC-F866-44B7-BD28-7E18ADFB6DE1}" vid="{304DE850-4636-45A4-AA76-CD301FBC568D}"/>
    </a:ext>
  </a:extLst>
</a:theme>
</file>

<file path=ppt/theme/theme6.xml><?xml version="1.0" encoding="utf-8"?>
<a:theme xmlns:a="http://schemas.openxmlformats.org/drawingml/2006/main" name="Teams">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Custom 1">
      <a:majorFont>
        <a:latin typeface="Poppins Black"/>
        <a:ea typeface=""/>
        <a:cs typeface=""/>
      </a:majorFont>
      <a:minorFont>
        <a:latin typeface="Poppins"/>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Canopius Template" id="{5F741FEC-F866-44B7-BD28-7E18ADFB6DE1}" vid="{D9CA19A4-48FF-44B7-BC69-ACA21336C82B}"/>
    </a:ext>
  </a:extLst>
</a:theme>
</file>

<file path=ppt/theme/theme7.xml><?xml version="1.0" encoding="utf-8"?>
<a:theme xmlns:a="http://schemas.openxmlformats.org/drawingml/2006/main" name="End Slides">
  <a:themeElements>
    <a:clrScheme name="Yellow">
      <a:dk1>
        <a:sysClr val="windowText" lastClr="000000"/>
      </a:dk1>
      <a:lt1>
        <a:sysClr val="window" lastClr="FFFFFF"/>
      </a:lt1>
      <a:dk2>
        <a:srgbClr val="39302A"/>
      </a:dk2>
      <a:lt2>
        <a:srgbClr val="E5DEDB"/>
      </a:lt2>
      <a:accent1>
        <a:srgbClr val="FFCA08"/>
      </a:accent1>
      <a:accent2>
        <a:srgbClr val="F8931D"/>
      </a:accent2>
      <a:accent3>
        <a:srgbClr val="CE8D3E"/>
      </a:accent3>
      <a:accent4>
        <a:srgbClr val="EC7016"/>
      </a:accent4>
      <a:accent5>
        <a:srgbClr val="E64823"/>
      </a:accent5>
      <a:accent6>
        <a:srgbClr val="9C6A6A"/>
      </a:accent6>
      <a:hlink>
        <a:srgbClr val="2998E3"/>
      </a:hlink>
      <a:folHlink>
        <a:srgbClr val="7F723D"/>
      </a:folHlink>
    </a:clrScheme>
    <a:fontScheme name="Custom 1">
      <a:majorFont>
        <a:latin typeface="Poppins Black"/>
        <a:ea typeface=""/>
        <a:cs typeface=""/>
      </a:majorFont>
      <a:minorFont>
        <a:latin typeface="Poppins"/>
        <a:ea typeface=""/>
        <a:cs typeface=""/>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Canopius Template" id="{5F741FEC-F866-44B7-BD28-7E18ADFB6DE1}" vid="{5422688D-2576-4AED-A587-75249D0E1AD0}"/>
    </a:ext>
  </a:extLst>
</a:theme>
</file>

<file path=ppt/theme/theme8.xml><?xml version="1.0" encoding="utf-8"?>
<a:theme xmlns:a="http://schemas.openxmlformats.org/drawingml/2006/main" name="Office Theme">
  <a:themeElements>
    <a:clrScheme name="EXL 3">
      <a:dk1>
        <a:srgbClr val="FB4D0A"/>
      </a:dk1>
      <a:lt1>
        <a:srgbClr val="FFFFFF"/>
      </a:lt1>
      <a:dk2>
        <a:srgbClr val="000000"/>
      </a:dk2>
      <a:lt2>
        <a:srgbClr val="FFFFFF"/>
      </a:lt2>
      <a:accent1>
        <a:srgbClr val="FB4E0B"/>
      </a:accent1>
      <a:accent2>
        <a:srgbClr val="414141"/>
      </a:accent2>
      <a:accent3>
        <a:srgbClr val="808080"/>
      </a:accent3>
      <a:accent4>
        <a:srgbClr val="ABABAB"/>
      </a:accent4>
      <a:accent5>
        <a:srgbClr val="DBDBDB"/>
      </a:accent5>
      <a:accent6>
        <a:srgbClr val="E6E6E6"/>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Template Test.potx" id="{222C7A70-5869-4999-B7FC-1CA86E062B29}" vid="{2047A170-C709-4851-90BC-3AFD09D0703A}"/>
    </a:ext>
  </a:extLst>
</a:theme>
</file>

<file path=ppt/theme/theme9.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lcf76f155ced4ddcb4097134ff3c332f xmlns="c2e88ccc-cbbe-46fe-a823-a677cb74174f">
      <Terms xmlns="http://schemas.microsoft.com/office/infopath/2007/PartnerControls"/>
    </lcf76f155ced4ddcb4097134ff3c332f>
    <TaxCatchAll xmlns="a0e77d89-447a-4ff5-aee4-b0e5ec8cd825" xsi:nil="true"/>
    <SharedWithUsers xmlns="a0e77d89-447a-4ff5-aee4-b0e5ec8cd825">
      <UserInfo>
        <DisplayName>Webster, Tom</DisplayName>
        <AccountId>10</AccountId>
        <AccountType/>
      </UserInfo>
      <UserInfo>
        <DisplayName>Milne-Morey, Dan</DisplayName>
        <AccountId>872</AccountId>
        <AccountType/>
      </UserInfo>
      <UserInfo>
        <DisplayName>Bilas, Alex</DisplayName>
        <AccountId>14</AccountId>
        <AccountType/>
      </UserInfo>
      <UserInfo>
        <DisplayName>Singh, Ravi</DisplayName>
        <AccountId>23</AccountId>
        <AccountType/>
      </UserInfo>
      <UserInfo>
        <DisplayName>Howell, Chris</DisplayName>
        <AccountId>19</AccountId>
        <AccountType/>
      </UserInfo>
    </SharedWithUsers>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61676895BF7FFF4BB12004E08A7F8030" ma:contentTypeVersion="17" ma:contentTypeDescription="Create a new document." ma:contentTypeScope="" ma:versionID="6ccba9e78a7d7aff60f7d655e50dbd5b">
  <xsd:schema xmlns:xsd="http://www.w3.org/2001/XMLSchema" xmlns:xs="http://www.w3.org/2001/XMLSchema" xmlns:p="http://schemas.microsoft.com/office/2006/metadata/properties" xmlns:ns2="c2e88ccc-cbbe-46fe-a823-a677cb74174f" xmlns:ns3="a0e77d89-447a-4ff5-aee4-b0e5ec8cd825" targetNamespace="http://schemas.microsoft.com/office/2006/metadata/properties" ma:root="true" ma:fieldsID="23f9ff10cec6b293fd39c677f179d298" ns2:_="" ns3:_="">
    <xsd:import namespace="c2e88ccc-cbbe-46fe-a823-a677cb74174f"/>
    <xsd:import namespace="a0e77d89-447a-4ff5-aee4-b0e5ec8cd825"/>
    <xsd:element name="properties">
      <xsd:complexType>
        <xsd:sequence>
          <xsd:element name="documentManagement">
            <xsd:complexType>
              <xsd:all>
                <xsd:element ref="ns2:MediaServiceMetadata" minOccurs="0"/>
                <xsd:element ref="ns2:MediaServiceFastMetadata" minOccurs="0"/>
                <xsd:element ref="ns2:MediaServiceAutoKeyPoints" minOccurs="0"/>
                <xsd:element ref="ns2:MediaServiceKeyPoints" minOccurs="0"/>
                <xsd:element ref="ns2:MediaServiceAutoTags" minOccurs="0"/>
                <xsd:element ref="ns2:MediaServiceOCR" minOccurs="0"/>
                <xsd:element ref="ns2:MediaServiceGenerationTime" minOccurs="0"/>
                <xsd:element ref="ns2:MediaServiceEventHashCode" minOccurs="0"/>
                <xsd:element ref="ns3:SharedWithUsers" minOccurs="0"/>
                <xsd:element ref="ns3:SharedWithDetails" minOccurs="0"/>
                <xsd:element ref="ns2:MediaServiceDateTaken" minOccurs="0"/>
                <xsd:element ref="ns2:MediaLengthInSeconds" minOccurs="0"/>
                <xsd:element ref="ns2:lcf76f155ced4ddcb4097134ff3c332f" minOccurs="0"/>
                <xsd:element ref="ns3:TaxCatchAll" minOccurs="0"/>
                <xsd:element ref="ns2:MediaServiceObjectDetectorVersions"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c2e88ccc-cbbe-46fe-a823-a677cb74174f"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AutoTags" ma:index="12" nillable="true" ma:displayName="Tags" ma:internalName="MediaServiceAutoTags" ma:readOnly="true">
      <xsd:simpleType>
        <xsd:restriction base="dms:Text"/>
      </xsd:simpleType>
    </xsd:element>
    <xsd:element name="MediaServiceOCR" ma:index="13" nillable="true" ma:displayName="Extracted Text" ma:internalName="MediaServiceOCR" ma:readOnly="true">
      <xsd:simpleType>
        <xsd:restriction base="dms:Note">
          <xsd:maxLength value="255"/>
        </xsd:restriction>
      </xsd:simpleType>
    </xsd:element>
    <xsd:element name="MediaServiceGenerationTime" ma:index="14" nillable="true" ma:displayName="MediaServiceGenerationTime" ma:hidden="true" ma:internalName="MediaServiceGenerationTime" ma:readOnly="true">
      <xsd:simpleType>
        <xsd:restriction base="dms:Text"/>
      </xsd:simpleType>
    </xsd:element>
    <xsd:element name="MediaServiceEventHashCode" ma:index="15" nillable="true" ma:displayName="MediaServiceEventHashCode" ma:hidden="true" ma:internalName="MediaServiceEventHashCode" ma:readOnly="true">
      <xsd:simpleType>
        <xsd:restriction base="dms:Text"/>
      </xsd:simpleType>
    </xsd:element>
    <xsd:element name="MediaServiceDateTaken" ma:index="18" nillable="true" ma:displayName="MediaServiceDateTaken" ma:hidden="true" ma:internalName="MediaServiceDateTaken" ma:readOnly="true">
      <xsd:simpleType>
        <xsd:restriction base="dms:Text"/>
      </xsd:simpleType>
    </xsd:element>
    <xsd:element name="MediaLengthInSeconds" ma:index="19" nillable="true" ma:displayName="MediaLengthInSeconds" ma:hidden="true" ma:internalName="MediaLengthInSeconds" ma:readOnly="true">
      <xsd:simpleType>
        <xsd:restriction base="dms:Unknown"/>
      </xsd:simpleType>
    </xsd:element>
    <xsd:element name="lcf76f155ced4ddcb4097134ff3c332f" ma:index="21" nillable="true" ma:taxonomy="true" ma:internalName="lcf76f155ced4ddcb4097134ff3c332f" ma:taxonomyFieldName="MediaServiceImageTags" ma:displayName="Image Tags" ma:readOnly="false" ma:fieldId="{5cf76f15-5ced-4ddc-b409-7134ff3c332f}" ma:taxonomyMulti="true" ma:sspId="4b1f1a22-d11f-4f8a-804a-f9df9b688663" ma:termSetId="09814cd3-568e-fe90-9814-8d621ff8fb84" ma:anchorId="fba54fb3-c3e1-fe81-a776-ca4b69148c4d" ma:open="true" ma:isKeyword="false">
      <xsd:complexType>
        <xsd:sequence>
          <xsd:element ref="pc:Terms" minOccurs="0" maxOccurs="1"/>
        </xsd:sequence>
      </xsd:complexType>
    </xsd:element>
    <xsd:element name="MediaServiceObjectDetectorVersions" ma:index="23" nillable="true" ma:displayName="MediaServiceObjectDetectorVersions" ma:hidden="true" ma:indexed="true" ma:internalName="MediaServiceObjectDetectorVersions" ma:readOnly="true">
      <xsd:simpleType>
        <xsd:restriction base="dms:Text"/>
      </xsd:simpleType>
    </xsd:element>
    <xsd:element name="MediaServiceSearchProperties" ma:index="24"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a0e77d89-447a-4ff5-aee4-b0e5ec8cd825" elementFormDefault="qualified">
    <xsd:import namespace="http://schemas.microsoft.com/office/2006/documentManagement/types"/>
    <xsd:import namespace="http://schemas.microsoft.com/office/infopath/2007/PartnerControls"/>
    <xsd:element name="SharedWithUsers" ma:index="16"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7" nillable="true" ma:displayName="Shared With Details" ma:internalName="SharedWithDetails" ma:readOnly="true">
      <xsd:simpleType>
        <xsd:restriction base="dms:Note">
          <xsd:maxLength value="255"/>
        </xsd:restriction>
      </xsd:simpleType>
    </xsd:element>
    <xsd:element name="TaxCatchAll" ma:index="22" nillable="true" ma:displayName="Taxonomy Catch All Column" ma:hidden="true" ma:list="{37087cc7-660c-4a12-9f7f-b66306384599}" ma:internalName="TaxCatchAll" ma:showField="CatchAllData" ma:web="a0e77d89-447a-4ff5-aee4-b0e5ec8cd825">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2E011885-DFCB-4667-A135-C20D300E8013}">
  <ds:schemaRefs>
    <ds:schemaRef ds:uri="a0e77d89-447a-4ff5-aee4-b0e5ec8cd825"/>
    <ds:schemaRef ds:uri="c2e88ccc-cbbe-46fe-a823-a677cb74174f"/>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customXml/itemProps2.xml><?xml version="1.0" encoding="utf-8"?>
<ds:datastoreItem xmlns:ds="http://schemas.openxmlformats.org/officeDocument/2006/customXml" ds:itemID="{651E538E-DE45-4C63-91E7-55FD685F3C30}">
  <ds:schemaRefs>
    <ds:schemaRef ds:uri="a0e77d89-447a-4ff5-aee4-b0e5ec8cd825"/>
    <ds:schemaRef ds:uri="c2e88ccc-cbbe-46fe-a823-a677cb74174f"/>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3.xml><?xml version="1.0" encoding="utf-8"?>
<ds:datastoreItem xmlns:ds="http://schemas.openxmlformats.org/officeDocument/2006/customXml" ds:itemID="{9B639828-A05B-4E01-A343-E3736927465E}">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blank</Template>
  <Application>Microsoft Office PowerPoint</Application>
  <PresentationFormat>Widescreen</PresentationFormat>
  <Slides>40</Slides>
  <Notes>0</Notes>
  <HiddenSlides>0</HiddenSlides>
  <ScaleCrop>false</ScaleCrop>
  <HeadingPairs>
    <vt:vector size="4" baseType="variant">
      <vt:variant>
        <vt:lpstr>Theme</vt:lpstr>
      </vt:variant>
      <vt:variant>
        <vt:i4>8</vt:i4>
      </vt:variant>
      <vt:variant>
        <vt:lpstr>Slide Titles</vt:lpstr>
      </vt:variant>
      <vt:variant>
        <vt:i4>40</vt:i4>
      </vt:variant>
    </vt:vector>
  </HeadingPairs>
  <TitlesOfParts>
    <vt:vector size="48" baseType="lpstr">
      <vt:lpstr>Cover Slide</vt:lpstr>
      <vt:lpstr>Table of Contents</vt:lpstr>
      <vt:lpstr>Section Header</vt:lpstr>
      <vt:lpstr>Content</vt:lpstr>
      <vt:lpstr>Textboxes</vt:lpstr>
      <vt:lpstr>Teams</vt:lpstr>
      <vt:lpstr>End Slides</vt:lpstr>
      <vt:lpstr>Office Theme</vt:lpstr>
      <vt:lpstr>Knowledge Transfer Workshop</vt:lpstr>
      <vt:lpstr>Agenda</vt:lpstr>
      <vt:lpstr>Architecture</vt:lpstr>
      <vt:lpstr>Data Sources</vt:lpstr>
      <vt:lpstr>Data Flow</vt:lpstr>
      <vt:lpstr>Source To Raw DLT (CDC using HVR)</vt:lpstr>
      <vt:lpstr>Source To Raw DLT (CDC using HVR)</vt:lpstr>
      <vt:lpstr>Source To Raw (Non HVR)</vt:lpstr>
      <vt:lpstr>Source To Non HVR Raw</vt:lpstr>
      <vt:lpstr>Raw To Standardised</vt:lpstr>
      <vt:lpstr>Incremental Filter – Raw &amp; Standardised</vt:lpstr>
      <vt:lpstr>Raw To Standardised (Merge)</vt:lpstr>
      <vt:lpstr>Standardised To Conformed</vt:lpstr>
      <vt:lpstr>Standardised To Conformed (Merge)</vt:lpstr>
      <vt:lpstr>Standardised To Conformed (Merge)</vt:lpstr>
      <vt:lpstr>Incremental Filter – Conformed</vt:lpstr>
      <vt:lpstr>Conformed to DW</vt:lpstr>
      <vt:lpstr>Metadata usage and task overlap​</vt:lpstr>
      <vt:lpstr>Metadata Tables (config)</vt:lpstr>
      <vt:lpstr>Metadata Tables (audit)</vt:lpstr>
      <vt:lpstr>PowerPoint Presentation</vt:lpstr>
      <vt:lpstr>Orchestration Overview</vt:lpstr>
      <vt:lpstr>orch_napp_napp_master</vt:lpstr>
      <vt:lpstr>orch_napp_napp_master</vt:lpstr>
      <vt:lpstr>orch_napp_napp_master</vt:lpstr>
      <vt:lpstr>orch_napp_napp_task</vt:lpstr>
      <vt:lpstr>orch_napp_napp_task</vt:lpstr>
      <vt:lpstr>Standardised To Conformed (BED)</vt:lpstr>
      <vt:lpstr>BED - Explanation of Diagram Notation</vt:lpstr>
      <vt:lpstr>BED - Single Source Load, Scenario 1</vt:lpstr>
      <vt:lpstr>BED - Single Source Load, Scenario 2</vt:lpstr>
      <vt:lpstr>BED - Single Source Load, Scenario 3</vt:lpstr>
      <vt:lpstr>BED - Multiple Source Load, Scenario 1</vt:lpstr>
      <vt:lpstr>BED - Multiple Source Load, Scenario 2</vt:lpstr>
      <vt:lpstr>BED - Multiple Source Load, Scenario 3</vt:lpstr>
      <vt:lpstr>PowerPoint Presentation</vt:lpstr>
      <vt:lpstr>PowerPoint Presentation</vt:lpstr>
      <vt:lpstr>PowerPoint Presentation</vt:lpstr>
      <vt:lpstr>PowerPoint Presentation</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Data Programme</dc:title>
  <dc:creator>Webster, Tom</dc:creator>
  <cp:revision>15</cp:revision>
  <dcterms:created xsi:type="dcterms:W3CDTF">2024-03-25T22:15:06Z</dcterms:created>
  <dcterms:modified xsi:type="dcterms:W3CDTF">2025-09-16T08:50:50Z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5b5832c2-122e-4c56-85a9-bc2fa83b9933_Enabled">
    <vt:lpwstr>true</vt:lpwstr>
  </property>
  <property fmtid="{D5CDD505-2E9C-101B-9397-08002B2CF9AE}" pid="3" name="MSIP_Label_5b5832c2-122e-4c56-85a9-bc2fa83b9933_SetDate">
    <vt:lpwstr>2024-01-18T14:56:27Z</vt:lpwstr>
  </property>
  <property fmtid="{D5CDD505-2E9C-101B-9397-08002B2CF9AE}" pid="4" name="MSIP_Label_5b5832c2-122e-4c56-85a9-bc2fa83b9933_Method">
    <vt:lpwstr>Privileged</vt:lpwstr>
  </property>
  <property fmtid="{D5CDD505-2E9C-101B-9397-08002B2CF9AE}" pid="5" name="MSIP_Label_5b5832c2-122e-4c56-85a9-bc2fa83b9933_Name">
    <vt:lpwstr>General</vt:lpwstr>
  </property>
  <property fmtid="{D5CDD505-2E9C-101B-9397-08002B2CF9AE}" pid="6" name="MSIP_Label_5b5832c2-122e-4c56-85a9-bc2fa83b9933_SiteId">
    <vt:lpwstr>89a64c04-5070-4bae-a1ed-e9639497e1b7</vt:lpwstr>
  </property>
  <property fmtid="{D5CDD505-2E9C-101B-9397-08002B2CF9AE}" pid="7" name="MSIP_Label_5b5832c2-122e-4c56-85a9-bc2fa83b9933_ActionId">
    <vt:lpwstr>a1715b15-73f4-44b6-b2e0-d7b5a72031b9</vt:lpwstr>
  </property>
  <property fmtid="{D5CDD505-2E9C-101B-9397-08002B2CF9AE}" pid="8" name="MSIP_Label_5b5832c2-122e-4c56-85a9-bc2fa83b9933_ContentBits">
    <vt:lpwstr>0</vt:lpwstr>
  </property>
  <property fmtid="{D5CDD505-2E9C-101B-9397-08002B2CF9AE}" pid="9" name="MediaServiceImageTags">
    <vt:lpwstr/>
  </property>
  <property fmtid="{D5CDD505-2E9C-101B-9397-08002B2CF9AE}" pid="10" name="ComplianceAssetId">
    <vt:lpwstr/>
  </property>
  <property fmtid="{D5CDD505-2E9C-101B-9397-08002B2CF9AE}" pid="11" name="_ExtendedDescription">
    <vt:lpwstr/>
  </property>
  <property fmtid="{D5CDD505-2E9C-101B-9397-08002B2CF9AE}" pid="12" name="_activity">
    <vt:lpwstr>{"FileActivityType":"9","FileActivityTimeStamp":"2024-01-26T16:57:10.110Z","FileActivityUsersOnPage":[{"DisplayName":"Lo, Yuk Ying Amy","Id":"yukyingamy.lo@canopius.com"}],"FileActivityNavigationId":null}</vt:lpwstr>
  </property>
  <property fmtid="{D5CDD505-2E9C-101B-9397-08002B2CF9AE}" pid="13" name="TriggerFlowInfo">
    <vt:lpwstr/>
  </property>
  <property fmtid="{D5CDD505-2E9C-101B-9397-08002B2CF9AE}" pid="14" name="ContentTypeId">
    <vt:lpwstr>0x01010061676895BF7FFF4BB12004E08A7F8030</vt:lpwstr>
  </property>
</Properties>
</file>