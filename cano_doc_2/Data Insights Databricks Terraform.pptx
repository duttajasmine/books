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70" r:id="rId5"/>
    <p:sldId id="431" r:id="rId6"/>
    <p:sldId id="435" r:id="rId7"/>
    <p:sldId id="434" r:id="rId8"/>
    <p:sldId id="436" r:id="rId9"/>
    <p:sldId id="438" r:id="rId10"/>
    <p:sldId id="437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06C57C3-17AD-4F2C-8CA7-929F2E82386F}">
          <p14:sldIdLst>
            <p14:sldId id="270"/>
            <p14:sldId id="431"/>
            <p14:sldId id="435"/>
            <p14:sldId id="434"/>
            <p14:sldId id="436"/>
            <p14:sldId id="438"/>
            <p14:sldId id="4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300334-EF7C-032D-D317-B8AD78997F9F}" name="Shinde,Mahesh" initials="S" userId="S::Mahesh.Shinde.Exl@canopius.com::3bc3ed72-0996-4473-a757-b76904dcf656" providerId="AD"/>
  <p188:author id="{B1617FA6-2270-D894-217D-1D4E643B923D}" name="Guerra, Daniel" initials="DG" userId="S::Daniel.Guerra.EXL@canopius.com::e9a10513-a6e6-403a-a779-709641931796" providerId="AD"/>
  <p188:author id="{B23092F6-8481-8122-3A60-816334672464}" name="Bracchi, Chris" initials="BC" userId="S::Chris.Bracchi.EXL@canopius.com::8f8271c7-27d6-4d29-88c4-951cf5dea7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4F81BD"/>
    <a:srgbClr val="FFFFFF"/>
    <a:srgbClr val="A3A3A3"/>
    <a:srgbClr val="AAAAAA"/>
    <a:srgbClr val="B8B8B8"/>
    <a:srgbClr val="B0B0B0"/>
    <a:srgbClr val="CEDFE2"/>
    <a:srgbClr val="6577FF"/>
    <a:srgbClr val="0764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96755-9F76-4853-9288-0BDEF17B3B0C}" v="1818" dt="2025-08-21T14:50:47.159"/>
    <p1510:client id="{F19E00D5-8AF7-4F0E-911F-307E666EE01B}" v="130" dt="2025-08-21T15:39:21.4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rra, Daniel" userId="e9a10513-a6e6-403a-a779-709641931796" providerId="ADAL" clId="{0D396755-9F76-4853-9288-0BDEF17B3B0C}"/>
    <pc:docChg chg="undo custSel modSld">
      <pc:chgData name="Guerra, Daniel" userId="e9a10513-a6e6-403a-a779-709641931796" providerId="ADAL" clId="{0D396755-9F76-4853-9288-0BDEF17B3B0C}" dt="2025-08-21T14:50:47.159" v="1816" actId="1076"/>
      <pc:docMkLst>
        <pc:docMk/>
      </pc:docMkLst>
      <pc:sldChg chg="addSp delSp modSp mod">
        <pc:chgData name="Guerra, Daniel" userId="e9a10513-a6e6-403a-a779-709641931796" providerId="ADAL" clId="{0D396755-9F76-4853-9288-0BDEF17B3B0C}" dt="2025-08-21T14:50:47.159" v="1816" actId="1076"/>
        <pc:sldMkLst>
          <pc:docMk/>
          <pc:sldMk cId="1538748807" sldId="438"/>
        </pc:sldMkLst>
        <pc:spChg chg="del mod">
          <ac:chgData name="Guerra, Daniel" userId="e9a10513-a6e6-403a-a779-709641931796" providerId="ADAL" clId="{0D396755-9F76-4853-9288-0BDEF17B3B0C}" dt="2025-08-21T14:14:04.956" v="71" actId="478"/>
          <ac:spMkLst>
            <pc:docMk/>
            <pc:sldMk cId="1538748807" sldId="438"/>
            <ac:spMk id="2" creationId="{4EEABBE6-3E44-2FEF-0B09-5BE410C3DA8F}"/>
          </ac:spMkLst>
        </pc:spChg>
        <pc:spChg chg="mod">
          <ac:chgData name="Guerra, Daniel" userId="e9a10513-a6e6-403a-a779-709641931796" providerId="ADAL" clId="{0D396755-9F76-4853-9288-0BDEF17B3B0C}" dt="2025-08-21T14:50:47.159" v="1816" actId="1076"/>
          <ac:spMkLst>
            <pc:docMk/>
            <pc:sldMk cId="1538748807" sldId="438"/>
            <ac:spMk id="4" creationId="{B63F05BB-FD35-655B-5583-B5E5F0D5013C}"/>
          </ac:spMkLst>
        </pc:spChg>
        <pc:spChg chg="del mod">
          <ac:chgData name="Guerra, Daniel" userId="e9a10513-a6e6-403a-a779-709641931796" providerId="ADAL" clId="{0D396755-9F76-4853-9288-0BDEF17B3B0C}" dt="2025-08-21T14:14:09.708" v="73" actId="478"/>
          <ac:spMkLst>
            <pc:docMk/>
            <pc:sldMk cId="1538748807" sldId="438"/>
            <ac:spMk id="6" creationId="{BC6187EE-8292-736F-778E-49BCB65E5F2C}"/>
          </ac:spMkLst>
        </pc:spChg>
        <pc:spChg chg="del mod">
          <ac:chgData name="Guerra, Daniel" userId="e9a10513-a6e6-403a-a779-709641931796" providerId="ADAL" clId="{0D396755-9F76-4853-9288-0BDEF17B3B0C}" dt="2025-08-21T14:46:59.995" v="1693" actId="478"/>
          <ac:spMkLst>
            <pc:docMk/>
            <pc:sldMk cId="1538748807" sldId="438"/>
            <ac:spMk id="7" creationId="{544352D5-B6BC-E715-EF00-8528DA485E86}"/>
          </ac:spMkLst>
        </pc:spChg>
        <pc:spChg chg="del mod">
          <ac:chgData name="Guerra, Daniel" userId="e9a10513-a6e6-403a-a779-709641931796" providerId="ADAL" clId="{0D396755-9F76-4853-9288-0BDEF17B3B0C}" dt="2025-08-21T14:43:33.244" v="1335" actId="478"/>
          <ac:spMkLst>
            <pc:docMk/>
            <pc:sldMk cId="1538748807" sldId="438"/>
            <ac:spMk id="9" creationId="{9DB5DBA6-04B3-2F31-A477-AF8B003725FF}"/>
          </ac:spMkLst>
        </pc:spChg>
        <pc:spChg chg="del mod">
          <ac:chgData name="Guerra, Daniel" userId="e9a10513-a6e6-403a-a779-709641931796" providerId="ADAL" clId="{0D396755-9F76-4853-9288-0BDEF17B3B0C}" dt="2025-08-21T13:48:45.080" v="22" actId="478"/>
          <ac:spMkLst>
            <pc:docMk/>
            <pc:sldMk cId="1538748807" sldId="438"/>
            <ac:spMk id="10" creationId="{C631437F-00B6-2352-D516-996CEDF02BFD}"/>
          </ac:spMkLst>
        </pc:spChg>
        <pc:graphicFrameChg chg="add mod">
          <ac:chgData name="Guerra, Daniel" userId="e9a10513-a6e6-403a-a779-709641931796" providerId="ADAL" clId="{0D396755-9F76-4853-9288-0BDEF17B3B0C}" dt="2025-08-21T13:47:50.420" v="15"/>
          <ac:graphicFrameMkLst>
            <pc:docMk/>
            <pc:sldMk cId="1538748807" sldId="438"/>
            <ac:graphicFrameMk id="8" creationId="{5E1D3106-05DD-81F4-5B78-1E5F033DD9CB}"/>
          </ac:graphicFrameMkLst>
        </pc:graphicFrameChg>
        <pc:graphicFrameChg chg="add mod modGraphic">
          <ac:chgData name="Guerra, Daniel" userId="e9a10513-a6e6-403a-a779-709641931796" providerId="ADAL" clId="{0D396755-9F76-4853-9288-0BDEF17B3B0C}" dt="2025-08-21T14:49:57.871" v="1811" actId="20577"/>
          <ac:graphicFrameMkLst>
            <pc:docMk/>
            <pc:sldMk cId="1538748807" sldId="438"/>
            <ac:graphicFrameMk id="12" creationId="{ECBFD9EB-E6F3-CDCB-9A32-2D81015B85AC}"/>
          </ac:graphicFrameMkLst>
        </pc:graphicFrameChg>
        <pc:graphicFrameChg chg="add mod modGraphic">
          <ac:chgData name="Guerra, Daniel" userId="e9a10513-a6e6-403a-a779-709641931796" providerId="ADAL" clId="{0D396755-9F76-4853-9288-0BDEF17B3B0C}" dt="2025-08-21T14:48:50.570" v="1742" actId="1076"/>
          <ac:graphicFrameMkLst>
            <pc:docMk/>
            <pc:sldMk cId="1538748807" sldId="438"/>
            <ac:graphicFrameMk id="13" creationId="{80250B51-781B-A732-06CE-96ECA581AD4E}"/>
          </ac:graphicFrameMkLst>
        </pc:graphicFrameChg>
        <pc:graphicFrameChg chg="add mod modGraphic">
          <ac:chgData name="Guerra, Daniel" userId="e9a10513-a6e6-403a-a779-709641931796" providerId="ADAL" clId="{0D396755-9F76-4853-9288-0BDEF17B3B0C}" dt="2025-08-21T14:48:55.057" v="1744" actId="1076"/>
          <ac:graphicFrameMkLst>
            <pc:docMk/>
            <pc:sldMk cId="1538748807" sldId="438"/>
            <ac:graphicFrameMk id="14" creationId="{A68F999C-BCFB-1100-4788-F6053C3385B9}"/>
          </ac:graphicFrameMkLst>
        </pc:graphicFrameChg>
        <pc:picChg chg="add del mod">
          <ac:chgData name="Guerra, Daniel" userId="e9a10513-a6e6-403a-a779-709641931796" providerId="ADAL" clId="{0D396755-9F76-4853-9288-0BDEF17B3B0C}" dt="2025-08-21T13:47:17.235" v="9" actId="478"/>
          <ac:picMkLst>
            <pc:docMk/>
            <pc:sldMk cId="1538748807" sldId="438"/>
            <ac:picMk id="3" creationId="{D16B3053-A1CA-9FAE-C49F-B0AE8A1E861B}"/>
          </ac:picMkLst>
        </pc:picChg>
        <pc:picChg chg="add mod">
          <ac:chgData name="Guerra, Daniel" userId="e9a10513-a6e6-403a-a779-709641931796" providerId="ADAL" clId="{0D396755-9F76-4853-9288-0BDEF17B3B0C}" dt="2025-08-21T14:48:21.254" v="1738" actId="1076"/>
          <ac:picMkLst>
            <pc:docMk/>
            <pc:sldMk cId="1538748807" sldId="438"/>
            <ac:picMk id="11" creationId="{FD5A0964-2F71-4952-E364-9010A13619C4}"/>
          </ac:picMkLst>
        </pc:picChg>
      </pc:sldChg>
    </pc:docChg>
  </pc:docChgLst>
  <pc:docChgLst>
    <pc:chgData name="Bracchi, Chris" userId="8f8271c7-27d6-4d29-88c4-951cf5dea723" providerId="ADAL" clId="{F277CEBF-4C85-4903-AFE8-DD5207667F5E}"/>
    <pc:docChg chg="modSld">
      <pc:chgData name="Bracchi, Chris" userId="8f8271c7-27d6-4d29-88c4-951cf5dea723" providerId="ADAL" clId="{F277CEBF-4C85-4903-AFE8-DD5207667F5E}" dt="2025-07-21T09:24:15.505" v="3" actId="20577"/>
      <pc:docMkLst>
        <pc:docMk/>
      </pc:docMkLst>
      <pc:sldChg chg="modSp mod">
        <pc:chgData name="Bracchi, Chris" userId="8f8271c7-27d6-4d29-88c4-951cf5dea723" providerId="ADAL" clId="{F277CEBF-4C85-4903-AFE8-DD5207667F5E}" dt="2025-07-21T09:24:15.505" v="3" actId="20577"/>
        <pc:sldMkLst>
          <pc:docMk/>
          <pc:sldMk cId="3851866758" sldId="431"/>
        </pc:sldMkLst>
        <pc:spChg chg="mod">
          <ac:chgData name="Bracchi, Chris" userId="8f8271c7-27d6-4d29-88c4-951cf5dea723" providerId="ADAL" clId="{F277CEBF-4C85-4903-AFE8-DD5207667F5E}" dt="2025-07-21T09:24:15.505" v="3" actId="20577"/>
          <ac:spMkLst>
            <pc:docMk/>
            <pc:sldMk cId="3851866758" sldId="431"/>
            <ac:spMk id="3" creationId="{3A5148AA-A478-0239-0076-484172090D06}"/>
          </ac:spMkLst>
        </pc:spChg>
      </pc:sldChg>
    </pc:docChg>
  </pc:docChgLst>
  <pc:docChgLst>
    <pc:chgData name="Bracchi, Chris" userId="8f8271c7-27d6-4d29-88c4-951cf5dea723" providerId="ADAL" clId="{8D56771D-E1AE-4AD9-A1E1-B3364CE19BE1}"/>
    <pc:docChg chg="undo custSel addSld delSld modSld modSection">
      <pc:chgData name="Bracchi, Chris" userId="8f8271c7-27d6-4d29-88c4-951cf5dea723" providerId="ADAL" clId="{8D56771D-E1AE-4AD9-A1E1-B3364CE19BE1}" dt="2025-06-03T12:45:05.124" v="564" actId="5793"/>
      <pc:docMkLst>
        <pc:docMk/>
      </pc:docMkLst>
      <pc:sldChg chg="del">
        <pc:chgData name="Bracchi, Chris" userId="8f8271c7-27d6-4d29-88c4-951cf5dea723" providerId="ADAL" clId="{8D56771D-E1AE-4AD9-A1E1-B3364CE19BE1}" dt="2025-05-29T12:30:26.608" v="167" actId="47"/>
        <pc:sldMkLst>
          <pc:docMk/>
          <pc:sldMk cId="4109660415" sldId="420"/>
        </pc:sldMkLst>
      </pc:sldChg>
      <pc:sldChg chg="del">
        <pc:chgData name="Bracchi, Chris" userId="8f8271c7-27d6-4d29-88c4-951cf5dea723" providerId="ADAL" clId="{8D56771D-E1AE-4AD9-A1E1-B3364CE19BE1}" dt="2025-05-29T12:30:30.450" v="168" actId="47"/>
        <pc:sldMkLst>
          <pc:docMk/>
          <pc:sldMk cId="4054564313" sldId="424"/>
        </pc:sldMkLst>
      </pc:sldChg>
      <pc:sldChg chg="del">
        <pc:chgData name="Bracchi, Chris" userId="8f8271c7-27d6-4d29-88c4-951cf5dea723" providerId="ADAL" clId="{8D56771D-E1AE-4AD9-A1E1-B3364CE19BE1}" dt="2025-05-29T12:30:30.450" v="168" actId="47"/>
        <pc:sldMkLst>
          <pc:docMk/>
          <pc:sldMk cId="2805901911" sldId="425"/>
        </pc:sldMkLst>
      </pc:sldChg>
      <pc:sldChg chg="del">
        <pc:chgData name="Bracchi, Chris" userId="8f8271c7-27d6-4d29-88c4-951cf5dea723" providerId="ADAL" clId="{8D56771D-E1AE-4AD9-A1E1-B3364CE19BE1}" dt="2025-05-29T12:30:30.450" v="168" actId="47"/>
        <pc:sldMkLst>
          <pc:docMk/>
          <pc:sldMk cId="2365996256" sldId="429"/>
        </pc:sldMkLst>
      </pc:sldChg>
      <pc:sldChg chg="del">
        <pc:chgData name="Bracchi, Chris" userId="8f8271c7-27d6-4d29-88c4-951cf5dea723" providerId="ADAL" clId="{8D56771D-E1AE-4AD9-A1E1-B3364CE19BE1}" dt="2025-05-29T12:30:30.450" v="168" actId="47"/>
        <pc:sldMkLst>
          <pc:docMk/>
          <pc:sldMk cId="1262338814" sldId="430"/>
        </pc:sldMkLst>
      </pc:sldChg>
      <pc:sldChg chg="del">
        <pc:chgData name="Bracchi, Chris" userId="8f8271c7-27d6-4d29-88c4-951cf5dea723" providerId="ADAL" clId="{8D56771D-E1AE-4AD9-A1E1-B3364CE19BE1}" dt="2025-05-29T12:30:30.450" v="168" actId="47"/>
        <pc:sldMkLst>
          <pc:docMk/>
          <pc:sldMk cId="2351159919" sldId="432"/>
        </pc:sldMkLst>
      </pc:sldChg>
      <pc:sldChg chg="del">
        <pc:chgData name="Bracchi, Chris" userId="8f8271c7-27d6-4d29-88c4-951cf5dea723" providerId="ADAL" clId="{8D56771D-E1AE-4AD9-A1E1-B3364CE19BE1}" dt="2025-05-29T12:30:30.450" v="168" actId="47"/>
        <pc:sldMkLst>
          <pc:docMk/>
          <pc:sldMk cId="2473591605" sldId="433"/>
        </pc:sldMkLst>
      </pc:sldChg>
      <pc:sldChg chg="addSp delSp modSp mod">
        <pc:chgData name="Bracchi, Chris" userId="8f8271c7-27d6-4d29-88c4-951cf5dea723" providerId="ADAL" clId="{8D56771D-E1AE-4AD9-A1E1-B3364CE19BE1}" dt="2025-06-03T12:45:05.124" v="564" actId="5793"/>
        <pc:sldMkLst>
          <pc:docMk/>
          <pc:sldMk cId="1334706949" sldId="435"/>
        </pc:sldMkLst>
        <pc:spChg chg="add mod">
          <ac:chgData name="Bracchi, Chris" userId="8f8271c7-27d6-4d29-88c4-951cf5dea723" providerId="ADAL" clId="{8D56771D-E1AE-4AD9-A1E1-B3364CE19BE1}" dt="2025-06-02T11:49:34.379" v="361"/>
          <ac:spMkLst>
            <pc:docMk/>
            <pc:sldMk cId="1334706949" sldId="435"/>
            <ac:spMk id="7" creationId="{0389660F-9FEA-DA46-D1CF-88BB8033D03D}"/>
          </ac:spMkLst>
        </pc:spChg>
        <pc:graphicFrameChg chg="mod modGraphic">
          <ac:chgData name="Bracchi, Chris" userId="8f8271c7-27d6-4d29-88c4-951cf5dea723" providerId="ADAL" clId="{8D56771D-E1AE-4AD9-A1E1-B3364CE19BE1}" dt="2025-06-03T12:45:05.124" v="564" actId="5793"/>
          <ac:graphicFrameMkLst>
            <pc:docMk/>
            <pc:sldMk cId="1334706949" sldId="435"/>
            <ac:graphicFrameMk id="5" creationId="{19C42E95-5362-BABE-BBD1-675DA79300A8}"/>
          </ac:graphicFrameMkLst>
        </pc:graphicFrameChg>
        <pc:picChg chg="add del">
          <ac:chgData name="Bracchi, Chris" userId="8f8271c7-27d6-4d29-88c4-951cf5dea723" providerId="ADAL" clId="{8D56771D-E1AE-4AD9-A1E1-B3364CE19BE1}" dt="2025-06-02T11:46:55.748" v="265" actId="478"/>
          <ac:picMkLst>
            <pc:docMk/>
            <pc:sldMk cId="1334706949" sldId="435"/>
            <ac:picMk id="6" creationId="{C560FC8C-E1E1-81E1-76A0-245EA553C9A2}"/>
          </ac:picMkLst>
        </pc:picChg>
      </pc:sldChg>
      <pc:sldChg chg="addSp delSp modSp mod">
        <pc:chgData name="Bracchi, Chris" userId="8f8271c7-27d6-4d29-88c4-951cf5dea723" providerId="ADAL" clId="{8D56771D-E1AE-4AD9-A1E1-B3364CE19BE1}" dt="2025-06-02T15:08:13.530" v="563" actId="20577"/>
        <pc:sldMkLst>
          <pc:docMk/>
          <pc:sldMk cId="993240933" sldId="436"/>
        </pc:sldMkLst>
        <pc:spChg chg="add mod">
          <ac:chgData name="Bracchi, Chris" userId="8f8271c7-27d6-4d29-88c4-951cf5dea723" providerId="ADAL" clId="{8D56771D-E1AE-4AD9-A1E1-B3364CE19BE1}" dt="2025-06-02T15:08:13.530" v="563" actId="20577"/>
          <ac:spMkLst>
            <pc:docMk/>
            <pc:sldMk cId="993240933" sldId="436"/>
            <ac:spMk id="4" creationId="{B63F05BB-FD35-655B-5583-B5E5F0D5013C}"/>
          </ac:spMkLst>
        </pc:spChg>
        <pc:spChg chg="add mod">
          <ac:chgData name="Bracchi, Chris" userId="8f8271c7-27d6-4d29-88c4-951cf5dea723" providerId="ADAL" clId="{8D56771D-E1AE-4AD9-A1E1-B3364CE19BE1}" dt="2025-06-02T15:04:30.304" v="384" actId="20577"/>
          <ac:spMkLst>
            <pc:docMk/>
            <pc:sldMk cId="993240933" sldId="436"/>
            <ac:spMk id="5" creationId="{66017E74-B7C7-CE23-EB08-82FEB9AC01A8}"/>
          </ac:spMkLst>
        </pc:spChg>
        <pc:graphicFrameChg chg="add del mod modGraphic">
          <ac:chgData name="Bracchi, Chris" userId="8f8271c7-27d6-4d29-88c4-951cf5dea723" providerId="ADAL" clId="{8D56771D-E1AE-4AD9-A1E1-B3364CE19BE1}" dt="2025-06-02T15:03:56.113" v="366" actId="1036"/>
          <ac:graphicFrameMkLst>
            <pc:docMk/>
            <pc:sldMk cId="993240933" sldId="436"/>
            <ac:graphicFrameMk id="8" creationId="{B89AA6BF-4280-05EA-F942-278B5ABFA07C}"/>
          </ac:graphicFrameMkLst>
        </pc:graphicFrameChg>
        <pc:picChg chg="add mod">
          <ac:chgData name="Bracchi, Chris" userId="8f8271c7-27d6-4d29-88c4-951cf5dea723" providerId="ADAL" clId="{8D56771D-E1AE-4AD9-A1E1-B3364CE19BE1}" dt="2025-06-02T15:03:54.128" v="365" actId="1076"/>
          <ac:picMkLst>
            <pc:docMk/>
            <pc:sldMk cId="993240933" sldId="436"/>
            <ac:picMk id="3" creationId="{F655B1E5-7189-7F04-5C6C-E06396502DD6}"/>
          </ac:picMkLst>
        </pc:picChg>
        <pc:picChg chg="add del mod">
          <ac:chgData name="Bracchi, Chris" userId="8f8271c7-27d6-4d29-88c4-951cf5dea723" providerId="ADAL" clId="{8D56771D-E1AE-4AD9-A1E1-B3364CE19BE1}" dt="2025-06-02T11:44:22.566" v="169" actId="478"/>
          <ac:picMkLst>
            <pc:docMk/>
            <pc:sldMk cId="993240933" sldId="436"/>
            <ac:picMk id="10" creationId="{067F6736-6106-872C-F56E-405D147A98A2}"/>
          </ac:picMkLst>
        </pc:picChg>
      </pc:sldChg>
      <pc:sldChg chg="new del">
        <pc:chgData name="Bracchi, Chris" userId="8f8271c7-27d6-4d29-88c4-951cf5dea723" providerId="ADAL" clId="{8D56771D-E1AE-4AD9-A1E1-B3364CE19BE1}" dt="2025-05-23T08:52:59.502" v="8" actId="47"/>
        <pc:sldMkLst>
          <pc:docMk/>
          <pc:sldMk cId="1685927323" sldId="437"/>
        </pc:sldMkLst>
      </pc:sldChg>
      <pc:sldChg chg="new">
        <pc:chgData name="Bracchi, Chris" userId="8f8271c7-27d6-4d29-88c4-951cf5dea723" providerId="ADAL" clId="{8D56771D-E1AE-4AD9-A1E1-B3364CE19BE1}" dt="2025-05-23T13:07:39.920" v="166" actId="680"/>
        <pc:sldMkLst>
          <pc:docMk/>
          <pc:sldMk cId="3681561895" sldId="437"/>
        </pc:sldMkLst>
      </pc:sldChg>
    </pc:docChg>
  </pc:docChgLst>
  <pc:docChgLst>
    <pc:chgData name="Bracchi, Chris" userId="8f8271c7-27d6-4d29-88c4-951cf5dea723" providerId="ADAL" clId="{F19E00D5-8AF7-4F0E-911F-307E666EE01B}"/>
    <pc:docChg chg="custSel addSld delSld modSld modSection">
      <pc:chgData name="Bracchi, Chris" userId="8f8271c7-27d6-4d29-88c4-951cf5dea723" providerId="ADAL" clId="{F19E00D5-8AF7-4F0E-911F-307E666EE01B}" dt="2025-08-21T15:39:21.461" v="424" actId="20577"/>
      <pc:docMkLst>
        <pc:docMk/>
      </pc:docMkLst>
      <pc:sldChg chg="new del">
        <pc:chgData name="Bracchi, Chris" userId="8f8271c7-27d6-4d29-88c4-951cf5dea723" providerId="ADAL" clId="{F19E00D5-8AF7-4F0E-911F-307E666EE01B}" dt="2025-08-21T10:25:37.978" v="1" actId="47"/>
        <pc:sldMkLst>
          <pc:docMk/>
          <pc:sldMk cId="147878375" sldId="438"/>
        </pc:sldMkLst>
      </pc:sldChg>
      <pc:sldChg chg="addSp delSp modSp add mod">
        <pc:chgData name="Bracchi, Chris" userId="8f8271c7-27d6-4d29-88c4-951cf5dea723" providerId="ADAL" clId="{F19E00D5-8AF7-4F0E-911F-307E666EE01B}" dt="2025-08-21T15:39:21.461" v="424" actId="20577"/>
        <pc:sldMkLst>
          <pc:docMk/>
          <pc:sldMk cId="1538748807" sldId="438"/>
        </pc:sldMkLst>
        <pc:spChg chg="add mod">
          <ac:chgData name="Bracchi, Chris" userId="8f8271c7-27d6-4d29-88c4-951cf5dea723" providerId="ADAL" clId="{F19E00D5-8AF7-4F0E-911F-307E666EE01B}" dt="2025-08-21T10:26:21.620" v="51" actId="20577"/>
          <ac:spMkLst>
            <pc:docMk/>
            <pc:sldMk cId="1538748807" sldId="438"/>
            <ac:spMk id="2" creationId="{4EEABBE6-3E44-2FEF-0B09-5BE410C3DA8F}"/>
          </ac:spMkLst>
        </pc:spChg>
        <pc:spChg chg="mod">
          <ac:chgData name="Bracchi, Chris" userId="8f8271c7-27d6-4d29-88c4-951cf5dea723" providerId="ADAL" clId="{F19E00D5-8AF7-4F0E-911F-307E666EE01B}" dt="2025-08-21T10:28:14.920" v="275" actId="20577"/>
          <ac:spMkLst>
            <pc:docMk/>
            <pc:sldMk cId="1538748807" sldId="438"/>
            <ac:spMk id="4" creationId="{B63F05BB-FD35-655B-5583-B5E5F0D5013C}"/>
          </ac:spMkLst>
        </pc:spChg>
        <pc:spChg chg="mod">
          <ac:chgData name="Bracchi, Chris" userId="8f8271c7-27d6-4d29-88c4-951cf5dea723" providerId="ADAL" clId="{F19E00D5-8AF7-4F0E-911F-307E666EE01B}" dt="2025-08-21T10:25:59.208" v="30" actId="20577"/>
          <ac:spMkLst>
            <pc:docMk/>
            <pc:sldMk cId="1538748807" sldId="438"/>
            <ac:spMk id="5" creationId="{66017E74-B7C7-CE23-EB08-82FEB9AC01A8}"/>
          </ac:spMkLst>
        </pc:spChg>
        <pc:spChg chg="add mod">
          <ac:chgData name="Bracchi, Chris" userId="8f8271c7-27d6-4d29-88c4-951cf5dea723" providerId="ADAL" clId="{F19E00D5-8AF7-4F0E-911F-307E666EE01B}" dt="2025-08-21T10:26:29.052" v="67" actId="20577"/>
          <ac:spMkLst>
            <pc:docMk/>
            <pc:sldMk cId="1538748807" sldId="438"/>
            <ac:spMk id="6" creationId="{BC6187EE-8292-736F-778E-49BCB65E5F2C}"/>
          </ac:spMkLst>
        </pc:spChg>
        <pc:spChg chg="add mod">
          <ac:chgData name="Bracchi, Chris" userId="8f8271c7-27d6-4d29-88c4-951cf5dea723" providerId="ADAL" clId="{F19E00D5-8AF7-4F0E-911F-307E666EE01B}" dt="2025-08-21T10:26:35.584" v="74" actId="20577"/>
          <ac:spMkLst>
            <pc:docMk/>
            <pc:sldMk cId="1538748807" sldId="438"/>
            <ac:spMk id="7" creationId="{544352D5-B6BC-E715-EF00-8528DA485E86}"/>
          </ac:spMkLst>
        </pc:spChg>
        <pc:spChg chg="add mod">
          <ac:chgData name="Bracchi, Chris" userId="8f8271c7-27d6-4d29-88c4-951cf5dea723" providerId="ADAL" clId="{F19E00D5-8AF7-4F0E-911F-307E666EE01B}" dt="2025-08-21T10:26:41.708" v="82" actId="20577"/>
          <ac:spMkLst>
            <pc:docMk/>
            <pc:sldMk cId="1538748807" sldId="438"/>
            <ac:spMk id="9" creationId="{9DB5DBA6-04B3-2F31-A477-AF8B003725FF}"/>
          </ac:spMkLst>
        </pc:spChg>
        <pc:spChg chg="add mod">
          <ac:chgData name="Bracchi, Chris" userId="8f8271c7-27d6-4d29-88c4-951cf5dea723" providerId="ADAL" clId="{F19E00D5-8AF7-4F0E-911F-307E666EE01B}" dt="2025-08-21T10:26:55.630" v="98" actId="1076"/>
          <ac:spMkLst>
            <pc:docMk/>
            <pc:sldMk cId="1538748807" sldId="438"/>
            <ac:spMk id="10" creationId="{C631437F-00B6-2352-D516-996CEDF02BFD}"/>
          </ac:spMkLst>
        </pc:spChg>
        <pc:graphicFrameChg chg="del">
          <ac:chgData name="Bracchi, Chris" userId="8f8271c7-27d6-4d29-88c4-951cf5dea723" providerId="ADAL" clId="{F19E00D5-8AF7-4F0E-911F-307E666EE01B}" dt="2025-08-21T10:26:01.975" v="31" actId="478"/>
          <ac:graphicFrameMkLst>
            <pc:docMk/>
            <pc:sldMk cId="1538748807" sldId="438"/>
            <ac:graphicFrameMk id="8" creationId="{B89AA6BF-4280-05EA-F942-278B5ABFA07C}"/>
          </ac:graphicFrameMkLst>
        </pc:graphicFrameChg>
        <pc:graphicFrameChg chg="mod modGraphic">
          <ac:chgData name="Bracchi, Chris" userId="8f8271c7-27d6-4d29-88c4-951cf5dea723" providerId="ADAL" clId="{F19E00D5-8AF7-4F0E-911F-307E666EE01B}" dt="2025-08-21T15:36:15.317" v="302" actId="14100"/>
          <ac:graphicFrameMkLst>
            <pc:docMk/>
            <pc:sldMk cId="1538748807" sldId="438"/>
            <ac:graphicFrameMk id="12" creationId="{ECBFD9EB-E6F3-CDCB-9A32-2D81015B85AC}"/>
          </ac:graphicFrameMkLst>
        </pc:graphicFrameChg>
        <pc:graphicFrameChg chg="mod modGraphic">
          <ac:chgData name="Bracchi, Chris" userId="8f8271c7-27d6-4d29-88c4-951cf5dea723" providerId="ADAL" clId="{F19E00D5-8AF7-4F0E-911F-307E666EE01B}" dt="2025-08-21T15:29:34.917" v="301" actId="20577"/>
          <ac:graphicFrameMkLst>
            <pc:docMk/>
            <pc:sldMk cId="1538748807" sldId="438"/>
            <ac:graphicFrameMk id="13" creationId="{80250B51-781B-A732-06CE-96ECA581AD4E}"/>
          </ac:graphicFrameMkLst>
        </pc:graphicFrameChg>
        <pc:graphicFrameChg chg="mod modGraphic">
          <ac:chgData name="Bracchi, Chris" userId="8f8271c7-27d6-4d29-88c4-951cf5dea723" providerId="ADAL" clId="{F19E00D5-8AF7-4F0E-911F-307E666EE01B}" dt="2025-08-21T15:39:21.461" v="424" actId="20577"/>
          <ac:graphicFrameMkLst>
            <pc:docMk/>
            <pc:sldMk cId="1538748807" sldId="438"/>
            <ac:graphicFrameMk id="14" creationId="{A68F999C-BCFB-1100-4788-F6053C3385B9}"/>
          </ac:graphicFrameMkLst>
        </pc:graphicFrameChg>
        <pc:picChg chg="del mod">
          <ac:chgData name="Bracchi, Chris" userId="8f8271c7-27d6-4d29-88c4-951cf5dea723" providerId="ADAL" clId="{F19E00D5-8AF7-4F0E-911F-307E666EE01B}" dt="2025-08-21T10:26:13.398" v="33" actId="478"/>
          <ac:picMkLst>
            <pc:docMk/>
            <pc:sldMk cId="1538748807" sldId="438"/>
            <ac:picMk id="3" creationId="{F655B1E5-7189-7F04-5C6C-E06396502DD6}"/>
          </ac:picMkLst>
        </pc:picChg>
      </pc:sldChg>
    </pc:docChg>
  </pc:docChgLst>
  <pc:docChgLst>
    <pc:chgData name="Bracchi, Chris" userId="8f8271c7-27d6-4d29-88c4-951cf5dea723" providerId="ADAL" clId="{D3675001-01A2-4428-8DC7-324C49E39EFE}"/>
    <pc:docChg chg="undo custSel addSld modSld modSection">
      <pc:chgData name="Bracchi, Chris" userId="8f8271c7-27d6-4d29-88c4-951cf5dea723" providerId="ADAL" clId="{D3675001-01A2-4428-8DC7-324C49E39EFE}" dt="2025-05-14T16:01:18.233" v="1955" actId="6549"/>
      <pc:docMkLst>
        <pc:docMk/>
      </pc:docMkLst>
      <pc:sldChg chg="modSp mod">
        <pc:chgData name="Bracchi, Chris" userId="8f8271c7-27d6-4d29-88c4-951cf5dea723" providerId="ADAL" clId="{D3675001-01A2-4428-8DC7-324C49E39EFE}" dt="2025-05-12T15:27:27.308" v="50" actId="20577"/>
        <pc:sldMkLst>
          <pc:docMk/>
          <pc:sldMk cId="1764666765" sldId="270"/>
        </pc:sldMkLst>
        <pc:spChg chg="mod">
          <ac:chgData name="Bracchi, Chris" userId="8f8271c7-27d6-4d29-88c4-951cf5dea723" providerId="ADAL" clId="{D3675001-01A2-4428-8DC7-324C49E39EFE}" dt="2025-05-12T15:27:27.308" v="50" actId="20577"/>
          <ac:spMkLst>
            <pc:docMk/>
            <pc:sldMk cId="1764666765" sldId="270"/>
            <ac:spMk id="2" creationId="{463BA0CB-301D-B35E-BA31-86B3803823CF}"/>
          </ac:spMkLst>
        </pc:spChg>
      </pc:sldChg>
      <pc:sldChg chg="modSp mod">
        <pc:chgData name="Bracchi, Chris" userId="8f8271c7-27d6-4d29-88c4-951cf5dea723" providerId="ADAL" clId="{D3675001-01A2-4428-8DC7-324C49E39EFE}" dt="2025-05-14T15:48:25.947" v="1030" actId="20577"/>
        <pc:sldMkLst>
          <pc:docMk/>
          <pc:sldMk cId="2805901911" sldId="425"/>
        </pc:sldMkLst>
      </pc:sldChg>
      <pc:sldChg chg="addSp delSp modSp mod delCm modCm">
        <pc:chgData name="Bracchi, Chris" userId="8f8271c7-27d6-4d29-88c4-951cf5dea723" providerId="ADAL" clId="{D3675001-01A2-4428-8DC7-324C49E39EFE}" dt="2025-05-12T15:51:36.099" v="876" actId="5793"/>
        <pc:sldMkLst>
          <pc:docMk/>
          <pc:sldMk cId="3851866758" sldId="431"/>
        </pc:sldMkLst>
        <pc:spChg chg="mod">
          <ac:chgData name="Bracchi, Chris" userId="8f8271c7-27d6-4d29-88c4-951cf5dea723" providerId="ADAL" clId="{D3675001-01A2-4428-8DC7-324C49E39EFE}" dt="2025-05-12T15:51:36.099" v="876" actId="5793"/>
          <ac:spMkLst>
            <pc:docMk/>
            <pc:sldMk cId="3851866758" sldId="431"/>
            <ac:spMk id="3" creationId="{3A5148AA-A478-0239-0076-484172090D0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Bracchi, Chris" userId="8f8271c7-27d6-4d29-88c4-951cf5dea723" providerId="ADAL" clId="{D3675001-01A2-4428-8DC7-324C49E39EFE}" dt="2025-05-12T15:28:36.330" v="54"/>
              <pc2:cmMkLst xmlns:pc2="http://schemas.microsoft.com/office/powerpoint/2019/9/main/command">
                <pc:docMk/>
                <pc:sldMk cId="3851866758" sldId="431"/>
                <pc2:cmMk id="{5C2596D6-69AF-4FA6-BE7D-3548FE67696B}"/>
              </pc2:cmMkLst>
            </pc226:cmChg>
          </p:ext>
        </pc:extLst>
      </pc:sldChg>
      <pc:sldChg chg="addSp delSp modSp add mod">
        <pc:chgData name="Bracchi, Chris" userId="8f8271c7-27d6-4d29-88c4-951cf5dea723" providerId="ADAL" clId="{D3675001-01A2-4428-8DC7-324C49E39EFE}" dt="2025-05-14T16:01:08.434" v="1953" actId="14100"/>
        <pc:sldMkLst>
          <pc:docMk/>
          <pc:sldMk cId="4219647552" sldId="434"/>
        </pc:sldMkLst>
        <pc:spChg chg="mod">
          <ac:chgData name="Bracchi, Chris" userId="8f8271c7-27d6-4d29-88c4-951cf5dea723" providerId="ADAL" clId="{D3675001-01A2-4428-8DC7-324C49E39EFE}" dt="2025-05-14T16:01:08.434" v="1953" actId="14100"/>
          <ac:spMkLst>
            <pc:docMk/>
            <pc:sldMk cId="4219647552" sldId="434"/>
            <ac:spMk id="2" creationId="{BDD99D7D-395A-0832-504F-73FFD404FFEE}"/>
          </ac:spMkLst>
        </pc:spChg>
        <pc:spChg chg="mod">
          <ac:chgData name="Bracchi, Chris" userId="8f8271c7-27d6-4d29-88c4-951cf5dea723" providerId="ADAL" clId="{D3675001-01A2-4428-8DC7-324C49E39EFE}" dt="2025-05-14T15:01:47.658" v="1017" actId="5793"/>
          <ac:spMkLst>
            <pc:docMk/>
            <pc:sldMk cId="4219647552" sldId="434"/>
            <ac:spMk id="3" creationId="{3A5148AA-A478-0239-0076-484172090D06}"/>
          </ac:spMkLst>
        </pc:spChg>
        <pc:picChg chg="add mod">
          <ac:chgData name="Bracchi, Chris" userId="8f8271c7-27d6-4d29-88c4-951cf5dea723" providerId="ADAL" clId="{D3675001-01A2-4428-8DC7-324C49E39EFE}" dt="2025-05-14T15:01:38.705" v="1016" actId="1076"/>
          <ac:picMkLst>
            <pc:docMk/>
            <pc:sldMk cId="4219647552" sldId="434"/>
            <ac:picMk id="6" creationId="{60B10C00-CECB-7F49-23D6-A3A0FC3202B6}"/>
          </ac:picMkLst>
        </pc:picChg>
      </pc:sldChg>
      <pc:sldChg chg="addSp modSp add mod">
        <pc:chgData name="Bracchi, Chris" userId="8f8271c7-27d6-4d29-88c4-951cf5dea723" providerId="ADAL" clId="{D3675001-01A2-4428-8DC7-324C49E39EFE}" dt="2025-05-14T16:00:51.115" v="1939" actId="14734"/>
        <pc:sldMkLst>
          <pc:docMk/>
          <pc:sldMk cId="1334706949" sldId="435"/>
        </pc:sldMkLst>
        <pc:spChg chg="mod">
          <ac:chgData name="Bracchi, Chris" userId="8f8271c7-27d6-4d29-88c4-951cf5dea723" providerId="ADAL" clId="{D3675001-01A2-4428-8DC7-324C49E39EFE}" dt="2025-05-12T15:55:12.479" v="951" actId="20577"/>
          <ac:spMkLst>
            <pc:docMk/>
            <pc:sldMk cId="1334706949" sldId="435"/>
            <ac:spMk id="2" creationId="{BDD99D7D-395A-0832-504F-73FFD404FFEE}"/>
          </ac:spMkLst>
        </pc:spChg>
        <pc:spChg chg="mod">
          <ac:chgData name="Bracchi, Chris" userId="8f8271c7-27d6-4d29-88c4-951cf5dea723" providerId="ADAL" clId="{D3675001-01A2-4428-8DC7-324C49E39EFE}" dt="2025-05-14T15:58:56.191" v="1844" actId="14100"/>
          <ac:spMkLst>
            <pc:docMk/>
            <pc:sldMk cId="1334706949" sldId="435"/>
            <ac:spMk id="3" creationId="{3A5148AA-A478-0239-0076-484172090D06}"/>
          </ac:spMkLst>
        </pc:spChg>
        <pc:graphicFrameChg chg="add mod modGraphic">
          <ac:chgData name="Bracchi, Chris" userId="8f8271c7-27d6-4d29-88c4-951cf5dea723" providerId="ADAL" clId="{D3675001-01A2-4428-8DC7-324C49E39EFE}" dt="2025-05-14T16:00:51.115" v="1939" actId="14734"/>
          <ac:graphicFrameMkLst>
            <pc:docMk/>
            <pc:sldMk cId="1334706949" sldId="435"/>
            <ac:graphicFrameMk id="5" creationId="{19C42E95-5362-BABE-BBD1-675DA79300A8}"/>
          </ac:graphicFrameMkLst>
        </pc:graphicFrameChg>
      </pc:sldChg>
      <pc:sldChg chg="addSp modSp new mod">
        <pc:chgData name="Bracchi, Chris" userId="8f8271c7-27d6-4d29-88c4-951cf5dea723" providerId="ADAL" clId="{D3675001-01A2-4428-8DC7-324C49E39EFE}" dt="2025-05-14T16:01:18.233" v="1955" actId="6549"/>
        <pc:sldMkLst>
          <pc:docMk/>
          <pc:sldMk cId="993240933" sldId="4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F635A-E664-4E1C-913B-1DE57385B92F}" type="datetimeFigureOut">
              <a:rPr lang="en-GB" smtClean="0"/>
              <a:t>21/08/2025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6E8AD-DE0D-4102-B836-F52F81CC7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78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%20reversed.png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%20reversed.png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%20reversed.png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%20reversed.png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%20reversed.png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%20reversed.png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%20reversed.png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file:////Users/9T6/Red%20Giant%20Dropbox/Red%20Giant%20Server/Canopius/Canopius%20Logos/Canopius%20vector%20logo.png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.png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.png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file:////Users/9T6/Red%20Giant%20Dropbox/Red%20Giant%20Server/Canopius/Canopius%20Logos/Canopius%20vector%20logo.png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file:////Users/9T6/Red%20Giant%20Dropbox/Red%20Giant%20Server/Canopius/Canopius%20Logos/Canopius%20vector%20logo.png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file:////Users/9T6/Red%20Giant%20Dropbox/Red%20Giant%20Server/Canopius/Canopius%20Logos/Canopius%20vector%20logo.png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9T6/Red%20Giant%20Dropbox/Red%20Giant%20Server/Canopius/Canopius%20Logos/Canopius%20vector%20logo.png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file:////Users/9T6/Red%20Giant%20Dropbox/Red%20Giant%20Server/Canopius/Canopius%20Logos/Canopius%20vector%20logo.png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file:////Users/9T6/Red%20Giant%20Dropbox/Red%20Giant%20Server/Canopius/Canopius%20Logos/Canopius%20vector%20logo.png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file:////Users/9T6/Red%20Giant%20Dropbox/Red%20Giant%20Server/Canopius/Canopius%20Logos/Canopius%20vector%20logo.png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C7E27CDF-19F8-7F4E-93BC-40B81B50DC32}"/>
              </a:ext>
            </a:extLst>
          </p:cNvPr>
          <p:cNvSpPr/>
          <p:nvPr userDrawn="1"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100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B10306C8-5A1E-A347-B534-0DB36E3E59D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057205" y="0"/>
            <a:ext cx="8135988" cy="6858000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B82CC18E-BA9B-3247-B081-3D945B8EF3A3}"/>
              </a:ext>
            </a:extLst>
          </p:cNvPr>
          <p:cNvSpPr/>
          <p:nvPr userDrawn="1"/>
        </p:nvSpPr>
        <p:spPr>
          <a:xfrm>
            <a:off x="9239516" y="0"/>
            <a:ext cx="2959100" cy="6858000"/>
          </a:xfrm>
          <a:custGeom>
            <a:avLst/>
            <a:gdLst/>
            <a:ahLst/>
            <a:cxnLst/>
            <a:rect l="l" t="t" r="r" b="b"/>
            <a:pathLst>
              <a:path w="2959100" h="6858000">
                <a:moveTo>
                  <a:pt x="2958744" y="0"/>
                </a:moveTo>
                <a:lnTo>
                  <a:pt x="0" y="0"/>
                </a:lnTo>
                <a:lnTo>
                  <a:pt x="0" y="6858000"/>
                </a:lnTo>
                <a:lnTo>
                  <a:pt x="2958744" y="6858000"/>
                </a:lnTo>
                <a:lnTo>
                  <a:pt x="295874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7000">
                <a:srgbClr val="100930">
                  <a:alpha val="71593"/>
                </a:srgb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08E3CD-364A-A24C-BE89-177EABA3DF82}"/>
              </a:ext>
            </a:extLst>
          </p:cNvPr>
          <p:cNvGrpSpPr/>
          <p:nvPr userDrawn="1"/>
        </p:nvGrpSpPr>
        <p:grpSpPr>
          <a:xfrm>
            <a:off x="1478824" y="0"/>
            <a:ext cx="6445976" cy="6858147"/>
            <a:chOff x="1706584" y="0"/>
            <a:chExt cx="6445976" cy="6858147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CB2D2C32-7E2C-384F-ADBC-EDD4AA0CBF78}"/>
                </a:ext>
              </a:extLst>
            </p:cNvPr>
            <p:cNvSpPr/>
            <p:nvPr/>
          </p:nvSpPr>
          <p:spPr>
            <a:xfrm>
              <a:off x="1706584" y="0"/>
              <a:ext cx="5938520" cy="6858000"/>
            </a:xfrm>
            <a:custGeom>
              <a:avLst/>
              <a:gdLst/>
              <a:ahLst/>
              <a:cxnLst/>
              <a:rect l="l" t="t" r="r" b="b"/>
              <a:pathLst>
                <a:path w="5938520" h="6858000">
                  <a:moveTo>
                    <a:pt x="3497978" y="0"/>
                  </a:moveTo>
                  <a:lnTo>
                    <a:pt x="3457498" y="285"/>
                  </a:lnTo>
                  <a:lnTo>
                    <a:pt x="0" y="285"/>
                  </a:lnTo>
                  <a:lnTo>
                    <a:pt x="0" y="6858006"/>
                  </a:lnTo>
                  <a:lnTo>
                    <a:pt x="3014802" y="6858006"/>
                  </a:lnTo>
                  <a:lnTo>
                    <a:pt x="3149977" y="6711027"/>
                  </a:lnTo>
                  <a:lnTo>
                    <a:pt x="3287001" y="6559705"/>
                  </a:lnTo>
                  <a:lnTo>
                    <a:pt x="3425397" y="6404368"/>
                  </a:lnTo>
                  <a:lnTo>
                    <a:pt x="3529806" y="6285426"/>
                  </a:lnTo>
                  <a:lnTo>
                    <a:pt x="3634515" y="6164545"/>
                  </a:lnTo>
                  <a:lnTo>
                    <a:pt x="3739324" y="6041864"/>
                  </a:lnTo>
                  <a:lnTo>
                    <a:pt x="3844029" y="5917519"/>
                  </a:lnTo>
                  <a:lnTo>
                    <a:pt x="3948429" y="5791649"/>
                  </a:lnTo>
                  <a:lnTo>
                    <a:pt x="4052323" y="5664391"/>
                  </a:lnTo>
                  <a:lnTo>
                    <a:pt x="4121204" y="5578849"/>
                  </a:lnTo>
                  <a:lnTo>
                    <a:pt x="4189711" y="5492792"/>
                  </a:lnTo>
                  <a:lnTo>
                    <a:pt x="4257783" y="5406261"/>
                  </a:lnTo>
                  <a:lnTo>
                    <a:pt x="4325361" y="5319296"/>
                  </a:lnTo>
                  <a:lnTo>
                    <a:pt x="4392385" y="5231938"/>
                  </a:lnTo>
                  <a:lnTo>
                    <a:pt x="4458795" y="5144228"/>
                  </a:lnTo>
                  <a:lnTo>
                    <a:pt x="4524531" y="5056207"/>
                  </a:lnTo>
                  <a:lnTo>
                    <a:pt x="4589534" y="4967916"/>
                  </a:lnTo>
                  <a:lnTo>
                    <a:pt x="4621742" y="4923681"/>
                  </a:lnTo>
                  <a:lnTo>
                    <a:pt x="4653744" y="4879394"/>
                  </a:lnTo>
                  <a:lnTo>
                    <a:pt x="4685533" y="4835060"/>
                  </a:lnTo>
                  <a:lnTo>
                    <a:pt x="4717101" y="4790684"/>
                  </a:lnTo>
                  <a:lnTo>
                    <a:pt x="4748441" y="4746271"/>
                  </a:lnTo>
                  <a:lnTo>
                    <a:pt x="4779545" y="4701825"/>
                  </a:lnTo>
                  <a:lnTo>
                    <a:pt x="4810406" y="4657353"/>
                  </a:lnTo>
                  <a:lnTo>
                    <a:pt x="4841016" y="4612859"/>
                  </a:lnTo>
                  <a:lnTo>
                    <a:pt x="4871368" y="4568348"/>
                  </a:lnTo>
                  <a:lnTo>
                    <a:pt x="4901455" y="4523826"/>
                  </a:lnTo>
                  <a:lnTo>
                    <a:pt x="4931269" y="4479297"/>
                  </a:lnTo>
                  <a:lnTo>
                    <a:pt x="4960802" y="4434767"/>
                  </a:lnTo>
                  <a:lnTo>
                    <a:pt x="4990047" y="4390240"/>
                  </a:lnTo>
                  <a:lnTo>
                    <a:pt x="5018997" y="4345722"/>
                  </a:lnTo>
                  <a:lnTo>
                    <a:pt x="5047644" y="4301219"/>
                  </a:lnTo>
                  <a:lnTo>
                    <a:pt x="5075980" y="4256733"/>
                  </a:lnTo>
                  <a:lnTo>
                    <a:pt x="5103999" y="4212273"/>
                  </a:lnTo>
                  <a:lnTo>
                    <a:pt x="5131692" y="4167841"/>
                  </a:lnTo>
                  <a:lnTo>
                    <a:pt x="5159052" y="4123443"/>
                  </a:lnTo>
                  <a:lnTo>
                    <a:pt x="5186072" y="4079085"/>
                  </a:lnTo>
                  <a:lnTo>
                    <a:pt x="5212744" y="4034771"/>
                  </a:lnTo>
                  <a:lnTo>
                    <a:pt x="5239061" y="3990507"/>
                  </a:lnTo>
                  <a:lnTo>
                    <a:pt x="5265016" y="3946297"/>
                  </a:lnTo>
                  <a:lnTo>
                    <a:pt x="5290600" y="3902147"/>
                  </a:lnTo>
                  <a:lnTo>
                    <a:pt x="5315806" y="3858062"/>
                  </a:lnTo>
                  <a:lnTo>
                    <a:pt x="5340627" y="3814046"/>
                  </a:lnTo>
                  <a:lnTo>
                    <a:pt x="5365056" y="3770106"/>
                  </a:lnTo>
                  <a:lnTo>
                    <a:pt x="5389084" y="3726246"/>
                  </a:lnTo>
                  <a:lnTo>
                    <a:pt x="5412705" y="3682471"/>
                  </a:lnTo>
                  <a:lnTo>
                    <a:pt x="5435911" y="3638786"/>
                  </a:lnTo>
                  <a:lnTo>
                    <a:pt x="5458694" y="3595196"/>
                  </a:lnTo>
                  <a:lnTo>
                    <a:pt x="5481048" y="3551707"/>
                  </a:lnTo>
                  <a:lnTo>
                    <a:pt x="5502964" y="3508324"/>
                  </a:lnTo>
                  <a:lnTo>
                    <a:pt x="5524435" y="3465051"/>
                  </a:lnTo>
                  <a:lnTo>
                    <a:pt x="5545453" y="3421894"/>
                  </a:lnTo>
                  <a:lnTo>
                    <a:pt x="5566012" y="3378858"/>
                  </a:lnTo>
                  <a:lnTo>
                    <a:pt x="5586103" y="3335947"/>
                  </a:lnTo>
                  <a:lnTo>
                    <a:pt x="5605720" y="3293168"/>
                  </a:lnTo>
                  <a:lnTo>
                    <a:pt x="5624854" y="3250525"/>
                  </a:lnTo>
                  <a:lnTo>
                    <a:pt x="5643498" y="3208023"/>
                  </a:lnTo>
                  <a:lnTo>
                    <a:pt x="5661645" y="3165667"/>
                  </a:lnTo>
                  <a:lnTo>
                    <a:pt x="5679288" y="3123463"/>
                  </a:lnTo>
                  <a:lnTo>
                    <a:pt x="5696418" y="3081415"/>
                  </a:lnTo>
                  <a:lnTo>
                    <a:pt x="5713028" y="3039529"/>
                  </a:lnTo>
                  <a:lnTo>
                    <a:pt x="5729111" y="2997809"/>
                  </a:lnTo>
                  <a:lnTo>
                    <a:pt x="5744660" y="2956261"/>
                  </a:lnTo>
                  <a:lnTo>
                    <a:pt x="5759667" y="2914890"/>
                  </a:lnTo>
                  <a:lnTo>
                    <a:pt x="5774124" y="2873701"/>
                  </a:lnTo>
                  <a:lnTo>
                    <a:pt x="5788024" y="2832699"/>
                  </a:lnTo>
                  <a:lnTo>
                    <a:pt x="5801359" y="2791889"/>
                  </a:lnTo>
                  <a:lnTo>
                    <a:pt x="5814123" y="2751277"/>
                  </a:lnTo>
                  <a:lnTo>
                    <a:pt x="5826307" y="2710866"/>
                  </a:lnTo>
                  <a:lnTo>
                    <a:pt x="5837904" y="2670663"/>
                  </a:lnTo>
                  <a:lnTo>
                    <a:pt x="5848906" y="2630673"/>
                  </a:lnTo>
                  <a:lnTo>
                    <a:pt x="5859307" y="2590900"/>
                  </a:lnTo>
                  <a:lnTo>
                    <a:pt x="5869098" y="2551350"/>
                  </a:lnTo>
                  <a:lnTo>
                    <a:pt x="5878273" y="2512028"/>
                  </a:lnTo>
                  <a:lnTo>
                    <a:pt x="5886823" y="2472938"/>
                  </a:lnTo>
                  <a:lnTo>
                    <a:pt x="5894741" y="2434087"/>
                  </a:lnTo>
                  <a:lnTo>
                    <a:pt x="5902020" y="2395479"/>
                  </a:lnTo>
                  <a:lnTo>
                    <a:pt x="5908653" y="2357118"/>
                  </a:lnTo>
                  <a:lnTo>
                    <a:pt x="5914631" y="2319012"/>
                  </a:lnTo>
                  <a:lnTo>
                    <a:pt x="5919948" y="2281163"/>
                  </a:lnTo>
                  <a:lnTo>
                    <a:pt x="5928566" y="2206261"/>
                  </a:lnTo>
                  <a:lnTo>
                    <a:pt x="5934447" y="2132454"/>
                  </a:lnTo>
                  <a:lnTo>
                    <a:pt x="5937533" y="2059782"/>
                  </a:lnTo>
                  <a:lnTo>
                    <a:pt x="5938008" y="2023885"/>
                  </a:lnTo>
                  <a:lnTo>
                    <a:pt x="5937762" y="1988287"/>
                  </a:lnTo>
                  <a:lnTo>
                    <a:pt x="5935076" y="1918008"/>
                  </a:lnTo>
                  <a:lnTo>
                    <a:pt x="5929414" y="1848986"/>
                  </a:lnTo>
                  <a:lnTo>
                    <a:pt x="5921851" y="1784782"/>
                  </a:lnTo>
                  <a:lnTo>
                    <a:pt x="5912807" y="1722067"/>
                  </a:lnTo>
                  <a:lnTo>
                    <a:pt x="5902317" y="1660824"/>
                  </a:lnTo>
                  <a:lnTo>
                    <a:pt x="5890415" y="1601035"/>
                  </a:lnTo>
                  <a:lnTo>
                    <a:pt x="5877134" y="1542683"/>
                  </a:lnTo>
                  <a:lnTo>
                    <a:pt x="5862510" y="1485751"/>
                  </a:lnTo>
                  <a:lnTo>
                    <a:pt x="5846576" y="1430222"/>
                  </a:lnTo>
                  <a:lnTo>
                    <a:pt x="5829367" y="1376078"/>
                  </a:lnTo>
                  <a:lnTo>
                    <a:pt x="5810917" y="1323302"/>
                  </a:lnTo>
                  <a:lnTo>
                    <a:pt x="5791261" y="1271877"/>
                  </a:lnTo>
                  <a:lnTo>
                    <a:pt x="5770432" y="1221785"/>
                  </a:lnTo>
                  <a:lnTo>
                    <a:pt x="5748465" y="1173010"/>
                  </a:lnTo>
                  <a:lnTo>
                    <a:pt x="5725394" y="1125534"/>
                  </a:lnTo>
                  <a:lnTo>
                    <a:pt x="5701253" y="1079341"/>
                  </a:lnTo>
                  <a:lnTo>
                    <a:pt x="5676077" y="1034411"/>
                  </a:lnTo>
                  <a:lnTo>
                    <a:pt x="5649900" y="990729"/>
                  </a:lnTo>
                  <a:lnTo>
                    <a:pt x="5622756" y="948277"/>
                  </a:lnTo>
                  <a:lnTo>
                    <a:pt x="5594680" y="907039"/>
                  </a:lnTo>
                  <a:lnTo>
                    <a:pt x="5565706" y="866995"/>
                  </a:lnTo>
                  <a:lnTo>
                    <a:pt x="5535867" y="828131"/>
                  </a:lnTo>
                  <a:lnTo>
                    <a:pt x="5505199" y="790427"/>
                  </a:lnTo>
                  <a:lnTo>
                    <a:pt x="5473736" y="753867"/>
                  </a:lnTo>
                  <a:lnTo>
                    <a:pt x="5441511" y="718434"/>
                  </a:lnTo>
                  <a:lnTo>
                    <a:pt x="5408559" y="684111"/>
                  </a:lnTo>
                  <a:lnTo>
                    <a:pt x="5374915" y="650879"/>
                  </a:lnTo>
                  <a:lnTo>
                    <a:pt x="5340613" y="618723"/>
                  </a:lnTo>
                  <a:lnTo>
                    <a:pt x="5305686" y="587624"/>
                  </a:lnTo>
                  <a:lnTo>
                    <a:pt x="5270170" y="557565"/>
                  </a:lnTo>
                  <a:lnTo>
                    <a:pt x="5234098" y="528530"/>
                  </a:lnTo>
                  <a:lnTo>
                    <a:pt x="5197505" y="500501"/>
                  </a:lnTo>
                  <a:lnTo>
                    <a:pt x="5160425" y="473460"/>
                  </a:lnTo>
                  <a:lnTo>
                    <a:pt x="5122892" y="447391"/>
                  </a:lnTo>
                  <a:lnTo>
                    <a:pt x="5084941" y="422276"/>
                  </a:lnTo>
                  <a:lnTo>
                    <a:pt x="5046605" y="398098"/>
                  </a:lnTo>
                  <a:lnTo>
                    <a:pt x="5007920" y="374840"/>
                  </a:lnTo>
                  <a:lnTo>
                    <a:pt x="4968919" y="352484"/>
                  </a:lnTo>
                  <a:lnTo>
                    <a:pt x="4929637" y="331014"/>
                  </a:lnTo>
                  <a:lnTo>
                    <a:pt x="4890108" y="310411"/>
                  </a:lnTo>
                  <a:lnTo>
                    <a:pt x="4850365" y="290659"/>
                  </a:lnTo>
                  <a:lnTo>
                    <a:pt x="4810445" y="271741"/>
                  </a:lnTo>
                  <a:lnTo>
                    <a:pt x="4770380" y="253639"/>
                  </a:lnTo>
                  <a:lnTo>
                    <a:pt x="4730205" y="236336"/>
                  </a:lnTo>
                  <a:lnTo>
                    <a:pt x="4689954" y="219814"/>
                  </a:lnTo>
                  <a:lnTo>
                    <a:pt x="4649662" y="204058"/>
                  </a:lnTo>
                  <a:lnTo>
                    <a:pt x="4609363" y="189048"/>
                  </a:lnTo>
                  <a:lnTo>
                    <a:pt x="4569091" y="174768"/>
                  </a:lnTo>
                  <a:lnTo>
                    <a:pt x="4528880" y="161201"/>
                  </a:lnTo>
                  <a:lnTo>
                    <a:pt x="4488765" y="148330"/>
                  </a:lnTo>
                  <a:lnTo>
                    <a:pt x="4448780" y="136137"/>
                  </a:lnTo>
                  <a:lnTo>
                    <a:pt x="4408959" y="124605"/>
                  </a:lnTo>
                  <a:lnTo>
                    <a:pt x="4369336" y="113716"/>
                  </a:lnTo>
                  <a:lnTo>
                    <a:pt x="4329947" y="103454"/>
                  </a:lnTo>
                  <a:lnTo>
                    <a:pt x="4290824" y="93802"/>
                  </a:lnTo>
                  <a:lnTo>
                    <a:pt x="4252002" y="84741"/>
                  </a:lnTo>
                  <a:lnTo>
                    <a:pt x="4213516" y="76256"/>
                  </a:lnTo>
                  <a:lnTo>
                    <a:pt x="4175400" y="68327"/>
                  </a:lnTo>
                  <a:lnTo>
                    <a:pt x="4137688" y="60939"/>
                  </a:lnTo>
                  <a:lnTo>
                    <a:pt x="4063613" y="47715"/>
                  </a:lnTo>
                  <a:lnTo>
                    <a:pt x="3991566" y="36446"/>
                  </a:lnTo>
                  <a:lnTo>
                    <a:pt x="3887896" y="22903"/>
                  </a:lnTo>
                  <a:lnTo>
                    <a:pt x="3822118" y="15915"/>
                  </a:lnTo>
                  <a:lnTo>
                    <a:pt x="3759326" y="10399"/>
                  </a:lnTo>
                  <a:lnTo>
                    <a:pt x="3699796" y="6215"/>
                  </a:lnTo>
                  <a:lnTo>
                    <a:pt x="3643801" y="3227"/>
                  </a:lnTo>
                  <a:lnTo>
                    <a:pt x="3591616" y="1297"/>
                  </a:lnTo>
                  <a:lnTo>
                    <a:pt x="3543515" y="285"/>
                  </a:lnTo>
                  <a:lnTo>
                    <a:pt x="3497978" y="0"/>
                  </a:lnTo>
                  <a:close/>
                </a:path>
              </a:pathLst>
            </a:custGeom>
            <a:solidFill>
              <a:srgbClr val="100A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C604CB20-22D1-A94D-A57F-5233E6EF0A1C}"/>
                </a:ext>
              </a:extLst>
            </p:cNvPr>
            <p:cNvSpPr/>
            <p:nvPr/>
          </p:nvSpPr>
          <p:spPr>
            <a:xfrm>
              <a:off x="4815353" y="135"/>
              <a:ext cx="2953385" cy="6858000"/>
            </a:xfrm>
            <a:custGeom>
              <a:avLst/>
              <a:gdLst/>
              <a:ahLst/>
              <a:cxnLst/>
              <a:rect l="l" t="t" r="r" b="b"/>
              <a:pathLst>
                <a:path w="2953384" h="6858000">
                  <a:moveTo>
                    <a:pt x="1318437" y="0"/>
                  </a:moveTo>
                  <a:lnTo>
                    <a:pt x="1014780" y="0"/>
                  </a:lnTo>
                  <a:lnTo>
                    <a:pt x="1059782" y="8674"/>
                  </a:lnTo>
                  <a:lnTo>
                    <a:pt x="1105269" y="18060"/>
                  </a:lnTo>
                  <a:lnTo>
                    <a:pt x="1151187" y="28186"/>
                  </a:lnTo>
                  <a:lnTo>
                    <a:pt x="1197485" y="39077"/>
                  </a:lnTo>
                  <a:lnTo>
                    <a:pt x="1244110" y="50760"/>
                  </a:lnTo>
                  <a:lnTo>
                    <a:pt x="1291009" y="63261"/>
                  </a:lnTo>
                  <a:lnTo>
                    <a:pt x="1338130" y="76608"/>
                  </a:lnTo>
                  <a:lnTo>
                    <a:pt x="1385420" y="90826"/>
                  </a:lnTo>
                  <a:lnTo>
                    <a:pt x="1432826" y="105943"/>
                  </a:lnTo>
                  <a:lnTo>
                    <a:pt x="1484165" y="123329"/>
                  </a:lnTo>
                  <a:lnTo>
                    <a:pt x="1534655" y="141495"/>
                  </a:lnTo>
                  <a:lnTo>
                    <a:pt x="1584290" y="160439"/>
                  </a:lnTo>
                  <a:lnTo>
                    <a:pt x="1633066" y="180157"/>
                  </a:lnTo>
                  <a:lnTo>
                    <a:pt x="1680978" y="200648"/>
                  </a:lnTo>
                  <a:lnTo>
                    <a:pt x="1728021" y="221908"/>
                  </a:lnTo>
                  <a:lnTo>
                    <a:pt x="1774189" y="243933"/>
                  </a:lnTo>
                  <a:lnTo>
                    <a:pt x="1819479" y="266721"/>
                  </a:lnTo>
                  <a:lnTo>
                    <a:pt x="1863886" y="290270"/>
                  </a:lnTo>
                  <a:lnTo>
                    <a:pt x="1907403" y="314576"/>
                  </a:lnTo>
                  <a:lnTo>
                    <a:pt x="1950027" y="339636"/>
                  </a:lnTo>
                  <a:lnTo>
                    <a:pt x="1991753" y="365447"/>
                  </a:lnTo>
                  <a:lnTo>
                    <a:pt x="2032576" y="392006"/>
                  </a:lnTo>
                  <a:lnTo>
                    <a:pt x="2072490" y="419311"/>
                  </a:lnTo>
                  <a:lnTo>
                    <a:pt x="2111492" y="447359"/>
                  </a:lnTo>
                  <a:lnTo>
                    <a:pt x="2149576" y="476146"/>
                  </a:lnTo>
                  <a:lnTo>
                    <a:pt x="2186737" y="505670"/>
                  </a:lnTo>
                  <a:lnTo>
                    <a:pt x="2222970" y="535927"/>
                  </a:lnTo>
                  <a:lnTo>
                    <a:pt x="2258271" y="566915"/>
                  </a:lnTo>
                  <a:lnTo>
                    <a:pt x="2292634" y="598631"/>
                  </a:lnTo>
                  <a:lnTo>
                    <a:pt x="2326055" y="631072"/>
                  </a:lnTo>
                  <a:lnTo>
                    <a:pt x="2358529" y="664235"/>
                  </a:lnTo>
                  <a:lnTo>
                    <a:pt x="2391788" y="700040"/>
                  </a:lnTo>
                  <a:lnTo>
                    <a:pt x="2423990" y="736664"/>
                  </a:lnTo>
                  <a:lnTo>
                    <a:pt x="2455135" y="774102"/>
                  </a:lnTo>
                  <a:lnTo>
                    <a:pt x="2485221" y="812351"/>
                  </a:lnTo>
                  <a:lnTo>
                    <a:pt x="2514246" y="851407"/>
                  </a:lnTo>
                  <a:lnTo>
                    <a:pt x="2542208" y="891265"/>
                  </a:lnTo>
                  <a:lnTo>
                    <a:pt x="2569106" y="931924"/>
                  </a:lnTo>
                  <a:lnTo>
                    <a:pt x="2594939" y="973378"/>
                  </a:lnTo>
                  <a:lnTo>
                    <a:pt x="2619704" y="1015623"/>
                  </a:lnTo>
                  <a:lnTo>
                    <a:pt x="2643399" y="1058657"/>
                  </a:lnTo>
                  <a:lnTo>
                    <a:pt x="2666024" y="1102475"/>
                  </a:lnTo>
                  <a:lnTo>
                    <a:pt x="2687577" y="1147073"/>
                  </a:lnTo>
                  <a:lnTo>
                    <a:pt x="2708055" y="1192449"/>
                  </a:lnTo>
                  <a:lnTo>
                    <a:pt x="2727458" y="1238596"/>
                  </a:lnTo>
                  <a:lnTo>
                    <a:pt x="2745784" y="1285514"/>
                  </a:lnTo>
                  <a:lnTo>
                    <a:pt x="2763030" y="1333196"/>
                  </a:lnTo>
                  <a:lnTo>
                    <a:pt x="2779196" y="1381640"/>
                  </a:lnTo>
                  <a:lnTo>
                    <a:pt x="2794280" y="1430841"/>
                  </a:lnTo>
                  <a:lnTo>
                    <a:pt x="2808279" y="1480797"/>
                  </a:lnTo>
                  <a:lnTo>
                    <a:pt x="2821193" y="1531503"/>
                  </a:lnTo>
                  <a:lnTo>
                    <a:pt x="2833020" y="1582955"/>
                  </a:lnTo>
                  <a:lnTo>
                    <a:pt x="2843758" y="1635149"/>
                  </a:lnTo>
                  <a:lnTo>
                    <a:pt x="2853405" y="1688083"/>
                  </a:lnTo>
                  <a:lnTo>
                    <a:pt x="2861960" y="1741751"/>
                  </a:lnTo>
                  <a:lnTo>
                    <a:pt x="2869422" y="1796151"/>
                  </a:lnTo>
                  <a:lnTo>
                    <a:pt x="2875788" y="1851278"/>
                  </a:lnTo>
                  <a:lnTo>
                    <a:pt x="2881782" y="1925466"/>
                  </a:lnTo>
                  <a:lnTo>
                    <a:pt x="2884419" y="2001632"/>
                  </a:lnTo>
                  <a:lnTo>
                    <a:pt x="2884478" y="2040455"/>
                  </a:lnTo>
                  <a:lnTo>
                    <a:pt x="2883700" y="2079768"/>
                  </a:lnTo>
                  <a:lnTo>
                    <a:pt x="2882083" y="2119571"/>
                  </a:lnTo>
                  <a:lnTo>
                    <a:pt x="2879628" y="2159862"/>
                  </a:lnTo>
                  <a:lnTo>
                    <a:pt x="2876337" y="2200639"/>
                  </a:lnTo>
                  <a:lnTo>
                    <a:pt x="2872209" y="2241902"/>
                  </a:lnTo>
                  <a:lnTo>
                    <a:pt x="2867244" y="2283650"/>
                  </a:lnTo>
                  <a:lnTo>
                    <a:pt x="2861444" y="2325879"/>
                  </a:lnTo>
                  <a:lnTo>
                    <a:pt x="2854808" y="2368591"/>
                  </a:lnTo>
                  <a:lnTo>
                    <a:pt x="2847337" y="2411782"/>
                  </a:lnTo>
                  <a:lnTo>
                    <a:pt x="2839031" y="2455451"/>
                  </a:lnTo>
                  <a:lnTo>
                    <a:pt x="2829892" y="2499598"/>
                  </a:lnTo>
                  <a:lnTo>
                    <a:pt x="2819918" y="2544221"/>
                  </a:lnTo>
                  <a:lnTo>
                    <a:pt x="2809111" y="2589318"/>
                  </a:lnTo>
                  <a:lnTo>
                    <a:pt x="2797471" y="2634889"/>
                  </a:lnTo>
                  <a:lnTo>
                    <a:pt x="2784999" y="2680931"/>
                  </a:lnTo>
                  <a:lnTo>
                    <a:pt x="2771695" y="2727444"/>
                  </a:lnTo>
                  <a:lnTo>
                    <a:pt x="2757558" y="2774426"/>
                  </a:lnTo>
                  <a:lnTo>
                    <a:pt x="2742591" y="2821875"/>
                  </a:lnTo>
                  <a:lnTo>
                    <a:pt x="2726793" y="2869791"/>
                  </a:lnTo>
                  <a:lnTo>
                    <a:pt x="2710164" y="2918172"/>
                  </a:lnTo>
                  <a:lnTo>
                    <a:pt x="2692706" y="2967016"/>
                  </a:lnTo>
                  <a:lnTo>
                    <a:pt x="2674417" y="3016323"/>
                  </a:lnTo>
                  <a:lnTo>
                    <a:pt x="2655300" y="3066091"/>
                  </a:lnTo>
                  <a:lnTo>
                    <a:pt x="2635354" y="3116318"/>
                  </a:lnTo>
                  <a:lnTo>
                    <a:pt x="2614580" y="3167003"/>
                  </a:lnTo>
                  <a:lnTo>
                    <a:pt x="2592978" y="3218145"/>
                  </a:lnTo>
                  <a:lnTo>
                    <a:pt x="2570548" y="3269743"/>
                  </a:lnTo>
                  <a:lnTo>
                    <a:pt x="2547291" y="3321794"/>
                  </a:lnTo>
                  <a:lnTo>
                    <a:pt x="2523208" y="3374299"/>
                  </a:lnTo>
                  <a:lnTo>
                    <a:pt x="2498298" y="3427255"/>
                  </a:lnTo>
                  <a:lnTo>
                    <a:pt x="2472563" y="3480660"/>
                  </a:lnTo>
                  <a:lnTo>
                    <a:pt x="2446002" y="3534515"/>
                  </a:lnTo>
                  <a:lnTo>
                    <a:pt x="2418617" y="3588817"/>
                  </a:lnTo>
                  <a:lnTo>
                    <a:pt x="2390406" y="3643564"/>
                  </a:lnTo>
                  <a:lnTo>
                    <a:pt x="2361372" y="3698757"/>
                  </a:lnTo>
                  <a:lnTo>
                    <a:pt x="2331514" y="3754392"/>
                  </a:lnTo>
                  <a:lnTo>
                    <a:pt x="2300833" y="3810469"/>
                  </a:lnTo>
                  <a:lnTo>
                    <a:pt x="2269329" y="3866987"/>
                  </a:lnTo>
                  <a:lnTo>
                    <a:pt x="2237003" y="3923944"/>
                  </a:lnTo>
                  <a:lnTo>
                    <a:pt x="2216161" y="3960144"/>
                  </a:lnTo>
                  <a:lnTo>
                    <a:pt x="2173500" y="4033065"/>
                  </a:lnTo>
                  <a:lnTo>
                    <a:pt x="2129537" y="4106675"/>
                  </a:lnTo>
                  <a:lnTo>
                    <a:pt x="2084277" y="4180968"/>
                  </a:lnTo>
                  <a:lnTo>
                    <a:pt x="2037723" y="4255939"/>
                  </a:lnTo>
                  <a:lnTo>
                    <a:pt x="1989882" y="4331580"/>
                  </a:lnTo>
                  <a:lnTo>
                    <a:pt x="1940755" y="4407887"/>
                  </a:lnTo>
                  <a:lnTo>
                    <a:pt x="1890349" y="4484854"/>
                  </a:lnTo>
                  <a:lnTo>
                    <a:pt x="1838666" y="4562475"/>
                  </a:lnTo>
                  <a:lnTo>
                    <a:pt x="1785712" y="4640744"/>
                  </a:lnTo>
                  <a:lnTo>
                    <a:pt x="1731490" y="4719655"/>
                  </a:lnTo>
                  <a:lnTo>
                    <a:pt x="1676005" y="4799203"/>
                  </a:lnTo>
                  <a:lnTo>
                    <a:pt x="1619260" y="4879381"/>
                  </a:lnTo>
                  <a:lnTo>
                    <a:pt x="1561261" y="4960184"/>
                  </a:lnTo>
                  <a:lnTo>
                    <a:pt x="1502012" y="5041606"/>
                  </a:lnTo>
                  <a:lnTo>
                    <a:pt x="1441515" y="5123642"/>
                  </a:lnTo>
                  <a:lnTo>
                    <a:pt x="1379777" y="5206284"/>
                  </a:lnTo>
                  <a:lnTo>
                    <a:pt x="1316801" y="5289529"/>
                  </a:lnTo>
                  <a:lnTo>
                    <a:pt x="1252591" y="5373369"/>
                  </a:lnTo>
                  <a:lnTo>
                    <a:pt x="1187152" y="5457799"/>
                  </a:lnTo>
                  <a:lnTo>
                    <a:pt x="1120487" y="5542813"/>
                  </a:lnTo>
                  <a:lnTo>
                    <a:pt x="1052601" y="5628405"/>
                  </a:lnTo>
                  <a:lnTo>
                    <a:pt x="983499" y="5714570"/>
                  </a:lnTo>
                  <a:lnTo>
                    <a:pt x="913184" y="5801302"/>
                  </a:lnTo>
                  <a:lnTo>
                    <a:pt x="841661" y="5888594"/>
                  </a:lnTo>
                  <a:lnTo>
                    <a:pt x="768934" y="5976442"/>
                  </a:lnTo>
                  <a:lnTo>
                    <a:pt x="695007" y="6064838"/>
                  </a:lnTo>
                  <a:lnTo>
                    <a:pt x="619884" y="6153778"/>
                  </a:lnTo>
                  <a:lnTo>
                    <a:pt x="513174" y="6278651"/>
                  </a:lnTo>
                  <a:lnTo>
                    <a:pt x="410052" y="6397766"/>
                  </a:lnTo>
                  <a:lnTo>
                    <a:pt x="306999" y="6515356"/>
                  </a:lnTo>
                  <a:lnTo>
                    <a:pt x="204189" y="6631311"/>
                  </a:lnTo>
                  <a:lnTo>
                    <a:pt x="101798" y="6745516"/>
                  </a:lnTo>
                  <a:lnTo>
                    <a:pt x="0" y="6857860"/>
                  </a:lnTo>
                  <a:lnTo>
                    <a:pt x="92303" y="6857860"/>
                  </a:lnTo>
                  <a:lnTo>
                    <a:pt x="193061" y="6746199"/>
                  </a:lnTo>
                  <a:lnTo>
                    <a:pt x="294327" y="6632773"/>
                  </a:lnTo>
                  <a:lnTo>
                    <a:pt x="395935" y="6517688"/>
                  </a:lnTo>
                  <a:lnTo>
                    <a:pt x="497718" y="6401051"/>
                  </a:lnTo>
                  <a:lnTo>
                    <a:pt x="599509" y="6282970"/>
                  </a:lnTo>
                  <a:lnTo>
                    <a:pt x="709437" y="6153741"/>
                  </a:lnTo>
                  <a:lnTo>
                    <a:pt x="784266" y="6064714"/>
                  </a:lnTo>
                  <a:lnTo>
                    <a:pt x="857895" y="5976231"/>
                  </a:lnTo>
                  <a:lnTo>
                    <a:pt x="930320" y="5888299"/>
                  </a:lnTo>
                  <a:lnTo>
                    <a:pt x="1001535" y="5800922"/>
                  </a:lnTo>
                  <a:lnTo>
                    <a:pt x="1071538" y="5714108"/>
                  </a:lnTo>
                  <a:lnTo>
                    <a:pt x="1140324" y="5627861"/>
                  </a:lnTo>
                  <a:lnTo>
                    <a:pt x="1207888" y="5542188"/>
                  </a:lnTo>
                  <a:lnTo>
                    <a:pt x="1274226" y="5457094"/>
                  </a:lnTo>
                  <a:lnTo>
                    <a:pt x="1339334" y="5372585"/>
                  </a:lnTo>
                  <a:lnTo>
                    <a:pt x="1403208" y="5288668"/>
                  </a:lnTo>
                  <a:lnTo>
                    <a:pt x="1465844" y="5205347"/>
                  </a:lnTo>
                  <a:lnTo>
                    <a:pt x="1527237" y="5122629"/>
                  </a:lnTo>
                  <a:lnTo>
                    <a:pt x="1587384" y="5040520"/>
                  </a:lnTo>
                  <a:lnTo>
                    <a:pt x="1646279" y="4959025"/>
                  </a:lnTo>
                  <a:lnTo>
                    <a:pt x="1703918" y="4878150"/>
                  </a:lnTo>
                  <a:lnTo>
                    <a:pt x="1760299" y="4797902"/>
                  </a:lnTo>
                  <a:lnTo>
                    <a:pt x="1815415" y="4718285"/>
                  </a:lnTo>
                  <a:lnTo>
                    <a:pt x="1869263" y="4639306"/>
                  </a:lnTo>
                  <a:lnTo>
                    <a:pt x="1921839" y="4560971"/>
                  </a:lnTo>
                  <a:lnTo>
                    <a:pt x="1973138" y="4483285"/>
                  </a:lnTo>
                  <a:lnTo>
                    <a:pt x="2023157" y="4406254"/>
                  </a:lnTo>
                  <a:lnTo>
                    <a:pt x="2071890" y="4329885"/>
                  </a:lnTo>
                  <a:lnTo>
                    <a:pt x="2119335" y="4254182"/>
                  </a:lnTo>
                  <a:lnTo>
                    <a:pt x="2165485" y="4179152"/>
                  </a:lnTo>
                  <a:lnTo>
                    <a:pt x="2210338" y="4104801"/>
                  </a:lnTo>
                  <a:lnTo>
                    <a:pt x="2253889" y="4031134"/>
                  </a:lnTo>
                  <a:lnTo>
                    <a:pt x="2296134" y="3958158"/>
                  </a:lnTo>
                  <a:lnTo>
                    <a:pt x="2328237" y="3901607"/>
                  </a:lnTo>
                  <a:lnTo>
                    <a:pt x="2359541" y="3845472"/>
                  </a:lnTo>
                  <a:lnTo>
                    <a:pt x="2390045" y="3789755"/>
                  </a:lnTo>
                  <a:lnTo>
                    <a:pt x="2419749" y="3734458"/>
                  </a:lnTo>
                  <a:lnTo>
                    <a:pt x="2448652" y="3679581"/>
                  </a:lnTo>
                  <a:lnTo>
                    <a:pt x="2476755" y="3625125"/>
                  </a:lnTo>
                  <a:lnTo>
                    <a:pt x="2504056" y="3571093"/>
                  </a:lnTo>
                  <a:lnTo>
                    <a:pt x="2530555" y="3517485"/>
                  </a:lnTo>
                  <a:lnTo>
                    <a:pt x="2556252" y="3464302"/>
                  </a:lnTo>
                  <a:lnTo>
                    <a:pt x="2581147" y="3411546"/>
                  </a:lnTo>
                  <a:lnTo>
                    <a:pt x="2605238" y="3359219"/>
                  </a:lnTo>
                  <a:lnTo>
                    <a:pt x="2628527" y="3307321"/>
                  </a:lnTo>
                  <a:lnTo>
                    <a:pt x="2651011" y="3255854"/>
                  </a:lnTo>
                  <a:lnTo>
                    <a:pt x="2672692" y="3204819"/>
                  </a:lnTo>
                  <a:lnTo>
                    <a:pt x="2693567" y="3154218"/>
                  </a:lnTo>
                  <a:lnTo>
                    <a:pt x="2713638" y="3104051"/>
                  </a:lnTo>
                  <a:lnTo>
                    <a:pt x="2732904" y="3054320"/>
                  </a:lnTo>
                  <a:lnTo>
                    <a:pt x="2751364" y="3005027"/>
                  </a:lnTo>
                  <a:lnTo>
                    <a:pt x="2769017" y="2956172"/>
                  </a:lnTo>
                  <a:lnTo>
                    <a:pt x="2785864" y="2907757"/>
                  </a:lnTo>
                  <a:lnTo>
                    <a:pt x="2801905" y="2859783"/>
                  </a:lnTo>
                  <a:lnTo>
                    <a:pt x="2817137" y="2812252"/>
                  </a:lnTo>
                  <a:lnTo>
                    <a:pt x="2831562" y="2765165"/>
                  </a:lnTo>
                  <a:lnTo>
                    <a:pt x="2845179" y="2718523"/>
                  </a:lnTo>
                  <a:lnTo>
                    <a:pt x="2857988" y="2672327"/>
                  </a:lnTo>
                  <a:lnTo>
                    <a:pt x="2869987" y="2626579"/>
                  </a:lnTo>
                  <a:lnTo>
                    <a:pt x="2881177" y="2581280"/>
                  </a:lnTo>
                  <a:lnTo>
                    <a:pt x="2891558" y="2536431"/>
                  </a:lnTo>
                  <a:lnTo>
                    <a:pt x="2901128" y="2492034"/>
                  </a:lnTo>
                  <a:lnTo>
                    <a:pt x="2909887" y="2448090"/>
                  </a:lnTo>
                  <a:lnTo>
                    <a:pt x="2917836" y="2404600"/>
                  </a:lnTo>
                  <a:lnTo>
                    <a:pt x="2924974" y="2361566"/>
                  </a:lnTo>
                  <a:lnTo>
                    <a:pt x="2931299" y="2318989"/>
                  </a:lnTo>
                  <a:lnTo>
                    <a:pt x="2936813" y="2276869"/>
                  </a:lnTo>
                  <a:lnTo>
                    <a:pt x="2941514" y="2235209"/>
                  </a:lnTo>
                  <a:lnTo>
                    <a:pt x="2945402" y="2194010"/>
                  </a:lnTo>
                  <a:lnTo>
                    <a:pt x="2948476" y="2153273"/>
                  </a:lnTo>
                  <a:lnTo>
                    <a:pt x="2950737" y="2112999"/>
                  </a:lnTo>
                  <a:lnTo>
                    <a:pt x="2952184" y="2073190"/>
                  </a:lnTo>
                  <a:lnTo>
                    <a:pt x="2952816" y="2033847"/>
                  </a:lnTo>
                  <a:lnTo>
                    <a:pt x="2952633" y="1994971"/>
                  </a:lnTo>
                  <a:lnTo>
                    <a:pt x="2951635" y="1956564"/>
                  </a:lnTo>
                  <a:lnTo>
                    <a:pt x="2947192" y="1881160"/>
                  </a:lnTo>
                  <a:lnTo>
                    <a:pt x="2937430" y="1789318"/>
                  </a:lnTo>
                  <a:lnTo>
                    <a:pt x="2930059" y="1735162"/>
                  </a:lnTo>
                  <a:lnTo>
                    <a:pt x="2921634" y="1681700"/>
                  </a:lnTo>
                  <a:lnTo>
                    <a:pt x="2912156" y="1628937"/>
                  </a:lnTo>
                  <a:lnTo>
                    <a:pt x="2901627" y="1576877"/>
                  </a:lnTo>
                  <a:lnTo>
                    <a:pt x="2890049" y="1525521"/>
                  </a:lnTo>
                  <a:lnTo>
                    <a:pt x="2877423" y="1474875"/>
                  </a:lnTo>
                  <a:lnTo>
                    <a:pt x="2863750" y="1424942"/>
                  </a:lnTo>
                  <a:lnTo>
                    <a:pt x="2849032" y="1375724"/>
                  </a:lnTo>
                  <a:lnTo>
                    <a:pt x="2833271" y="1327226"/>
                  </a:lnTo>
                  <a:lnTo>
                    <a:pt x="2816468" y="1279451"/>
                  </a:lnTo>
                  <a:lnTo>
                    <a:pt x="2798625" y="1232403"/>
                  </a:lnTo>
                  <a:lnTo>
                    <a:pt x="2779743" y="1186085"/>
                  </a:lnTo>
                  <a:lnTo>
                    <a:pt x="2759823" y="1140500"/>
                  </a:lnTo>
                  <a:lnTo>
                    <a:pt x="2738868" y="1095652"/>
                  </a:lnTo>
                  <a:lnTo>
                    <a:pt x="2716878" y="1051545"/>
                  </a:lnTo>
                  <a:lnTo>
                    <a:pt x="2693856" y="1008182"/>
                  </a:lnTo>
                  <a:lnTo>
                    <a:pt x="2669802" y="965566"/>
                  </a:lnTo>
                  <a:lnTo>
                    <a:pt x="2644719" y="923702"/>
                  </a:lnTo>
                  <a:lnTo>
                    <a:pt x="2618608" y="882592"/>
                  </a:lnTo>
                  <a:lnTo>
                    <a:pt x="2591470" y="842240"/>
                  </a:lnTo>
                  <a:lnTo>
                    <a:pt x="2563307" y="802649"/>
                  </a:lnTo>
                  <a:lnTo>
                    <a:pt x="2534121" y="763824"/>
                  </a:lnTo>
                  <a:lnTo>
                    <a:pt x="2503912" y="725767"/>
                  </a:lnTo>
                  <a:lnTo>
                    <a:pt x="2472683" y="688482"/>
                  </a:lnTo>
                  <a:lnTo>
                    <a:pt x="2440436" y="651972"/>
                  </a:lnTo>
                  <a:lnTo>
                    <a:pt x="2407170" y="616242"/>
                  </a:lnTo>
                  <a:lnTo>
                    <a:pt x="2373572" y="581969"/>
                  </a:lnTo>
                  <a:lnTo>
                    <a:pt x="2339007" y="548448"/>
                  </a:lnTo>
                  <a:lnTo>
                    <a:pt x="2303479" y="515681"/>
                  </a:lnTo>
                  <a:lnTo>
                    <a:pt x="2266994" y="483671"/>
                  </a:lnTo>
                  <a:lnTo>
                    <a:pt x="2229556" y="452421"/>
                  </a:lnTo>
                  <a:lnTo>
                    <a:pt x="2191171" y="421934"/>
                  </a:lnTo>
                  <a:lnTo>
                    <a:pt x="2151843" y="392213"/>
                  </a:lnTo>
                  <a:lnTo>
                    <a:pt x="2111578" y="363262"/>
                  </a:lnTo>
                  <a:lnTo>
                    <a:pt x="2070381" y="335083"/>
                  </a:lnTo>
                  <a:lnTo>
                    <a:pt x="2028256" y="307679"/>
                  </a:lnTo>
                  <a:lnTo>
                    <a:pt x="1985208" y="281054"/>
                  </a:lnTo>
                  <a:lnTo>
                    <a:pt x="1941243" y="255210"/>
                  </a:lnTo>
                  <a:lnTo>
                    <a:pt x="1896365" y="230150"/>
                  </a:lnTo>
                  <a:lnTo>
                    <a:pt x="1850580" y="205878"/>
                  </a:lnTo>
                  <a:lnTo>
                    <a:pt x="1803893" y="182396"/>
                  </a:lnTo>
                  <a:lnTo>
                    <a:pt x="1756308" y="159707"/>
                  </a:lnTo>
                  <a:lnTo>
                    <a:pt x="1707831" y="137816"/>
                  </a:lnTo>
                  <a:lnTo>
                    <a:pt x="1658466" y="116723"/>
                  </a:lnTo>
                  <a:lnTo>
                    <a:pt x="1608218" y="96434"/>
                  </a:lnTo>
                  <a:lnTo>
                    <a:pt x="1557094" y="76950"/>
                  </a:lnTo>
                  <a:lnTo>
                    <a:pt x="1505096" y="58274"/>
                  </a:lnTo>
                  <a:lnTo>
                    <a:pt x="1452232" y="40411"/>
                  </a:lnTo>
                  <a:lnTo>
                    <a:pt x="1385196" y="19338"/>
                  </a:lnTo>
                  <a:lnTo>
                    <a:pt x="1351775" y="9461"/>
                  </a:lnTo>
                  <a:lnTo>
                    <a:pt x="1318437" y="0"/>
                  </a:lnTo>
                  <a:close/>
                </a:path>
              </a:pathLst>
            </a:custGeom>
            <a:solidFill>
              <a:srgbClr val="100A30">
                <a:alpha val="8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20544D6B-4CDF-CD4C-872B-402400BFA8DE}"/>
                </a:ext>
              </a:extLst>
            </p:cNvPr>
            <p:cNvSpPr/>
            <p:nvPr/>
          </p:nvSpPr>
          <p:spPr>
            <a:xfrm>
              <a:off x="5000341" y="139"/>
              <a:ext cx="2884805" cy="6858000"/>
            </a:xfrm>
            <a:custGeom>
              <a:avLst/>
              <a:gdLst/>
              <a:ahLst/>
              <a:cxnLst/>
              <a:rect l="l" t="t" r="r" b="b"/>
              <a:pathLst>
                <a:path w="2884804" h="6858000">
                  <a:moveTo>
                    <a:pt x="1523276" y="0"/>
                  </a:moveTo>
                  <a:lnTo>
                    <a:pt x="1367777" y="0"/>
                  </a:lnTo>
                  <a:lnTo>
                    <a:pt x="1419963" y="19113"/>
                  </a:lnTo>
                  <a:lnTo>
                    <a:pt x="1471274" y="39021"/>
                  </a:lnTo>
                  <a:lnTo>
                    <a:pt x="1521706" y="59722"/>
                  </a:lnTo>
                  <a:lnTo>
                    <a:pt x="1571253" y="81213"/>
                  </a:lnTo>
                  <a:lnTo>
                    <a:pt x="1619911" y="103491"/>
                  </a:lnTo>
                  <a:lnTo>
                    <a:pt x="1667674" y="126553"/>
                  </a:lnTo>
                  <a:lnTo>
                    <a:pt x="1714538" y="150395"/>
                  </a:lnTo>
                  <a:lnTo>
                    <a:pt x="1760497" y="175016"/>
                  </a:lnTo>
                  <a:lnTo>
                    <a:pt x="1805547" y="200411"/>
                  </a:lnTo>
                  <a:lnTo>
                    <a:pt x="1849683" y="226579"/>
                  </a:lnTo>
                  <a:lnTo>
                    <a:pt x="1892899" y="253516"/>
                  </a:lnTo>
                  <a:lnTo>
                    <a:pt x="1935192" y="281220"/>
                  </a:lnTo>
                  <a:lnTo>
                    <a:pt x="1976555" y="309686"/>
                  </a:lnTo>
                  <a:lnTo>
                    <a:pt x="2016984" y="338914"/>
                  </a:lnTo>
                  <a:lnTo>
                    <a:pt x="2056474" y="368898"/>
                  </a:lnTo>
                  <a:lnTo>
                    <a:pt x="2095020" y="399638"/>
                  </a:lnTo>
                  <a:lnTo>
                    <a:pt x="2132616" y="431129"/>
                  </a:lnTo>
                  <a:lnTo>
                    <a:pt x="2169259" y="463369"/>
                  </a:lnTo>
                  <a:lnTo>
                    <a:pt x="2204943" y="496355"/>
                  </a:lnTo>
                  <a:lnTo>
                    <a:pt x="2239663" y="530084"/>
                  </a:lnTo>
                  <a:lnTo>
                    <a:pt x="2273414" y="564553"/>
                  </a:lnTo>
                  <a:lnTo>
                    <a:pt x="2306053" y="599613"/>
                  </a:lnTo>
                  <a:lnTo>
                    <a:pt x="2337732" y="635418"/>
                  </a:lnTo>
                  <a:lnTo>
                    <a:pt x="2368447" y="671964"/>
                  </a:lnTo>
                  <a:lnTo>
                    <a:pt x="2398199" y="709247"/>
                  </a:lnTo>
                  <a:lnTo>
                    <a:pt x="2426985" y="747265"/>
                  </a:lnTo>
                  <a:lnTo>
                    <a:pt x="2454805" y="786015"/>
                  </a:lnTo>
                  <a:lnTo>
                    <a:pt x="2481656" y="825493"/>
                  </a:lnTo>
                  <a:lnTo>
                    <a:pt x="2507538" y="865696"/>
                  </a:lnTo>
                  <a:lnTo>
                    <a:pt x="2532449" y="906620"/>
                  </a:lnTo>
                  <a:lnTo>
                    <a:pt x="2556387" y="948264"/>
                  </a:lnTo>
                  <a:lnTo>
                    <a:pt x="2579352" y="990622"/>
                  </a:lnTo>
                  <a:lnTo>
                    <a:pt x="2601341" y="1033693"/>
                  </a:lnTo>
                  <a:lnTo>
                    <a:pt x="2622355" y="1077473"/>
                  </a:lnTo>
                  <a:lnTo>
                    <a:pt x="2642390" y="1121959"/>
                  </a:lnTo>
                  <a:lnTo>
                    <a:pt x="2661446" y="1167147"/>
                  </a:lnTo>
                  <a:lnTo>
                    <a:pt x="2679522" y="1213035"/>
                  </a:lnTo>
                  <a:lnTo>
                    <a:pt x="2696615" y="1259619"/>
                  </a:lnTo>
                  <a:lnTo>
                    <a:pt x="2712725" y="1306896"/>
                  </a:lnTo>
                  <a:lnTo>
                    <a:pt x="2727851" y="1354863"/>
                  </a:lnTo>
                  <a:lnTo>
                    <a:pt x="2741990" y="1403516"/>
                  </a:lnTo>
                  <a:lnTo>
                    <a:pt x="2755142" y="1452853"/>
                  </a:lnTo>
                  <a:lnTo>
                    <a:pt x="2767305" y="1502870"/>
                  </a:lnTo>
                  <a:lnTo>
                    <a:pt x="2778477" y="1553564"/>
                  </a:lnTo>
                  <a:lnTo>
                    <a:pt x="2788658" y="1604932"/>
                  </a:lnTo>
                  <a:lnTo>
                    <a:pt x="2797846" y="1656970"/>
                  </a:lnTo>
                  <a:lnTo>
                    <a:pt x="2806040" y="1709676"/>
                  </a:lnTo>
                  <a:lnTo>
                    <a:pt x="2813237" y="1763046"/>
                  </a:lnTo>
                  <a:lnTo>
                    <a:pt x="2819438" y="1817077"/>
                  </a:lnTo>
                  <a:lnTo>
                    <a:pt x="2825558" y="1891846"/>
                  </a:lnTo>
                  <a:lnTo>
                    <a:pt x="2827404" y="1929945"/>
                  </a:lnTo>
                  <a:lnTo>
                    <a:pt x="2828441" y="1968518"/>
                  </a:lnTo>
                  <a:lnTo>
                    <a:pt x="2828670" y="2007565"/>
                  </a:lnTo>
                  <a:lnTo>
                    <a:pt x="2828091" y="2047084"/>
                  </a:lnTo>
                  <a:lnTo>
                    <a:pt x="2826704" y="2087075"/>
                  </a:lnTo>
                  <a:lnTo>
                    <a:pt x="2824510" y="2127534"/>
                  </a:lnTo>
                  <a:lnTo>
                    <a:pt x="2821509" y="2168463"/>
                  </a:lnTo>
                  <a:lnTo>
                    <a:pt x="2817702" y="2209858"/>
                  </a:lnTo>
                  <a:lnTo>
                    <a:pt x="2813089" y="2251720"/>
                  </a:lnTo>
                  <a:lnTo>
                    <a:pt x="2807670" y="2294046"/>
                  </a:lnTo>
                  <a:lnTo>
                    <a:pt x="2801446" y="2336836"/>
                  </a:lnTo>
                  <a:lnTo>
                    <a:pt x="2794417" y="2380088"/>
                  </a:lnTo>
                  <a:lnTo>
                    <a:pt x="2786584" y="2423800"/>
                  </a:lnTo>
                  <a:lnTo>
                    <a:pt x="2777946" y="2467973"/>
                  </a:lnTo>
                  <a:lnTo>
                    <a:pt x="2768505" y="2512603"/>
                  </a:lnTo>
                  <a:lnTo>
                    <a:pt x="2758260" y="2557691"/>
                  </a:lnTo>
                  <a:lnTo>
                    <a:pt x="2747213" y="2603235"/>
                  </a:lnTo>
                  <a:lnTo>
                    <a:pt x="2735363" y="2649233"/>
                  </a:lnTo>
                  <a:lnTo>
                    <a:pt x="2722711" y="2695685"/>
                  </a:lnTo>
                  <a:lnTo>
                    <a:pt x="2709257" y="2742589"/>
                  </a:lnTo>
                  <a:lnTo>
                    <a:pt x="2695001" y="2789943"/>
                  </a:lnTo>
                  <a:lnTo>
                    <a:pt x="2679945" y="2837748"/>
                  </a:lnTo>
                  <a:lnTo>
                    <a:pt x="2664088" y="2886000"/>
                  </a:lnTo>
                  <a:lnTo>
                    <a:pt x="2647431" y="2934700"/>
                  </a:lnTo>
                  <a:lnTo>
                    <a:pt x="2629974" y="2983845"/>
                  </a:lnTo>
                  <a:lnTo>
                    <a:pt x="2611718" y="3033435"/>
                  </a:lnTo>
                  <a:lnTo>
                    <a:pt x="2592663" y="3083469"/>
                  </a:lnTo>
                  <a:lnTo>
                    <a:pt x="2572809" y="3133944"/>
                  </a:lnTo>
                  <a:lnTo>
                    <a:pt x="2552156" y="3184860"/>
                  </a:lnTo>
                  <a:lnTo>
                    <a:pt x="2530706" y="3236216"/>
                  </a:lnTo>
                  <a:lnTo>
                    <a:pt x="2508458" y="3288009"/>
                  </a:lnTo>
                  <a:lnTo>
                    <a:pt x="2485414" y="3340240"/>
                  </a:lnTo>
                  <a:lnTo>
                    <a:pt x="2461572" y="3392907"/>
                  </a:lnTo>
                  <a:lnTo>
                    <a:pt x="2436935" y="3446008"/>
                  </a:lnTo>
                  <a:lnTo>
                    <a:pt x="2411501" y="3499542"/>
                  </a:lnTo>
                  <a:lnTo>
                    <a:pt x="2385272" y="3553509"/>
                  </a:lnTo>
                  <a:lnTo>
                    <a:pt x="2358247" y="3607906"/>
                  </a:lnTo>
                  <a:lnTo>
                    <a:pt x="2330428" y="3662732"/>
                  </a:lnTo>
                  <a:lnTo>
                    <a:pt x="2301815" y="3717987"/>
                  </a:lnTo>
                  <a:lnTo>
                    <a:pt x="2272407" y="3773669"/>
                  </a:lnTo>
                  <a:lnTo>
                    <a:pt x="2242206" y="3829776"/>
                  </a:lnTo>
                  <a:lnTo>
                    <a:pt x="2211212" y="3886308"/>
                  </a:lnTo>
                  <a:lnTo>
                    <a:pt x="2179425" y="3943262"/>
                  </a:lnTo>
                  <a:lnTo>
                    <a:pt x="2146846" y="4000639"/>
                  </a:lnTo>
                  <a:lnTo>
                    <a:pt x="2104203" y="4074329"/>
                  </a:lnTo>
                  <a:lnTo>
                    <a:pt x="2060283" y="4148697"/>
                  </a:lnTo>
                  <a:lnTo>
                    <a:pt x="2015090" y="4223737"/>
                  </a:lnTo>
                  <a:lnTo>
                    <a:pt x="1968626" y="4299444"/>
                  </a:lnTo>
                  <a:lnTo>
                    <a:pt x="1920897" y="4375812"/>
                  </a:lnTo>
                  <a:lnTo>
                    <a:pt x="1871905" y="4452836"/>
                  </a:lnTo>
                  <a:lnTo>
                    <a:pt x="1821656" y="4530510"/>
                  </a:lnTo>
                  <a:lnTo>
                    <a:pt x="1770154" y="4608829"/>
                  </a:lnTo>
                  <a:lnTo>
                    <a:pt x="1717401" y="4687788"/>
                  </a:lnTo>
                  <a:lnTo>
                    <a:pt x="1663403" y="4767380"/>
                  </a:lnTo>
                  <a:lnTo>
                    <a:pt x="1608162" y="4847601"/>
                  </a:lnTo>
                  <a:lnTo>
                    <a:pt x="1551684" y="4928444"/>
                  </a:lnTo>
                  <a:lnTo>
                    <a:pt x="1493973" y="5009905"/>
                  </a:lnTo>
                  <a:lnTo>
                    <a:pt x="1435031" y="5091977"/>
                  </a:lnTo>
                  <a:lnTo>
                    <a:pt x="1374864" y="5174656"/>
                  </a:lnTo>
                  <a:lnTo>
                    <a:pt x="1313475" y="5257935"/>
                  </a:lnTo>
                  <a:lnTo>
                    <a:pt x="1250868" y="5341810"/>
                  </a:lnTo>
                  <a:lnTo>
                    <a:pt x="1187047" y="5426275"/>
                  </a:lnTo>
                  <a:lnTo>
                    <a:pt x="1122017" y="5511324"/>
                  </a:lnTo>
                  <a:lnTo>
                    <a:pt x="1055781" y="5596951"/>
                  </a:lnTo>
                  <a:lnTo>
                    <a:pt x="988343" y="5683152"/>
                  </a:lnTo>
                  <a:lnTo>
                    <a:pt x="919707" y="5769921"/>
                  </a:lnTo>
                  <a:lnTo>
                    <a:pt x="849878" y="5857251"/>
                  </a:lnTo>
                  <a:lnTo>
                    <a:pt x="778859" y="5945139"/>
                  </a:lnTo>
                  <a:lnTo>
                    <a:pt x="706654" y="6033578"/>
                  </a:lnTo>
                  <a:lnTo>
                    <a:pt x="633267" y="6122562"/>
                  </a:lnTo>
                  <a:lnTo>
                    <a:pt x="558703" y="6212087"/>
                  </a:lnTo>
                  <a:lnTo>
                    <a:pt x="482965" y="6302146"/>
                  </a:lnTo>
                  <a:lnTo>
                    <a:pt x="406057" y="6392735"/>
                  </a:lnTo>
                  <a:lnTo>
                    <a:pt x="304471" y="6511113"/>
                  </a:lnTo>
                  <a:lnTo>
                    <a:pt x="202833" y="6628155"/>
                  </a:lnTo>
                  <a:lnTo>
                    <a:pt x="101292" y="6743768"/>
                  </a:lnTo>
                  <a:lnTo>
                    <a:pt x="0" y="6857860"/>
                  </a:lnTo>
                  <a:lnTo>
                    <a:pt x="74739" y="6857860"/>
                  </a:lnTo>
                  <a:lnTo>
                    <a:pt x="176531" y="6742813"/>
                  </a:lnTo>
                  <a:lnTo>
                    <a:pt x="278520" y="6626270"/>
                  </a:lnTo>
                  <a:lnTo>
                    <a:pt x="380559" y="6508322"/>
                  </a:lnTo>
                  <a:lnTo>
                    <a:pt x="486600" y="6384229"/>
                  </a:lnTo>
                  <a:lnTo>
                    <a:pt x="561875" y="6295158"/>
                  </a:lnTo>
                  <a:lnTo>
                    <a:pt x="636016" y="6206599"/>
                  </a:lnTo>
                  <a:lnTo>
                    <a:pt x="709019" y="6118557"/>
                  </a:lnTo>
                  <a:lnTo>
                    <a:pt x="780881" y="6031039"/>
                  </a:lnTo>
                  <a:lnTo>
                    <a:pt x="851598" y="5944049"/>
                  </a:lnTo>
                  <a:lnTo>
                    <a:pt x="921165" y="5857592"/>
                  </a:lnTo>
                  <a:lnTo>
                    <a:pt x="989579" y="5771674"/>
                  </a:lnTo>
                  <a:lnTo>
                    <a:pt x="1056837" y="5686300"/>
                  </a:lnTo>
                  <a:lnTo>
                    <a:pt x="1122934" y="5601475"/>
                  </a:lnTo>
                  <a:lnTo>
                    <a:pt x="1187866" y="5517205"/>
                  </a:lnTo>
                  <a:lnTo>
                    <a:pt x="1251631" y="5433494"/>
                  </a:lnTo>
                  <a:lnTo>
                    <a:pt x="1314223" y="5350348"/>
                  </a:lnTo>
                  <a:lnTo>
                    <a:pt x="1375639" y="5267773"/>
                  </a:lnTo>
                  <a:lnTo>
                    <a:pt x="1435876" y="5185772"/>
                  </a:lnTo>
                  <a:lnTo>
                    <a:pt x="1494930" y="5104352"/>
                  </a:lnTo>
                  <a:lnTo>
                    <a:pt x="1552796" y="5023518"/>
                  </a:lnTo>
                  <a:lnTo>
                    <a:pt x="1609471" y="4943276"/>
                  </a:lnTo>
                  <a:lnTo>
                    <a:pt x="1664951" y="4863629"/>
                  </a:lnTo>
                  <a:lnTo>
                    <a:pt x="1719233" y="4784584"/>
                  </a:lnTo>
                  <a:lnTo>
                    <a:pt x="1772312" y="4706146"/>
                  </a:lnTo>
                  <a:lnTo>
                    <a:pt x="1824185" y="4628320"/>
                  </a:lnTo>
                  <a:lnTo>
                    <a:pt x="1874847" y="4551112"/>
                  </a:lnTo>
                  <a:lnTo>
                    <a:pt x="1924296" y="4474525"/>
                  </a:lnTo>
                  <a:lnTo>
                    <a:pt x="1972527" y="4398567"/>
                  </a:lnTo>
                  <a:lnTo>
                    <a:pt x="2019537" y="4323242"/>
                  </a:lnTo>
                  <a:lnTo>
                    <a:pt x="2065321" y="4248555"/>
                  </a:lnTo>
                  <a:lnTo>
                    <a:pt x="2109876" y="4174511"/>
                  </a:lnTo>
                  <a:lnTo>
                    <a:pt x="2153198" y="4101117"/>
                  </a:lnTo>
                  <a:lnTo>
                    <a:pt x="2195283" y="4028376"/>
                  </a:lnTo>
                  <a:lnTo>
                    <a:pt x="2227552" y="3971553"/>
                  </a:lnTo>
                  <a:lnTo>
                    <a:pt x="2259053" y="3915131"/>
                  </a:lnTo>
                  <a:lnTo>
                    <a:pt x="2289784" y="3859113"/>
                  </a:lnTo>
                  <a:lnTo>
                    <a:pt x="2319746" y="3803498"/>
                  </a:lnTo>
                  <a:lnTo>
                    <a:pt x="2348938" y="3748289"/>
                  </a:lnTo>
                  <a:lnTo>
                    <a:pt x="2377359" y="3693485"/>
                  </a:lnTo>
                  <a:lnTo>
                    <a:pt x="2405010" y="3639090"/>
                  </a:lnTo>
                  <a:lnTo>
                    <a:pt x="2431890" y="3585103"/>
                  </a:lnTo>
                  <a:lnTo>
                    <a:pt x="2457999" y="3531527"/>
                  </a:lnTo>
                  <a:lnTo>
                    <a:pt x="2483336" y="3478361"/>
                  </a:lnTo>
                  <a:lnTo>
                    <a:pt x="2507901" y="3425608"/>
                  </a:lnTo>
                  <a:lnTo>
                    <a:pt x="2531694" y="3373269"/>
                  </a:lnTo>
                  <a:lnTo>
                    <a:pt x="2554713" y="3321344"/>
                  </a:lnTo>
                  <a:lnTo>
                    <a:pt x="2576960" y="3269835"/>
                  </a:lnTo>
                  <a:lnTo>
                    <a:pt x="2598433" y="3218744"/>
                  </a:lnTo>
                  <a:lnTo>
                    <a:pt x="2619132" y="3168071"/>
                  </a:lnTo>
                  <a:lnTo>
                    <a:pt x="2639057" y="3117817"/>
                  </a:lnTo>
                  <a:lnTo>
                    <a:pt x="2658207" y="3067985"/>
                  </a:lnTo>
                  <a:lnTo>
                    <a:pt x="2676582" y="3018574"/>
                  </a:lnTo>
                  <a:lnTo>
                    <a:pt x="2694182" y="2969586"/>
                  </a:lnTo>
                  <a:lnTo>
                    <a:pt x="2711006" y="2921023"/>
                  </a:lnTo>
                  <a:lnTo>
                    <a:pt x="2727054" y="2872886"/>
                  </a:lnTo>
                  <a:lnTo>
                    <a:pt x="2742326" y="2825175"/>
                  </a:lnTo>
                  <a:lnTo>
                    <a:pt x="2756820" y="2777892"/>
                  </a:lnTo>
                  <a:lnTo>
                    <a:pt x="2770538" y="2731038"/>
                  </a:lnTo>
                  <a:lnTo>
                    <a:pt x="2783477" y="2684615"/>
                  </a:lnTo>
                  <a:lnTo>
                    <a:pt x="2795639" y="2638623"/>
                  </a:lnTo>
                  <a:lnTo>
                    <a:pt x="2807023" y="2593064"/>
                  </a:lnTo>
                  <a:lnTo>
                    <a:pt x="2817628" y="2547939"/>
                  </a:lnTo>
                  <a:lnTo>
                    <a:pt x="2827453" y="2503249"/>
                  </a:lnTo>
                  <a:lnTo>
                    <a:pt x="2836500" y="2458996"/>
                  </a:lnTo>
                  <a:lnTo>
                    <a:pt x="2844766" y="2415180"/>
                  </a:lnTo>
                  <a:lnTo>
                    <a:pt x="2852252" y="2371802"/>
                  </a:lnTo>
                  <a:lnTo>
                    <a:pt x="2858958" y="2328865"/>
                  </a:lnTo>
                  <a:lnTo>
                    <a:pt x="2864883" y="2286369"/>
                  </a:lnTo>
                  <a:lnTo>
                    <a:pt x="2870027" y="2244315"/>
                  </a:lnTo>
                  <a:lnTo>
                    <a:pt x="2874389" y="2202705"/>
                  </a:lnTo>
                  <a:lnTo>
                    <a:pt x="2877969" y="2161540"/>
                  </a:lnTo>
                  <a:lnTo>
                    <a:pt x="2880766" y="2120820"/>
                  </a:lnTo>
                  <a:lnTo>
                    <a:pt x="2882781" y="2080547"/>
                  </a:lnTo>
                  <a:lnTo>
                    <a:pt x="2884013" y="2040723"/>
                  </a:lnTo>
                  <a:lnTo>
                    <a:pt x="2884461" y="2001349"/>
                  </a:lnTo>
                  <a:lnTo>
                    <a:pt x="2884125" y="1962425"/>
                  </a:lnTo>
                  <a:lnTo>
                    <a:pt x="2883005" y="1923953"/>
                  </a:lnTo>
                  <a:lnTo>
                    <a:pt x="2878411" y="1848370"/>
                  </a:lnTo>
                  <a:lnTo>
                    <a:pt x="2868814" y="1757750"/>
                  </a:lnTo>
                  <a:lnTo>
                    <a:pt x="2861734" y="1704869"/>
                  </a:lnTo>
                  <a:lnTo>
                    <a:pt x="2853697" y="1652618"/>
                  </a:lnTo>
                  <a:lnTo>
                    <a:pt x="2844705" y="1601001"/>
                  </a:lnTo>
                  <a:lnTo>
                    <a:pt x="2834758" y="1550022"/>
                  </a:lnTo>
                  <a:lnTo>
                    <a:pt x="2823859" y="1499683"/>
                  </a:lnTo>
                  <a:lnTo>
                    <a:pt x="2812008" y="1449987"/>
                  </a:lnTo>
                  <a:lnTo>
                    <a:pt x="2799206" y="1400937"/>
                  </a:lnTo>
                  <a:lnTo>
                    <a:pt x="2785456" y="1352536"/>
                  </a:lnTo>
                  <a:lnTo>
                    <a:pt x="2770758" y="1304786"/>
                  </a:lnTo>
                  <a:lnTo>
                    <a:pt x="2755113" y="1257692"/>
                  </a:lnTo>
                  <a:lnTo>
                    <a:pt x="2738524" y="1211256"/>
                  </a:lnTo>
                  <a:lnTo>
                    <a:pt x="2720990" y="1165480"/>
                  </a:lnTo>
                  <a:lnTo>
                    <a:pt x="2702514" y="1120368"/>
                  </a:lnTo>
                  <a:lnTo>
                    <a:pt x="2683097" y="1075923"/>
                  </a:lnTo>
                  <a:lnTo>
                    <a:pt x="2662740" y="1032148"/>
                  </a:lnTo>
                  <a:lnTo>
                    <a:pt x="2641444" y="989045"/>
                  </a:lnTo>
                  <a:lnTo>
                    <a:pt x="2619211" y="946617"/>
                  </a:lnTo>
                  <a:lnTo>
                    <a:pt x="2596042" y="904868"/>
                  </a:lnTo>
                  <a:lnTo>
                    <a:pt x="2571938" y="863801"/>
                  </a:lnTo>
                  <a:lnTo>
                    <a:pt x="2546901" y="823418"/>
                  </a:lnTo>
                  <a:lnTo>
                    <a:pt x="2520931" y="783723"/>
                  </a:lnTo>
                  <a:lnTo>
                    <a:pt x="2494031" y="744717"/>
                  </a:lnTo>
                  <a:lnTo>
                    <a:pt x="2466201" y="706405"/>
                  </a:lnTo>
                  <a:lnTo>
                    <a:pt x="2437443" y="668789"/>
                  </a:lnTo>
                  <a:lnTo>
                    <a:pt x="2407757" y="631873"/>
                  </a:lnTo>
                  <a:lnTo>
                    <a:pt x="2377146" y="595658"/>
                  </a:lnTo>
                  <a:lnTo>
                    <a:pt x="2345611" y="560149"/>
                  </a:lnTo>
                  <a:lnTo>
                    <a:pt x="2313152" y="525348"/>
                  </a:lnTo>
                  <a:lnTo>
                    <a:pt x="2279646" y="491130"/>
                  </a:lnTo>
                  <a:lnTo>
                    <a:pt x="2245217" y="457627"/>
                  </a:lnTo>
                  <a:lnTo>
                    <a:pt x="2209869" y="424843"/>
                  </a:lnTo>
                  <a:lnTo>
                    <a:pt x="2173607" y="392778"/>
                  </a:lnTo>
                  <a:lnTo>
                    <a:pt x="2136436" y="361437"/>
                  </a:lnTo>
                  <a:lnTo>
                    <a:pt x="2098362" y="330822"/>
                  </a:lnTo>
                  <a:lnTo>
                    <a:pt x="2059387" y="300934"/>
                  </a:lnTo>
                  <a:lnTo>
                    <a:pt x="2019518" y="271777"/>
                  </a:lnTo>
                  <a:lnTo>
                    <a:pt x="1978759" y="243353"/>
                  </a:lnTo>
                  <a:lnTo>
                    <a:pt x="1937115" y="215665"/>
                  </a:lnTo>
                  <a:lnTo>
                    <a:pt x="1894591" y="188715"/>
                  </a:lnTo>
                  <a:lnTo>
                    <a:pt x="1851191" y="162506"/>
                  </a:lnTo>
                  <a:lnTo>
                    <a:pt x="1806920" y="137041"/>
                  </a:lnTo>
                  <a:lnTo>
                    <a:pt x="1761783" y="112321"/>
                  </a:lnTo>
                  <a:lnTo>
                    <a:pt x="1715785" y="88350"/>
                  </a:lnTo>
                  <a:lnTo>
                    <a:pt x="1668930" y="65129"/>
                  </a:lnTo>
                  <a:lnTo>
                    <a:pt x="1621224" y="42662"/>
                  </a:lnTo>
                  <a:lnTo>
                    <a:pt x="1572671" y="20952"/>
                  </a:lnTo>
                  <a:lnTo>
                    <a:pt x="1523276" y="0"/>
                  </a:lnTo>
                  <a:close/>
                </a:path>
              </a:pathLst>
            </a:custGeom>
            <a:solidFill>
              <a:srgbClr val="100A30">
                <a:alpha val="7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2D7CB728-CCC3-B54C-A4A6-BE7069EEBFA6}"/>
                </a:ext>
              </a:extLst>
            </p:cNvPr>
            <p:cNvSpPr/>
            <p:nvPr/>
          </p:nvSpPr>
          <p:spPr>
            <a:xfrm>
              <a:off x="5139578" y="137"/>
              <a:ext cx="2844800" cy="6858000"/>
            </a:xfrm>
            <a:custGeom>
              <a:avLst/>
              <a:gdLst/>
              <a:ahLst/>
              <a:cxnLst/>
              <a:rect l="l" t="t" r="r" b="b"/>
              <a:pathLst>
                <a:path w="2844800" h="6858000">
                  <a:moveTo>
                    <a:pt x="1604276" y="0"/>
                  </a:moveTo>
                  <a:lnTo>
                    <a:pt x="1494764" y="0"/>
                  </a:lnTo>
                  <a:lnTo>
                    <a:pt x="1542627" y="21744"/>
                  </a:lnTo>
                  <a:lnTo>
                    <a:pt x="1589661" y="44218"/>
                  </a:lnTo>
                  <a:lnTo>
                    <a:pt x="1635859" y="67421"/>
                  </a:lnTo>
                  <a:lnTo>
                    <a:pt x="1681217" y="91349"/>
                  </a:lnTo>
                  <a:lnTo>
                    <a:pt x="1725731" y="116000"/>
                  </a:lnTo>
                  <a:lnTo>
                    <a:pt x="1769395" y="141373"/>
                  </a:lnTo>
                  <a:lnTo>
                    <a:pt x="1812206" y="167464"/>
                  </a:lnTo>
                  <a:lnTo>
                    <a:pt x="1854158" y="194271"/>
                  </a:lnTo>
                  <a:lnTo>
                    <a:pt x="1895246" y="221792"/>
                  </a:lnTo>
                  <a:lnTo>
                    <a:pt x="1935466" y="250025"/>
                  </a:lnTo>
                  <a:lnTo>
                    <a:pt x="1974813" y="278968"/>
                  </a:lnTo>
                  <a:lnTo>
                    <a:pt x="2013282" y="308617"/>
                  </a:lnTo>
                  <a:lnTo>
                    <a:pt x="2050868" y="338971"/>
                  </a:lnTo>
                  <a:lnTo>
                    <a:pt x="2087567" y="370028"/>
                  </a:lnTo>
                  <a:lnTo>
                    <a:pt x="2123374" y="401784"/>
                  </a:lnTo>
                  <a:lnTo>
                    <a:pt x="2158284" y="434238"/>
                  </a:lnTo>
                  <a:lnTo>
                    <a:pt x="2192293" y="467388"/>
                  </a:lnTo>
                  <a:lnTo>
                    <a:pt x="2225395" y="501230"/>
                  </a:lnTo>
                  <a:lnTo>
                    <a:pt x="2257947" y="536159"/>
                  </a:lnTo>
                  <a:lnTo>
                    <a:pt x="2289574" y="571804"/>
                  </a:lnTo>
                  <a:lnTo>
                    <a:pt x="2320275" y="608161"/>
                  </a:lnTo>
                  <a:lnTo>
                    <a:pt x="2350048" y="645228"/>
                  </a:lnTo>
                  <a:lnTo>
                    <a:pt x="2378892" y="683002"/>
                  </a:lnTo>
                  <a:lnTo>
                    <a:pt x="2406806" y="721480"/>
                  </a:lnTo>
                  <a:lnTo>
                    <a:pt x="2433788" y="760659"/>
                  </a:lnTo>
                  <a:lnTo>
                    <a:pt x="2459837" y="800536"/>
                  </a:lnTo>
                  <a:lnTo>
                    <a:pt x="2484952" y="841108"/>
                  </a:lnTo>
                  <a:lnTo>
                    <a:pt x="2509131" y="882372"/>
                  </a:lnTo>
                  <a:lnTo>
                    <a:pt x="2532374" y="924324"/>
                  </a:lnTo>
                  <a:lnTo>
                    <a:pt x="2554679" y="966963"/>
                  </a:lnTo>
                  <a:lnTo>
                    <a:pt x="2576044" y="1010285"/>
                  </a:lnTo>
                  <a:lnTo>
                    <a:pt x="2596469" y="1054287"/>
                  </a:lnTo>
                  <a:lnTo>
                    <a:pt x="2615952" y="1098966"/>
                  </a:lnTo>
                  <a:lnTo>
                    <a:pt x="2634492" y="1144319"/>
                  </a:lnTo>
                  <a:lnTo>
                    <a:pt x="2652087" y="1190343"/>
                  </a:lnTo>
                  <a:lnTo>
                    <a:pt x="2668736" y="1237036"/>
                  </a:lnTo>
                  <a:lnTo>
                    <a:pt x="2684438" y="1284393"/>
                  </a:lnTo>
                  <a:lnTo>
                    <a:pt x="2699192" y="1332413"/>
                  </a:lnTo>
                  <a:lnTo>
                    <a:pt x="2712996" y="1381092"/>
                  </a:lnTo>
                  <a:lnTo>
                    <a:pt x="2725849" y="1430428"/>
                  </a:lnTo>
                  <a:lnTo>
                    <a:pt x="2737750" y="1480416"/>
                  </a:lnTo>
                  <a:lnTo>
                    <a:pt x="2748697" y="1531055"/>
                  </a:lnTo>
                  <a:lnTo>
                    <a:pt x="2758690" y="1582341"/>
                  </a:lnTo>
                  <a:lnTo>
                    <a:pt x="2767726" y="1634272"/>
                  </a:lnTo>
                  <a:lnTo>
                    <a:pt x="2775805" y="1686844"/>
                  </a:lnTo>
                  <a:lnTo>
                    <a:pt x="2782925" y="1740054"/>
                  </a:lnTo>
                  <a:lnTo>
                    <a:pt x="2789085" y="1793900"/>
                  </a:lnTo>
                  <a:lnTo>
                    <a:pt x="2795202" y="1867759"/>
                  </a:lnTo>
                  <a:lnTo>
                    <a:pt x="2798257" y="1943418"/>
                  </a:lnTo>
                  <a:lnTo>
                    <a:pt x="2798637" y="1981919"/>
                  </a:lnTo>
                  <a:lnTo>
                    <a:pt x="2798251" y="2020867"/>
                  </a:lnTo>
                  <a:lnTo>
                    <a:pt x="2797102" y="2060260"/>
                  </a:lnTo>
                  <a:lnTo>
                    <a:pt x="2795188" y="2100097"/>
                  </a:lnTo>
                  <a:lnTo>
                    <a:pt x="2792511" y="2140377"/>
                  </a:lnTo>
                  <a:lnTo>
                    <a:pt x="2789071" y="2181099"/>
                  </a:lnTo>
                  <a:lnTo>
                    <a:pt x="2784867" y="2222261"/>
                  </a:lnTo>
                  <a:lnTo>
                    <a:pt x="2779901" y="2263863"/>
                  </a:lnTo>
                  <a:lnTo>
                    <a:pt x="2774173" y="2305903"/>
                  </a:lnTo>
                  <a:lnTo>
                    <a:pt x="2767683" y="2348381"/>
                  </a:lnTo>
                  <a:lnTo>
                    <a:pt x="2760431" y="2391295"/>
                  </a:lnTo>
                  <a:lnTo>
                    <a:pt x="2752418" y="2434644"/>
                  </a:lnTo>
                  <a:lnTo>
                    <a:pt x="2743645" y="2478426"/>
                  </a:lnTo>
                  <a:lnTo>
                    <a:pt x="2734110" y="2522641"/>
                  </a:lnTo>
                  <a:lnTo>
                    <a:pt x="2723816" y="2567288"/>
                  </a:lnTo>
                  <a:lnTo>
                    <a:pt x="2712762" y="2612365"/>
                  </a:lnTo>
                  <a:lnTo>
                    <a:pt x="2700948" y="2657872"/>
                  </a:lnTo>
                  <a:lnTo>
                    <a:pt x="2688376" y="2703806"/>
                  </a:lnTo>
                  <a:lnTo>
                    <a:pt x="2675044" y="2750168"/>
                  </a:lnTo>
                  <a:lnTo>
                    <a:pt x="2660954" y="2796955"/>
                  </a:lnTo>
                  <a:lnTo>
                    <a:pt x="2646106" y="2844168"/>
                  </a:lnTo>
                  <a:lnTo>
                    <a:pt x="2630501" y="2891803"/>
                  </a:lnTo>
                  <a:lnTo>
                    <a:pt x="2614138" y="2939861"/>
                  </a:lnTo>
                  <a:lnTo>
                    <a:pt x="2597018" y="2988340"/>
                  </a:lnTo>
                  <a:lnTo>
                    <a:pt x="2579142" y="3037240"/>
                  </a:lnTo>
                  <a:lnTo>
                    <a:pt x="2560509" y="3086558"/>
                  </a:lnTo>
                  <a:lnTo>
                    <a:pt x="2541121" y="3136294"/>
                  </a:lnTo>
                  <a:lnTo>
                    <a:pt x="2520976" y="3186447"/>
                  </a:lnTo>
                  <a:lnTo>
                    <a:pt x="2500077" y="3237016"/>
                  </a:lnTo>
                  <a:lnTo>
                    <a:pt x="2478423" y="3287999"/>
                  </a:lnTo>
                  <a:lnTo>
                    <a:pt x="2456014" y="3339395"/>
                  </a:lnTo>
                  <a:lnTo>
                    <a:pt x="2432851" y="3391203"/>
                  </a:lnTo>
                  <a:lnTo>
                    <a:pt x="2408934" y="3443422"/>
                  </a:lnTo>
                  <a:lnTo>
                    <a:pt x="2384264" y="3496051"/>
                  </a:lnTo>
                  <a:lnTo>
                    <a:pt x="2358840" y="3549089"/>
                  </a:lnTo>
                  <a:lnTo>
                    <a:pt x="2332664" y="3602535"/>
                  </a:lnTo>
                  <a:lnTo>
                    <a:pt x="2305736" y="3656386"/>
                  </a:lnTo>
                  <a:lnTo>
                    <a:pt x="2278055" y="3710643"/>
                  </a:lnTo>
                  <a:lnTo>
                    <a:pt x="2249623" y="3765304"/>
                  </a:lnTo>
                  <a:lnTo>
                    <a:pt x="2220439" y="3820369"/>
                  </a:lnTo>
                  <a:lnTo>
                    <a:pt x="2190504" y="3875834"/>
                  </a:lnTo>
                  <a:lnTo>
                    <a:pt x="2159819" y="3931701"/>
                  </a:lnTo>
                  <a:lnTo>
                    <a:pt x="2128384" y="3987967"/>
                  </a:lnTo>
                  <a:lnTo>
                    <a:pt x="2096198" y="4044632"/>
                  </a:lnTo>
                  <a:lnTo>
                    <a:pt x="2053779" y="4117966"/>
                  </a:lnTo>
                  <a:lnTo>
                    <a:pt x="2010130" y="4191951"/>
                  </a:lnTo>
                  <a:lnTo>
                    <a:pt x="1965257" y="4266583"/>
                  </a:lnTo>
                  <a:lnTo>
                    <a:pt x="1919161" y="4341857"/>
                  </a:lnTo>
                  <a:lnTo>
                    <a:pt x="1871848" y="4417768"/>
                  </a:lnTo>
                  <a:lnTo>
                    <a:pt x="1823320" y="4494310"/>
                  </a:lnTo>
                  <a:lnTo>
                    <a:pt x="1773581" y="4571478"/>
                  </a:lnTo>
                  <a:lnTo>
                    <a:pt x="1722636" y="4649267"/>
                  </a:lnTo>
                  <a:lnTo>
                    <a:pt x="1670488" y="4727673"/>
                  </a:lnTo>
                  <a:lnTo>
                    <a:pt x="1617140" y="4806689"/>
                  </a:lnTo>
                  <a:lnTo>
                    <a:pt x="1562596" y="4886312"/>
                  </a:lnTo>
                  <a:lnTo>
                    <a:pt x="1506861" y="4966535"/>
                  </a:lnTo>
                  <a:lnTo>
                    <a:pt x="1449938" y="5047353"/>
                  </a:lnTo>
                  <a:lnTo>
                    <a:pt x="1391829" y="5128763"/>
                  </a:lnTo>
                  <a:lnTo>
                    <a:pt x="1332541" y="5210757"/>
                  </a:lnTo>
                  <a:lnTo>
                    <a:pt x="1272075" y="5293332"/>
                  </a:lnTo>
                  <a:lnTo>
                    <a:pt x="1210436" y="5376482"/>
                  </a:lnTo>
                  <a:lnTo>
                    <a:pt x="1147627" y="5460202"/>
                  </a:lnTo>
                  <a:lnTo>
                    <a:pt x="1083652" y="5544487"/>
                  </a:lnTo>
                  <a:lnTo>
                    <a:pt x="1018516" y="5629331"/>
                  </a:lnTo>
                  <a:lnTo>
                    <a:pt x="952220" y="5714731"/>
                  </a:lnTo>
                  <a:lnTo>
                    <a:pt x="884771" y="5800680"/>
                  </a:lnTo>
                  <a:lnTo>
                    <a:pt x="816170" y="5887173"/>
                  </a:lnTo>
                  <a:lnTo>
                    <a:pt x="746422" y="5974206"/>
                  </a:lnTo>
                  <a:lnTo>
                    <a:pt x="675530" y="6061773"/>
                  </a:lnTo>
                  <a:lnTo>
                    <a:pt x="603499" y="6149869"/>
                  </a:lnTo>
                  <a:lnTo>
                    <a:pt x="530331" y="6238489"/>
                  </a:lnTo>
                  <a:lnTo>
                    <a:pt x="456032" y="6327628"/>
                  </a:lnTo>
                  <a:lnTo>
                    <a:pt x="380603" y="6417280"/>
                  </a:lnTo>
                  <a:lnTo>
                    <a:pt x="304050" y="6507441"/>
                  </a:lnTo>
                  <a:lnTo>
                    <a:pt x="202709" y="6625562"/>
                  </a:lnTo>
                  <a:lnTo>
                    <a:pt x="101315" y="6742398"/>
                  </a:lnTo>
                  <a:lnTo>
                    <a:pt x="0" y="6857860"/>
                  </a:lnTo>
                  <a:lnTo>
                    <a:pt x="61201" y="6857860"/>
                  </a:lnTo>
                  <a:lnTo>
                    <a:pt x="95873" y="6818374"/>
                  </a:lnTo>
                  <a:lnTo>
                    <a:pt x="199966" y="6698967"/>
                  </a:lnTo>
                  <a:lnTo>
                    <a:pt x="304054" y="6578177"/>
                  </a:lnTo>
                  <a:lnTo>
                    <a:pt x="415467" y="6447231"/>
                  </a:lnTo>
                  <a:lnTo>
                    <a:pt x="491086" y="6357354"/>
                  </a:lnTo>
                  <a:lnTo>
                    <a:pt x="565575" y="6267988"/>
                  </a:lnTo>
                  <a:lnTo>
                    <a:pt x="638930" y="6179141"/>
                  </a:lnTo>
                  <a:lnTo>
                    <a:pt x="711148" y="6090817"/>
                  </a:lnTo>
                  <a:lnTo>
                    <a:pt x="782225" y="6003020"/>
                  </a:lnTo>
                  <a:lnTo>
                    <a:pt x="852156" y="5915757"/>
                  </a:lnTo>
                  <a:lnTo>
                    <a:pt x="920939" y="5829032"/>
                  </a:lnTo>
                  <a:lnTo>
                    <a:pt x="988569" y="5742851"/>
                  </a:lnTo>
                  <a:lnTo>
                    <a:pt x="1055044" y="5657218"/>
                  </a:lnTo>
                  <a:lnTo>
                    <a:pt x="1120358" y="5572139"/>
                  </a:lnTo>
                  <a:lnTo>
                    <a:pt x="1184508" y="5487619"/>
                  </a:lnTo>
                  <a:lnTo>
                    <a:pt x="1247491" y="5403662"/>
                  </a:lnTo>
                  <a:lnTo>
                    <a:pt x="1309303" y="5320275"/>
                  </a:lnTo>
                  <a:lnTo>
                    <a:pt x="1369941" y="5237462"/>
                  </a:lnTo>
                  <a:lnTo>
                    <a:pt x="1429399" y="5155228"/>
                  </a:lnTo>
                  <a:lnTo>
                    <a:pt x="1487675" y="5073579"/>
                  </a:lnTo>
                  <a:lnTo>
                    <a:pt x="1544765" y="4992519"/>
                  </a:lnTo>
                  <a:lnTo>
                    <a:pt x="1600666" y="4912054"/>
                  </a:lnTo>
                  <a:lnTo>
                    <a:pt x="1655373" y="4832189"/>
                  </a:lnTo>
                  <a:lnTo>
                    <a:pt x="1708882" y="4752929"/>
                  </a:lnTo>
                  <a:lnTo>
                    <a:pt x="1761191" y="4674279"/>
                  </a:lnTo>
                  <a:lnTo>
                    <a:pt x="1812294" y="4596244"/>
                  </a:lnTo>
                  <a:lnTo>
                    <a:pt x="1862190" y="4518829"/>
                  </a:lnTo>
                  <a:lnTo>
                    <a:pt x="1910873" y="4442040"/>
                  </a:lnTo>
                  <a:lnTo>
                    <a:pt x="1958340" y="4365882"/>
                  </a:lnTo>
                  <a:lnTo>
                    <a:pt x="2004587" y="4290359"/>
                  </a:lnTo>
                  <a:lnTo>
                    <a:pt x="2049611" y="4215478"/>
                  </a:lnTo>
                  <a:lnTo>
                    <a:pt x="2093408" y="4141242"/>
                  </a:lnTo>
                  <a:lnTo>
                    <a:pt x="2135974" y="4067657"/>
                  </a:lnTo>
                  <a:lnTo>
                    <a:pt x="2168466" y="4010452"/>
                  </a:lnTo>
                  <a:lnTo>
                    <a:pt x="2200201" y="3953643"/>
                  </a:lnTo>
                  <a:lnTo>
                    <a:pt x="2231177" y="3897232"/>
                  </a:lnTo>
                  <a:lnTo>
                    <a:pt x="2261395" y="3841220"/>
                  </a:lnTo>
                  <a:lnTo>
                    <a:pt x="2290854" y="3785608"/>
                  </a:lnTo>
                  <a:lnTo>
                    <a:pt x="2319554" y="3730397"/>
                  </a:lnTo>
                  <a:lnTo>
                    <a:pt x="2347495" y="3675588"/>
                  </a:lnTo>
                  <a:lnTo>
                    <a:pt x="2374676" y="3621183"/>
                  </a:lnTo>
                  <a:lnTo>
                    <a:pt x="2401096" y="3567183"/>
                  </a:lnTo>
                  <a:lnTo>
                    <a:pt x="2426756" y="3513588"/>
                  </a:lnTo>
                  <a:lnTo>
                    <a:pt x="2451655" y="3460401"/>
                  </a:lnTo>
                  <a:lnTo>
                    <a:pt x="2475793" y="3407621"/>
                  </a:lnTo>
                  <a:lnTo>
                    <a:pt x="2499170" y="3355251"/>
                  </a:lnTo>
                  <a:lnTo>
                    <a:pt x="2521784" y="3303291"/>
                  </a:lnTo>
                  <a:lnTo>
                    <a:pt x="2543636" y="3251743"/>
                  </a:lnTo>
                  <a:lnTo>
                    <a:pt x="2564726" y="3200608"/>
                  </a:lnTo>
                  <a:lnTo>
                    <a:pt x="2585052" y="3149886"/>
                  </a:lnTo>
                  <a:lnTo>
                    <a:pt x="2604616" y="3099580"/>
                  </a:lnTo>
                  <a:lnTo>
                    <a:pt x="2623415" y="3049690"/>
                  </a:lnTo>
                  <a:lnTo>
                    <a:pt x="2641450" y="3000217"/>
                  </a:lnTo>
                  <a:lnTo>
                    <a:pt x="2658721" y="2951162"/>
                  </a:lnTo>
                  <a:lnTo>
                    <a:pt x="2675227" y="2902528"/>
                  </a:lnTo>
                  <a:lnTo>
                    <a:pt x="2690968" y="2854314"/>
                  </a:lnTo>
                  <a:lnTo>
                    <a:pt x="2705944" y="2806522"/>
                  </a:lnTo>
                  <a:lnTo>
                    <a:pt x="2720154" y="2759153"/>
                  </a:lnTo>
                  <a:lnTo>
                    <a:pt x="2733597" y="2712208"/>
                  </a:lnTo>
                  <a:lnTo>
                    <a:pt x="2746274" y="2665689"/>
                  </a:lnTo>
                  <a:lnTo>
                    <a:pt x="2758184" y="2619597"/>
                  </a:lnTo>
                  <a:lnTo>
                    <a:pt x="2769327" y="2573932"/>
                  </a:lnTo>
                  <a:lnTo>
                    <a:pt x="2779702" y="2528696"/>
                  </a:lnTo>
                  <a:lnTo>
                    <a:pt x="2789310" y="2483891"/>
                  </a:lnTo>
                  <a:lnTo>
                    <a:pt x="2798149" y="2439516"/>
                  </a:lnTo>
                  <a:lnTo>
                    <a:pt x="2806219" y="2395574"/>
                  </a:lnTo>
                  <a:lnTo>
                    <a:pt x="2813520" y="2352065"/>
                  </a:lnTo>
                  <a:lnTo>
                    <a:pt x="2820052" y="2308991"/>
                  </a:lnTo>
                  <a:lnTo>
                    <a:pt x="2825814" y="2266353"/>
                  </a:lnTo>
                  <a:lnTo>
                    <a:pt x="2830806" y="2224152"/>
                  </a:lnTo>
                  <a:lnTo>
                    <a:pt x="2835028" y="2182389"/>
                  </a:lnTo>
                  <a:lnTo>
                    <a:pt x="2838479" y="2141066"/>
                  </a:lnTo>
                  <a:lnTo>
                    <a:pt x="2841158" y="2100183"/>
                  </a:lnTo>
                  <a:lnTo>
                    <a:pt x="2843067" y="2059741"/>
                  </a:lnTo>
                  <a:lnTo>
                    <a:pt x="2844203" y="2019742"/>
                  </a:lnTo>
                  <a:lnTo>
                    <a:pt x="2844567" y="1980187"/>
                  </a:lnTo>
                  <a:lnTo>
                    <a:pt x="2844158" y="1941077"/>
                  </a:lnTo>
                  <a:lnTo>
                    <a:pt x="2842977" y="1902414"/>
                  </a:lnTo>
                  <a:lnTo>
                    <a:pt x="2841022" y="1864198"/>
                  </a:lnTo>
                  <a:lnTo>
                    <a:pt x="2834792" y="1789112"/>
                  </a:lnTo>
                  <a:lnTo>
                    <a:pt x="2828506" y="1734170"/>
                  </a:lnTo>
                  <a:lnTo>
                    <a:pt x="2821237" y="1679874"/>
                  </a:lnTo>
                  <a:lnTo>
                    <a:pt x="2812985" y="1626226"/>
                  </a:lnTo>
                  <a:lnTo>
                    <a:pt x="2803753" y="1573230"/>
                  </a:lnTo>
                  <a:lnTo>
                    <a:pt x="2793542" y="1520888"/>
                  </a:lnTo>
                  <a:lnTo>
                    <a:pt x="2782352" y="1469204"/>
                  </a:lnTo>
                  <a:lnTo>
                    <a:pt x="2770186" y="1418181"/>
                  </a:lnTo>
                  <a:lnTo>
                    <a:pt x="2757044" y="1367821"/>
                  </a:lnTo>
                  <a:lnTo>
                    <a:pt x="2742928" y="1318128"/>
                  </a:lnTo>
                  <a:lnTo>
                    <a:pt x="2727840" y="1269104"/>
                  </a:lnTo>
                  <a:lnTo>
                    <a:pt x="2711780" y="1220754"/>
                  </a:lnTo>
                  <a:lnTo>
                    <a:pt x="2694750" y="1173079"/>
                  </a:lnTo>
                  <a:lnTo>
                    <a:pt x="2676751" y="1126083"/>
                  </a:lnTo>
                  <a:lnTo>
                    <a:pt x="2657785" y="1079769"/>
                  </a:lnTo>
                  <a:lnTo>
                    <a:pt x="2637853" y="1034139"/>
                  </a:lnTo>
                  <a:lnTo>
                    <a:pt x="2616956" y="989198"/>
                  </a:lnTo>
                  <a:lnTo>
                    <a:pt x="2595096" y="944948"/>
                  </a:lnTo>
                  <a:lnTo>
                    <a:pt x="2572274" y="901391"/>
                  </a:lnTo>
                  <a:lnTo>
                    <a:pt x="2548490" y="858532"/>
                  </a:lnTo>
                  <a:lnTo>
                    <a:pt x="2523748" y="816373"/>
                  </a:lnTo>
                  <a:lnTo>
                    <a:pt x="2498047" y="774917"/>
                  </a:lnTo>
                  <a:lnTo>
                    <a:pt x="2471390" y="734167"/>
                  </a:lnTo>
                  <a:lnTo>
                    <a:pt x="2443777" y="694127"/>
                  </a:lnTo>
                  <a:lnTo>
                    <a:pt x="2415210" y="654799"/>
                  </a:lnTo>
                  <a:lnTo>
                    <a:pt x="2385690" y="616186"/>
                  </a:lnTo>
                  <a:lnTo>
                    <a:pt x="2355219" y="578291"/>
                  </a:lnTo>
                  <a:lnTo>
                    <a:pt x="2323798" y="541117"/>
                  </a:lnTo>
                  <a:lnTo>
                    <a:pt x="2291428" y="504669"/>
                  </a:lnTo>
                  <a:lnTo>
                    <a:pt x="2258110" y="468947"/>
                  </a:lnTo>
                  <a:lnTo>
                    <a:pt x="2224054" y="434156"/>
                  </a:lnTo>
                  <a:lnTo>
                    <a:pt x="2189069" y="400082"/>
                  </a:lnTo>
                  <a:lnTo>
                    <a:pt x="2153158" y="366730"/>
                  </a:lnTo>
                  <a:lnTo>
                    <a:pt x="2116328" y="334102"/>
                  </a:lnTo>
                  <a:lnTo>
                    <a:pt x="2078582" y="302200"/>
                  </a:lnTo>
                  <a:lnTo>
                    <a:pt x="2039925" y="271027"/>
                  </a:lnTo>
                  <a:lnTo>
                    <a:pt x="2000362" y="240586"/>
                  </a:lnTo>
                  <a:lnTo>
                    <a:pt x="1959897" y="210880"/>
                  </a:lnTo>
                  <a:lnTo>
                    <a:pt x="1918535" y="181911"/>
                  </a:lnTo>
                  <a:lnTo>
                    <a:pt x="1876281" y="153682"/>
                  </a:lnTo>
                  <a:lnTo>
                    <a:pt x="1833139" y="126195"/>
                  </a:lnTo>
                  <a:lnTo>
                    <a:pt x="1789114" y="99454"/>
                  </a:lnTo>
                  <a:lnTo>
                    <a:pt x="1744211" y="73462"/>
                  </a:lnTo>
                  <a:lnTo>
                    <a:pt x="1698434" y="48220"/>
                  </a:lnTo>
                  <a:lnTo>
                    <a:pt x="1651787" y="23731"/>
                  </a:lnTo>
                  <a:lnTo>
                    <a:pt x="1604276" y="0"/>
                  </a:lnTo>
                  <a:close/>
                </a:path>
              </a:pathLst>
            </a:custGeom>
            <a:solidFill>
              <a:srgbClr val="100A30">
                <a:alpha val="5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4E3714B9-868A-B544-A6F7-25087E472E46}"/>
                </a:ext>
              </a:extLst>
            </p:cNvPr>
            <p:cNvSpPr/>
            <p:nvPr/>
          </p:nvSpPr>
          <p:spPr>
            <a:xfrm>
              <a:off x="5275055" y="144"/>
              <a:ext cx="2783840" cy="6858000"/>
            </a:xfrm>
            <a:custGeom>
              <a:avLst/>
              <a:gdLst/>
              <a:ahLst/>
              <a:cxnLst/>
              <a:rect l="l" t="t" r="r" b="b"/>
              <a:pathLst>
                <a:path w="2783840" h="6858000">
                  <a:moveTo>
                    <a:pt x="1672399" y="0"/>
                  </a:moveTo>
                  <a:lnTo>
                    <a:pt x="1602867" y="0"/>
                  </a:lnTo>
                  <a:lnTo>
                    <a:pt x="1647432" y="25235"/>
                  </a:lnTo>
                  <a:lnTo>
                    <a:pt x="1691170" y="51172"/>
                  </a:lnTo>
                  <a:lnTo>
                    <a:pt x="1734076" y="77808"/>
                  </a:lnTo>
                  <a:lnTo>
                    <a:pt x="1776145" y="105142"/>
                  </a:lnTo>
                  <a:lnTo>
                    <a:pt x="1817373" y="133170"/>
                  </a:lnTo>
                  <a:lnTo>
                    <a:pt x="1857754" y="161892"/>
                  </a:lnTo>
                  <a:lnTo>
                    <a:pt x="1897284" y="191306"/>
                  </a:lnTo>
                  <a:lnTo>
                    <a:pt x="1935958" y="221409"/>
                  </a:lnTo>
                  <a:lnTo>
                    <a:pt x="1973771" y="252200"/>
                  </a:lnTo>
                  <a:lnTo>
                    <a:pt x="2010719" y="283678"/>
                  </a:lnTo>
                  <a:lnTo>
                    <a:pt x="2046795" y="315839"/>
                  </a:lnTo>
                  <a:lnTo>
                    <a:pt x="2081997" y="348682"/>
                  </a:lnTo>
                  <a:lnTo>
                    <a:pt x="2116318" y="382205"/>
                  </a:lnTo>
                  <a:lnTo>
                    <a:pt x="2149754" y="416407"/>
                  </a:lnTo>
                  <a:lnTo>
                    <a:pt x="2182683" y="451705"/>
                  </a:lnTo>
                  <a:lnTo>
                    <a:pt x="2214708" y="487703"/>
                  </a:lnTo>
                  <a:lnTo>
                    <a:pt x="2245827" y="524396"/>
                  </a:lnTo>
                  <a:lnTo>
                    <a:pt x="2276040" y="561783"/>
                  </a:lnTo>
                  <a:lnTo>
                    <a:pt x="2305345" y="599860"/>
                  </a:lnTo>
                  <a:lnTo>
                    <a:pt x="2333740" y="638626"/>
                  </a:lnTo>
                  <a:lnTo>
                    <a:pt x="2361226" y="678076"/>
                  </a:lnTo>
                  <a:lnTo>
                    <a:pt x="2387800" y="718208"/>
                  </a:lnTo>
                  <a:lnTo>
                    <a:pt x="2413461" y="759020"/>
                  </a:lnTo>
                  <a:lnTo>
                    <a:pt x="2438208" y="800508"/>
                  </a:lnTo>
                  <a:lnTo>
                    <a:pt x="2462039" y="842670"/>
                  </a:lnTo>
                  <a:lnTo>
                    <a:pt x="2484955" y="885502"/>
                  </a:lnTo>
                  <a:lnTo>
                    <a:pt x="2506952" y="929003"/>
                  </a:lnTo>
                  <a:lnTo>
                    <a:pt x="2528031" y="973169"/>
                  </a:lnTo>
                  <a:lnTo>
                    <a:pt x="2548189" y="1017998"/>
                  </a:lnTo>
                  <a:lnTo>
                    <a:pt x="2567427" y="1063487"/>
                  </a:lnTo>
                  <a:lnTo>
                    <a:pt x="2585741" y="1109632"/>
                  </a:lnTo>
                  <a:lnTo>
                    <a:pt x="2603132" y="1156431"/>
                  </a:lnTo>
                  <a:lnTo>
                    <a:pt x="2619597" y="1203882"/>
                  </a:lnTo>
                  <a:lnTo>
                    <a:pt x="2635137" y="1251981"/>
                  </a:lnTo>
                  <a:lnTo>
                    <a:pt x="2649748" y="1300725"/>
                  </a:lnTo>
                  <a:lnTo>
                    <a:pt x="2663431" y="1350113"/>
                  </a:lnTo>
                  <a:lnTo>
                    <a:pt x="2676184" y="1400140"/>
                  </a:lnTo>
                  <a:lnTo>
                    <a:pt x="2688006" y="1450805"/>
                  </a:lnTo>
                  <a:lnTo>
                    <a:pt x="2698896" y="1502104"/>
                  </a:lnTo>
                  <a:lnTo>
                    <a:pt x="2708851" y="1554035"/>
                  </a:lnTo>
                  <a:lnTo>
                    <a:pt x="2717872" y="1606594"/>
                  </a:lnTo>
                  <a:lnTo>
                    <a:pt x="2725957" y="1659780"/>
                  </a:lnTo>
                  <a:lnTo>
                    <a:pt x="2733104" y="1713588"/>
                  </a:lnTo>
                  <a:lnTo>
                    <a:pt x="2739313" y="1768017"/>
                  </a:lnTo>
                  <a:lnTo>
                    <a:pt x="2745514" y="1842068"/>
                  </a:lnTo>
                  <a:lnTo>
                    <a:pt x="2748767" y="1917847"/>
                  </a:lnTo>
                  <a:lnTo>
                    <a:pt x="2749289" y="1956382"/>
                  </a:lnTo>
                  <a:lnTo>
                    <a:pt x="2749076" y="1995346"/>
                  </a:lnTo>
                  <a:lnTo>
                    <a:pt x="2748127" y="2034738"/>
                  </a:lnTo>
                  <a:lnTo>
                    <a:pt x="2746443" y="2074556"/>
                  </a:lnTo>
                  <a:lnTo>
                    <a:pt x="2744024" y="2114801"/>
                  </a:lnTo>
                  <a:lnTo>
                    <a:pt x="2740870" y="2155470"/>
                  </a:lnTo>
                  <a:lnTo>
                    <a:pt x="2736982" y="2196562"/>
                  </a:lnTo>
                  <a:lnTo>
                    <a:pt x="2732361" y="2238077"/>
                  </a:lnTo>
                  <a:lnTo>
                    <a:pt x="2727006" y="2280014"/>
                  </a:lnTo>
                  <a:lnTo>
                    <a:pt x="2720917" y="2322371"/>
                  </a:lnTo>
                  <a:lnTo>
                    <a:pt x="2714096" y="2365147"/>
                  </a:lnTo>
                  <a:lnTo>
                    <a:pt x="2706542" y="2408342"/>
                  </a:lnTo>
                  <a:lnTo>
                    <a:pt x="2698256" y="2451954"/>
                  </a:lnTo>
                  <a:lnTo>
                    <a:pt x="2689238" y="2495982"/>
                  </a:lnTo>
                  <a:lnTo>
                    <a:pt x="2679489" y="2540426"/>
                  </a:lnTo>
                  <a:lnTo>
                    <a:pt x="2669008" y="2585283"/>
                  </a:lnTo>
                  <a:lnTo>
                    <a:pt x="2657796" y="2630554"/>
                  </a:lnTo>
                  <a:lnTo>
                    <a:pt x="2645854" y="2676237"/>
                  </a:lnTo>
                  <a:lnTo>
                    <a:pt x="2633181" y="2722331"/>
                  </a:lnTo>
                  <a:lnTo>
                    <a:pt x="2619778" y="2768834"/>
                  </a:lnTo>
                  <a:lnTo>
                    <a:pt x="2605646" y="2815747"/>
                  </a:lnTo>
                  <a:lnTo>
                    <a:pt x="2590784" y="2863067"/>
                  </a:lnTo>
                  <a:lnTo>
                    <a:pt x="2575193" y="2910794"/>
                  </a:lnTo>
                  <a:lnTo>
                    <a:pt x="2558874" y="2958927"/>
                  </a:lnTo>
                  <a:lnTo>
                    <a:pt x="2541826" y="3007464"/>
                  </a:lnTo>
                  <a:lnTo>
                    <a:pt x="2524051" y="3056405"/>
                  </a:lnTo>
                  <a:lnTo>
                    <a:pt x="2505547" y="3105749"/>
                  </a:lnTo>
                  <a:lnTo>
                    <a:pt x="2486317" y="3155494"/>
                  </a:lnTo>
                  <a:lnTo>
                    <a:pt x="2466359" y="3205639"/>
                  </a:lnTo>
                  <a:lnTo>
                    <a:pt x="2445674" y="3256184"/>
                  </a:lnTo>
                  <a:lnTo>
                    <a:pt x="2424263" y="3307127"/>
                  </a:lnTo>
                  <a:lnTo>
                    <a:pt x="2402126" y="3358467"/>
                  </a:lnTo>
                  <a:lnTo>
                    <a:pt x="2379263" y="3410204"/>
                  </a:lnTo>
                  <a:lnTo>
                    <a:pt x="2355675" y="3462336"/>
                  </a:lnTo>
                  <a:lnTo>
                    <a:pt x="2331362" y="3514862"/>
                  </a:lnTo>
                  <a:lnTo>
                    <a:pt x="2306323" y="3567780"/>
                  </a:lnTo>
                  <a:lnTo>
                    <a:pt x="2280561" y="3621091"/>
                  </a:lnTo>
                  <a:lnTo>
                    <a:pt x="2254074" y="3674793"/>
                  </a:lnTo>
                  <a:lnTo>
                    <a:pt x="2226863" y="3728885"/>
                  </a:lnTo>
                  <a:lnTo>
                    <a:pt x="2198929" y="3783366"/>
                  </a:lnTo>
                  <a:lnTo>
                    <a:pt x="2170272" y="3838234"/>
                  </a:lnTo>
                  <a:lnTo>
                    <a:pt x="2140892" y="3893489"/>
                  </a:lnTo>
                  <a:lnTo>
                    <a:pt x="2110789" y="3949130"/>
                  </a:lnTo>
                  <a:lnTo>
                    <a:pt x="2079965" y="4005155"/>
                  </a:lnTo>
                  <a:lnTo>
                    <a:pt x="2048418" y="4061564"/>
                  </a:lnTo>
                  <a:lnTo>
                    <a:pt x="2016150" y="4118355"/>
                  </a:lnTo>
                  <a:lnTo>
                    <a:pt x="1974045" y="4191180"/>
                  </a:lnTo>
                  <a:lnTo>
                    <a:pt x="1930777" y="4264621"/>
                  </a:lnTo>
                  <a:lnTo>
                    <a:pt x="1886349" y="4338674"/>
                  </a:lnTo>
                  <a:lnTo>
                    <a:pt x="1840766" y="4413334"/>
                  </a:lnTo>
                  <a:lnTo>
                    <a:pt x="1794030" y="4488597"/>
                  </a:lnTo>
                  <a:lnTo>
                    <a:pt x="1746145" y="4564459"/>
                  </a:lnTo>
                  <a:lnTo>
                    <a:pt x="1697114" y="4640913"/>
                  </a:lnTo>
                  <a:lnTo>
                    <a:pt x="1646941" y="4717957"/>
                  </a:lnTo>
                  <a:lnTo>
                    <a:pt x="1595629" y="4795585"/>
                  </a:lnTo>
                  <a:lnTo>
                    <a:pt x="1543180" y="4873793"/>
                  </a:lnTo>
                  <a:lnTo>
                    <a:pt x="1489600" y="4952576"/>
                  </a:lnTo>
                  <a:lnTo>
                    <a:pt x="1434890" y="5031929"/>
                  </a:lnTo>
                  <a:lnTo>
                    <a:pt x="1379054" y="5111848"/>
                  </a:lnTo>
                  <a:lnTo>
                    <a:pt x="1322097" y="5192328"/>
                  </a:lnTo>
                  <a:lnTo>
                    <a:pt x="1264020" y="5273366"/>
                  </a:lnTo>
                  <a:lnTo>
                    <a:pt x="1204827" y="5354955"/>
                  </a:lnTo>
                  <a:lnTo>
                    <a:pt x="1144522" y="5437091"/>
                  </a:lnTo>
                  <a:lnTo>
                    <a:pt x="1083109" y="5519771"/>
                  </a:lnTo>
                  <a:lnTo>
                    <a:pt x="1020589" y="5602988"/>
                  </a:lnTo>
                  <a:lnTo>
                    <a:pt x="956967" y="5686739"/>
                  </a:lnTo>
                  <a:lnTo>
                    <a:pt x="892247" y="5771020"/>
                  </a:lnTo>
                  <a:lnTo>
                    <a:pt x="826431" y="5855824"/>
                  </a:lnTo>
                  <a:lnTo>
                    <a:pt x="759523" y="5941149"/>
                  </a:lnTo>
                  <a:lnTo>
                    <a:pt x="691526" y="6026988"/>
                  </a:lnTo>
                  <a:lnTo>
                    <a:pt x="622443" y="6113338"/>
                  </a:lnTo>
                  <a:lnTo>
                    <a:pt x="552278" y="6200194"/>
                  </a:lnTo>
                  <a:lnTo>
                    <a:pt x="481035" y="6287552"/>
                  </a:lnTo>
                  <a:lnTo>
                    <a:pt x="408716" y="6375406"/>
                  </a:lnTo>
                  <a:lnTo>
                    <a:pt x="335325" y="6463752"/>
                  </a:lnTo>
                  <a:lnTo>
                    <a:pt x="223236" y="6597184"/>
                  </a:lnTo>
                  <a:lnTo>
                    <a:pt x="110408" y="6729758"/>
                  </a:lnTo>
                  <a:lnTo>
                    <a:pt x="0" y="6857860"/>
                  </a:lnTo>
                  <a:lnTo>
                    <a:pt x="45643" y="6857860"/>
                  </a:lnTo>
                  <a:lnTo>
                    <a:pt x="141320" y="6746669"/>
                  </a:lnTo>
                  <a:lnTo>
                    <a:pt x="249383" y="6619656"/>
                  </a:lnTo>
                  <a:lnTo>
                    <a:pt x="361676" y="6485984"/>
                  </a:lnTo>
                  <a:lnTo>
                    <a:pt x="435202" y="6397477"/>
                  </a:lnTo>
                  <a:lnTo>
                    <a:pt x="507654" y="6309462"/>
                  </a:lnTo>
                  <a:lnTo>
                    <a:pt x="579030" y="6221942"/>
                  </a:lnTo>
                  <a:lnTo>
                    <a:pt x="649326" y="6134922"/>
                  </a:lnTo>
                  <a:lnTo>
                    <a:pt x="718539" y="6048408"/>
                  </a:lnTo>
                  <a:lnTo>
                    <a:pt x="786666" y="5962403"/>
                  </a:lnTo>
                  <a:lnTo>
                    <a:pt x="853702" y="5876913"/>
                  </a:lnTo>
                  <a:lnTo>
                    <a:pt x="919646" y="5791942"/>
                  </a:lnTo>
                  <a:lnTo>
                    <a:pt x="984492" y="5707495"/>
                  </a:lnTo>
                  <a:lnTo>
                    <a:pt x="1048239" y="5623575"/>
                  </a:lnTo>
                  <a:lnTo>
                    <a:pt x="1110883" y="5540189"/>
                  </a:lnTo>
                  <a:lnTo>
                    <a:pt x="1172419" y="5457340"/>
                  </a:lnTo>
                  <a:lnTo>
                    <a:pt x="1232846" y="5375033"/>
                  </a:lnTo>
                  <a:lnTo>
                    <a:pt x="1292160" y="5293273"/>
                  </a:lnTo>
                  <a:lnTo>
                    <a:pt x="1350357" y="5212064"/>
                  </a:lnTo>
                  <a:lnTo>
                    <a:pt x="1407434" y="5131411"/>
                  </a:lnTo>
                  <a:lnTo>
                    <a:pt x="1463387" y="5051319"/>
                  </a:lnTo>
                  <a:lnTo>
                    <a:pt x="1518214" y="4971792"/>
                  </a:lnTo>
                  <a:lnTo>
                    <a:pt x="1571910" y="4892834"/>
                  </a:lnTo>
                  <a:lnTo>
                    <a:pt x="1624473" y="4814451"/>
                  </a:lnTo>
                  <a:lnTo>
                    <a:pt x="1675899" y="4736647"/>
                  </a:lnTo>
                  <a:lnTo>
                    <a:pt x="1726186" y="4659427"/>
                  </a:lnTo>
                  <a:lnTo>
                    <a:pt x="1775328" y="4582795"/>
                  </a:lnTo>
                  <a:lnTo>
                    <a:pt x="1823324" y="4506756"/>
                  </a:lnTo>
                  <a:lnTo>
                    <a:pt x="1870169" y="4431314"/>
                  </a:lnTo>
                  <a:lnTo>
                    <a:pt x="1915861" y="4356475"/>
                  </a:lnTo>
                  <a:lnTo>
                    <a:pt x="1960396" y="4282242"/>
                  </a:lnTo>
                  <a:lnTo>
                    <a:pt x="2003771" y="4208620"/>
                  </a:lnTo>
                  <a:lnTo>
                    <a:pt x="2045982" y="4135615"/>
                  </a:lnTo>
                  <a:lnTo>
                    <a:pt x="2078470" y="4078435"/>
                  </a:lnTo>
                  <a:lnTo>
                    <a:pt x="2110231" y="4021636"/>
                  </a:lnTo>
                  <a:lnTo>
                    <a:pt x="2141266" y="3965220"/>
                  </a:lnTo>
                  <a:lnTo>
                    <a:pt x="2171572" y="3909186"/>
                  </a:lnTo>
                  <a:lnTo>
                    <a:pt x="2201151" y="3853538"/>
                  </a:lnTo>
                  <a:lnTo>
                    <a:pt x="2230002" y="3798274"/>
                  </a:lnTo>
                  <a:lnTo>
                    <a:pt x="2258124" y="3743398"/>
                  </a:lnTo>
                  <a:lnTo>
                    <a:pt x="2285517" y="3688908"/>
                  </a:lnTo>
                  <a:lnTo>
                    <a:pt x="2312182" y="3634808"/>
                  </a:lnTo>
                  <a:lnTo>
                    <a:pt x="2338117" y="3581097"/>
                  </a:lnTo>
                  <a:lnTo>
                    <a:pt x="2363322" y="3527777"/>
                  </a:lnTo>
                  <a:lnTo>
                    <a:pt x="2387797" y="3474849"/>
                  </a:lnTo>
                  <a:lnTo>
                    <a:pt x="2411541" y="3422313"/>
                  </a:lnTo>
                  <a:lnTo>
                    <a:pt x="2434555" y="3370172"/>
                  </a:lnTo>
                  <a:lnTo>
                    <a:pt x="2456838" y="3318426"/>
                  </a:lnTo>
                  <a:lnTo>
                    <a:pt x="2478389" y="3267075"/>
                  </a:lnTo>
                  <a:lnTo>
                    <a:pt x="2499209" y="3216122"/>
                  </a:lnTo>
                  <a:lnTo>
                    <a:pt x="2519297" y="3165567"/>
                  </a:lnTo>
                  <a:lnTo>
                    <a:pt x="2538652" y="3115412"/>
                  </a:lnTo>
                  <a:lnTo>
                    <a:pt x="2557274" y="3065656"/>
                  </a:lnTo>
                  <a:lnTo>
                    <a:pt x="2575164" y="3016303"/>
                  </a:lnTo>
                  <a:lnTo>
                    <a:pt x="2592320" y="2967351"/>
                  </a:lnTo>
                  <a:lnTo>
                    <a:pt x="2608742" y="2918803"/>
                  </a:lnTo>
                  <a:lnTo>
                    <a:pt x="2624431" y="2870660"/>
                  </a:lnTo>
                  <a:lnTo>
                    <a:pt x="2639385" y="2822922"/>
                  </a:lnTo>
                  <a:lnTo>
                    <a:pt x="2653604" y="2775591"/>
                  </a:lnTo>
                  <a:lnTo>
                    <a:pt x="2667089" y="2728668"/>
                  </a:lnTo>
                  <a:lnTo>
                    <a:pt x="2679838" y="2682154"/>
                  </a:lnTo>
                  <a:lnTo>
                    <a:pt x="2691851" y="2636049"/>
                  </a:lnTo>
                  <a:lnTo>
                    <a:pt x="2703129" y="2590356"/>
                  </a:lnTo>
                  <a:lnTo>
                    <a:pt x="2713670" y="2545074"/>
                  </a:lnTo>
                  <a:lnTo>
                    <a:pt x="2723474" y="2500206"/>
                  </a:lnTo>
                  <a:lnTo>
                    <a:pt x="2732542" y="2455751"/>
                  </a:lnTo>
                  <a:lnTo>
                    <a:pt x="2740872" y="2411712"/>
                  </a:lnTo>
                  <a:lnTo>
                    <a:pt x="2748464" y="2368090"/>
                  </a:lnTo>
                  <a:lnTo>
                    <a:pt x="2755319" y="2324884"/>
                  </a:lnTo>
                  <a:lnTo>
                    <a:pt x="2761435" y="2282097"/>
                  </a:lnTo>
                  <a:lnTo>
                    <a:pt x="2766813" y="2239730"/>
                  </a:lnTo>
                  <a:lnTo>
                    <a:pt x="2771452" y="2197782"/>
                  </a:lnTo>
                  <a:lnTo>
                    <a:pt x="2775352" y="2156257"/>
                  </a:lnTo>
                  <a:lnTo>
                    <a:pt x="2778512" y="2115154"/>
                  </a:lnTo>
                  <a:lnTo>
                    <a:pt x="2780932" y="2074475"/>
                  </a:lnTo>
                  <a:lnTo>
                    <a:pt x="2782611" y="2034221"/>
                  </a:lnTo>
                  <a:lnTo>
                    <a:pt x="2783551" y="1994392"/>
                  </a:lnTo>
                  <a:lnTo>
                    <a:pt x="2783749" y="1954991"/>
                  </a:lnTo>
                  <a:lnTo>
                    <a:pt x="2783206" y="1916017"/>
                  </a:lnTo>
                  <a:lnTo>
                    <a:pt x="2781922" y="1877472"/>
                  </a:lnTo>
                  <a:lnTo>
                    <a:pt x="2779895" y="1839358"/>
                  </a:lnTo>
                  <a:lnTo>
                    <a:pt x="2773616" y="1764423"/>
                  </a:lnTo>
                  <a:lnTo>
                    <a:pt x="2767532" y="1710972"/>
                  </a:lnTo>
                  <a:lnTo>
                    <a:pt x="2760554" y="1658108"/>
                  </a:lnTo>
                  <a:lnTo>
                    <a:pt x="2752683" y="1605833"/>
                  </a:lnTo>
                  <a:lnTo>
                    <a:pt x="2743920" y="1554152"/>
                  </a:lnTo>
                  <a:lnTo>
                    <a:pt x="2734267" y="1503065"/>
                  </a:lnTo>
                  <a:lnTo>
                    <a:pt x="2723723" y="1452576"/>
                  </a:lnTo>
                  <a:lnTo>
                    <a:pt x="2712291" y="1402688"/>
                  </a:lnTo>
                  <a:lnTo>
                    <a:pt x="2699972" y="1353402"/>
                  </a:lnTo>
                  <a:lnTo>
                    <a:pt x="2686766" y="1304722"/>
                  </a:lnTo>
                  <a:lnTo>
                    <a:pt x="2672676" y="1256650"/>
                  </a:lnTo>
                  <a:lnTo>
                    <a:pt x="2657701" y="1209189"/>
                  </a:lnTo>
                  <a:lnTo>
                    <a:pt x="2641843" y="1162341"/>
                  </a:lnTo>
                  <a:lnTo>
                    <a:pt x="2625104" y="1116108"/>
                  </a:lnTo>
                  <a:lnTo>
                    <a:pt x="2607483" y="1070495"/>
                  </a:lnTo>
                  <a:lnTo>
                    <a:pt x="2588984" y="1025502"/>
                  </a:lnTo>
                  <a:lnTo>
                    <a:pt x="2569606" y="981133"/>
                  </a:lnTo>
                  <a:lnTo>
                    <a:pt x="2549350" y="937390"/>
                  </a:lnTo>
                  <a:lnTo>
                    <a:pt x="2528219" y="894276"/>
                  </a:lnTo>
                  <a:lnTo>
                    <a:pt x="2506212" y="851793"/>
                  </a:lnTo>
                  <a:lnTo>
                    <a:pt x="2483332" y="809944"/>
                  </a:lnTo>
                  <a:lnTo>
                    <a:pt x="2459578" y="768732"/>
                  </a:lnTo>
                  <a:lnTo>
                    <a:pt x="2434953" y="728158"/>
                  </a:lnTo>
                  <a:lnTo>
                    <a:pt x="2409458" y="688227"/>
                  </a:lnTo>
                  <a:lnTo>
                    <a:pt x="2383093" y="648940"/>
                  </a:lnTo>
                  <a:lnTo>
                    <a:pt x="2355860" y="610300"/>
                  </a:lnTo>
                  <a:lnTo>
                    <a:pt x="2327760" y="572309"/>
                  </a:lnTo>
                  <a:lnTo>
                    <a:pt x="2298793" y="534970"/>
                  </a:lnTo>
                  <a:lnTo>
                    <a:pt x="2268962" y="498286"/>
                  </a:lnTo>
                  <a:lnTo>
                    <a:pt x="2238267" y="462259"/>
                  </a:lnTo>
                  <a:lnTo>
                    <a:pt x="2206709" y="426893"/>
                  </a:lnTo>
                  <a:lnTo>
                    <a:pt x="2174290" y="392188"/>
                  </a:lnTo>
                  <a:lnTo>
                    <a:pt x="2140805" y="357945"/>
                  </a:lnTo>
                  <a:lnTo>
                    <a:pt x="2106446" y="324376"/>
                  </a:lnTo>
                  <a:lnTo>
                    <a:pt x="2071220" y="291483"/>
                  </a:lnTo>
                  <a:lnTo>
                    <a:pt x="2035131" y="259267"/>
                  </a:lnTo>
                  <a:lnTo>
                    <a:pt x="1998185" y="227729"/>
                  </a:lnTo>
                  <a:lnTo>
                    <a:pt x="1960387" y="196871"/>
                  </a:lnTo>
                  <a:lnTo>
                    <a:pt x="1921743" y="166693"/>
                  </a:lnTo>
                  <a:lnTo>
                    <a:pt x="1882258" y="137198"/>
                  </a:lnTo>
                  <a:lnTo>
                    <a:pt x="1841937" y="108386"/>
                  </a:lnTo>
                  <a:lnTo>
                    <a:pt x="1800785" y="80259"/>
                  </a:lnTo>
                  <a:lnTo>
                    <a:pt x="1758808" y="52818"/>
                  </a:lnTo>
                  <a:lnTo>
                    <a:pt x="1716011" y="26065"/>
                  </a:lnTo>
                  <a:lnTo>
                    <a:pt x="1672399" y="0"/>
                  </a:lnTo>
                  <a:close/>
                </a:path>
              </a:pathLst>
            </a:custGeom>
            <a:solidFill>
              <a:srgbClr val="100A30">
                <a:alpha val="4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42D92847-02CD-E540-B9B9-CF125C99C0A7}"/>
                </a:ext>
              </a:extLst>
            </p:cNvPr>
            <p:cNvSpPr/>
            <p:nvPr/>
          </p:nvSpPr>
          <p:spPr>
            <a:xfrm>
              <a:off x="5403753" y="137"/>
              <a:ext cx="2709545" cy="6858000"/>
            </a:xfrm>
            <a:custGeom>
              <a:avLst/>
              <a:gdLst/>
              <a:ahLst/>
              <a:cxnLst/>
              <a:rect l="l" t="t" r="r" b="b"/>
              <a:pathLst>
                <a:path w="2709545" h="6858000">
                  <a:moveTo>
                    <a:pt x="1702396" y="0"/>
                  </a:moveTo>
                  <a:lnTo>
                    <a:pt x="1667929" y="0"/>
                  </a:lnTo>
                  <a:lnTo>
                    <a:pt x="1711242" y="29445"/>
                  </a:lnTo>
                  <a:lnTo>
                    <a:pt x="1753677" y="59612"/>
                  </a:lnTo>
                  <a:lnTo>
                    <a:pt x="1795227" y="90500"/>
                  </a:lnTo>
                  <a:lnTo>
                    <a:pt x="1835883" y="122108"/>
                  </a:lnTo>
                  <a:lnTo>
                    <a:pt x="1875639" y="154436"/>
                  </a:lnTo>
                  <a:lnTo>
                    <a:pt x="1914487" y="187485"/>
                  </a:lnTo>
                  <a:lnTo>
                    <a:pt x="1952419" y="221255"/>
                  </a:lnTo>
                  <a:lnTo>
                    <a:pt x="1989429" y="255745"/>
                  </a:lnTo>
                  <a:lnTo>
                    <a:pt x="2025508" y="290955"/>
                  </a:lnTo>
                  <a:lnTo>
                    <a:pt x="2060651" y="326885"/>
                  </a:lnTo>
                  <a:lnTo>
                    <a:pt x="2093104" y="361612"/>
                  </a:lnTo>
                  <a:lnTo>
                    <a:pt x="2124723" y="396985"/>
                  </a:lnTo>
                  <a:lnTo>
                    <a:pt x="2155506" y="432999"/>
                  </a:lnTo>
                  <a:lnTo>
                    <a:pt x="2185453" y="469653"/>
                  </a:lnTo>
                  <a:lnTo>
                    <a:pt x="2214561" y="506945"/>
                  </a:lnTo>
                  <a:lnTo>
                    <a:pt x="2242830" y="544872"/>
                  </a:lnTo>
                  <a:lnTo>
                    <a:pt x="2270259" y="583432"/>
                  </a:lnTo>
                  <a:lnTo>
                    <a:pt x="2296847" y="622621"/>
                  </a:lnTo>
                  <a:lnTo>
                    <a:pt x="2322593" y="662438"/>
                  </a:lnTo>
                  <a:lnTo>
                    <a:pt x="2347495" y="702881"/>
                  </a:lnTo>
                  <a:lnTo>
                    <a:pt x="2371553" y="743946"/>
                  </a:lnTo>
                  <a:lnTo>
                    <a:pt x="2394766" y="785632"/>
                  </a:lnTo>
                  <a:lnTo>
                    <a:pt x="2417132" y="827936"/>
                  </a:lnTo>
                  <a:lnTo>
                    <a:pt x="2438651" y="870855"/>
                  </a:lnTo>
                  <a:lnTo>
                    <a:pt x="2459321" y="914387"/>
                  </a:lnTo>
                  <a:lnTo>
                    <a:pt x="2479141" y="958530"/>
                  </a:lnTo>
                  <a:lnTo>
                    <a:pt x="2498111" y="1003282"/>
                  </a:lnTo>
                  <a:lnTo>
                    <a:pt x="2516229" y="1048639"/>
                  </a:lnTo>
                  <a:lnTo>
                    <a:pt x="2533494" y="1094599"/>
                  </a:lnTo>
                  <a:lnTo>
                    <a:pt x="2549905" y="1141160"/>
                  </a:lnTo>
                  <a:lnTo>
                    <a:pt x="2565462" y="1188320"/>
                  </a:lnTo>
                  <a:lnTo>
                    <a:pt x="2580162" y="1236076"/>
                  </a:lnTo>
                  <a:lnTo>
                    <a:pt x="2594005" y="1284425"/>
                  </a:lnTo>
                  <a:lnTo>
                    <a:pt x="2606990" y="1333366"/>
                  </a:lnTo>
                  <a:lnTo>
                    <a:pt x="2619116" y="1382895"/>
                  </a:lnTo>
                  <a:lnTo>
                    <a:pt x="2630382" y="1433011"/>
                  </a:lnTo>
                  <a:lnTo>
                    <a:pt x="2640787" y="1483711"/>
                  </a:lnTo>
                  <a:lnTo>
                    <a:pt x="2650329" y="1534992"/>
                  </a:lnTo>
                  <a:lnTo>
                    <a:pt x="2659007" y="1586852"/>
                  </a:lnTo>
                  <a:lnTo>
                    <a:pt x="2666821" y="1639288"/>
                  </a:lnTo>
                  <a:lnTo>
                    <a:pt x="2673770" y="1692299"/>
                  </a:lnTo>
                  <a:lnTo>
                    <a:pt x="2679852" y="1745881"/>
                  </a:lnTo>
                  <a:lnTo>
                    <a:pt x="2686164" y="1820540"/>
                  </a:lnTo>
                  <a:lnTo>
                    <a:pt x="2689620" y="1896869"/>
                  </a:lnTo>
                  <a:lnTo>
                    <a:pt x="2690278" y="1935658"/>
                  </a:lnTo>
                  <a:lnTo>
                    <a:pt x="2690223" y="1974861"/>
                  </a:lnTo>
                  <a:lnTo>
                    <a:pt x="2689456" y="2014479"/>
                  </a:lnTo>
                  <a:lnTo>
                    <a:pt x="2687976" y="2054509"/>
                  </a:lnTo>
                  <a:lnTo>
                    <a:pt x="2685785" y="2094951"/>
                  </a:lnTo>
                  <a:lnTo>
                    <a:pt x="2682881" y="2135805"/>
                  </a:lnTo>
                  <a:lnTo>
                    <a:pt x="2679267" y="2177067"/>
                  </a:lnTo>
                  <a:lnTo>
                    <a:pt x="2674941" y="2218739"/>
                  </a:lnTo>
                  <a:lnTo>
                    <a:pt x="2669904" y="2260819"/>
                  </a:lnTo>
                  <a:lnTo>
                    <a:pt x="2664157" y="2303306"/>
                  </a:lnTo>
                  <a:lnTo>
                    <a:pt x="2657699" y="2346199"/>
                  </a:lnTo>
                  <a:lnTo>
                    <a:pt x="2650532" y="2389496"/>
                  </a:lnTo>
                  <a:lnTo>
                    <a:pt x="2642655" y="2433198"/>
                  </a:lnTo>
                  <a:lnTo>
                    <a:pt x="2634068" y="2477303"/>
                  </a:lnTo>
                  <a:lnTo>
                    <a:pt x="2624773" y="2521810"/>
                  </a:lnTo>
                  <a:lnTo>
                    <a:pt x="2614769" y="2566717"/>
                  </a:lnTo>
                  <a:lnTo>
                    <a:pt x="2604057" y="2612025"/>
                  </a:lnTo>
                  <a:lnTo>
                    <a:pt x="2592636" y="2657732"/>
                  </a:lnTo>
                  <a:lnTo>
                    <a:pt x="2580508" y="2703837"/>
                  </a:lnTo>
                  <a:lnTo>
                    <a:pt x="2567672" y="2750339"/>
                  </a:lnTo>
                  <a:lnTo>
                    <a:pt x="2554129" y="2797238"/>
                  </a:lnTo>
                  <a:lnTo>
                    <a:pt x="2539879" y="2844531"/>
                  </a:lnTo>
                  <a:lnTo>
                    <a:pt x="2524922" y="2892219"/>
                  </a:lnTo>
                  <a:lnTo>
                    <a:pt x="2509259" y="2940300"/>
                  </a:lnTo>
                  <a:lnTo>
                    <a:pt x="2492891" y="2988773"/>
                  </a:lnTo>
                  <a:lnTo>
                    <a:pt x="2475816" y="3037637"/>
                  </a:lnTo>
                  <a:lnTo>
                    <a:pt x="2458036" y="3086892"/>
                  </a:lnTo>
                  <a:lnTo>
                    <a:pt x="2439551" y="3136535"/>
                  </a:lnTo>
                  <a:lnTo>
                    <a:pt x="2420361" y="3186567"/>
                  </a:lnTo>
                  <a:lnTo>
                    <a:pt x="2400467" y="3236987"/>
                  </a:lnTo>
                  <a:lnTo>
                    <a:pt x="2379869" y="3287793"/>
                  </a:lnTo>
                  <a:lnTo>
                    <a:pt x="2358566" y="3338984"/>
                  </a:lnTo>
                  <a:lnTo>
                    <a:pt x="2336560" y="3390559"/>
                  </a:lnTo>
                  <a:lnTo>
                    <a:pt x="2313851" y="3442518"/>
                  </a:lnTo>
                  <a:lnTo>
                    <a:pt x="2290439" y="3494859"/>
                  </a:lnTo>
                  <a:lnTo>
                    <a:pt x="2266324" y="3547581"/>
                  </a:lnTo>
                  <a:lnTo>
                    <a:pt x="2241507" y="3600684"/>
                  </a:lnTo>
                  <a:lnTo>
                    <a:pt x="2215987" y="3654167"/>
                  </a:lnTo>
                  <a:lnTo>
                    <a:pt x="2189766" y="3708027"/>
                  </a:lnTo>
                  <a:lnTo>
                    <a:pt x="2162844" y="3762266"/>
                  </a:lnTo>
                  <a:lnTo>
                    <a:pt x="2135220" y="3816880"/>
                  </a:lnTo>
                  <a:lnTo>
                    <a:pt x="2106895" y="3871871"/>
                  </a:lnTo>
                  <a:lnTo>
                    <a:pt x="2077870" y="3927236"/>
                  </a:lnTo>
                  <a:lnTo>
                    <a:pt x="2048145" y="3982974"/>
                  </a:lnTo>
                  <a:lnTo>
                    <a:pt x="2017719" y="4039085"/>
                  </a:lnTo>
                  <a:lnTo>
                    <a:pt x="1986594" y="4095567"/>
                  </a:lnTo>
                  <a:lnTo>
                    <a:pt x="1954770" y="4152420"/>
                  </a:lnTo>
                  <a:lnTo>
                    <a:pt x="1922246" y="4209643"/>
                  </a:lnTo>
                  <a:lnTo>
                    <a:pt x="1880130" y="4282512"/>
                  </a:lnTo>
                  <a:lnTo>
                    <a:pt x="1836901" y="4355972"/>
                  </a:lnTo>
                  <a:lnTo>
                    <a:pt x="1792563" y="4430017"/>
                  </a:lnTo>
                  <a:lnTo>
                    <a:pt x="1747117" y="4504643"/>
                  </a:lnTo>
                  <a:lnTo>
                    <a:pt x="1700568" y="4579847"/>
                  </a:lnTo>
                  <a:lnTo>
                    <a:pt x="1652919" y="4655624"/>
                  </a:lnTo>
                  <a:lnTo>
                    <a:pt x="1604172" y="4731970"/>
                  </a:lnTo>
                  <a:lnTo>
                    <a:pt x="1554330" y="4808880"/>
                  </a:lnTo>
                  <a:lnTo>
                    <a:pt x="1503398" y="4886351"/>
                  </a:lnTo>
                  <a:lnTo>
                    <a:pt x="1451377" y="4964378"/>
                  </a:lnTo>
                  <a:lnTo>
                    <a:pt x="1398272" y="5042956"/>
                  </a:lnTo>
                  <a:lnTo>
                    <a:pt x="1344085" y="5122083"/>
                  </a:lnTo>
                  <a:lnTo>
                    <a:pt x="1288819" y="5201752"/>
                  </a:lnTo>
                  <a:lnTo>
                    <a:pt x="1232477" y="5281961"/>
                  </a:lnTo>
                  <a:lnTo>
                    <a:pt x="1175064" y="5362705"/>
                  </a:lnTo>
                  <a:lnTo>
                    <a:pt x="1116580" y="5443980"/>
                  </a:lnTo>
                  <a:lnTo>
                    <a:pt x="1057031" y="5525781"/>
                  </a:lnTo>
                  <a:lnTo>
                    <a:pt x="996418" y="5608104"/>
                  </a:lnTo>
                  <a:lnTo>
                    <a:pt x="934746" y="5690945"/>
                  </a:lnTo>
                  <a:lnTo>
                    <a:pt x="872016" y="5774300"/>
                  </a:lnTo>
                  <a:lnTo>
                    <a:pt x="808233" y="5858165"/>
                  </a:lnTo>
                  <a:lnTo>
                    <a:pt x="743400" y="5942535"/>
                  </a:lnTo>
                  <a:lnTo>
                    <a:pt x="677518" y="6027406"/>
                  </a:lnTo>
                  <a:lnTo>
                    <a:pt x="610593" y="6112773"/>
                  </a:lnTo>
                  <a:lnTo>
                    <a:pt x="542626" y="6198634"/>
                  </a:lnTo>
                  <a:lnTo>
                    <a:pt x="438730" y="6328339"/>
                  </a:lnTo>
                  <a:lnTo>
                    <a:pt x="332509" y="6459128"/>
                  </a:lnTo>
                  <a:lnTo>
                    <a:pt x="223973" y="6590987"/>
                  </a:lnTo>
                  <a:lnTo>
                    <a:pt x="113133" y="6723903"/>
                  </a:lnTo>
                  <a:lnTo>
                    <a:pt x="0" y="6857860"/>
                  </a:lnTo>
                  <a:lnTo>
                    <a:pt x="25133" y="6857860"/>
                  </a:lnTo>
                  <a:lnTo>
                    <a:pt x="63492" y="6812577"/>
                  </a:lnTo>
                  <a:lnTo>
                    <a:pt x="177006" y="6677437"/>
                  </a:lnTo>
                  <a:lnTo>
                    <a:pt x="288167" y="6543367"/>
                  </a:lnTo>
                  <a:lnTo>
                    <a:pt x="396966" y="6410382"/>
                  </a:lnTo>
                  <a:lnTo>
                    <a:pt x="468180" y="6322336"/>
                  </a:lnTo>
                  <a:lnTo>
                    <a:pt x="538336" y="6234784"/>
                  </a:lnTo>
                  <a:lnTo>
                    <a:pt x="607431" y="6147729"/>
                  </a:lnTo>
                  <a:lnTo>
                    <a:pt x="675461" y="6061176"/>
                  </a:lnTo>
                  <a:lnTo>
                    <a:pt x="742422" y="5975130"/>
                  </a:lnTo>
                  <a:lnTo>
                    <a:pt x="808313" y="5889595"/>
                  </a:lnTo>
                  <a:lnTo>
                    <a:pt x="873129" y="5804576"/>
                  </a:lnTo>
                  <a:lnTo>
                    <a:pt x="936868" y="5720076"/>
                  </a:lnTo>
                  <a:lnTo>
                    <a:pt x="999526" y="5636100"/>
                  </a:lnTo>
                  <a:lnTo>
                    <a:pt x="1061099" y="5552653"/>
                  </a:lnTo>
                  <a:lnTo>
                    <a:pt x="1121586" y="5469739"/>
                  </a:lnTo>
                  <a:lnTo>
                    <a:pt x="1180982" y="5387362"/>
                  </a:lnTo>
                  <a:lnTo>
                    <a:pt x="1239284" y="5305526"/>
                  </a:lnTo>
                  <a:lnTo>
                    <a:pt x="1296489" y="5224237"/>
                  </a:lnTo>
                  <a:lnTo>
                    <a:pt x="1352594" y="5143499"/>
                  </a:lnTo>
                  <a:lnTo>
                    <a:pt x="1407596" y="5063315"/>
                  </a:lnTo>
                  <a:lnTo>
                    <a:pt x="1461491" y="4983690"/>
                  </a:lnTo>
                  <a:lnTo>
                    <a:pt x="1514276" y="4904629"/>
                  </a:lnTo>
                  <a:lnTo>
                    <a:pt x="1565949" y="4826136"/>
                  </a:lnTo>
                  <a:lnTo>
                    <a:pt x="1616505" y="4748216"/>
                  </a:lnTo>
                  <a:lnTo>
                    <a:pt x="1665941" y="4670872"/>
                  </a:lnTo>
                  <a:lnTo>
                    <a:pt x="1714255" y="4594109"/>
                  </a:lnTo>
                  <a:lnTo>
                    <a:pt x="1761443" y="4517932"/>
                  </a:lnTo>
                  <a:lnTo>
                    <a:pt x="1807501" y="4442345"/>
                  </a:lnTo>
                  <a:lnTo>
                    <a:pt x="1852428" y="4367353"/>
                  </a:lnTo>
                  <a:lnTo>
                    <a:pt x="1896218" y="4292959"/>
                  </a:lnTo>
                  <a:lnTo>
                    <a:pt x="1938870" y="4219168"/>
                  </a:lnTo>
                  <a:lnTo>
                    <a:pt x="1970901" y="4162819"/>
                  </a:lnTo>
                  <a:lnTo>
                    <a:pt x="2002255" y="4106826"/>
                  </a:lnTo>
                  <a:lnTo>
                    <a:pt x="2032934" y="4051188"/>
                  </a:lnTo>
                  <a:lnTo>
                    <a:pt x="2062937" y="3995908"/>
                  </a:lnTo>
                  <a:lnTo>
                    <a:pt x="2092263" y="3940985"/>
                  </a:lnTo>
                  <a:lnTo>
                    <a:pt x="2120913" y="3886421"/>
                  </a:lnTo>
                  <a:lnTo>
                    <a:pt x="2148886" y="3832217"/>
                  </a:lnTo>
                  <a:lnTo>
                    <a:pt x="2176182" y="3778374"/>
                  </a:lnTo>
                  <a:lnTo>
                    <a:pt x="2202800" y="3724892"/>
                  </a:lnTo>
                  <a:lnTo>
                    <a:pt x="2228740" y="3671773"/>
                  </a:lnTo>
                  <a:lnTo>
                    <a:pt x="2254003" y="3619018"/>
                  </a:lnTo>
                  <a:lnTo>
                    <a:pt x="2278587" y="3566627"/>
                  </a:lnTo>
                  <a:lnTo>
                    <a:pt x="2302492" y="3514601"/>
                  </a:lnTo>
                  <a:lnTo>
                    <a:pt x="2325718" y="3462941"/>
                  </a:lnTo>
                  <a:lnTo>
                    <a:pt x="2348266" y="3411649"/>
                  </a:lnTo>
                  <a:lnTo>
                    <a:pt x="2370133" y="3360725"/>
                  </a:lnTo>
                  <a:lnTo>
                    <a:pt x="2391321" y="3310171"/>
                  </a:lnTo>
                  <a:lnTo>
                    <a:pt x="2411829" y="3259986"/>
                  </a:lnTo>
                  <a:lnTo>
                    <a:pt x="2431656" y="3210172"/>
                  </a:lnTo>
                  <a:lnTo>
                    <a:pt x="2450803" y="3160730"/>
                  </a:lnTo>
                  <a:lnTo>
                    <a:pt x="2469269" y="3111661"/>
                  </a:lnTo>
                  <a:lnTo>
                    <a:pt x="2487054" y="3062966"/>
                  </a:lnTo>
                  <a:lnTo>
                    <a:pt x="2504157" y="3014645"/>
                  </a:lnTo>
                  <a:lnTo>
                    <a:pt x="2520578" y="2966700"/>
                  </a:lnTo>
                  <a:lnTo>
                    <a:pt x="2536317" y="2919132"/>
                  </a:lnTo>
                  <a:lnTo>
                    <a:pt x="2551374" y="2871941"/>
                  </a:lnTo>
                  <a:lnTo>
                    <a:pt x="2565748" y="2825128"/>
                  </a:lnTo>
                  <a:lnTo>
                    <a:pt x="2579439" y="2778695"/>
                  </a:lnTo>
                  <a:lnTo>
                    <a:pt x="2592447" y="2732642"/>
                  </a:lnTo>
                  <a:lnTo>
                    <a:pt x="2604771" y="2686971"/>
                  </a:lnTo>
                  <a:lnTo>
                    <a:pt x="2616412" y="2641682"/>
                  </a:lnTo>
                  <a:lnTo>
                    <a:pt x="2627368" y="2596775"/>
                  </a:lnTo>
                  <a:lnTo>
                    <a:pt x="2637640" y="2552253"/>
                  </a:lnTo>
                  <a:lnTo>
                    <a:pt x="2647228" y="2508116"/>
                  </a:lnTo>
                  <a:lnTo>
                    <a:pt x="2656130" y="2464364"/>
                  </a:lnTo>
                  <a:lnTo>
                    <a:pt x="2664347" y="2420999"/>
                  </a:lnTo>
                  <a:lnTo>
                    <a:pt x="2671879" y="2378023"/>
                  </a:lnTo>
                  <a:lnTo>
                    <a:pt x="2678725" y="2335434"/>
                  </a:lnTo>
                  <a:lnTo>
                    <a:pt x="2684884" y="2293236"/>
                  </a:lnTo>
                  <a:lnTo>
                    <a:pt x="2690357" y="2251428"/>
                  </a:lnTo>
                  <a:lnTo>
                    <a:pt x="2695144" y="2210011"/>
                  </a:lnTo>
                  <a:lnTo>
                    <a:pt x="2699243" y="2168987"/>
                  </a:lnTo>
                  <a:lnTo>
                    <a:pt x="2702656" y="2128356"/>
                  </a:lnTo>
                  <a:lnTo>
                    <a:pt x="2705380" y="2088120"/>
                  </a:lnTo>
                  <a:lnTo>
                    <a:pt x="2707417" y="2048278"/>
                  </a:lnTo>
                  <a:lnTo>
                    <a:pt x="2708766" y="2008833"/>
                  </a:lnTo>
                  <a:lnTo>
                    <a:pt x="2709426" y="1969785"/>
                  </a:lnTo>
                  <a:lnTo>
                    <a:pt x="2709398" y="1931135"/>
                  </a:lnTo>
                  <a:lnTo>
                    <a:pt x="2708680" y="1892884"/>
                  </a:lnTo>
                  <a:lnTo>
                    <a:pt x="2705177" y="1817582"/>
                  </a:lnTo>
                  <a:lnTo>
                    <a:pt x="2698915" y="1743887"/>
                  </a:lnTo>
                  <a:lnTo>
                    <a:pt x="2692785" y="1689890"/>
                  </a:lnTo>
                  <a:lnTo>
                    <a:pt x="2685780" y="1636468"/>
                  </a:lnTo>
                  <a:lnTo>
                    <a:pt x="2677902" y="1583623"/>
                  </a:lnTo>
                  <a:lnTo>
                    <a:pt x="2669152" y="1531359"/>
                  </a:lnTo>
                  <a:lnTo>
                    <a:pt x="2659530" y="1479677"/>
                  </a:lnTo>
                  <a:lnTo>
                    <a:pt x="2649039" y="1428580"/>
                  </a:lnTo>
                  <a:lnTo>
                    <a:pt x="2637678" y="1378071"/>
                  </a:lnTo>
                  <a:lnTo>
                    <a:pt x="2625449" y="1328151"/>
                  </a:lnTo>
                  <a:lnTo>
                    <a:pt x="2612353" y="1278824"/>
                  </a:lnTo>
                  <a:lnTo>
                    <a:pt x="2598391" y="1230092"/>
                  </a:lnTo>
                  <a:lnTo>
                    <a:pt x="2583564" y="1181957"/>
                  </a:lnTo>
                  <a:lnTo>
                    <a:pt x="2567873" y="1134422"/>
                  </a:lnTo>
                  <a:lnTo>
                    <a:pt x="2551319" y="1087488"/>
                  </a:lnTo>
                  <a:lnTo>
                    <a:pt x="2533904" y="1041160"/>
                  </a:lnTo>
                  <a:lnTo>
                    <a:pt x="2515628" y="995438"/>
                  </a:lnTo>
                  <a:lnTo>
                    <a:pt x="2496492" y="950326"/>
                  </a:lnTo>
                  <a:lnTo>
                    <a:pt x="2476498" y="905826"/>
                  </a:lnTo>
                  <a:lnTo>
                    <a:pt x="2455647" y="861940"/>
                  </a:lnTo>
                  <a:lnTo>
                    <a:pt x="2433939" y="818672"/>
                  </a:lnTo>
                  <a:lnTo>
                    <a:pt x="2411376" y="776022"/>
                  </a:lnTo>
                  <a:lnTo>
                    <a:pt x="2387958" y="733994"/>
                  </a:lnTo>
                  <a:lnTo>
                    <a:pt x="2363688" y="692590"/>
                  </a:lnTo>
                  <a:lnTo>
                    <a:pt x="2338565" y="651813"/>
                  </a:lnTo>
                  <a:lnTo>
                    <a:pt x="2312591" y="611665"/>
                  </a:lnTo>
                  <a:lnTo>
                    <a:pt x="2285768" y="572149"/>
                  </a:lnTo>
                  <a:lnTo>
                    <a:pt x="2258095" y="533267"/>
                  </a:lnTo>
                  <a:lnTo>
                    <a:pt x="2229574" y="495021"/>
                  </a:lnTo>
                  <a:lnTo>
                    <a:pt x="2200207" y="457413"/>
                  </a:lnTo>
                  <a:lnTo>
                    <a:pt x="2169994" y="420448"/>
                  </a:lnTo>
                  <a:lnTo>
                    <a:pt x="2138936" y="384126"/>
                  </a:lnTo>
                  <a:lnTo>
                    <a:pt x="2107034" y="348450"/>
                  </a:lnTo>
                  <a:lnTo>
                    <a:pt x="2074291" y="313423"/>
                  </a:lnTo>
                  <a:lnTo>
                    <a:pt x="2040813" y="279160"/>
                  </a:lnTo>
                  <a:lnTo>
                    <a:pt x="2006495" y="245544"/>
                  </a:lnTo>
                  <a:lnTo>
                    <a:pt x="1971343" y="212578"/>
                  </a:lnTo>
                  <a:lnTo>
                    <a:pt x="1935363" y="180260"/>
                  </a:lnTo>
                  <a:lnTo>
                    <a:pt x="1898559" y="148591"/>
                  </a:lnTo>
                  <a:lnTo>
                    <a:pt x="1860938" y="117572"/>
                  </a:lnTo>
                  <a:lnTo>
                    <a:pt x="1822506" y="87203"/>
                  </a:lnTo>
                  <a:lnTo>
                    <a:pt x="1783267" y="57484"/>
                  </a:lnTo>
                  <a:lnTo>
                    <a:pt x="1743229" y="28416"/>
                  </a:lnTo>
                  <a:lnTo>
                    <a:pt x="1702396" y="0"/>
                  </a:lnTo>
                  <a:close/>
                </a:path>
              </a:pathLst>
            </a:custGeom>
            <a:solidFill>
              <a:srgbClr val="100A3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4662C95E-EDED-EB47-8EAB-915053EE86D0}"/>
                </a:ext>
              </a:extLst>
            </p:cNvPr>
            <p:cNvSpPr/>
            <p:nvPr/>
          </p:nvSpPr>
          <p:spPr>
            <a:xfrm>
              <a:off x="5481115" y="147"/>
              <a:ext cx="2671445" cy="6858000"/>
            </a:xfrm>
            <a:custGeom>
              <a:avLst/>
              <a:gdLst/>
              <a:ahLst/>
              <a:cxnLst/>
              <a:rect l="l" t="t" r="r" b="b"/>
              <a:pathLst>
                <a:path w="2671445" h="6858000">
                  <a:moveTo>
                    <a:pt x="1736801" y="0"/>
                  </a:moveTo>
                  <a:lnTo>
                    <a:pt x="1721053" y="0"/>
                  </a:lnTo>
                  <a:lnTo>
                    <a:pt x="1760214" y="29882"/>
                  </a:lnTo>
                  <a:lnTo>
                    <a:pt x="1798587" y="60400"/>
                  </a:lnTo>
                  <a:lnTo>
                    <a:pt x="1836167" y="91552"/>
                  </a:lnTo>
                  <a:lnTo>
                    <a:pt x="1872946" y="123339"/>
                  </a:lnTo>
                  <a:lnTo>
                    <a:pt x="1908919" y="155760"/>
                  </a:lnTo>
                  <a:lnTo>
                    <a:pt x="1944079" y="188816"/>
                  </a:lnTo>
                  <a:lnTo>
                    <a:pt x="1978419" y="222506"/>
                  </a:lnTo>
                  <a:lnTo>
                    <a:pt x="2011934" y="256832"/>
                  </a:lnTo>
                  <a:lnTo>
                    <a:pt x="2044421" y="291567"/>
                  </a:lnTo>
                  <a:lnTo>
                    <a:pt x="2076098" y="326927"/>
                  </a:lnTo>
                  <a:lnTo>
                    <a:pt x="2106964" y="362909"/>
                  </a:lnTo>
                  <a:lnTo>
                    <a:pt x="2137017" y="399513"/>
                  </a:lnTo>
                  <a:lnTo>
                    <a:pt x="2166258" y="436734"/>
                  </a:lnTo>
                  <a:lnTo>
                    <a:pt x="2194685" y="474572"/>
                  </a:lnTo>
                  <a:lnTo>
                    <a:pt x="2222297" y="513023"/>
                  </a:lnTo>
                  <a:lnTo>
                    <a:pt x="2249092" y="552086"/>
                  </a:lnTo>
                  <a:lnTo>
                    <a:pt x="2275071" y="591757"/>
                  </a:lnTo>
                  <a:lnTo>
                    <a:pt x="2300231" y="632036"/>
                  </a:lnTo>
                  <a:lnTo>
                    <a:pt x="2324572" y="672919"/>
                  </a:lnTo>
                  <a:lnTo>
                    <a:pt x="2348093" y="714404"/>
                  </a:lnTo>
                  <a:lnTo>
                    <a:pt x="2370794" y="756489"/>
                  </a:lnTo>
                  <a:lnTo>
                    <a:pt x="2392672" y="799172"/>
                  </a:lnTo>
                  <a:lnTo>
                    <a:pt x="2413727" y="842451"/>
                  </a:lnTo>
                  <a:lnTo>
                    <a:pt x="2433958" y="886322"/>
                  </a:lnTo>
                  <a:lnTo>
                    <a:pt x="2453363" y="930785"/>
                  </a:lnTo>
                  <a:lnTo>
                    <a:pt x="2471943" y="975835"/>
                  </a:lnTo>
                  <a:lnTo>
                    <a:pt x="2489696" y="1021473"/>
                  </a:lnTo>
                  <a:lnTo>
                    <a:pt x="2506621" y="1067694"/>
                  </a:lnTo>
                  <a:lnTo>
                    <a:pt x="2522716" y="1114497"/>
                  </a:lnTo>
                  <a:lnTo>
                    <a:pt x="2537982" y="1161879"/>
                  </a:lnTo>
                  <a:lnTo>
                    <a:pt x="2552416" y="1209838"/>
                  </a:lnTo>
                  <a:lnTo>
                    <a:pt x="2566018" y="1258372"/>
                  </a:lnTo>
                  <a:lnTo>
                    <a:pt x="2578788" y="1307479"/>
                  </a:lnTo>
                  <a:lnTo>
                    <a:pt x="2590723" y="1357156"/>
                  </a:lnTo>
                  <a:lnTo>
                    <a:pt x="2601823" y="1407401"/>
                  </a:lnTo>
                  <a:lnTo>
                    <a:pt x="2612087" y="1458212"/>
                  </a:lnTo>
                  <a:lnTo>
                    <a:pt x="2621515" y="1509586"/>
                  </a:lnTo>
                  <a:lnTo>
                    <a:pt x="2630104" y="1561522"/>
                  </a:lnTo>
                  <a:lnTo>
                    <a:pt x="2637854" y="1614016"/>
                  </a:lnTo>
                  <a:lnTo>
                    <a:pt x="2644764" y="1667067"/>
                  </a:lnTo>
                  <a:lnTo>
                    <a:pt x="2650832" y="1720672"/>
                  </a:lnTo>
                  <a:lnTo>
                    <a:pt x="2657155" y="1794768"/>
                  </a:lnTo>
                  <a:lnTo>
                    <a:pt x="2660749" y="1870458"/>
                  </a:lnTo>
                  <a:lnTo>
                    <a:pt x="2661524" y="1908900"/>
                  </a:lnTo>
                  <a:lnTo>
                    <a:pt x="2661617" y="1947737"/>
                  </a:lnTo>
                  <a:lnTo>
                    <a:pt x="2661029" y="1986970"/>
                  </a:lnTo>
                  <a:lnTo>
                    <a:pt x="2659760" y="2026596"/>
                  </a:lnTo>
                  <a:lnTo>
                    <a:pt x="2657811" y="2066617"/>
                  </a:lnTo>
                  <a:lnTo>
                    <a:pt x="2655182" y="2107029"/>
                  </a:lnTo>
                  <a:lnTo>
                    <a:pt x="2651872" y="2147833"/>
                  </a:lnTo>
                  <a:lnTo>
                    <a:pt x="2647883" y="2189028"/>
                  </a:lnTo>
                  <a:lnTo>
                    <a:pt x="2643215" y="2230612"/>
                  </a:lnTo>
                  <a:lnTo>
                    <a:pt x="2637868" y="2272585"/>
                  </a:lnTo>
                  <a:lnTo>
                    <a:pt x="2631842" y="2314946"/>
                  </a:lnTo>
                  <a:lnTo>
                    <a:pt x="2625137" y="2357694"/>
                  </a:lnTo>
                  <a:lnTo>
                    <a:pt x="2617754" y="2400828"/>
                  </a:lnTo>
                  <a:lnTo>
                    <a:pt x="2609693" y="2444348"/>
                  </a:lnTo>
                  <a:lnTo>
                    <a:pt x="2600954" y="2488251"/>
                  </a:lnTo>
                  <a:lnTo>
                    <a:pt x="2591538" y="2532538"/>
                  </a:lnTo>
                  <a:lnTo>
                    <a:pt x="2581445" y="2577208"/>
                  </a:lnTo>
                  <a:lnTo>
                    <a:pt x="2570675" y="2622259"/>
                  </a:lnTo>
                  <a:lnTo>
                    <a:pt x="2559228" y="2667690"/>
                  </a:lnTo>
                  <a:lnTo>
                    <a:pt x="2547105" y="2713502"/>
                  </a:lnTo>
                  <a:lnTo>
                    <a:pt x="2534306" y="2759692"/>
                  </a:lnTo>
                  <a:lnTo>
                    <a:pt x="2520831" y="2806260"/>
                  </a:lnTo>
                  <a:lnTo>
                    <a:pt x="2506681" y="2853205"/>
                  </a:lnTo>
                  <a:lnTo>
                    <a:pt x="2491856" y="2900527"/>
                  </a:lnTo>
                  <a:lnTo>
                    <a:pt x="2476355" y="2948223"/>
                  </a:lnTo>
                  <a:lnTo>
                    <a:pt x="2460180" y="2996294"/>
                  </a:lnTo>
                  <a:lnTo>
                    <a:pt x="2443331" y="3044738"/>
                  </a:lnTo>
                  <a:lnTo>
                    <a:pt x="2425808" y="3093555"/>
                  </a:lnTo>
                  <a:lnTo>
                    <a:pt x="2407610" y="3142743"/>
                  </a:lnTo>
                  <a:lnTo>
                    <a:pt x="2388740" y="3192302"/>
                  </a:lnTo>
                  <a:lnTo>
                    <a:pt x="2369196" y="3242231"/>
                  </a:lnTo>
                  <a:lnTo>
                    <a:pt x="2348979" y="3292529"/>
                  </a:lnTo>
                  <a:lnTo>
                    <a:pt x="2328089" y="3343195"/>
                  </a:lnTo>
                  <a:lnTo>
                    <a:pt x="2306527" y="3394228"/>
                  </a:lnTo>
                  <a:lnTo>
                    <a:pt x="2284293" y="3445627"/>
                  </a:lnTo>
                  <a:lnTo>
                    <a:pt x="2261387" y="3497391"/>
                  </a:lnTo>
                  <a:lnTo>
                    <a:pt x="2237810" y="3549519"/>
                  </a:lnTo>
                  <a:lnTo>
                    <a:pt x="2213561" y="3602011"/>
                  </a:lnTo>
                  <a:lnTo>
                    <a:pt x="2188641" y="3654866"/>
                  </a:lnTo>
                  <a:lnTo>
                    <a:pt x="2163050" y="3708082"/>
                  </a:lnTo>
                  <a:lnTo>
                    <a:pt x="2136789" y="3761659"/>
                  </a:lnTo>
                  <a:lnTo>
                    <a:pt x="2109858" y="3815596"/>
                  </a:lnTo>
                  <a:lnTo>
                    <a:pt x="2082257" y="3869891"/>
                  </a:lnTo>
                  <a:lnTo>
                    <a:pt x="2053986" y="3924545"/>
                  </a:lnTo>
                  <a:lnTo>
                    <a:pt x="2025046" y="3979556"/>
                  </a:lnTo>
                  <a:lnTo>
                    <a:pt x="1995437" y="4034923"/>
                  </a:lnTo>
                  <a:lnTo>
                    <a:pt x="1965159" y="4090645"/>
                  </a:lnTo>
                  <a:lnTo>
                    <a:pt x="1934213" y="4146722"/>
                  </a:lnTo>
                  <a:lnTo>
                    <a:pt x="1902598" y="4203152"/>
                  </a:lnTo>
                  <a:lnTo>
                    <a:pt x="1870316" y="4259935"/>
                  </a:lnTo>
                  <a:lnTo>
                    <a:pt x="1849052" y="4296899"/>
                  </a:lnTo>
                  <a:lnTo>
                    <a:pt x="1805687" y="4371273"/>
                  </a:lnTo>
                  <a:lnTo>
                    <a:pt x="1761206" y="4446236"/>
                  </a:lnTo>
                  <a:lnTo>
                    <a:pt x="1715613" y="4521784"/>
                  </a:lnTo>
                  <a:lnTo>
                    <a:pt x="1668911" y="4597914"/>
                  </a:lnTo>
                  <a:lnTo>
                    <a:pt x="1621104" y="4674621"/>
                  </a:lnTo>
                  <a:lnTo>
                    <a:pt x="1572193" y="4751901"/>
                  </a:lnTo>
                  <a:lnTo>
                    <a:pt x="1522183" y="4829749"/>
                  </a:lnTo>
                  <a:lnTo>
                    <a:pt x="1471076" y="4908162"/>
                  </a:lnTo>
                  <a:lnTo>
                    <a:pt x="1418876" y="4987136"/>
                  </a:lnTo>
                  <a:lnTo>
                    <a:pt x="1365584" y="5066665"/>
                  </a:lnTo>
                  <a:lnTo>
                    <a:pt x="1311206" y="5146747"/>
                  </a:lnTo>
                  <a:lnTo>
                    <a:pt x="1255743" y="5227376"/>
                  </a:lnTo>
                  <a:lnTo>
                    <a:pt x="1199199" y="5308549"/>
                  </a:lnTo>
                  <a:lnTo>
                    <a:pt x="1141576" y="5390262"/>
                  </a:lnTo>
                  <a:lnTo>
                    <a:pt x="1082878" y="5472509"/>
                  </a:lnTo>
                  <a:lnTo>
                    <a:pt x="1023108" y="5555288"/>
                  </a:lnTo>
                  <a:lnTo>
                    <a:pt x="962270" y="5638593"/>
                  </a:lnTo>
                  <a:lnTo>
                    <a:pt x="900365" y="5722422"/>
                  </a:lnTo>
                  <a:lnTo>
                    <a:pt x="837397" y="5806768"/>
                  </a:lnTo>
                  <a:lnTo>
                    <a:pt x="773370" y="5891629"/>
                  </a:lnTo>
                  <a:lnTo>
                    <a:pt x="708285" y="5977000"/>
                  </a:lnTo>
                  <a:lnTo>
                    <a:pt x="642147" y="6062877"/>
                  </a:lnTo>
                  <a:lnTo>
                    <a:pt x="574959" y="6149256"/>
                  </a:lnTo>
                  <a:lnTo>
                    <a:pt x="506723" y="6236133"/>
                  </a:lnTo>
                  <a:lnTo>
                    <a:pt x="437443" y="6323502"/>
                  </a:lnTo>
                  <a:lnTo>
                    <a:pt x="331571" y="6455473"/>
                  </a:lnTo>
                  <a:lnTo>
                    <a:pt x="223366" y="6588530"/>
                  </a:lnTo>
                  <a:lnTo>
                    <a:pt x="112839" y="6722659"/>
                  </a:lnTo>
                  <a:lnTo>
                    <a:pt x="0" y="6857847"/>
                  </a:lnTo>
                  <a:lnTo>
                    <a:pt x="12522" y="6857847"/>
                  </a:lnTo>
                  <a:lnTo>
                    <a:pt x="50292" y="6812761"/>
                  </a:lnTo>
                  <a:lnTo>
                    <a:pt x="162069" y="6678202"/>
                  </a:lnTo>
                  <a:lnTo>
                    <a:pt x="271540" y="6544701"/>
                  </a:lnTo>
                  <a:lnTo>
                    <a:pt x="378694" y="6412273"/>
                  </a:lnTo>
                  <a:lnTo>
                    <a:pt x="483521" y="6280931"/>
                  </a:lnTo>
                  <a:lnTo>
                    <a:pt x="552107" y="6193981"/>
                  </a:lnTo>
                  <a:lnTo>
                    <a:pt x="619652" y="6107524"/>
                  </a:lnTo>
                  <a:lnTo>
                    <a:pt x="686152" y="6021564"/>
                  </a:lnTo>
                  <a:lnTo>
                    <a:pt x="751603" y="5936106"/>
                  </a:lnTo>
                  <a:lnTo>
                    <a:pt x="816004" y="5851153"/>
                  </a:lnTo>
                  <a:lnTo>
                    <a:pt x="879351" y="5766711"/>
                  </a:lnTo>
                  <a:lnTo>
                    <a:pt x="941640" y="5682782"/>
                  </a:lnTo>
                  <a:lnTo>
                    <a:pt x="1002869" y="5599372"/>
                  </a:lnTo>
                  <a:lnTo>
                    <a:pt x="1063035" y="5516485"/>
                  </a:lnTo>
                  <a:lnTo>
                    <a:pt x="1122135" y="5434124"/>
                  </a:lnTo>
                  <a:lnTo>
                    <a:pt x="1180166" y="5352294"/>
                  </a:lnTo>
                  <a:lnTo>
                    <a:pt x="1237124" y="5270999"/>
                  </a:lnTo>
                  <a:lnTo>
                    <a:pt x="1293006" y="5190243"/>
                  </a:lnTo>
                  <a:lnTo>
                    <a:pt x="1347811" y="5110030"/>
                  </a:lnTo>
                  <a:lnTo>
                    <a:pt x="1401533" y="5030364"/>
                  </a:lnTo>
                  <a:lnTo>
                    <a:pt x="1454172" y="4951251"/>
                  </a:lnTo>
                  <a:lnTo>
                    <a:pt x="1505722" y="4872693"/>
                  </a:lnTo>
                  <a:lnTo>
                    <a:pt x="1556182" y="4794694"/>
                  </a:lnTo>
                  <a:lnTo>
                    <a:pt x="1605549" y="4717260"/>
                  </a:lnTo>
                  <a:lnTo>
                    <a:pt x="1653818" y="4640395"/>
                  </a:lnTo>
                  <a:lnTo>
                    <a:pt x="1700988" y="4564101"/>
                  </a:lnTo>
                  <a:lnTo>
                    <a:pt x="1747055" y="4488385"/>
                  </a:lnTo>
                  <a:lnTo>
                    <a:pt x="1792016" y="4413249"/>
                  </a:lnTo>
                  <a:lnTo>
                    <a:pt x="1835869" y="4338698"/>
                  </a:lnTo>
                  <a:lnTo>
                    <a:pt x="1878609" y="4264736"/>
                  </a:lnTo>
                  <a:lnTo>
                    <a:pt x="1910948" y="4207853"/>
                  </a:lnTo>
                  <a:lnTo>
                    <a:pt x="1942618" y="4151322"/>
                  </a:lnTo>
                  <a:lnTo>
                    <a:pt x="1973618" y="4095144"/>
                  </a:lnTo>
                  <a:lnTo>
                    <a:pt x="2003949" y="4039321"/>
                  </a:lnTo>
                  <a:lnTo>
                    <a:pt x="2033609" y="3983852"/>
                  </a:lnTo>
                  <a:lnTo>
                    <a:pt x="2062600" y="3928740"/>
                  </a:lnTo>
                  <a:lnTo>
                    <a:pt x="2090919" y="3873984"/>
                  </a:lnTo>
                  <a:lnTo>
                    <a:pt x="2118568" y="3819586"/>
                  </a:lnTo>
                  <a:lnTo>
                    <a:pt x="2145546" y="3765546"/>
                  </a:lnTo>
                  <a:lnTo>
                    <a:pt x="2171852" y="3711867"/>
                  </a:lnTo>
                  <a:lnTo>
                    <a:pt x="2197487" y="3658547"/>
                  </a:lnTo>
                  <a:lnTo>
                    <a:pt x="2222449" y="3605589"/>
                  </a:lnTo>
                  <a:lnTo>
                    <a:pt x="2246739" y="3552994"/>
                  </a:lnTo>
                  <a:lnTo>
                    <a:pt x="2270357" y="3500761"/>
                  </a:lnTo>
                  <a:lnTo>
                    <a:pt x="2293302" y="3448893"/>
                  </a:lnTo>
                  <a:lnTo>
                    <a:pt x="2315574" y="3397389"/>
                  </a:lnTo>
                  <a:lnTo>
                    <a:pt x="2337172" y="3346252"/>
                  </a:lnTo>
                  <a:lnTo>
                    <a:pt x="2358097" y="3295481"/>
                  </a:lnTo>
                  <a:lnTo>
                    <a:pt x="2378348" y="3245078"/>
                  </a:lnTo>
                  <a:lnTo>
                    <a:pt x="2397924" y="3195044"/>
                  </a:lnTo>
                  <a:lnTo>
                    <a:pt x="2416826" y="3145379"/>
                  </a:lnTo>
                  <a:lnTo>
                    <a:pt x="2435054" y="3096085"/>
                  </a:lnTo>
                  <a:lnTo>
                    <a:pt x="2452606" y="3047161"/>
                  </a:lnTo>
                  <a:lnTo>
                    <a:pt x="2469483" y="2998611"/>
                  </a:lnTo>
                  <a:lnTo>
                    <a:pt x="2485684" y="2950433"/>
                  </a:lnTo>
                  <a:lnTo>
                    <a:pt x="2501209" y="2902629"/>
                  </a:lnTo>
                  <a:lnTo>
                    <a:pt x="2516058" y="2855201"/>
                  </a:lnTo>
                  <a:lnTo>
                    <a:pt x="2530231" y="2808148"/>
                  </a:lnTo>
                  <a:lnTo>
                    <a:pt x="2543727" y="2761472"/>
                  </a:lnTo>
                  <a:lnTo>
                    <a:pt x="2556546" y="2715174"/>
                  </a:lnTo>
                  <a:lnTo>
                    <a:pt x="2568688" y="2669254"/>
                  </a:lnTo>
                  <a:lnTo>
                    <a:pt x="2580152" y="2623714"/>
                  </a:lnTo>
                  <a:lnTo>
                    <a:pt x="2590938" y="2578554"/>
                  </a:lnTo>
                  <a:lnTo>
                    <a:pt x="2601046" y="2533776"/>
                  </a:lnTo>
                  <a:lnTo>
                    <a:pt x="2610476" y="2489380"/>
                  </a:lnTo>
                  <a:lnTo>
                    <a:pt x="2619227" y="2445367"/>
                  </a:lnTo>
                  <a:lnTo>
                    <a:pt x="2627299" y="2401738"/>
                  </a:lnTo>
                  <a:lnTo>
                    <a:pt x="2634692" y="2358494"/>
                  </a:lnTo>
                  <a:lnTo>
                    <a:pt x="2641405" y="2315635"/>
                  </a:lnTo>
                  <a:lnTo>
                    <a:pt x="2647438" y="2273164"/>
                  </a:lnTo>
                  <a:lnTo>
                    <a:pt x="2652792" y="2231080"/>
                  </a:lnTo>
                  <a:lnTo>
                    <a:pt x="2657465" y="2189385"/>
                  </a:lnTo>
                  <a:lnTo>
                    <a:pt x="2661457" y="2148079"/>
                  </a:lnTo>
                  <a:lnTo>
                    <a:pt x="2664768" y="2107164"/>
                  </a:lnTo>
                  <a:lnTo>
                    <a:pt x="2667399" y="2066640"/>
                  </a:lnTo>
                  <a:lnTo>
                    <a:pt x="2669347" y="2026508"/>
                  </a:lnTo>
                  <a:lnTo>
                    <a:pt x="2670614" y="1986769"/>
                  </a:lnTo>
                  <a:lnTo>
                    <a:pt x="2671199" y="1947424"/>
                  </a:lnTo>
                  <a:lnTo>
                    <a:pt x="2671102" y="1908475"/>
                  </a:lnTo>
                  <a:lnTo>
                    <a:pt x="2670322" y="1869921"/>
                  </a:lnTo>
                  <a:lnTo>
                    <a:pt x="2668859" y="1831763"/>
                  </a:lnTo>
                  <a:lnTo>
                    <a:pt x="2663883" y="1756643"/>
                  </a:lnTo>
                  <a:lnTo>
                    <a:pt x="2654277" y="1665874"/>
                  </a:lnTo>
                  <a:lnTo>
                    <a:pt x="2647340" y="1612622"/>
                  </a:lnTo>
                  <a:lnTo>
                    <a:pt x="2639559" y="1559929"/>
                  </a:lnTo>
                  <a:lnTo>
                    <a:pt x="2630934" y="1507796"/>
                  </a:lnTo>
                  <a:lnTo>
                    <a:pt x="2621468" y="1456227"/>
                  </a:lnTo>
                  <a:lnTo>
                    <a:pt x="2611162" y="1405222"/>
                  </a:lnTo>
                  <a:lnTo>
                    <a:pt x="2600015" y="1354785"/>
                  </a:lnTo>
                  <a:lnTo>
                    <a:pt x="2588030" y="1304917"/>
                  </a:lnTo>
                  <a:lnTo>
                    <a:pt x="2575207" y="1255622"/>
                  </a:lnTo>
                  <a:lnTo>
                    <a:pt x="2561547" y="1206901"/>
                  </a:lnTo>
                  <a:lnTo>
                    <a:pt x="2547052" y="1158756"/>
                  </a:lnTo>
                  <a:lnTo>
                    <a:pt x="2531722" y="1111191"/>
                  </a:lnTo>
                  <a:lnTo>
                    <a:pt x="2515558" y="1064207"/>
                  </a:lnTo>
                  <a:lnTo>
                    <a:pt x="2498561" y="1017806"/>
                  </a:lnTo>
                  <a:lnTo>
                    <a:pt x="2480733" y="971991"/>
                  </a:lnTo>
                  <a:lnTo>
                    <a:pt x="2462074" y="926764"/>
                  </a:lnTo>
                  <a:lnTo>
                    <a:pt x="2442585" y="882127"/>
                  </a:lnTo>
                  <a:lnTo>
                    <a:pt x="2422268" y="838083"/>
                  </a:lnTo>
                  <a:lnTo>
                    <a:pt x="2401123" y="794634"/>
                  </a:lnTo>
                  <a:lnTo>
                    <a:pt x="2379151" y="751782"/>
                  </a:lnTo>
                  <a:lnTo>
                    <a:pt x="2356354" y="709530"/>
                  </a:lnTo>
                  <a:lnTo>
                    <a:pt x="2332732" y="667879"/>
                  </a:lnTo>
                  <a:lnTo>
                    <a:pt x="2308286" y="626833"/>
                  </a:lnTo>
                  <a:lnTo>
                    <a:pt x="2283018" y="586393"/>
                  </a:lnTo>
                  <a:lnTo>
                    <a:pt x="2256928" y="546562"/>
                  </a:lnTo>
                  <a:lnTo>
                    <a:pt x="2230018" y="507342"/>
                  </a:lnTo>
                  <a:lnTo>
                    <a:pt x="2202288" y="468735"/>
                  </a:lnTo>
                  <a:lnTo>
                    <a:pt x="2173739" y="430743"/>
                  </a:lnTo>
                  <a:lnTo>
                    <a:pt x="2144373" y="393370"/>
                  </a:lnTo>
                  <a:lnTo>
                    <a:pt x="2114191" y="356617"/>
                  </a:lnTo>
                  <a:lnTo>
                    <a:pt x="2083192" y="320486"/>
                  </a:lnTo>
                  <a:lnTo>
                    <a:pt x="2051380" y="284980"/>
                  </a:lnTo>
                  <a:lnTo>
                    <a:pt x="2018753" y="250101"/>
                  </a:lnTo>
                  <a:lnTo>
                    <a:pt x="1981477" y="212026"/>
                  </a:lnTo>
                  <a:lnTo>
                    <a:pt x="1943180" y="174739"/>
                  </a:lnTo>
                  <a:lnTo>
                    <a:pt x="1903873" y="138236"/>
                  </a:lnTo>
                  <a:lnTo>
                    <a:pt x="1863569" y="102515"/>
                  </a:lnTo>
                  <a:lnTo>
                    <a:pt x="1822281" y="67570"/>
                  </a:lnTo>
                  <a:lnTo>
                    <a:pt x="1780020" y="33400"/>
                  </a:lnTo>
                  <a:lnTo>
                    <a:pt x="1736801" y="0"/>
                  </a:lnTo>
                  <a:close/>
                </a:path>
              </a:pathLst>
            </a:custGeom>
            <a:solidFill>
              <a:srgbClr val="100A30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ACCC0BFC-2E4F-D94E-AC95-0D330DBF108C}"/>
              </a:ext>
            </a:extLst>
          </p:cNvPr>
          <p:cNvSpPr txBox="1"/>
          <p:nvPr userDrawn="1"/>
        </p:nvSpPr>
        <p:spPr>
          <a:xfrm>
            <a:off x="551116" y="3204082"/>
            <a:ext cx="3808729" cy="380232"/>
          </a:xfrm>
          <a:prstGeom prst="rect">
            <a:avLst/>
          </a:prstGeom>
          <a:solidFill>
            <a:srgbClr val="E5007D"/>
          </a:solidFill>
          <a:effectLst>
            <a:outerShdw blurRad="233459" dist="19158" dir="10080000" sx="96000" sy="96000" algn="ctr" rotWithShape="0">
              <a:schemeClr val="tx1"/>
            </a:outerShdw>
          </a:effectLst>
        </p:spPr>
        <p:txBody>
          <a:bodyPr vert="horz" wrap="square" lIns="0" tIns="6413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505"/>
              </a:spcBef>
            </a:pPr>
            <a:endParaRPr sz="2050">
              <a:latin typeface="Verdana"/>
              <a:cs typeface="Verdana"/>
            </a:endParaRP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DAD63CEA-99A4-4746-82CA-91FABC535F52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16" y="693667"/>
            <a:ext cx="4721758" cy="21109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C7E27CDF-19F8-7F4E-93BC-40B81B50DC32}"/>
              </a:ext>
            </a:extLst>
          </p:cNvPr>
          <p:cNvSpPr/>
          <p:nvPr userDrawn="1"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100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 descr="A green and red frog&#10;&#10;Description automatically generated with low confidence">
            <a:extLst>
              <a:ext uri="{FF2B5EF4-FFF2-40B4-BE49-F238E27FC236}">
                <a16:creationId xmlns:a16="http://schemas.microsoft.com/office/drawing/2014/main" id="{F8F018E2-935B-4D47-ADCF-760D37836E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3" b="11748"/>
          <a:stretch/>
        </p:blipFill>
        <p:spPr>
          <a:xfrm>
            <a:off x="4495801" y="-148"/>
            <a:ext cx="7696200" cy="6858001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B82CC18E-BA9B-3247-B081-3D945B8EF3A3}"/>
              </a:ext>
            </a:extLst>
          </p:cNvPr>
          <p:cNvSpPr/>
          <p:nvPr userDrawn="1"/>
        </p:nvSpPr>
        <p:spPr>
          <a:xfrm>
            <a:off x="9239516" y="0"/>
            <a:ext cx="2959100" cy="6858000"/>
          </a:xfrm>
          <a:custGeom>
            <a:avLst/>
            <a:gdLst/>
            <a:ahLst/>
            <a:cxnLst/>
            <a:rect l="l" t="t" r="r" b="b"/>
            <a:pathLst>
              <a:path w="2959100" h="6858000">
                <a:moveTo>
                  <a:pt x="2958744" y="0"/>
                </a:moveTo>
                <a:lnTo>
                  <a:pt x="0" y="0"/>
                </a:lnTo>
                <a:lnTo>
                  <a:pt x="0" y="6858000"/>
                </a:lnTo>
                <a:lnTo>
                  <a:pt x="2958744" y="6858000"/>
                </a:lnTo>
                <a:lnTo>
                  <a:pt x="295874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7000">
                <a:srgbClr val="100930">
                  <a:alpha val="71593"/>
                </a:srgb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08E3CD-364A-A24C-BE89-177EABA3DF82}"/>
              </a:ext>
            </a:extLst>
          </p:cNvPr>
          <p:cNvGrpSpPr/>
          <p:nvPr userDrawn="1"/>
        </p:nvGrpSpPr>
        <p:grpSpPr>
          <a:xfrm>
            <a:off x="1478824" y="0"/>
            <a:ext cx="6445976" cy="6858147"/>
            <a:chOff x="1706584" y="0"/>
            <a:chExt cx="6445976" cy="6858147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CB2D2C32-7E2C-384F-ADBC-EDD4AA0CBF78}"/>
                </a:ext>
              </a:extLst>
            </p:cNvPr>
            <p:cNvSpPr/>
            <p:nvPr/>
          </p:nvSpPr>
          <p:spPr>
            <a:xfrm>
              <a:off x="1706584" y="0"/>
              <a:ext cx="5938520" cy="6858000"/>
            </a:xfrm>
            <a:custGeom>
              <a:avLst/>
              <a:gdLst/>
              <a:ahLst/>
              <a:cxnLst/>
              <a:rect l="l" t="t" r="r" b="b"/>
              <a:pathLst>
                <a:path w="5938520" h="6858000">
                  <a:moveTo>
                    <a:pt x="3497978" y="0"/>
                  </a:moveTo>
                  <a:lnTo>
                    <a:pt x="3457498" y="285"/>
                  </a:lnTo>
                  <a:lnTo>
                    <a:pt x="0" y="285"/>
                  </a:lnTo>
                  <a:lnTo>
                    <a:pt x="0" y="6858006"/>
                  </a:lnTo>
                  <a:lnTo>
                    <a:pt x="3014802" y="6858006"/>
                  </a:lnTo>
                  <a:lnTo>
                    <a:pt x="3149977" y="6711027"/>
                  </a:lnTo>
                  <a:lnTo>
                    <a:pt x="3287001" y="6559705"/>
                  </a:lnTo>
                  <a:lnTo>
                    <a:pt x="3425397" y="6404368"/>
                  </a:lnTo>
                  <a:lnTo>
                    <a:pt x="3529806" y="6285426"/>
                  </a:lnTo>
                  <a:lnTo>
                    <a:pt x="3634515" y="6164545"/>
                  </a:lnTo>
                  <a:lnTo>
                    <a:pt x="3739324" y="6041864"/>
                  </a:lnTo>
                  <a:lnTo>
                    <a:pt x="3844029" y="5917519"/>
                  </a:lnTo>
                  <a:lnTo>
                    <a:pt x="3948429" y="5791649"/>
                  </a:lnTo>
                  <a:lnTo>
                    <a:pt x="4052323" y="5664391"/>
                  </a:lnTo>
                  <a:lnTo>
                    <a:pt x="4121204" y="5578849"/>
                  </a:lnTo>
                  <a:lnTo>
                    <a:pt x="4189711" y="5492792"/>
                  </a:lnTo>
                  <a:lnTo>
                    <a:pt x="4257783" y="5406261"/>
                  </a:lnTo>
                  <a:lnTo>
                    <a:pt x="4325361" y="5319296"/>
                  </a:lnTo>
                  <a:lnTo>
                    <a:pt x="4392385" y="5231938"/>
                  </a:lnTo>
                  <a:lnTo>
                    <a:pt x="4458795" y="5144228"/>
                  </a:lnTo>
                  <a:lnTo>
                    <a:pt x="4524531" y="5056207"/>
                  </a:lnTo>
                  <a:lnTo>
                    <a:pt x="4589534" y="4967916"/>
                  </a:lnTo>
                  <a:lnTo>
                    <a:pt x="4621742" y="4923681"/>
                  </a:lnTo>
                  <a:lnTo>
                    <a:pt x="4653744" y="4879394"/>
                  </a:lnTo>
                  <a:lnTo>
                    <a:pt x="4685533" y="4835060"/>
                  </a:lnTo>
                  <a:lnTo>
                    <a:pt x="4717101" y="4790684"/>
                  </a:lnTo>
                  <a:lnTo>
                    <a:pt x="4748441" y="4746271"/>
                  </a:lnTo>
                  <a:lnTo>
                    <a:pt x="4779545" y="4701825"/>
                  </a:lnTo>
                  <a:lnTo>
                    <a:pt x="4810406" y="4657353"/>
                  </a:lnTo>
                  <a:lnTo>
                    <a:pt x="4841016" y="4612859"/>
                  </a:lnTo>
                  <a:lnTo>
                    <a:pt x="4871368" y="4568348"/>
                  </a:lnTo>
                  <a:lnTo>
                    <a:pt x="4901455" y="4523826"/>
                  </a:lnTo>
                  <a:lnTo>
                    <a:pt x="4931269" y="4479297"/>
                  </a:lnTo>
                  <a:lnTo>
                    <a:pt x="4960802" y="4434767"/>
                  </a:lnTo>
                  <a:lnTo>
                    <a:pt x="4990047" y="4390240"/>
                  </a:lnTo>
                  <a:lnTo>
                    <a:pt x="5018997" y="4345722"/>
                  </a:lnTo>
                  <a:lnTo>
                    <a:pt x="5047644" y="4301219"/>
                  </a:lnTo>
                  <a:lnTo>
                    <a:pt x="5075980" y="4256733"/>
                  </a:lnTo>
                  <a:lnTo>
                    <a:pt x="5103999" y="4212273"/>
                  </a:lnTo>
                  <a:lnTo>
                    <a:pt x="5131692" y="4167841"/>
                  </a:lnTo>
                  <a:lnTo>
                    <a:pt x="5159052" y="4123443"/>
                  </a:lnTo>
                  <a:lnTo>
                    <a:pt x="5186072" y="4079085"/>
                  </a:lnTo>
                  <a:lnTo>
                    <a:pt x="5212744" y="4034771"/>
                  </a:lnTo>
                  <a:lnTo>
                    <a:pt x="5239061" y="3990507"/>
                  </a:lnTo>
                  <a:lnTo>
                    <a:pt x="5265016" y="3946297"/>
                  </a:lnTo>
                  <a:lnTo>
                    <a:pt x="5290600" y="3902147"/>
                  </a:lnTo>
                  <a:lnTo>
                    <a:pt x="5315806" y="3858062"/>
                  </a:lnTo>
                  <a:lnTo>
                    <a:pt x="5340627" y="3814046"/>
                  </a:lnTo>
                  <a:lnTo>
                    <a:pt x="5365056" y="3770106"/>
                  </a:lnTo>
                  <a:lnTo>
                    <a:pt x="5389084" y="3726246"/>
                  </a:lnTo>
                  <a:lnTo>
                    <a:pt x="5412705" y="3682471"/>
                  </a:lnTo>
                  <a:lnTo>
                    <a:pt x="5435911" y="3638786"/>
                  </a:lnTo>
                  <a:lnTo>
                    <a:pt x="5458694" y="3595196"/>
                  </a:lnTo>
                  <a:lnTo>
                    <a:pt x="5481048" y="3551707"/>
                  </a:lnTo>
                  <a:lnTo>
                    <a:pt x="5502964" y="3508324"/>
                  </a:lnTo>
                  <a:lnTo>
                    <a:pt x="5524435" y="3465051"/>
                  </a:lnTo>
                  <a:lnTo>
                    <a:pt x="5545453" y="3421894"/>
                  </a:lnTo>
                  <a:lnTo>
                    <a:pt x="5566012" y="3378858"/>
                  </a:lnTo>
                  <a:lnTo>
                    <a:pt x="5586103" y="3335947"/>
                  </a:lnTo>
                  <a:lnTo>
                    <a:pt x="5605720" y="3293168"/>
                  </a:lnTo>
                  <a:lnTo>
                    <a:pt x="5624854" y="3250525"/>
                  </a:lnTo>
                  <a:lnTo>
                    <a:pt x="5643498" y="3208023"/>
                  </a:lnTo>
                  <a:lnTo>
                    <a:pt x="5661645" y="3165667"/>
                  </a:lnTo>
                  <a:lnTo>
                    <a:pt x="5679288" y="3123463"/>
                  </a:lnTo>
                  <a:lnTo>
                    <a:pt x="5696418" y="3081415"/>
                  </a:lnTo>
                  <a:lnTo>
                    <a:pt x="5713028" y="3039529"/>
                  </a:lnTo>
                  <a:lnTo>
                    <a:pt x="5729111" y="2997809"/>
                  </a:lnTo>
                  <a:lnTo>
                    <a:pt x="5744660" y="2956261"/>
                  </a:lnTo>
                  <a:lnTo>
                    <a:pt x="5759667" y="2914890"/>
                  </a:lnTo>
                  <a:lnTo>
                    <a:pt x="5774124" y="2873701"/>
                  </a:lnTo>
                  <a:lnTo>
                    <a:pt x="5788024" y="2832699"/>
                  </a:lnTo>
                  <a:lnTo>
                    <a:pt x="5801359" y="2791889"/>
                  </a:lnTo>
                  <a:lnTo>
                    <a:pt x="5814123" y="2751277"/>
                  </a:lnTo>
                  <a:lnTo>
                    <a:pt x="5826307" y="2710866"/>
                  </a:lnTo>
                  <a:lnTo>
                    <a:pt x="5837904" y="2670663"/>
                  </a:lnTo>
                  <a:lnTo>
                    <a:pt x="5848906" y="2630673"/>
                  </a:lnTo>
                  <a:lnTo>
                    <a:pt x="5859307" y="2590900"/>
                  </a:lnTo>
                  <a:lnTo>
                    <a:pt x="5869098" y="2551350"/>
                  </a:lnTo>
                  <a:lnTo>
                    <a:pt x="5878273" y="2512028"/>
                  </a:lnTo>
                  <a:lnTo>
                    <a:pt x="5886823" y="2472938"/>
                  </a:lnTo>
                  <a:lnTo>
                    <a:pt x="5894741" y="2434087"/>
                  </a:lnTo>
                  <a:lnTo>
                    <a:pt x="5902020" y="2395479"/>
                  </a:lnTo>
                  <a:lnTo>
                    <a:pt x="5908653" y="2357118"/>
                  </a:lnTo>
                  <a:lnTo>
                    <a:pt x="5914631" y="2319012"/>
                  </a:lnTo>
                  <a:lnTo>
                    <a:pt x="5919948" y="2281163"/>
                  </a:lnTo>
                  <a:lnTo>
                    <a:pt x="5928566" y="2206261"/>
                  </a:lnTo>
                  <a:lnTo>
                    <a:pt x="5934447" y="2132454"/>
                  </a:lnTo>
                  <a:lnTo>
                    <a:pt x="5937533" y="2059782"/>
                  </a:lnTo>
                  <a:lnTo>
                    <a:pt x="5938008" y="2023885"/>
                  </a:lnTo>
                  <a:lnTo>
                    <a:pt x="5937762" y="1988287"/>
                  </a:lnTo>
                  <a:lnTo>
                    <a:pt x="5935076" y="1918008"/>
                  </a:lnTo>
                  <a:lnTo>
                    <a:pt x="5929414" y="1848986"/>
                  </a:lnTo>
                  <a:lnTo>
                    <a:pt x="5921851" y="1784782"/>
                  </a:lnTo>
                  <a:lnTo>
                    <a:pt x="5912807" y="1722067"/>
                  </a:lnTo>
                  <a:lnTo>
                    <a:pt x="5902317" y="1660824"/>
                  </a:lnTo>
                  <a:lnTo>
                    <a:pt x="5890415" y="1601035"/>
                  </a:lnTo>
                  <a:lnTo>
                    <a:pt x="5877134" y="1542683"/>
                  </a:lnTo>
                  <a:lnTo>
                    <a:pt x="5862510" y="1485751"/>
                  </a:lnTo>
                  <a:lnTo>
                    <a:pt x="5846576" y="1430222"/>
                  </a:lnTo>
                  <a:lnTo>
                    <a:pt x="5829367" y="1376078"/>
                  </a:lnTo>
                  <a:lnTo>
                    <a:pt x="5810917" y="1323302"/>
                  </a:lnTo>
                  <a:lnTo>
                    <a:pt x="5791261" y="1271877"/>
                  </a:lnTo>
                  <a:lnTo>
                    <a:pt x="5770432" y="1221785"/>
                  </a:lnTo>
                  <a:lnTo>
                    <a:pt x="5748465" y="1173010"/>
                  </a:lnTo>
                  <a:lnTo>
                    <a:pt x="5725394" y="1125534"/>
                  </a:lnTo>
                  <a:lnTo>
                    <a:pt x="5701253" y="1079341"/>
                  </a:lnTo>
                  <a:lnTo>
                    <a:pt x="5676077" y="1034411"/>
                  </a:lnTo>
                  <a:lnTo>
                    <a:pt x="5649900" y="990729"/>
                  </a:lnTo>
                  <a:lnTo>
                    <a:pt x="5622756" y="948277"/>
                  </a:lnTo>
                  <a:lnTo>
                    <a:pt x="5594680" y="907039"/>
                  </a:lnTo>
                  <a:lnTo>
                    <a:pt x="5565706" y="866995"/>
                  </a:lnTo>
                  <a:lnTo>
                    <a:pt x="5535867" y="828131"/>
                  </a:lnTo>
                  <a:lnTo>
                    <a:pt x="5505199" y="790427"/>
                  </a:lnTo>
                  <a:lnTo>
                    <a:pt x="5473736" y="753867"/>
                  </a:lnTo>
                  <a:lnTo>
                    <a:pt x="5441511" y="718434"/>
                  </a:lnTo>
                  <a:lnTo>
                    <a:pt x="5408559" y="684111"/>
                  </a:lnTo>
                  <a:lnTo>
                    <a:pt x="5374915" y="650879"/>
                  </a:lnTo>
                  <a:lnTo>
                    <a:pt x="5340613" y="618723"/>
                  </a:lnTo>
                  <a:lnTo>
                    <a:pt x="5305686" y="587624"/>
                  </a:lnTo>
                  <a:lnTo>
                    <a:pt x="5270170" y="557565"/>
                  </a:lnTo>
                  <a:lnTo>
                    <a:pt x="5234098" y="528530"/>
                  </a:lnTo>
                  <a:lnTo>
                    <a:pt x="5197505" y="500501"/>
                  </a:lnTo>
                  <a:lnTo>
                    <a:pt x="5160425" y="473460"/>
                  </a:lnTo>
                  <a:lnTo>
                    <a:pt x="5122892" y="447391"/>
                  </a:lnTo>
                  <a:lnTo>
                    <a:pt x="5084941" y="422276"/>
                  </a:lnTo>
                  <a:lnTo>
                    <a:pt x="5046605" y="398098"/>
                  </a:lnTo>
                  <a:lnTo>
                    <a:pt x="5007920" y="374840"/>
                  </a:lnTo>
                  <a:lnTo>
                    <a:pt x="4968919" y="352484"/>
                  </a:lnTo>
                  <a:lnTo>
                    <a:pt x="4929637" y="331014"/>
                  </a:lnTo>
                  <a:lnTo>
                    <a:pt x="4890108" y="310411"/>
                  </a:lnTo>
                  <a:lnTo>
                    <a:pt x="4850365" y="290659"/>
                  </a:lnTo>
                  <a:lnTo>
                    <a:pt x="4810445" y="271741"/>
                  </a:lnTo>
                  <a:lnTo>
                    <a:pt x="4770380" y="253639"/>
                  </a:lnTo>
                  <a:lnTo>
                    <a:pt x="4730205" y="236336"/>
                  </a:lnTo>
                  <a:lnTo>
                    <a:pt x="4689954" y="219814"/>
                  </a:lnTo>
                  <a:lnTo>
                    <a:pt x="4649662" y="204058"/>
                  </a:lnTo>
                  <a:lnTo>
                    <a:pt x="4609363" y="189048"/>
                  </a:lnTo>
                  <a:lnTo>
                    <a:pt x="4569091" y="174768"/>
                  </a:lnTo>
                  <a:lnTo>
                    <a:pt x="4528880" y="161201"/>
                  </a:lnTo>
                  <a:lnTo>
                    <a:pt x="4488765" y="148330"/>
                  </a:lnTo>
                  <a:lnTo>
                    <a:pt x="4448780" y="136137"/>
                  </a:lnTo>
                  <a:lnTo>
                    <a:pt x="4408959" y="124605"/>
                  </a:lnTo>
                  <a:lnTo>
                    <a:pt x="4369336" y="113716"/>
                  </a:lnTo>
                  <a:lnTo>
                    <a:pt x="4329947" y="103454"/>
                  </a:lnTo>
                  <a:lnTo>
                    <a:pt x="4290824" y="93802"/>
                  </a:lnTo>
                  <a:lnTo>
                    <a:pt x="4252002" y="84741"/>
                  </a:lnTo>
                  <a:lnTo>
                    <a:pt x="4213516" y="76256"/>
                  </a:lnTo>
                  <a:lnTo>
                    <a:pt x="4175400" y="68327"/>
                  </a:lnTo>
                  <a:lnTo>
                    <a:pt x="4137688" y="60939"/>
                  </a:lnTo>
                  <a:lnTo>
                    <a:pt x="4063613" y="47715"/>
                  </a:lnTo>
                  <a:lnTo>
                    <a:pt x="3991566" y="36446"/>
                  </a:lnTo>
                  <a:lnTo>
                    <a:pt x="3887896" y="22903"/>
                  </a:lnTo>
                  <a:lnTo>
                    <a:pt x="3822118" y="15915"/>
                  </a:lnTo>
                  <a:lnTo>
                    <a:pt x="3759326" y="10399"/>
                  </a:lnTo>
                  <a:lnTo>
                    <a:pt x="3699796" y="6215"/>
                  </a:lnTo>
                  <a:lnTo>
                    <a:pt x="3643801" y="3227"/>
                  </a:lnTo>
                  <a:lnTo>
                    <a:pt x="3591616" y="1297"/>
                  </a:lnTo>
                  <a:lnTo>
                    <a:pt x="3543515" y="285"/>
                  </a:lnTo>
                  <a:lnTo>
                    <a:pt x="3497978" y="0"/>
                  </a:lnTo>
                  <a:close/>
                </a:path>
              </a:pathLst>
            </a:custGeom>
            <a:solidFill>
              <a:srgbClr val="100A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C604CB20-22D1-A94D-A57F-5233E6EF0A1C}"/>
                </a:ext>
              </a:extLst>
            </p:cNvPr>
            <p:cNvSpPr/>
            <p:nvPr/>
          </p:nvSpPr>
          <p:spPr>
            <a:xfrm>
              <a:off x="4815353" y="135"/>
              <a:ext cx="2953385" cy="6858000"/>
            </a:xfrm>
            <a:custGeom>
              <a:avLst/>
              <a:gdLst/>
              <a:ahLst/>
              <a:cxnLst/>
              <a:rect l="l" t="t" r="r" b="b"/>
              <a:pathLst>
                <a:path w="2953384" h="6858000">
                  <a:moveTo>
                    <a:pt x="1318437" y="0"/>
                  </a:moveTo>
                  <a:lnTo>
                    <a:pt x="1014780" y="0"/>
                  </a:lnTo>
                  <a:lnTo>
                    <a:pt x="1059782" y="8674"/>
                  </a:lnTo>
                  <a:lnTo>
                    <a:pt x="1105269" y="18060"/>
                  </a:lnTo>
                  <a:lnTo>
                    <a:pt x="1151187" y="28186"/>
                  </a:lnTo>
                  <a:lnTo>
                    <a:pt x="1197485" y="39077"/>
                  </a:lnTo>
                  <a:lnTo>
                    <a:pt x="1244110" y="50760"/>
                  </a:lnTo>
                  <a:lnTo>
                    <a:pt x="1291009" y="63261"/>
                  </a:lnTo>
                  <a:lnTo>
                    <a:pt x="1338130" y="76608"/>
                  </a:lnTo>
                  <a:lnTo>
                    <a:pt x="1385420" y="90826"/>
                  </a:lnTo>
                  <a:lnTo>
                    <a:pt x="1432826" y="105943"/>
                  </a:lnTo>
                  <a:lnTo>
                    <a:pt x="1484165" y="123329"/>
                  </a:lnTo>
                  <a:lnTo>
                    <a:pt x="1534655" y="141495"/>
                  </a:lnTo>
                  <a:lnTo>
                    <a:pt x="1584290" y="160439"/>
                  </a:lnTo>
                  <a:lnTo>
                    <a:pt x="1633066" y="180157"/>
                  </a:lnTo>
                  <a:lnTo>
                    <a:pt x="1680978" y="200648"/>
                  </a:lnTo>
                  <a:lnTo>
                    <a:pt x="1728021" y="221908"/>
                  </a:lnTo>
                  <a:lnTo>
                    <a:pt x="1774189" y="243933"/>
                  </a:lnTo>
                  <a:lnTo>
                    <a:pt x="1819479" y="266721"/>
                  </a:lnTo>
                  <a:lnTo>
                    <a:pt x="1863886" y="290270"/>
                  </a:lnTo>
                  <a:lnTo>
                    <a:pt x="1907403" y="314576"/>
                  </a:lnTo>
                  <a:lnTo>
                    <a:pt x="1950027" y="339636"/>
                  </a:lnTo>
                  <a:lnTo>
                    <a:pt x="1991753" y="365447"/>
                  </a:lnTo>
                  <a:lnTo>
                    <a:pt x="2032576" y="392006"/>
                  </a:lnTo>
                  <a:lnTo>
                    <a:pt x="2072490" y="419311"/>
                  </a:lnTo>
                  <a:lnTo>
                    <a:pt x="2111492" y="447359"/>
                  </a:lnTo>
                  <a:lnTo>
                    <a:pt x="2149576" y="476146"/>
                  </a:lnTo>
                  <a:lnTo>
                    <a:pt x="2186737" y="505670"/>
                  </a:lnTo>
                  <a:lnTo>
                    <a:pt x="2222970" y="535927"/>
                  </a:lnTo>
                  <a:lnTo>
                    <a:pt x="2258271" y="566915"/>
                  </a:lnTo>
                  <a:lnTo>
                    <a:pt x="2292634" y="598631"/>
                  </a:lnTo>
                  <a:lnTo>
                    <a:pt x="2326055" y="631072"/>
                  </a:lnTo>
                  <a:lnTo>
                    <a:pt x="2358529" y="664235"/>
                  </a:lnTo>
                  <a:lnTo>
                    <a:pt x="2391788" y="700040"/>
                  </a:lnTo>
                  <a:lnTo>
                    <a:pt x="2423990" y="736664"/>
                  </a:lnTo>
                  <a:lnTo>
                    <a:pt x="2455135" y="774102"/>
                  </a:lnTo>
                  <a:lnTo>
                    <a:pt x="2485221" y="812351"/>
                  </a:lnTo>
                  <a:lnTo>
                    <a:pt x="2514246" y="851407"/>
                  </a:lnTo>
                  <a:lnTo>
                    <a:pt x="2542208" y="891265"/>
                  </a:lnTo>
                  <a:lnTo>
                    <a:pt x="2569106" y="931924"/>
                  </a:lnTo>
                  <a:lnTo>
                    <a:pt x="2594939" y="973378"/>
                  </a:lnTo>
                  <a:lnTo>
                    <a:pt x="2619704" y="1015623"/>
                  </a:lnTo>
                  <a:lnTo>
                    <a:pt x="2643399" y="1058657"/>
                  </a:lnTo>
                  <a:lnTo>
                    <a:pt x="2666024" y="1102475"/>
                  </a:lnTo>
                  <a:lnTo>
                    <a:pt x="2687577" y="1147073"/>
                  </a:lnTo>
                  <a:lnTo>
                    <a:pt x="2708055" y="1192449"/>
                  </a:lnTo>
                  <a:lnTo>
                    <a:pt x="2727458" y="1238596"/>
                  </a:lnTo>
                  <a:lnTo>
                    <a:pt x="2745784" y="1285514"/>
                  </a:lnTo>
                  <a:lnTo>
                    <a:pt x="2763030" y="1333196"/>
                  </a:lnTo>
                  <a:lnTo>
                    <a:pt x="2779196" y="1381640"/>
                  </a:lnTo>
                  <a:lnTo>
                    <a:pt x="2794280" y="1430841"/>
                  </a:lnTo>
                  <a:lnTo>
                    <a:pt x="2808279" y="1480797"/>
                  </a:lnTo>
                  <a:lnTo>
                    <a:pt x="2821193" y="1531503"/>
                  </a:lnTo>
                  <a:lnTo>
                    <a:pt x="2833020" y="1582955"/>
                  </a:lnTo>
                  <a:lnTo>
                    <a:pt x="2843758" y="1635149"/>
                  </a:lnTo>
                  <a:lnTo>
                    <a:pt x="2853405" y="1688083"/>
                  </a:lnTo>
                  <a:lnTo>
                    <a:pt x="2861960" y="1741751"/>
                  </a:lnTo>
                  <a:lnTo>
                    <a:pt x="2869422" y="1796151"/>
                  </a:lnTo>
                  <a:lnTo>
                    <a:pt x="2875788" y="1851278"/>
                  </a:lnTo>
                  <a:lnTo>
                    <a:pt x="2881782" y="1925466"/>
                  </a:lnTo>
                  <a:lnTo>
                    <a:pt x="2884419" y="2001632"/>
                  </a:lnTo>
                  <a:lnTo>
                    <a:pt x="2884478" y="2040455"/>
                  </a:lnTo>
                  <a:lnTo>
                    <a:pt x="2883700" y="2079768"/>
                  </a:lnTo>
                  <a:lnTo>
                    <a:pt x="2882083" y="2119571"/>
                  </a:lnTo>
                  <a:lnTo>
                    <a:pt x="2879628" y="2159862"/>
                  </a:lnTo>
                  <a:lnTo>
                    <a:pt x="2876337" y="2200639"/>
                  </a:lnTo>
                  <a:lnTo>
                    <a:pt x="2872209" y="2241902"/>
                  </a:lnTo>
                  <a:lnTo>
                    <a:pt x="2867244" y="2283650"/>
                  </a:lnTo>
                  <a:lnTo>
                    <a:pt x="2861444" y="2325879"/>
                  </a:lnTo>
                  <a:lnTo>
                    <a:pt x="2854808" y="2368591"/>
                  </a:lnTo>
                  <a:lnTo>
                    <a:pt x="2847337" y="2411782"/>
                  </a:lnTo>
                  <a:lnTo>
                    <a:pt x="2839031" y="2455451"/>
                  </a:lnTo>
                  <a:lnTo>
                    <a:pt x="2829892" y="2499598"/>
                  </a:lnTo>
                  <a:lnTo>
                    <a:pt x="2819918" y="2544221"/>
                  </a:lnTo>
                  <a:lnTo>
                    <a:pt x="2809111" y="2589318"/>
                  </a:lnTo>
                  <a:lnTo>
                    <a:pt x="2797471" y="2634889"/>
                  </a:lnTo>
                  <a:lnTo>
                    <a:pt x="2784999" y="2680931"/>
                  </a:lnTo>
                  <a:lnTo>
                    <a:pt x="2771695" y="2727444"/>
                  </a:lnTo>
                  <a:lnTo>
                    <a:pt x="2757558" y="2774426"/>
                  </a:lnTo>
                  <a:lnTo>
                    <a:pt x="2742591" y="2821875"/>
                  </a:lnTo>
                  <a:lnTo>
                    <a:pt x="2726793" y="2869791"/>
                  </a:lnTo>
                  <a:lnTo>
                    <a:pt x="2710164" y="2918172"/>
                  </a:lnTo>
                  <a:lnTo>
                    <a:pt x="2692706" y="2967016"/>
                  </a:lnTo>
                  <a:lnTo>
                    <a:pt x="2674417" y="3016323"/>
                  </a:lnTo>
                  <a:lnTo>
                    <a:pt x="2655300" y="3066091"/>
                  </a:lnTo>
                  <a:lnTo>
                    <a:pt x="2635354" y="3116318"/>
                  </a:lnTo>
                  <a:lnTo>
                    <a:pt x="2614580" y="3167003"/>
                  </a:lnTo>
                  <a:lnTo>
                    <a:pt x="2592978" y="3218145"/>
                  </a:lnTo>
                  <a:lnTo>
                    <a:pt x="2570548" y="3269743"/>
                  </a:lnTo>
                  <a:lnTo>
                    <a:pt x="2547291" y="3321794"/>
                  </a:lnTo>
                  <a:lnTo>
                    <a:pt x="2523208" y="3374299"/>
                  </a:lnTo>
                  <a:lnTo>
                    <a:pt x="2498298" y="3427255"/>
                  </a:lnTo>
                  <a:lnTo>
                    <a:pt x="2472563" y="3480660"/>
                  </a:lnTo>
                  <a:lnTo>
                    <a:pt x="2446002" y="3534515"/>
                  </a:lnTo>
                  <a:lnTo>
                    <a:pt x="2418617" y="3588817"/>
                  </a:lnTo>
                  <a:lnTo>
                    <a:pt x="2390406" y="3643564"/>
                  </a:lnTo>
                  <a:lnTo>
                    <a:pt x="2361372" y="3698757"/>
                  </a:lnTo>
                  <a:lnTo>
                    <a:pt x="2331514" y="3754392"/>
                  </a:lnTo>
                  <a:lnTo>
                    <a:pt x="2300833" y="3810469"/>
                  </a:lnTo>
                  <a:lnTo>
                    <a:pt x="2269329" y="3866987"/>
                  </a:lnTo>
                  <a:lnTo>
                    <a:pt x="2237003" y="3923944"/>
                  </a:lnTo>
                  <a:lnTo>
                    <a:pt x="2216161" y="3960144"/>
                  </a:lnTo>
                  <a:lnTo>
                    <a:pt x="2173500" y="4033065"/>
                  </a:lnTo>
                  <a:lnTo>
                    <a:pt x="2129537" y="4106675"/>
                  </a:lnTo>
                  <a:lnTo>
                    <a:pt x="2084277" y="4180968"/>
                  </a:lnTo>
                  <a:lnTo>
                    <a:pt x="2037723" y="4255939"/>
                  </a:lnTo>
                  <a:lnTo>
                    <a:pt x="1989882" y="4331580"/>
                  </a:lnTo>
                  <a:lnTo>
                    <a:pt x="1940755" y="4407887"/>
                  </a:lnTo>
                  <a:lnTo>
                    <a:pt x="1890349" y="4484854"/>
                  </a:lnTo>
                  <a:lnTo>
                    <a:pt x="1838666" y="4562475"/>
                  </a:lnTo>
                  <a:lnTo>
                    <a:pt x="1785712" y="4640744"/>
                  </a:lnTo>
                  <a:lnTo>
                    <a:pt x="1731490" y="4719655"/>
                  </a:lnTo>
                  <a:lnTo>
                    <a:pt x="1676005" y="4799203"/>
                  </a:lnTo>
                  <a:lnTo>
                    <a:pt x="1619260" y="4879381"/>
                  </a:lnTo>
                  <a:lnTo>
                    <a:pt x="1561261" y="4960184"/>
                  </a:lnTo>
                  <a:lnTo>
                    <a:pt x="1502012" y="5041606"/>
                  </a:lnTo>
                  <a:lnTo>
                    <a:pt x="1441515" y="5123642"/>
                  </a:lnTo>
                  <a:lnTo>
                    <a:pt x="1379777" y="5206284"/>
                  </a:lnTo>
                  <a:lnTo>
                    <a:pt x="1316801" y="5289529"/>
                  </a:lnTo>
                  <a:lnTo>
                    <a:pt x="1252591" y="5373369"/>
                  </a:lnTo>
                  <a:lnTo>
                    <a:pt x="1187152" y="5457799"/>
                  </a:lnTo>
                  <a:lnTo>
                    <a:pt x="1120487" y="5542813"/>
                  </a:lnTo>
                  <a:lnTo>
                    <a:pt x="1052601" y="5628405"/>
                  </a:lnTo>
                  <a:lnTo>
                    <a:pt x="983499" y="5714570"/>
                  </a:lnTo>
                  <a:lnTo>
                    <a:pt x="913184" y="5801302"/>
                  </a:lnTo>
                  <a:lnTo>
                    <a:pt x="841661" y="5888594"/>
                  </a:lnTo>
                  <a:lnTo>
                    <a:pt x="768934" y="5976442"/>
                  </a:lnTo>
                  <a:lnTo>
                    <a:pt x="695007" y="6064838"/>
                  </a:lnTo>
                  <a:lnTo>
                    <a:pt x="619884" y="6153778"/>
                  </a:lnTo>
                  <a:lnTo>
                    <a:pt x="513174" y="6278651"/>
                  </a:lnTo>
                  <a:lnTo>
                    <a:pt x="410052" y="6397766"/>
                  </a:lnTo>
                  <a:lnTo>
                    <a:pt x="306999" y="6515356"/>
                  </a:lnTo>
                  <a:lnTo>
                    <a:pt x="204189" y="6631311"/>
                  </a:lnTo>
                  <a:lnTo>
                    <a:pt x="101798" y="6745516"/>
                  </a:lnTo>
                  <a:lnTo>
                    <a:pt x="0" y="6857860"/>
                  </a:lnTo>
                  <a:lnTo>
                    <a:pt x="92303" y="6857860"/>
                  </a:lnTo>
                  <a:lnTo>
                    <a:pt x="193061" y="6746199"/>
                  </a:lnTo>
                  <a:lnTo>
                    <a:pt x="294327" y="6632773"/>
                  </a:lnTo>
                  <a:lnTo>
                    <a:pt x="395935" y="6517688"/>
                  </a:lnTo>
                  <a:lnTo>
                    <a:pt x="497718" y="6401051"/>
                  </a:lnTo>
                  <a:lnTo>
                    <a:pt x="599509" y="6282970"/>
                  </a:lnTo>
                  <a:lnTo>
                    <a:pt x="709437" y="6153741"/>
                  </a:lnTo>
                  <a:lnTo>
                    <a:pt x="784266" y="6064714"/>
                  </a:lnTo>
                  <a:lnTo>
                    <a:pt x="857895" y="5976231"/>
                  </a:lnTo>
                  <a:lnTo>
                    <a:pt x="930320" y="5888299"/>
                  </a:lnTo>
                  <a:lnTo>
                    <a:pt x="1001535" y="5800922"/>
                  </a:lnTo>
                  <a:lnTo>
                    <a:pt x="1071538" y="5714108"/>
                  </a:lnTo>
                  <a:lnTo>
                    <a:pt x="1140324" y="5627861"/>
                  </a:lnTo>
                  <a:lnTo>
                    <a:pt x="1207888" y="5542188"/>
                  </a:lnTo>
                  <a:lnTo>
                    <a:pt x="1274226" y="5457094"/>
                  </a:lnTo>
                  <a:lnTo>
                    <a:pt x="1339334" y="5372585"/>
                  </a:lnTo>
                  <a:lnTo>
                    <a:pt x="1403208" y="5288668"/>
                  </a:lnTo>
                  <a:lnTo>
                    <a:pt x="1465844" y="5205347"/>
                  </a:lnTo>
                  <a:lnTo>
                    <a:pt x="1527237" y="5122629"/>
                  </a:lnTo>
                  <a:lnTo>
                    <a:pt x="1587384" y="5040520"/>
                  </a:lnTo>
                  <a:lnTo>
                    <a:pt x="1646279" y="4959025"/>
                  </a:lnTo>
                  <a:lnTo>
                    <a:pt x="1703918" y="4878150"/>
                  </a:lnTo>
                  <a:lnTo>
                    <a:pt x="1760299" y="4797902"/>
                  </a:lnTo>
                  <a:lnTo>
                    <a:pt x="1815415" y="4718285"/>
                  </a:lnTo>
                  <a:lnTo>
                    <a:pt x="1869263" y="4639306"/>
                  </a:lnTo>
                  <a:lnTo>
                    <a:pt x="1921839" y="4560971"/>
                  </a:lnTo>
                  <a:lnTo>
                    <a:pt x="1973138" y="4483285"/>
                  </a:lnTo>
                  <a:lnTo>
                    <a:pt x="2023157" y="4406254"/>
                  </a:lnTo>
                  <a:lnTo>
                    <a:pt x="2071890" y="4329885"/>
                  </a:lnTo>
                  <a:lnTo>
                    <a:pt x="2119335" y="4254182"/>
                  </a:lnTo>
                  <a:lnTo>
                    <a:pt x="2165485" y="4179152"/>
                  </a:lnTo>
                  <a:lnTo>
                    <a:pt x="2210338" y="4104801"/>
                  </a:lnTo>
                  <a:lnTo>
                    <a:pt x="2253889" y="4031134"/>
                  </a:lnTo>
                  <a:lnTo>
                    <a:pt x="2296134" y="3958158"/>
                  </a:lnTo>
                  <a:lnTo>
                    <a:pt x="2328237" y="3901607"/>
                  </a:lnTo>
                  <a:lnTo>
                    <a:pt x="2359541" y="3845472"/>
                  </a:lnTo>
                  <a:lnTo>
                    <a:pt x="2390045" y="3789755"/>
                  </a:lnTo>
                  <a:lnTo>
                    <a:pt x="2419749" y="3734458"/>
                  </a:lnTo>
                  <a:lnTo>
                    <a:pt x="2448652" y="3679581"/>
                  </a:lnTo>
                  <a:lnTo>
                    <a:pt x="2476755" y="3625125"/>
                  </a:lnTo>
                  <a:lnTo>
                    <a:pt x="2504056" y="3571093"/>
                  </a:lnTo>
                  <a:lnTo>
                    <a:pt x="2530555" y="3517485"/>
                  </a:lnTo>
                  <a:lnTo>
                    <a:pt x="2556252" y="3464302"/>
                  </a:lnTo>
                  <a:lnTo>
                    <a:pt x="2581147" y="3411546"/>
                  </a:lnTo>
                  <a:lnTo>
                    <a:pt x="2605238" y="3359219"/>
                  </a:lnTo>
                  <a:lnTo>
                    <a:pt x="2628527" y="3307321"/>
                  </a:lnTo>
                  <a:lnTo>
                    <a:pt x="2651011" y="3255854"/>
                  </a:lnTo>
                  <a:lnTo>
                    <a:pt x="2672692" y="3204819"/>
                  </a:lnTo>
                  <a:lnTo>
                    <a:pt x="2693567" y="3154218"/>
                  </a:lnTo>
                  <a:lnTo>
                    <a:pt x="2713638" y="3104051"/>
                  </a:lnTo>
                  <a:lnTo>
                    <a:pt x="2732904" y="3054320"/>
                  </a:lnTo>
                  <a:lnTo>
                    <a:pt x="2751364" y="3005027"/>
                  </a:lnTo>
                  <a:lnTo>
                    <a:pt x="2769017" y="2956172"/>
                  </a:lnTo>
                  <a:lnTo>
                    <a:pt x="2785864" y="2907757"/>
                  </a:lnTo>
                  <a:lnTo>
                    <a:pt x="2801905" y="2859783"/>
                  </a:lnTo>
                  <a:lnTo>
                    <a:pt x="2817137" y="2812252"/>
                  </a:lnTo>
                  <a:lnTo>
                    <a:pt x="2831562" y="2765165"/>
                  </a:lnTo>
                  <a:lnTo>
                    <a:pt x="2845179" y="2718523"/>
                  </a:lnTo>
                  <a:lnTo>
                    <a:pt x="2857988" y="2672327"/>
                  </a:lnTo>
                  <a:lnTo>
                    <a:pt x="2869987" y="2626579"/>
                  </a:lnTo>
                  <a:lnTo>
                    <a:pt x="2881177" y="2581280"/>
                  </a:lnTo>
                  <a:lnTo>
                    <a:pt x="2891558" y="2536431"/>
                  </a:lnTo>
                  <a:lnTo>
                    <a:pt x="2901128" y="2492034"/>
                  </a:lnTo>
                  <a:lnTo>
                    <a:pt x="2909887" y="2448090"/>
                  </a:lnTo>
                  <a:lnTo>
                    <a:pt x="2917836" y="2404600"/>
                  </a:lnTo>
                  <a:lnTo>
                    <a:pt x="2924974" y="2361566"/>
                  </a:lnTo>
                  <a:lnTo>
                    <a:pt x="2931299" y="2318989"/>
                  </a:lnTo>
                  <a:lnTo>
                    <a:pt x="2936813" y="2276869"/>
                  </a:lnTo>
                  <a:lnTo>
                    <a:pt x="2941514" y="2235209"/>
                  </a:lnTo>
                  <a:lnTo>
                    <a:pt x="2945402" y="2194010"/>
                  </a:lnTo>
                  <a:lnTo>
                    <a:pt x="2948476" y="2153273"/>
                  </a:lnTo>
                  <a:lnTo>
                    <a:pt x="2950737" y="2112999"/>
                  </a:lnTo>
                  <a:lnTo>
                    <a:pt x="2952184" y="2073190"/>
                  </a:lnTo>
                  <a:lnTo>
                    <a:pt x="2952816" y="2033847"/>
                  </a:lnTo>
                  <a:lnTo>
                    <a:pt x="2952633" y="1994971"/>
                  </a:lnTo>
                  <a:lnTo>
                    <a:pt x="2951635" y="1956564"/>
                  </a:lnTo>
                  <a:lnTo>
                    <a:pt x="2947192" y="1881160"/>
                  </a:lnTo>
                  <a:lnTo>
                    <a:pt x="2937430" y="1789318"/>
                  </a:lnTo>
                  <a:lnTo>
                    <a:pt x="2930059" y="1735162"/>
                  </a:lnTo>
                  <a:lnTo>
                    <a:pt x="2921634" y="1681700"/>
                  </a:lnTo>
                  <a:lnTo>
                    <a:pt x="2912156" y="1628937"/>
                  </a:lnTo>
                  <a:lnTo>
                    <a:pt x="2901627" y="1576877"/>
                  </a:lnTo>
                  <a:lnTo>
                    <a:pt x="2890049" y="1525521"/>
                  </a:lnTo>
                  <a:lnTo>
                    <a:pt x="2877423" y="1474875"/>
                  </a:lnTo>
                  <a:lnTo>
                    <a:pt x="2863750" y="1424942"/>
                  </a:lnTo>
                  <a:lnTo>
                    <a:pt x="2849032" y="1375724"/>
                  </a:lnTo>
                  <a:lnTo>
                    <a:pt x="2833271" y="1327226"/>
                  </a:lnTo>
                  <a:lnTo>
                    <a:pt x="2816468" y="1279451"/>
                  </a:lnTo>
                  <a:lnTo>
                    <a:pt x="2798625" y="1232403"/>
                  </a:lnTo>
                  <a:lnTo>
                    <a:pt x="2779743" y="1186085"/>
                  </a:lnTo>
                  <a:lnTo>
                    <a:pt x="2759823" y="1140500"/>
                  </a:lnTo>
                  <a:lnTo>
                    <a:pt x="2738868" y="1095652"/>
                  </a:lnTo>
                  <a:lnTo>
                    <a:pt x="2716878" y="1051545"/>
                  </a:lnTo>
                  <a:lnTo>
                    <a:pt x="2693856" y="1008182"/>
                  </a:lnTo>
                  <a:lnTo>
                    <a:pt x="2669802" y="965566"/>
                  </a:lnTo>
                  <a:lnTo>
                    <a:pt x="2644719" y="923702"/>
                  </a:lnTo>
                  <a:lnTo>
                    <a:pt x="2618608" y="882592"/>
                  </a:lnTo>
                  <a:lnTo>
                    <a:pt x="2591470" y="842240"/>
                  </a:lnTo>
                  <a:lnTo>
                    <a:pt x="2563307" y="802649"/>
                  </a:lnTo>
                  <a:lnTo>
                    <a:pt x="2534121" y="763824"/>
                  </a:lnTo>
                  <a:lnTo>
                    <a:pt x="2503912" y="725767"/>
                  </a:lnTo>
                  <a:lnTo>
                    <a:pt x="2472683" y="688482"/>
                  </a:lnTo>
                  <a:lnTo>
                    <a:pt x="2440436" y="651972"/>
                  </a:lnTo>
                  <a:lnTo>
                    <a:pt x="2407170" y="616242"/>
                  </a:lnTo>
                  <a:lnTo>
                    <a:pt x="2373572" y="581969"/>
                  </a:lnTo>
                  <a:lnTo>
                    <a:pt x="2339007" y="548448"/>
                  </a:lnTo>
                  <a:lnTo>
                    <a:pt x="2303479" y="515681"/>
                  </a:lnTo>
                  <a:lnTo>
                    <a:pt x="2266994" y="483671"/>
                  </a:lnTo>
                  <a:lnTo>
                    <a:pt x="2229556" y="452421"/>
                  </a:lnTo>
                  <a:lnTo>
                    <a:pt x="2191171" y="421934"/>
                  </a:lnTo>
                  <a:lnTo>
                    <a:pt x="2151843" y="392213"/>
                  </a:lnTo>
                  <a:lnTo>
                    <a:pt x="2111578" y="363262"/>
                  </a:lnTo>
                  <a:lnTo>
                    <a:pt x="2070381" y="335083"/>
                  </a:lnTo>
                  <a:lnTo>
                    <a:pt x="2028256" y="307679"/>
                  </a:lnTo>
                  <a:lnTo>
                    <a:pt x="1985208" y="281054"/>
                  </a:lnTo>
                  <a:lnTo>
                    <a:pt x="1941243" y="255210"/>
                  </a:lnTo>
                  <a:lnTo>
                    <a:pt x="1896365" y="230150"/>
                  </a:lnTo>
                  <a:lnTo>
                    <a:pt x="1850580" y="205878"/>
                  </a:lnTo>
                  <a:lnTo>
                    <a:pt x="1803893" y="182396"/>
                  </a:lnTo>
                  <a:lnTo>
                    <a:pt x="1756308" y="159707"/>
                  </a:lnTo>
                  <a:lnTo>
                    <a:pt x="1707831" y="137816"/>
                  </a:lnTo>
                  <a:lnTo>
                    <a:pt x="1658466" y="116723"/>
                  </a:lnTo>
                  <a:lnTo>
                    <a:pt x="1608218" y="96434"/>
                  </a:lnTo>
                  <a:lnTo>
                    <a:pt x="1557094" y="76950"/>
                  </a:lnTo>
                  <a:lnTo>
                    <a:pt x="1505096" y="58274"/>
                  </a:lnTo>
                  <a:lnTo>
                    <a:pt x="1452232" y="40411"/>
                  </a:lnTo>
                  <a:lnTo>
                    <a:pt x="1385196" y="19338"/>
                  </a:lnTo>
                  <a:lnTo>
                    <a:pt x="1351775" y="9461"/>
                  </a:lnTo>
                  <a:lnTo>
                    <a:pt x="1318437" y="0"/>
                  </a:lnTo>
                  <a:close/>
                </a:path>
              </a:pathLst>
            </a:custGeom>
            <a:solidFill>
              <a:srgbClr val="100A30">
                <a:alpha val="8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20544D6B-4CDF-CD4C-872B-402400BFA8DE}"/>
                </a:ext>
              </a:extLst>
            </p:cNvPr>
            <p:cNvSpPr/>
            <p:nvPr/>
          </p:nvSpPr>
          <p:spPr>
            <a:xfrm>
              <a:off x="5000341" y="139"/>
              <a:ext cx="2884805" cy="6858000"/>
            </a:xfrm>
            <a:custGeom>
              <a:avLst/>
              <a:gdLst/>
              <a:ahLst/>
              <a:cxnLst/>
              <a:rect l="l" t="t" r="r" b="b"/>
              <a:pathLst>
                <a:path w="2884804" h="6858000">
                  <a:moveTo>
                    <a:pt x="1523276" y="0"/>
                  </a:moveTo>
                  <a:lnTo>
                    <a:pt x="1367777" y="0"/>
                  </a:lnTo>
                  <a:lnTo>
                    <a:pt x="1419963" y="19113"/>
                  </a:lnTo>
                  <a:lnTo>
                    <a:pt x="1471274" y="39021"/>
                  </a:lnTo>
                  <a:lnTo>
                    <a:pt x="1521706" y="59722"/>
                  </a:lnTo>
                  <a:lnTo>
                    <a:pt x="1571253" y="81213"/>
                  </a:lnTo>
                  <a:lnTo>
                    <a:pt x="1619911" y="103491"/>
                  </a:lnTo>
                  <a:lnTo>
                    <a:pt x="1667674" y="126553"/>
                  </a:lnTo>
                  <a:lnTo>
                    <a:pt x="1714538" y="150395"/>
                  </a:lnTo>
                  <a:lnTo>
                    <a:pt x="1760497" y="175016"/>
                  </a:lnTo>
                  <a:lnTo>
                    <a:pt x="1805547" y="200411"/>
                  </a:lnTo>
                  <a:lnTo>
                    <a:pt x="1849683" y="226579"/>
                  </a:lnTo>
                  <a:lnTo>
                    <a:pt x="1892899" y="253516"/>
                  </a:lnTo>
                  <a:lnTo>
                    <a:pt x="1935192" y="281220"/>
                  </a:lnTo>
                  <a:lnTo>
                    <a:pt x="1976555" y="309686"/>
                  </a:lnTo>
                  <a:lnTo>
                    <a:pt x="2016984" y="338914"/>
                  </a:lnTo>
                  <a:lnTo>
                    <a:pt x="2056474" y="368898"/>
                  </a:lnTo>
                  <a:lnTo>
                    <a:pt x="2095020" y="399638"/>
                  </a:lnTo>
                  <a:lnTo>
                    <a:pt x="2132616" y="431129"/>
                  </a:lnTo>
                  <a:lnTo>
                    <a:pt x="2169259" y="463369"/>
                  </a:lnTo>
                  <a:lnTo>
                    <a:pt x="2204943" y="496355"/>
                  </a:lnTo>
                  <a:lnTo>
                    <a:pt x="2239663" y="530084"/>
                  </a:lnTo>
                  <a:lnTo>
                    <a:pt x="2273414" y="564553"/>
                  </a:lnTo>
                  <a:lnTo>
                    <a:pt x="2306053" y="599613"/>
                  </a:lnTo>
                  <a:lnTo>
                    <a:pt x="2337732" y="635418"/>
                  </a:lnTo>
                  <a:lnTo>
                    <a:pt x="2368447" y="671964"/>
                  </a:lnTo>
                  <a:lnTo>
                    <a:pt x="2398199" y="709247"/>
                  </a:lnTo>
                  <a:lnTo>
                    <a:pt x="2426985" y="747265"/>
                  </a:lnTo>
                  <a:lnTo>
                    <a:pt x="2454805" y="786015"/>
                  </a:lnTo>
                  <a:lnTo>
                    <a:pt x="2481656" y="825493"/>
                  </a:lnTo>
                  <a:lnTo>
                    <a:pt x="2507538" y="865696"/>
                  </a:lnTo>
                  <a:lnTo>
                    <a:pt x="2532449" y="906620"/>
                  </a:lnTo>
                  <a:lnTo>
                    <a:pt x="2556387" y="948264"/>
                  </a:lnTo>
                  <a:lnTo>
                    <a:pt x="2579352" y="990622"/>
                  </a:lnTo>
                  <a:lnTo>
                    <a:pt x="2601341" y="1033693"/>
                  </a:lnTo>
                  <a:lnTo>
                    <a:pt x="2622355" y="1077473"/>
                  </a:lnTo>
                  <a:lnTo>
                    <a:pt x="2642390" y="1121959"/>
                  </a:lnTo>
                  <a:lnTo>
                    <a:pt x="2661446" y="1167147"/>
                  </a:lnTo>
                  <a:lnTo>
                    <a:pt x="2679522" y="1213035"/>
                  </a:lnTo>
                  <a:lnTo>
                    <a:pt x="2696615" y="1259619"/>
                  </a:lnTo>
                  <a:lnTo>
                    <a:pt x="2712725" y="1306896"/>
                  </a:lnTo>
                  <a:lnTo>
                    <a:pt x="2727851" y="1354863"/>
                  </a:lnTo>
                  <a:lnTo>
                    <a:pt x="2741990" y="1403516"/>
                  </a:lnTo>
                  <a:lnTo>
                    <a:pt x="2755142" y="1452853"/>
                  </a:lnTo>
                  <a:lnTo>
                    <a:pt x="2767305" y="1502870"/>
                  </a:lnTo>
                  <a:lnTo>
                    <a:pt x="2778477" y="1553564"/>
                  </a:lnTo>
                  <a:lnTo>
                    <a:pt x="2788658" y="1604932"/>
                  </a:lnTo>
                  <a:lnTo>
                    <a:pt x="2797846" y="1656970"/>
                  </a:lnTo>
                  <a:lnTo>
                    <a:pt x="2806040" y="1709676"/>
                  </a:lnTo>
                  <a:lnTo>
                    <a:pt x="2813237" y="1763046"/>
                  </a:lnTo>
                  <a:lnTo>
                    <a:pt x="2819438" y="1817077"/>
                  </a:lnTo>
                  <a:lnTo>
                    <a:pt x="2825558" y="1891846"/>
                  </a:lnTo>
                  <a:lnTo>
                    <a:pt x="2827404" y="1929945"/>
                  </a:lnTo>
                  <a:lnTo>
                    <a:pt x="2828441" y="1968518"/>
                  </a:lnTo>
                  <a:lnTo>
                    <a:pt x="2828670" y="2007565"/>
                  </a:lnTo>
                  <a:lnTo>
                    <a:pt x="2828091" y="2047084"/>
                  </a:lnTo>
                  <a:lnTo>
                    <a:pt x="2826704" y="2087075"/>
                  </a:lnTo>
                  <a:lnTo>
                    <a:pt x="2824510" y="2127534"/>
                  </a:lnTo>
                  <a:lnTo>
                    <a:pt x="2821509" y="2168463"/>
                  </a:lnTo>
                  <a:lnTo>
                    <a:pt x="2817702" y="2209858"/>
                  </a:lnTo>
                  <a:lnTo>
                    <a:pt x="2813089" y="2251720"/>
                  </a:lnTo>
                  <a:lnTo>
                    <a:pt x="2807670" y="2294046"/>
                  </a:lnTo>
                  <a:lnTo>
                    <a:pt x="2801446" y="2336836"/>
                  </a:lnTo>
                  <a:lnTo>
                    <a:pt x="2794417" y="2380088"/>
                  </a:lnTo>
                  <a:lnTo>
                    <a:pt x="2786584" y="2423800"/>
                  </a:lnTo>
                  <a:lnTo>
                    <a:pt x="2777946" y="2467973"/>
                  </a:lnTo>
                  <a:lnTo>
                    <a:pt x="2768505" y="2512603"/>
                  </a:lnTo>
                  <a:lnTo>
                    <a:pt x="2758260" y="2557691"/>
                  </a:lnTo>
                  <a:lnTo>
                    <a:pt x="2747213" y="2603235"/>
                  </a:lnTo>
                  <a:lnTo>
                    <a:pt x="2735363" y="2649233"/>
                  </a:lnTo>
                  <a:lnTo>
                    <a:pt x="2722711" y="2695685"/>
                  </a:lnTo>
                  <a:lnTo>
                    <a:pt x="2709257" y="2742589"/>
                  </a:lnTo>
                  <a:lnTo>
                    <a:pt x="2695001" y="2789943"/>
                  </a:lnTo>
                  <a:lnTo>
                    <a:pt x="2679945" y="2837748"/>
                  </a:lnTo>
                  <a:lnTo>
                    <a:pt x="2664088" y="2886000"/>
                  </a:lnTo>
                  <a:lnTo>
                    <a:pt x="2647431" y="2934700"/>
                  </a:lnTo>
                  <a:lnTo>
                    <a:pt x="2629974" y="2983845"/>
                  </a:lnTo>
                  <a:lnTo>
                    <a:pt x="2611718" y="3033435"/>
                  </a:lnTo>
                  <a:lnTo>
                    <a:pt x="2592663" y="3083469"/>
                  </a:lnTo>
                  <a:lnTo>
                    <a:pt x="2572809" y="3133944"/>
                  </a:lnTo>
                  <a:lnTo>
                    <a:pt x="2552156" y="3184860"/>
                  </a:lnTo>
                  <a:lnTo>
                    <a:pt x="2530706" y="3236216"/>
                  </a:lnTo>
                  <a:lnTo>
                    <a:pt x="2508458" y="3288009"/>
                  </a:lnTo>
                  <a:lnTo>
                    <a:pt x="2485414" y="3340240"/>
                  </a:lnTo>
                  <a:lnTo>
                    <a:pt x="2461572" y="3392907"/>
                  </a:lnTo>
                  <a:lnTo>
                    <a:pt x="2436935" y="3446008"/>
                  </a:lnTo>
                  <a:lnTo>
                    <a:pt x="2411501" y="3499542"/>
                  </a:lnTo>
                  <a:lnTo>
                    <a:pt x="2385272" y="3553509"/>
                  </a:lnTo>
                  <a:lnTo>
                    <a:pt x="2358247" y="3607906"/>
                  </a:lnTo>
                  <a:lnTo>
                    <a:pt x="2330428" y="3662732"/>
                  </a:lnTo>
                  <a:lnTo>
                    <a:pt x="2301815" y="3717987"/>
                  </a:lnTo>
                  <a:lnTo>
                    <a:pt x="2272407" y="3773669"/>
                  </a:lnTo>
                  <a:lnTo>
                    <a:pt x="2242206" y="3829776"/>
                  </a:lnTo>
                  <a:lnTo>
                    <a:pt x="2211212" y="3886308"/>
                  </a:lnTo>
                  <a:lnTo>
                    <a:pt x="2179425" y="3943262"/>
                  </a:lnTo>
                  <a:lnTo>
                    <a:pt x="2146846" y="4000639"/>
                  </a:lnTo>
                  <a:lnTo>
                    <a:pt x="2104203" y="4074329"/>
                  </a:lnTo>
                  <a:lnTo>
                    <a:pt x="2060283" y="4148697"/>
                  </a:lnTo>
                  <a:lnTo>
                    <a:pt x="2015090" y="4223737"/>
                  </a:lnTo>
                  <a:lnTo>
                    <a:pt x="1968626" y="4299444"/>
                  </a:lnTo>
                  <a:lnTo>
                    <a:pt x="1920897" y="4375812"/>
                  </a:lnTo>
                  <a:lnTo>
                    <a:pt x="1871905" y="4452836"/>
                  </a:lnTo>
                  <a:lnTo>
                    <a:pt x="1821656" y="4530510"/>
                  </a:lnTo>
                  <a:lnTo>
                    <a:pt x="1770154" y="4608829"/>
                  </a:lnTo>
                  <a:lnTo>
                    <a:pt x="1717401" y="4687788"/>
                  </a:lnTo>
                  <a:lnTo>
                    <a:pt x="1663403" y="4767380"/>
                  </a:lnTo>
                  <a:lnTo>
                    <a:pt x="1608162" y="4847601"/>
                  </a:lnTo>
                  <a:lnTo>
                    <a:pt x="1551684" y="4928444"/>
                  </a:lnTo>
                  <a:lnTo>
                    <a:pt x="1493973" y="5009905"/>
                  </a:lnTo>
                  <a:lnTo>
                    <a:pt x="1435031" y="5091977"/>
                  </a:lnTo>
                  <a:lnTo>
                    <a:pt x="1374864" y="5174656"/>
                  </a:lnTo>
                  <a:lnTo>
                    <a:pt x="1313475" y="5257935"/>
                  </a:lnTo>
                  <a:lnTo>
                    <a:pt x="1250868" y="5341810"/>
                  </a:lnTo>
                  <a:lnTo>
                    <a:pt x="1187047" y="5426275"/>
                  </a:lnTo>
                  <a:lnTo>
                    <a:pt x="1122017" y="5511324"/>
                  </a:lnTo>
                  <a:lnTo>
                    <a:pt x="1055781" y="5596951"/>
                  </a:lnTo>
                  <a:lnTo>
                    <a:pt x="988343" y="5683152"/>
                  </a:lnTo>
                  <a:lnTo>
                    <a:pt x="919707" y="5769921"/>
                  </a:lnTo>
                  <a:lnTo>
                    <a:pt x="849878" y="5857251"/>
                  </a:lnTo>
                  <a:lnTo>
                    <a:pt x="778859" y="5945139"/>
                  </a:lnTo>
                  <a:lnTo>
                    <a:pt x="706654" y="6033578"/>
                  </a:lnTo>
                  <a:lnTo>
                    <a:pt x="633267" y="6122562"/>
                  </a:lnTo>
                  <a:lnTo>
                    <a:pt x="558703" y="6212087"/>
                  </a:lnTo>
                  <a:lnTo>
                    <a:pt x="482965" y="6302146"/>
                  </a:lnTo>
                  <a:lnTo>
                    <a:pt x="406057" y="6392735"/>
                  </a:lnTo>
                  <a:lnTo>
                    <a:pt x="304471" y="6511113"/>
                  </a:lnTo>
                  <a:lnTo>
                    <a:pt x="202833" y="6628155"/>
                  </a:lnTo>
                  <a:lnTo>
                    <a:pt x="101292" y="6743768"/>
                  </a:lnTo>
                  <a:lnTo>
                    <a:pt x="0" y="6857860"/>
                  </a:lnTo>
                  <a:lnTo>
                    <a:pt x="74739" y="6857860"/>
                  </a:lnTo>
                  <a:lnTo>
                    <a:pt x="176531" y="6742813"/>
                  </a:lnTo>
                  <a:lnTo>
                    <a:pt x="278520" y="6626270"/>
                  </a:lnTo>
                  <a:lnTo>
                    <a:pt x="380559" y="6508322"/>
                  </a:lnTo>
                  <a:lnTo>
                    <a:pt x="486600" y="6384229"/>
                  </a:lnTo>
                  <a:lnTo>
                    <a:pt x="561875" y="6295158"/>
                  </a:lnTo>
                  <a:lnTo>
                    <a:pt x="636016" y="6206599"/>
                  </a:lnTo>
                  <a:lnTo>
                    <a:pt x="709019" y="6118557"/>
                  </a:lnTo>
                  <a:lnTo>
                    <a:pt x="780881" y="6031039"/>
                  </a:lnTo>
                  <a:lnTo>
                    <a:pt x="851598" y="5944049"/>
                  </a:lnTo>
                  <a:lnTo>
                    <a:pt x="921165" y="5857592"/>
                  </a:lnTo>
                  <a:lnTo>
                    <a:pt x="989579" y="5771674"/>
                  </a:lnTo>
                  <a:lnTo>
                    <a:pt x="1056837" y="5686300"/>
                  </a:lnTo>
                  <a:lnTo>
                    <a:pt x="1122934" y="5601475"/>
                  </a:lnTo>
                  <a:lnTo>
                    <a:pt x="1187866" y="5517205"/>
                  </a:lnTo>
                  <a:lnTo>
                    <a:pt x="1251631" y="5433494"/>
                  </a:lnTo>
                  <a:lnTo>
                    <a:pt x="1314223" y="5350348"/>
                  </a:lnTo>
                  <a:lnTo>
                    <a:pt x="1375639" y="5267773"/>
                  </a:lnTo>
                  <a:lnTo>
                    <a:pt x="1435876" y="5185772"/>
                  </a:lnTo>
                  <a:lnTo>
                    <a:pt x="1494930" y="5104352"/>
                  </a:lnTo>
                  <a:lnTo>
                    <a:pt x="1552796" y="5023518"/>
                  </a:lnTo>
                  <a:lnTo>
                    <a:pt x="1609471" y="4943276"/>
                  </a:lnTo>
                  <a:lnTo>
                    <a:pt x="1664951" y="4863629"/>
                  </a:lnTo>
                  <a:lnTo>
                    <a:pt x="1719233" y="4784584"/>
                  </a:lnTo>
                  <a:lnTo>
                    <a:pt x="1772312" y="4706146"/>
                  </a:lnTo>
                  <a:lnTo>
                    <a:pt x="1824185" y="4628320"/>
                  </a:lnTo>
                  <a:lnTo>
                    <a:pt x="1874847" y="4551112"/>
                  </a:lnTo>
                  <a:lnTo>
                    <a:pt x="1924296" y="4474525"/>
                  </a:lnTo>
                  <a:lnTo>
                    <a:pt x="1972527" y="4398567"/>
                  </a:lnTo>
                  <a:lnTo>
                    <a:pt x="2019537" y="4323242"/>
                  </a:lnTo>
                  <a:lnTo>
                    <a:pt x="2065321" y="4248555"/>
                  </a:lnTo>
                  <a:lnTo>
                    <a:pt x="2109876" y="4174511"/>
                  </a:lnTo>
                  <a:lnTo>
                    <a:pt x="2153198" y="4101117"/>
                  </a:lnTo>
                  <a:lnTo>
                    <a:pt x="2195283" y="4028376"/>
                  </a:lnTo>
                  <a:lnTo>
                    <a:pt x="2227552" y="3971553"/>
                  </a:lnTo>
                  <a:lnTo>
                    <a:pt x="2259053" y="3915131"/>
                  </a:lnTo>
                  <a:lnTo>
                    <a:pt x="2289784" y="3859113"/>
                  </a:lnTo>
                  <a:lnTo>
                    <a:pt x="2319746" y="3803498"/>
                  </a:lnTo>
                  <a:lnTo>
                    <a:pt x="2348938" y="3748289"/>
                  </a:lnTo>
                  <a:lnTo>
                    <a:pt x="2377359" y="3693485"/>
                  </a:lnTo>
                  <a:lnTo>
                    <a:pt x="2405010" y="3639090"/>
                  </a:lnTo>
                  <a:lnTo>
                    <a:pt x="2431890" y="3585103"/>
                  </a:lnTo>
                  <a:lnTo>
                    <a:pt x="2457999" y="3531527"/>
                  </a:lnTo>
                  <a:lnTo>
                    <a:pt x="2483336" y="3478361"/>
                  </a:lnTo>
                  <a:lnTo>
                    <a:pt x="2507901" y="3425608"/>
                  </a:lnTo>
                  <a:lnTo>
                    <a:pt x="2531694" y="3373269"/>
                  </a:lnTo>
                  <a:lnTo>
                    <a:pt x="2554713" y="3321344"/>
                  </a:lnTo>
                  <a:lnTo>
                    <a:pt x="2576960" y="3269835"/>
                  </a:lnTo>
                  <a:lnTo>
                    <a:pt x="2598433" y="3218744"/>
                  </a:lnTo>
                  <a:lnTo>
                    <a:pt x="2619132" y="3168071"/>
                  </a:lnTo>
                  <a:lnTo>
                    <a:pt x="2639057" y="3117817"/>
                  </a:lnTo>
                  <a:lnTo>
                    <a:pt x="2658207" y="3067985"/>
                  </a:lnTo>
                  <a:lnTo>
                    <a:pt x="2676582" y="3018574"/>
                  </a:lnTo>
                  <a:lnTo>
                    <a:pt x="2694182" y="2969586"/>
                  </a:lnTo>
                  <a:lnTo>
                    <a:pt x="2711006" y="2921023"/>
                  </a:lnTo>
                  <a:lnTo>
                    <a:pt x="2727054" y="2872886"/>
                  </a:lnTo>
                  <a:lnTo>
                    <a:pt x="2742326" y="2825175"/>
                  </a:lnTo>
                  <a:lnTo>
                    <a:pt x="2756820" y="2777892"/>
                  </a:lnTo>
                  <a:lnTo>
                    <a:pt x="2770538" y="2731038"/>
                  </a:lnTo>
                  <a:lnTo>
                    <a:pt x="2783477" y="2684615"/>
                  </a:lnTo>
                  <a:lnTo>
                    <a:pt x="2795639" y="2638623"/>
                  </a:lnTo>
                  <a:lnTo>
                    <a:pt x="2807023" y="2593064"/>
                  </a:lnTo>
                  <a:lnTo>
                    <a:pt x="2817628" y="2547939"/>
                  </a:lnTo>
                  <a:lnTo>
                    <a:pt x="2827453" y="2503249"/>
                  </a:lnTo>
                  <a:lnTo>
                    <a:pt x="2836500" y="2458996"/>
                  </a:lnTo>
                  <a:lnTo>
                    <a:pt x="2844766" y="2415180"/>
                  </a:lnTo>
                  <a:lnTo>
                    <a:pt x="2852252" y="2371802"/>
                  </a:lnTo>
                  <a:lnTo>
                    <a:pt x="2858958" y="2328865"/>
                  </a:lnTo>
                  <a:lnTo>
                    <a:pt x="2864883" y="2286369"/>
                  </a:lnTo>
                  <a:lnTo>
                    <a:pt x="2870027" y="2244315"/>
                  </a:lnTo>
                  <a:lnTo>
                    <a:pt x="2874389" y="2202705"/>
                  </a:lnTo>
                  <a:lnTo>
                    <a:pt x="2877969" y="2161540"/>
                  </a:lnTo>
                  <a:lnTo>
                    <a:pt x="2880766" y="2120820"/>
                  </a:lnTo>
                  <a:lnTo>
                    <a:pt x="2882781" y="2080547"/>
                  </a:lnTo>
                  <a:lnTo>
                    <a:pt x="2884013" y="2040723"/>
                  </a:lnTo>
                  <a:lnTo>
                    <a:pt x="2884461" y="2001349"/>
                  </a:lnTo>
                  <a:lnTo>
                    <a:pt x="2884125" y="1962425"/>
                  </a:lnTo>
                  <a:lnTo>
                    <a:pt x="2883005" y="1923953"/>
                  </a:lnTo>
                  <a:lnTo>
                    <a:pt x="2878411" y="1848370"/>
                  </a:lnTo>
                  <a:lnTo>
                    <a:pt x="2868814" y="1757750"/>
                  </a:lnTo>
                  <a:lnTo>
                    <a:pt x="2861734" y="1704869"/>
                  </a:lnTo>
                  <a:lnTo>
                    <a:pt x="2853697" y="1652618"/>
                  </a:lnTo>
                  <a:lnTo>
                    <a:pt x="2844705" y="1601001"/>
                  </a:lnTo>
                  <a:lnTo>
                    <a:pt x="2834758" y="1550022"/>
                  </a:lnTo>
                  <a:lnTo>
                    <a:pt x="2823859" y="1499683"/>
                  </a:lnTo>
                  <a:lnTo>
                    <a:pt x="2812008" y="1449987"/>
                  </a:lnTo>
                  <a:lnTo>
                    <a:pt x="2799206" y="1400937"/>
                  </a:lnTo>
                  <a:lnTo>
                    <a:pt x="2785456" y="1352536"/>
                  </a:lnTo>
                  <a:lnTo>
                    <a:pt x="2770758" y="1304786"/>
                  </a:lnTo>
                  <a:lnTo>
                    <a:pt x="2755113" y="1257692"/>
                  </a:lnTo>
                  <a:lnTo>
                    <a:pt x="2738524" y="1211256"/>
                  </a:lnTo>
                  <a:lnTo>
                    <a:pt x="2720990" y="1165480"/>
                  </a:lnTo>
                  <a:lnTo>
                    <a:pt x="2702514" y="1120368"/>
                  </a:lnTo>
                  <a:lnTo>
                    <a:pt x="2683097" y="1075923"/>
                  </a:lnTo>
                  <a:lnTo>
                    <a:pt x="2662740" y="1032148"/>
                  </a:lnTo>
                  <a:lnTo>
                    <a:pt x="2641444" y="989045"/>
                  </a:lnTo>
                  <a:lnTo>
                    <a:pt x="2619211" y="946617"/>
                  </a:lnTo>
                  <a:lnTo>
                    <a:pt x="2596042" y="904868"/>
                  </a:lnTo>
                  <a:lnTo>
                    <a:pt x="2571938" y="863801"/>
                  </a:lnTo>
                  <a:lnTo>
                    <a:pt x="2546901" y="823418"/>
                  </a:lnTo>
                  <a:lnTo>
                    <a:pt x="2520931" y="783723"/>
                  </a:lnTo>
                  <a:lnTo>
                    <a:pt x="2494031" y="744717"/>
                  </a:lnTo>
                  <a:lnTo>
                    <a:pt x="2466201" y="706405"/>
                  </a:lnTo>
                  <a:lnTo>
                    <a:pt x="2437443" y="668789"/>
                  </a:lnTo>
                  <a:lnTo>
                    <a:pt x="2407757" y="631873"/>
                  </a:lnTo>
                  <a:lnTo>
                    <a:pt x="2377146" y="595658"/>
                  </a:lnTo>
                  <a:lnTo>
                    <a:pt x="2345611" y="560149"/>
                  </a:lnTo>
                  <a:lnTo>
                    <a:pt x="2313152" y="525348"/>
                  </a:lnTo>
                  <a:lnTo>
                    <a:pt x="2279646" y="491130"/>
                  </a:lnTo>
                  <a:lnTo>
                    <a:pt x="2245217" y="457627"/>
                  </a:lnTo>
                  <a:lnTo>
                    <a:pt x="2209869" y="424843"/>
                  </a:lnTo>
                  <a:lnTo>
                    <a:pt x="2173607" y="392778"/>
                  </a:lnTo>
                  <a:lnTo>
                    <a:pt x="2136436" y="361437"/>
                  </a:lnTo>
                  <a:lnTo>
                    <a:pt x="2098362" y="330822"/>
                  </a:lnTo>
                  <a:lnTo>
                    <a:pt x="2059387" y="300934"/>
                  </a:lnTo>
                  <a:lnTo>
                    <a:pt x="2019518" y="271777"/>
                  </a:lnTo>
                  <a:lnTo>
                    <a:pt x="1978759" y="243353"/>
                  </a:lnTo>
                  <a:lnTo>
                    <a:pt x="1937115" y="215665"/>
                  </a:lnTo>
                  <a:lnTo>
                    <a:pt x="1894591" y="188715"/>
                  </a:lnTo>
                  <a:lnTo>
                    <a:pt x="1851191" y="162506"/>
                  </a:lnTo>
                  <a:lnTo>
                    <a:pt x="1806920" y="137041"/>
                  </a:lnTo>
                  <a:lnTo>
                    <a:pt x="1761783" y="112321"/>
                  </a:lnTo>
                  <a:lnTo>
                    <a:pt x="1715785" y="88350"/>
                  </a:lnTo>
                  <a:lnTo>
                    <a:pt x="1668930" y="65129"/>
                  </a:lnTo>
                  <a:lnTo>
                    <a:pt x="1621224" y="42662"/>
                  </a:lnTo>
                  <a:lnTo>
                    <a:pt x="1572671" y="20952"/>
                  </a:lnTo>
                  <a:lnTo>
                    <a:pt x="1523276" y="0"/>
                  </a:lnTo>
                  <a:close/>
                </a:path>
              </a:pathLst>
            </a:custGeom>
            <a:solidFill>
              <a:srgbClr val="100A30">
                <a:alpha val="7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2D7CB728-CCC3-B54C-A4A6-BE7069EEBFA6}"/>
                </a:ext>
              </a:extLst>
            </p:cNvPr>
            <p:cNvSpPr/>
            <p:nvPr/>
          </p:nvSpPr>
          <p:spPr>
            <a:xfrm>
              <a:off x="5139578" y="137"/>
              <a:ext cx="2844800" cy="6858000"/>
            </a:xfrm>
            <a:custGeom>
              <a:avLst/>
              <a:gdLst/>
              <a:ahLst/>
              <a:cxnLst/>
              <a:rect l="l" t="t" r="r" b="b"/>
              <a:pathLst>
                <a:path w="2844800" h="6858000">
                  <a:moveTo>
                    <a:pt x="1604276" y="0"/>
                  </a:moveTo>
                  <a:lnTo>
                    <a:pt x="1494764" y="0"/>
                  </a:lnTo>
                  <a:lnTo>
                    <a:pt x="1542627" y="21744"/>
                  </a:lnTo>
                  <a:lnTo>
                    <a:pt x="1589661" y="44218"/>
                  </a:lnTo>
                  <a:lnTo>
                    <a:pt x="1635859" y="67421"/>
                  </a:lnTo>
                  <a:lnTo>
                    <a:pt x="1681217" y="91349"/>
                  </a:lnTo>
                  <a:lnTo>
                    <a:pt x="1725731" y="116000"/>
                  </a:lnTo>
                  <a:lnTo>
                    <a:pt x="1769395" y="141373"/>
                  </a:lnTo>
                  <a:lnTo>
                    <a:pt x="1812206" y="167464"/>
                  </a:lnTo>
                  <a:lnTo>
                    <a:pt x="1854158" y="194271"/>
                  </a:lnTo>
                  <a:lnTo>
                    <a:pt x="1895246" y="221792"/>
                  </a:lnTo>
                  <a:lnTo>
                    <a:pt x="1935466" y="250025"/>
                  </a:lnTo>
                  <a:lnTo>
                    <a:pt x="1974813" y="278968"/>
                  </a:lnTo>
                  <a:lnTo>
                    <a:pt x="2013282" y="308617"/>
                  </a:lnTo>
                  <a:lnTo>
                    <a:pt x="2050868" y="338971"/>
                  </a:lnTo>
                  <a:lnTo>
                    <a:pt x="2087567" y="370028"/>
                  </a:lnTo>
                  <a:lnTo>
                    <a:pt x="2123374" y="401784"/>
                  </a:lnTo>
                  <a:lnTo>
                    <a:pt x="2158284" y="434238"/>
                  </a:lnTo>
                  <a:lnTo>
                    <a:pt x="2192293" y="467388"/>
                  </a:lnTo>
                  <a:lnTo>
                    <a:pt x="2225395" y="501230"/>
                  </a:lnTo>
                  <a:lnTo>
                    <a:pt x="2257947" y="536159"/>
                  </a:lnTo>
                  <a:lnTo>
                    <a:pt x="2289574" y="571804"/>
                  </a:lnTo>
                  <a:lnTo>
                    <a:pt x="2320275" y="608161"/>
                  </a:lnTo>
                  <a:lnTo>
                    <a:pt x="2350048" y="645228"/>
                  </a:lnTo>
                  <a:lnTo>
                    <a:pt x="2378892" y="683002"/>
                  </a:lnTo>
                  <a:lnTo>
                    <a:pt x="2406806" y="721480"/>
                  </a:lnTo>
                  <a:lnTo>
                    <a:pt x="2433788" y="760659"/>
                  </a:lnTo>
                  <a:lnTo>
                    <a:pt x="2459837" y="800536"/>
                  </a:lnTo>
                  <a:lnTo>
                    <a:pt x="2484952" y="841108"/>
                  </a:lnTo>
                  <a:lnTo>
                    <a:pt x="2509131" y="882372"/>
                  </a:lnTo>
                  <a:lnTo>
                    <a:pt x="2532374" y="924324"/>
                  </a:lnTo>
                  <a:lnTo>
                    <a:pt x="2554679" y="966963"/>
                  </a:lnTo>
                  <a:lnTo>
                    <a:pt x="2576044" y="1010285"/>
                  </a:lnTo>
                  <a:lnTo>
                    <a:pt x="2596469" y="1054287"/>
                  </a:lnTo>
                  <a:lnTo>
                    <a:pt x="2615952" y="1098966"/>
                  </a:lnTo>
                  <a:lnTo>
                    <a:pt x="2634492" y="1144319"/>
                  </a:lnTo>
                  <a:lnTo>
                    <a:pt x="2652087" y="1190343"/>
                  </a:lnTo>
                  <a:lnTo>
                    <a:pt x="2668736" y="1237036"/>
                  </a:lnTo>
                  <a:lnTo>
                    <a:pt x="2684438" y="1284393"/>
                  </a:lnTo>
                  <a:lnTo>
                    <a:pt x="2699192" y="1332413"/>
                  </a:lnTo>
                  <a:lnTo>
                    <a:pt x="2712996" y="1381092"/>
                  </a:lnTo>
                  <a:lnTo>
                    <a:pt x="2725849" y="1430428"/>
                  </a:lnTo>
                  <a:lnTo>
                    <a:pt x="2737750" y="1480416"/>
                  </a:lnTo>
                  <a:lnTo>
                    <a:pt x="2748697" y="1531055"/>
                  </a:lnTo>
                  <a:lnTo>
                    <a:pt x="2758690" y="1582341"/>
                  </a:lnTo>
                  <a:lnTo>
                    <a:pt x="2767726" y="1634272"/>
                  </a:lnTo>
                  <a:lnTo>
                    <a:pt x="2775805" y="1686844"/>
                  </a:lnTo>
                  <a:lnTo>
                    <a:pt x="2782925" y="1740054"/>
                  </a:lnTo>
                  <a:lnTo>
                    <a:pt x="2789085" y="1793900"/>
                  </a:lnTo>
                  <a:lnTo>
                    <a:pt x="2795202" y="1867759"/>
                  </a:lnTo>
                  <a:lnTo>
                    <a:pt x="2798257" y="1943418"/>
                  </a:lnTo>
                  <a:lnTo>
                    <a:pt x="2798637" y="1981919"/>
                  </a:lnTo>
                  <a:lnTo>
                    <a:pt x="2798251" y="2020867"/>
                  </a:lnTo>
                  <a:lnTo>
                    <a:pt x="2797102" y="2060260"/>
                  </a:lnTo>
                  <a:lnTo>
                    <a:pt x="2795188" y="2100097"/>
                  </a:lnTo>
                  <a:lnTo>
                    <a:pt x="2792511" y="2140377"/>
                  </a:lnTo>
                  <a:lnTo>
                    <a:pt x="2789071" y="2181099"/>
                  </a:lnTo>
                  <a:lnTo>
                    <a:pt x="2784867" y="2222261"/>
                  </a:lnTo>
                  <a:lnTo>
                    <a:pt x="2779901" y="2263863"/>
                  </a:lnTo>
                  <a:lnTo>
                    <a:pt x="2774173" y="2305903"/>
                  </a:lnTo>
                  <a:lnTo>
                    <a:pt x="2767683" y="2348381"/>
                  </a:lnTo>
                  <a:lnTo>
                    <a:pt x="2760431" y="2391295"/>
                  </a:lnTo>
                  <a:lnTo>
                    <a:pt x="2752418" y="2434644"/>
                  </a:lnTo>
                  <a:lnTo>
                    <a:pt x="2743645" y="2478426"/>
                  </a:lnTo>
                  <a:lnTo>
                    <a:pt x="2734110" y="2522641"/>
                  </a:lnTo>
                  <a:lnTo>
                    <a:pt x="2723816" y="2567288"/>
                  </a:lnTo>
                  <a:lnTo>
                    <a:pt x="2712762" y="2612365"/>
                  </a:lnTo>
                  <a:lnTo>
                    <a:pt x="2700948" y="2657872"/>
                  </a:lnTo>
                  <a:lnTo>
                    <a:pt x="2688376" y="2703806"/>
                  </a:lnTo>
                  <a:lnTo>
                    <a:pt x="2675044" y="2750168"/>
                  </a:lnTo>
                  <a:lnTo>
                    <a:pt x="2660954" y="2796955"/>
                  </a:lnTo>
                  <a:lnTo>
                    <a:pt x="2646106" y="2844168"/>
                  </a:lnTo>
                  <a:lnTo>
                    <a:pt x="2630501" y="2891803"/>
                  </a:lnTo>
                  <a:lnTo>
                    <a:pt x="2614138" y="2939861"/>
                  </a:lnTo>
                  <a:lnTo>
                    <a:pt x="2597018" y="2988340"/>
                  </a:lnTo>
                  <a:lnTo>
                    <a:pt x="2579142" y="3037240"/>
                  </a:lnTo>
                  <a:lnTo>
                    <a:pt x="2560509" y="3086558"/>
                  </a:lnTo>
                  <a:lnTo>
                    <a:pt x="2541121" y="3136294"/>
                  </a:lnTo>
                  <a:lnTo>
                    <a:pt x="2520976" y="3186447"/>
                  </a:lnTo>
                  <a:lnTo>
                    <a:pt x="2500077" y="3237016"/>
                  </a:lnTo>
                  <a:lnTo>
                    <a:pt x="2478423" y="3287999"/>
                  </a:lnTo>
                  <a:lnTo>
                    <a:pt x="2456014" y="3339395"/>
                  </a:lnTo>
                  <a:lnTo>
                    <a:pt x="2432851" y="3391203"/>
                  </a:lnTo>
                  <a:lnTo>
                    <a:pt x="2408934" y="3443422"/>
                  </a:lnTo>
                  <a:lnTo>
                    <a:pt x="2384264" y="3496051"/>
                  </a:lnTo>
                  <a:lnTo>
                    <a:pt x="2358840" y="3549089"/>
                  </a:lnTo>
                  <a:lnTo>
                    <a:pt x="2332664" y="3602535"/>
                  </a:lnTo>
                  <a:lnTo>
                    <a:pt x="2305736" y="3656386"/>
                  </a:lnTo>
                  <a:lnTo>
                    <a:pt x="2278055" y="3710643"/>
                  </a:lnTo>
                  <a:lnTo>
                    <a:pt x="2249623" y="3765304"/>
                  </a:lnTo>
                  <a:lnTo>
                    <a:pt x="2220439" y="3820369"/>
                  </a:lnTo>
                  <a:lnTo>
                    <a:pt x="2190504" y="3875834"/>
                  </a:lnTo>
                  <a:lnTo>
                    <a:pt x="2159819" y="3931701"/>
                  </a:lnTo>
                  <a:lnTo>
                    <a:pt x="2128384" y="3987967"/>
                  </a:lnTo>
                  <a:lnTo>
                    <a:pt x="2096198" y="4044632"/>
                  </a:lnTo>
                  <a:lnTo>
                    <a:pt x="2053779" y="4117966"/>
                  </a:lnTo>
                  <a:lnTo>
                    <a:pt x="2010130" y="4191951"/>
                  </a:lnTo>
                  <a:lnTo>
                    <a:pt x="1965257" y="4266583"/>
                  </a:lnTo>
                  <a:lnTo>
                    <a:pt x="1919161" y="4341857"/>
                  </a:lnTo>
                  <a:lnTo>
                    <a:pt x="1871848" y="4417768"/>
                  </a:lnTo>
                  <a:lnTo>
                    <a:pt x="1823320" y="4494310"/>
                  </a:lnTo>
                  <a:lnTo>
                    <a:pt x="1773581" y="4571478"/>
                  </a:lnTo>
                  <a:lnTo>
                    <a:pt x="1722636" y="4649267"/>
                  </a:lnTo>
                  <a:lnTo>
                    <a:pt x="1670488" y="4727673"/>
                  </a:lnTo>
                  <a:lnTo>
                    <a:pt x="1617140" y="4806689"/>
                  </a:lnTo>
                  <a:lnTo>
                    <a:pt x="1562596" y="4886312"/>
                  </a:lnTo>
                  <a:lnTo>
                    <a:pt x="1506861" y="4966535"/>
                  </a:lnTo>
                  <a:lnTo>
                    <a:pt x="1449938" y="5047353"/>
                  </a:lnTo>
                  <a:lnTo>
                    <a:pt x="1391829" y="5128763"/>
                  </a:lnTo>
                  <a:lnTo>
                    <a:pt x="1332541" y="5210757"/>
                  </a:lnTo>
                  <a:lnTo>
                    <a:pt x="1272075" y="5293332"/>
                  </a:lnTo>
                  <a:lnTo>
                    <a:pt x="1210436" y="5376482"/>
                  </a:lnTo>
                  <a:lnTo>
                    <a:pt x="1147627" y="5460202"/>
                  </a:lnTo>
                  <a:lnTo>
                    <a:pt x="1083652" y="5544487"/>
                  </a:lnTo>
                  <a:lnTo>
                    <a:pt x="1018516" y="5629331"/>
                  </a:lnTo>
                  <a:lnTo>
                    <a:pt x="952220" y="5714731"/>
                  </a:lnTo>
                  <a:lnTo>
                    <a:pt x="884771" y="5800680"/>
                  </a:lnTo>
                  <a:lnTo>
                    <a:pt x="816170" y="5887173"/>
                  </a:lnTo>
                  <a:lnTo>
                    <a:pt x="746422" y="5974206"/>
                  </a:lnTo>
                  <a:lnTo>
                    <a:pt x="675530" y="6061773"/>
                  </a:lnTo>
                  <a:lnTo>
                    <a:pt x="603499" y="6149869"/>
                  </a:lnTo>
                  <a:lnTo>
                    <a:pt x="530331" y="6238489"/>
                  </a:lnTo>
                  <a:lnTo>
                    <a:pt x="456032" y="6327628"/>
                  </a:lnTo>
                  <a:lnTo>
                    <a:pt x="380603" y="6417280"/>
                  </a:lnTo>
                  <a:lnTo>
                    <a:pt x="304050" y="6507441"/>
                  </a:lnTo>
                  <a:lnTo>
                    <a:pt x="202709" y="6625562"/>
                  </a:lnTo>
                  <a:lnTo>
                    <a:pt x="101315" y="6742398"/>
                  </a:lnTo>
                  <a:lnTo>
                    <a:pt x="0" y="6857860"/>
                  </a:lnTo>
                  <a:lnTo>
                    <a:pt x="61201" y="6857860"/>
                  </a:lnTo>
                  <a:lnTo>
                    <a:pt x="95873" y="6818374"/>
                  </a:lnTo>
                  <a:lnTo>
                    <a:pt x="199966" y="6698967"/>
                  </a:lnTo>
                  <a:lnTo>
                    <a:pt x="304054" y="6578177"/>
                  </a:lnTo>
                  <a:lnTo>
                    <a:pt x="415467" y="6447231"/>
                  </a:lnTo>
                  <a:lnTo>
                    <a:pt x="491086" y="6357354"/>
                  </a:lnTo>
                  <a:lnTo>
                    <a:pt x="565575" y="6267988"/>
                  </a:lnTo>
                  <a:lnTo>
                    <a:pt x="638930" y="6179141"/>
                  </a:lnTo>
                  <a:lnTo>
                    <a:pt x="711148" y="6090817"/>
                  </a:lnTo>
                  <a:lnTo>
                    <a:pt x="782225" y="6003020"/>
                  </a:lnTo>
                  <a:lnTo>
                    <a:pt x="852156" y="5915757"/>
                  </a:lnTo>
                  <a:lnTo>
                    <a:pt x="920939" y="5829032"/>
                  </a:lnTo>
                  <a:lnTo>
                    <a:pt x="988569" y="5742851"/>
                  </a:lnTo>
                  <a:lnTo>
                    <a:pt x="1055044" y="5657218"/>
                  </a:lnTo>
                  <a:lnTo>
                    <a:pt x="1120358" y="5572139"/>
                  </a:lnTo>
                  <a:lnTo>
                    <a:pt x="1184508" y="5487619"/>
                  </a:lnTo>
                  <a:lnTo>
                    <a:pt x="1247491" y="5403662"/>
                  </a:lnTo>
                  <a:lnTo>
                    <a:pt x="1309303" y="5320275"/>
                  </a:lnTo>
                  <a:lnTo>
                    <a:pt x="1369941" y="5237462"/>
                  </a:lnTo>
                  <a:lnTo>
                    <a:pt x="1429399" y="5155228"/>
                  </a:lnTo>
                  <a:lnTo>
                    <a:pt x="1487675" y="5073579"/>
                  </a:lnTo>
                  <a:lnTo>
                    <a:pt x="1544765" y="4992519"/>
                  </a:lnTo>
                  <a:lnTo>
                    <a:pt x="1600666" y="4912054"/>
                  </a:lnTo>
                  <a:lnTo>
                    <a:pt x="1655373" y="4832189"/>
                  </a:lnTo>
                  <a:lnTo>
                    <a:pt x="1708882" y="4752929"/>
                  </a:lnTo>
                  <a:lnTo>
                    <a:pt x="1761191" y="4674279"/>
                  </a:lnTo>
                  <a:lnTo>
                    <a:pt x="1812294" y="4596244"/>
                  </a:lnTo>
                  <a:lnTo>
                    <a:pt x="1862190" y="4518829"/>
                  </a:lnTo>
                  <a:lnTo>
                    <a:pt x="1910873" y="4442040"/>
                  </a:lnTo>
                  <a:lnTo>
                    <a:pt x="1958340" y="4365882"/>
                  </a:lnTo>
                  <a:lnTo>
                    <a:pt x="2004587" y="4290359"/>
                  </a:lnTo>
                  <a:lnTo>
                    <a:pt x="2049611" y="4215478"/>
                  </a:lnTo>
                  <a:lnTo>
                    <a:pt x="2093408" y="4141242"/>
                  </a:lnTo>
                  <a:lnTo>
                    <a:pt x="2135974" y="4067657"/>
                  </a:lnTo>
                  <a:lnTo>
                    <a:pt x="2168466" y="4010452"/>
                  </a:lnTo>
                  <a:lnTo>
                    <a:pt x="2200201" y="3953643"/>
                  </a:lnTo>
                  <a:lnTo>
                    <a:pt x="2231177" y="3897232"/>
                  </a:lnTo>
                  <a:lnTo>
                    <a:pt x="2261395" y="3841220"/>
                  </a:lnTo>
                  <a:lnTo>
                    <a:pt x="2290854" y="3785608"/>
                  </a:lnTo>
                  <a:lnTo>
                    <a:pt x="2319554" y="3730397"/>
                  </a:lnTo>
                  <a:lnTo>
                    <a:pt x="2347495" y="3675588"/>
                  </a:lnTo>
                  <a:lnTo>
                    <a:pt x="2374676" y="3621183"/>
                  </a:lnTo>
                  <a:lnTo>
                    <a:pt x="2401096" y="3567183"/>
                  </a:lnTo>
                  <a:lnTo>
                    <a:pt x="2426756" y="3513588"/>
                  </a:lnTo>
                  <a:lnTo>
                    <a:pt x="2451655" y="3460401"/>
                  </a:lnTo>
                  <a:lnTo>
                    <a:pt x="2475793" y="3407621"/>
                  </a:lnTo>
                  <a:lnTo>
                    <a:pt x="2499170" y="3355251"/>
                  </a:lnTo>
                  <a:lnTo>
                    <a:pt x="2521784" y="3303291"/>
                  </a:lnTo>
                  <a:lnTo>
                    <a:pt x="2543636" y="3251743"/>
                  </a:lnTo>
                  <a:lnTo>
                    <a:pt x="2564726" y="3200608"/>
                  </a:lnTo>
                  <a:lnTo>
                    <a:pt x="2585052" y="3149886"/>
                  </a:lnTo>
                  <a:lnTo>
                    <a:pt x="2604616" y="3099580"/>
                  </a:lnTo>
                  <a:lnTo>
                    <a:pt x="2623415" y="3049690"/>
                  </a:lnTo>
                  <a:lnTo>
                    <a:pt x="2641450" y="3000217"/>
                  </a:lnTo>
                  <a:lnTo>
                    <a:pt x="2658721" y="2951162"/>
                  </a:lnTo>
                  <a:lnTo>
                    <a:pt x="2675227" y="2902528"/>
                  </a:lnTo>
                  <a:lnTo>
                    <a:pt x="2690968" y="2854314"/>
                  </a:lnTo>
                  <a:lnTo>
                    <a:pt x="2705944" y="2806522"/>
                  </a:lnTo>
                  <a:lnTo>
                    <a:pt x="2720154" y="2759153"/>
                  </a:lnTo>
                  <a:lnTo>
                    <a:pt x="2733597" y="2712208"/>
                  </a:lnTo>
                  <a:lnTo>
                    <a:pt x="2746274" y="2665689"/>
                  </a:lnTo>
                  <a:lnTo>
                    <a:pt x="2758184" y="2619597"/>
                  </a:lnTo>
                  <a:lnTo>
                    <a:pt x="2769327" y="2573932"/>
                  </a:lnTo>
                  <a:lnTo>
                    <a:pt x="2779702" y="2528696"/>
                  </a:lnTo>
                  <a:lnTo>
                    <a:pt x="2789310" y="2483891"/>
                  </a:lnTo>
                  <a:lnTo>
                    <a:pt x="2798149" y="2439516"/>
                  </a:lnTo>
                  <a:lnTo>
                    <a:pt x="2806219" y="2395574"/>
                  </a:lnTo>
                  <a:lnTo>
                    <a:pt x="2813520" y="2352065"/>
                  </a:lnTo>
                  <a:lnTo>
                    <a:pt x="2820052" y="2308991"/>
                  </a:lnTo>
                  <a:lnTo>
                    <a:pt x="2825814" y="2266353"/>
                  </a:lnTo>
                  <a:lnTo>
                    <a:pt x="2830806" y="2224152"/>
                  </a:lnTo>
                  <a:lnTo>
                    <a:pt x="2835028" y="2182389"/>
                  </a:lnTo>
                  <a:lnTo>
                    <a:pt x="2838479" y="2141066"/>
                  </a:lnTo>
                  <a:lnTo>
                    <a:pt x="2841158" y="2100183"/>
                  </a:lnTo>
                  <a:lnTo>
                    <a:pt x="2843067" y="2059741"/>
                  </a:lnTo>
                  <a:lnTo>
                    <a:pt x="2844203" y="2019742"/>
                  </a:lnTo>
                  <a:lnTo>
                    <a:pt x="2844567" y="1980187"/>
                  </a:lnTo>
                  <a:lnTo>
                    <a:pt x="2844158" y="1941077"/>
                  </a:lnTo>
                  <a:lnTo>
                    <a:pt x="2842977" y="1902414"/>
                  </a:lnTo>
                  <a:lnTo>
                    <a:pt x="2841022" y="1864198"/>
                  </a:lnTo>
                  <a:lnTo>
                    <a:pt x="2834792" y="1789112"/>
                  </a:lnTo>
                  <a:lnTo>
                    <a:pt x="2828506" y="1734170"/>
                  </a:lnTo>
                  <a:lnTo>
                    <a:pt x="2821237" y="1679874"/>
                  </a:lnTo>
                  <a:lnTo>
                    <a:pt x="2812985" y="1626226"/>
                  </a:lnTo>
                  <a:lnTo>
                    <a:pt x="2803753" y="1573230"/>
                  </a:lnTo>
                  <a:lnTo>
                    <a:pt x="2793542" y="1520888"/>
                  </a:lnTo>
                  <a:lnTo>
                    <a:pt x="2782352" y="1469204"/>
                  </a:lnTo>
                  <a:lnTo>
                    <a:pt x="2770186" y="1418181"/>
                  </a:lnTo>
                  <a:lnTo>
                    <a:pt x="2757044" y="1367821"/>
                  </a:lnTo>
                  <a:lnTo>
                    <a:pt x="2742928" y="1318128"/>
                  </a:lnTo>
                  <a:lnTo>
                    <a:pt x="2727840" y="1269104"/>
                  </a:lnTo>
                  <a:lnTo>
                    <a:pt x="2711780" y="1220754"/>
                  </a:lnTo>
                  <a:lnTo>
                    <a:pt x="2694750" y="1173079"/>
                  </a:lnTo>
                  <a:lnTo>
                    <a:pt x="2676751" y="1126083"/>
                  </a:lnTo>
                  <a:lnTo>
                    <a:pt x="2657785" y="1079769"/>
                  </a:lnTo>
                  <a:lnTo>
                    <a:pt x="2637853" y="1034139"/>
                  </a:lnTo>
                  <a:lnTo>
                    <a:pt x="2616956" y="989198"/>
                  </a:lnTo>
                  <a:lnTo>
                    <a:pt x="2595096" y="944948"/>
                  </a:lnTo>
                  <a:lnTo>
                    <a:pt x="2572274" y="901391"/>
                  </a:lnTo>
                  <a:lnTo>
                    <a:pt x="2548490" y="858532"/>
                  </a:lnTo>
                  <a:lnTo>
                    <a:pt x="2523748" y="816373"/>
                  </a:lnTo>
                  <a:lnTo>
                    <a:pt x="2498047" y="774917"/>
                  </a:lnTo>
                  <a:lnTo>
                    <a:pt x="2471390" y="734167"/>
                  </a:lnTo>
                  <a:lnTo>
                    <a:pt x="2443777" y="694127"/>
                  </a:lnTo>
                  <a:lnTo>
                    <a:pt x="2415210" y="654799"/>
                  </a:lnTo>
                  <a:lnTo>
                    <a:pt x="2385690" y="616186"/>
                  </a:lnTo>
                  <a:lnTo>
                    <a:pt x="2355219" y="578291"/>
                  </a:lnTo>
                  <a:lnTo>
                    <a:pt x="2323798" y="541117"/>
                  </a:lnTo>
                  <a:lnTo>
                    <a:pt x="2291428" y="504669"/>
                  </a:lnTo>
                  <a:lnTo>
                    <a:pt x="2258110" y="468947"/>
                  </a:lnTo>
                  <a:lnTo>
                    <a:pt x="2224054" y="434156"/>
                  </a:lnTo>
                  <a:lnTo>
                    <a:pt x="2189069" y="400082"/>
                  </a:lnTo>
                  <a:lnTo>
                    <a:pt x="2153158" y="366730"/>
                  </a:lnTo>
                  <a:lnTo>
                    <a:pt x="2116328" y="334102"/>
                  </a:lnTo>
                  <a:lnTo>
                    <a:pt x="2078582" y="302200"/>
                  </a:lnTo>
                  <a:lnTo>
                    <a:pt x="2039925" y="271027"/>
                  </a:lnTo>
                  <a:lnTo>
                    <a:pt x="2000362" y="240586"/>
                  </a:lnTo>
                  <a:lnTo>
                    <a:pt x="1959897" y="210880"/>
                  </a:lnTo>
                  <a:lnTo>
                    <a:pt x="1918535" y="181911"/>
                  </a:lnTo>
                  <a:lnTo>
                    <a:pt x="1876281" y="153682"/>
                  </a:lnTo>
                  <a:lnTo>
                    <a:pt x="1833139" y="126195"/>
                  </a:lnTo>
                  <a:lnTo>
                    <a:pt x="1789114" y="99454"/>
                  </a:lnTo>
                  <a:lnTo>
                    <a:pt x="1744211" y="73462"/>
                  </a:lnTo>
                  <a:lnTo>
                    <a:pt x="1698434" y="48220"/>
                  </a:lnTo>
                  <a:lnTo>
                    <a:pt x="1651787" y="23731"/>
                  </a:lnTo>
                  <a:lnTo>
                    <a:pt x="1604276" y="0"/>
                  </a:lnTo>
                  <a:close/>
                </a:path>
              </a:pathLst>
            </a:custGeom>
            <a:solidFill>
              <a:srgbClr val="100A30">
                <a:alpha val="5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4E3714B9-868A-B544-A6F7-25087E472E46}"/>
                </a:ext>
              </a:extLst>
            </p:cNvPr>
            <p:cNvSpPr/>
            <p:nvPr/>
          </p:nvSpPr>
          <p:spPr>
            <a:xfrm>
              <a:off x="5275055" y="144"/>
              <a:ext cx="2783840" cy="6858000"/>
            </a:xfrm>
            <a:custGeom>
              <a:avLst/>
              <a:gdLst/>
              <a:ahLst/>
              <a:cxnLst/>
              <a:rect l="l" t="t" r="r" b="b"/>
              <a:pathLst>
                <a:path w="2783840" h="6858000">
                  <a:moveTo>
                    <a:pt x="1672399" y="0"/>
                  </a:moveTo>
                  <a:lnTo>
                    <a:pt x="1602867" y="0"/>
                  </a:lnTo>
                  <a:lnTo>
                    <a:pt x="1647432" y="25235"/>
                  </a:lnTo>
                  <a:lnTo>
                    <a:pt x="1691170" y="51172"/>
                  </a:lnTo>
                  <a:lnTo>
                    <a:pt x="1734076" y="77808"/>
                  </a:lnTo>
                  <a:lnTo>
                    <a:pt x="1776145" y="105142"/>
                  </a:lnTo>
                  <a:lnTo>
                    <a:pt x="1817373" y="133170"/>
                  </a:lnTo>
                  <a:lnTo>
                    <a:pt x="1857754" y="161892"/>
                  </a:lnTo>
                  <a:lnTo>
                    <a:pt x="1897284" y="191306"/>
                  </a:lnTo>
                  <a:lnTo>
                    <a:pt x="1935958" y="221409"/>
                  </a:lnTo>
                  <a:lnTo>
                    <a:pt x="1973771" y="252200"/>
                  </a:lnTo>
                  <a:lnTo>
                    <a:pt x="2010719" y="283678"/>
                  </a:lnTo>
                  <a:lnTo>
                    <a:pt x="2046795" y="315839"/>
                  </a:lnTo>
                  <a:lnTo>
                    <a:pt x="2081997" y="348682"/>
                  </a:lnTo>
                  <a:lnTo>
                    <a:pt x="2116318" y="382205"/>
                  </a:lnTo>
                  <a:lnTo>
                    <a:pt x="2149754" y="416407"/>
                  </a:lnTo>
                  <a:lnTo>
                    <a:pt x="2182683" y="451705"/>
                  </a:lnTo>
                  <a:lnTo>
                    <a:pt x="2214708" y="487703"/>
                  </a:lnTo>
                  <a:lnTo>
                    <a:pt x="2245827" y="524396"/>
                  </a:lnTo>
                  <a:lnTo>
                    <a:pt x="2276040" y="561783"/>
                  </a:lnTo>
                  <a:lnTo>
                    <a:pt x="2305345" y="599860"/>
                  </a:lnTo>
                  <a:lnTo>
                    <a:pt x="2333740" y="638626"/>
                  </a:lnTo>
                  <a:lnTo>
                    <a:pt x="2361226" y="678076"/>
                  </a:lnTo>
                  <a:lnTo>
                    <a:pt x="2387800" y="718208"/>
                  </a:lnTo>
                  <a:lnTo>
                    <a:pt x="2413461" y="759020"/>
                  </a:lnTo>
                  <a:lnTo>
                    <a:pt x="2438208" y="800508"/>
                  </a:lnTo>
                  <a:lnTo>
                    <a:pt x="2462039" y="842670"/>
                  </a:lnTo>
                  <a:lnTo>
                    <a:pt x="2484955" y="885502"/>
                  </a:lnTo>
                  <a:lnTo>
                    <a:pt x="2506952" y="929003"/>
                  </a:lnTo>
                  <a:lnTo>
                    <a:pt x="2528031" y="973169"/>
                  </a:lnTo>
                  <a:lnTo>
                    <a:pt x="2548189" y="1017998"/>
                  </a:lnTo>
                  <a:lnTo>
                    <a:pt x="2567427" y="1063487"/>
                  </a:lnTo>
                  <a:lnTo>
                    <a:pt x="2585741" y="1109632"/>
                  </a:lnTo>
                  <a:lnTo>
                    <a:pt x="2603132" y="1156431"/>
                  </a:lnTo>
                  <a:lnTo>
                    <a:pt x="2619597" y="1203882"/>
                  </a:lnTo>
                  <a:lnTo>
                    <a:pt x="2635137" y="1251981"/>
                  </a:lnTo>
                  <a:lnTo>
                    <a:pt x="2649748" y="1300725"/>
                  </a:lnTo>
                  <a:lnTo>
                    <a:pt x="2663431" y="1350113"/>
                  </a:lnTo>
                  <a:lnTo>
                    <a:pt x="2676184" y="1400140"/>
                  </a:lnTo>
                  <a:lnTo>
                    <a:pt x="2688006" y="1450805"/>
                  </a:lnTo>
                  <a:lnTo>
                    <a:pt x="2698896" y="1502104"/>
                  </a:lnTo>
                  <a:lnTo>
                    <a:pt x="2708851" y="1554035"/>
                  </a:lnTo>
                  <a:lnTo>
                    <a:pt x="2717872" y="1606594"/>
                  </a:lnTo>
                  <a:lnTo>
                    <a:pt x="2725957" y="1659780"/>
                  </a:lnTo>
                  <a:lnTo>
                    <a:pt x="2733104" y="1713588"/>
                  </a:lnTo>
                  <a:lnTo>
                    <a:pt x="2739313" y="1768017"/>
                  </a:lnTo>
                  <a:lnTo>
                    <a:pt x="2745514" y="1842068"/>
                  </a:lnTo>
                  <a:lnTo>
                    <a:pt x="2748767" y="1917847"/>
                  </a:lnTo>
                  <a:lnTo>
                    <a:pt x="2749289" y="1956382"/>
                  </a:lnTo>
                  <a:lnTo>
                    <a:pt x="2749076" y="1995346"/>
                  </a:lnTo>
                  <a:lnTo>
                    <a:pt x="2748127" y="2034738"/>
                  </a:lnTo>
                  <a:lnTo>
                    <a:pt x="2746443" y="2074556"/>
                  </a:lnTo>
                  <a:lnTo>
                    <a:pt x="2744024" y="2114801"/>
                  </a:lnTo>
                  <a:lnTo>
                    <a:pt x="2740870" y="2155470"/>
                  </a:lnTo>
                  <a:lnTo>
                    <a:pt x="2736982" y="2196562"/>
                  </a:lnTo>
                  <a:lnTo>
                    <a:pt x="2732361" y="2238077"/>
                  </a:lnTo>
                  <a:lnTo>
                    <a:pt x="2727006" y="2280014"/>
                  </a:lnTo>
                  <a:lnTo>
                    <a:pt x="2720917" y="2322371"/>
                  </a:lnTo>
                  <a:lnTo>
                    <a:pt x="2714096" y="2365147"/>
                  </a:lnTo>
                  <a:lnTo>
                    <a:pt x="2706542" y="2408342"/>
                  </a:lnTo>
                  <a:lnTo>
                    <a:pt x="2698256" y="2451954"/>
                  </a:lnTo>
                  <a:lnTo>
                    <a:pt x="2689238" y="2495982"/>
                  </a:lnTo>
                  <a:lnTo>
                    <a:pt x="2679489" y="2540426"/>
                  </a:lnTo>
                  <a:lnTo>
                    <a:pt x="2669008" y="2585283"/>
                  </a:lnTo>
                  <a:lnTo>
                    <a:pt x="2657796" y="2630554"/>
                  </a:lnTo>
                  <a:lnTo>
                    <a:pt x="2645854" y="2676237"/>
                  </a:lnTo>
                  <a:lnTo>
                    <a:pt x="2633181" y="2722331"/>
                  </a:lnTo>
                  <a:lnTo>
                    <a:pt x="2619778" y="2768834"/>
                  </a:lnTo>
                  <a:lnTo>
                    <a:pt x="2605646" y="2815747"/>
                  </a:lnTo>
                  <a:lnTo>
                    <a:pt x="2590784" y="2863067"/>
                  </a:lnTo>
                  <a:lnTo>
                    <a:pt x="2575193" y="2910794"/>
                  </a:lnTo>
                  <a:lnTo>
                    <a:pt x="2558874" y="2958927"/>
                  </a:lnTo>
                  <a:lnTo>
                    <a:pt x="2541826" y="3007464"/>
                  </a:lnTo>
                  <a:lnTo>
                    <a:pt x="2524051" y="3056405"/>
                  </a:lnTo>
                  <a:lnTo>
                    <a:pt x="2505547" y="3105749"/>
                  </a:lnTo>
                  <a:lnTo>
                    <a:pt x="2486317" y="3155494"/>
                  </a:lnTo>
                  <a:lnTo>
                    <a:pt x="2466359" y="3205639"/>
                  </a:lnTo>
                  <a:lnTo>
                    <a:pt x="2445674" y="3256184"/>
                  </a:lnTo>
                  <a:lnTo>
                    <a:pt x="2424263" y="3307127"/>
                  </a:lnTo>
                  <a:lnTo>
                    <a:pt x="2402126" y="3358467"/>
                  </a:lnTo>
                  <a:lnTo>
                    <a:pt x="2379263" y="3410204"/>
                  </a:lnTo>
                  <a:lnTo>
                    <a:pt x="2355675" y="3462336"/>
                  </a:lnTo>
                  <a:lnTo>
                    <a:pt x="2331362" y="3514862"/>
                  </a:lnTo>
                  <a:lnTo>
                    <a:pt x="2306323" y="3567780"/>
                  </a:lnTo>
                  <a:lnTo>
                    <a:pt x="2280561" y="3621091"/>
                  </a:lnTo>
                  <a:lnTo>
                    <a:pt x="2254074" y="3674793"/>
                  </a:lnTo>
                  <a:lnTo>
                    <a:pt x="2226863" y="3728885"/>
                  </a:lnTo>
                  <a:lnTo>
                    <a:pt x="2198929" y="3783366"/>
                  </a:lnTo>
                  <a:lnTo>
                    <a:pt x="2170272" y="3838234"/>
                  </a:lnTo>
                  <a:lnTo>
                    <a:pt x="2140892" y="3893489"/>
                  </a:lnTo>
                  <a:lnTo>
                    <a:pt x="2110789" y="3949130"/>
                  </a:lnTo>
                  <a:lnTo>
                    <a:pt x="2079965" y="4005155"/>
                  </a:lnTo>
                  <a:lnTo>
                    <a:pt x="2048418" y="4061564"/>
                  </a:lnTo>
                  <a:lnTo>
                    <a:pt x="2016150" y="4118355"/>
                  </a:lnTo>
                  <a:lnTo>
                    <a:pt x="1974045" y="4191180"/>
                  </a:lnTo>
                  <a:lnTo>
                    <a:pt x="1930777" y="4264621"/>
                  </a:lnTo>
                  <a:lnTo>
                    <a:pt x="1886349" y="4338674"/>
                  </a:lnTo>
                  <a:lnTo>
                    <a:pt x="1840766" y="4413334"/>
                  </a:lnTo>
                  <a:lnTo>
                    <a:pt x="1794030" y="4488597"/>
                  </a:lnTo>
                  <a:lnTo>
                    <a:pt x="1746145" y="4564459"/>
                  </a:lnTo>
                  <a:lnTo>
                    <a:pt x="1697114" y="4640913"/>
                  </a:lnTo>
                  <a:lnTo>
                    <a:pt x="1646941" y="4717957"/>
                  </a:lnTo>
                  <a:lnTo>
                    <a:pt x="1595629" y="4795585"/>
                  </a:lnTo>
                  <a:lnTo>
                    <a:pt x="1543180" y="4873793"/>
                  </a:lnTo>
                  <a:lnTo>
                    <a:pt x="1489600" y="4952576"/>
                  </a:lnTo>
                  <a:lnTo>
                    <a:pt x="1434890" y="5031929"/>
                  </a:lnTo>
                  <a:lnTo>
                    <a:pt x="1379054" y="5111848"/>
                  </a:lnTo>
                  <a:lnTo>
                    <a:pt x="1322097" y="5192328"/>
                  </a:lnTo>
                  <a:lnTo>
                    <a:pt x="1264020" y="5273366"/>
                  </a:lnTo>
                  <a:lnTo>
                    <a:pt x="1204827" y="5354955"/>
                  </a:lnTo>
                  <a:lnTo>
                    <a:pt x="1144522" y="5437091"/>
                  </a:lnTo>
                  <a:lnTo>
                    <a:pt x="1083109" y="5519771"/>
                  </a:lnTo>
                  <a:lnTo>
                    <a:pt x="1020589" y="5602988"/>
                  </a:lnTo>
                  <a:lnTo>
                    <a:pt x="956967" y="5686739"/>
                  </a:lnTo>
                  <a:lnTo>
                    <a:pt x="892247" y="5771020"/>
                  </a:lnTo>
                  <a:lnTo>
                    <a:pt x="826431" y="5855824"/>
                  </a:lnTo>
                  <a:lnTo>
                    <a:pt x="759523" y="5941149"/>
                  </a:lnTo>
                  <a:lnTo>
                    <a:pt x="691526" y="6026988"/>
                  </a:lnTo>
                  <a:lnTo>
                    <a:pt x="622443" y="6113338"/>
                  </a:lnTo>
                  <a:lnTo>
                    <a:pt x="552278" y="6200194"/>
                  </a:lnTo>
                  <a:lnTo>
                    <a:pt x="481035" y="6287552"/>
                  </a:lnTo>
                  <a:lnTo>
                    <a:pt x="408716" y="6375406"/>
                  </a:lnTo>
                  <a:lnTo>
                    <a:pt x="335325" y="6463752"/>
                  </a:lnTo>
                  <a:lnTo>
                    <a:pt x="223236" y="6597184"/>
                  </a:lnTo>
                  <a:lnTo>
                    <a:pt x="110408" y="6729758"/>
                  </a:lnTo>
                  <a:lnTo>
                    <a:pt x="0" y="6857860"/>
                  </a:lnTo>
                  <a:lnTo>
                    <a:pt x="45643" y="6857860"/>
                  </a:lnTo>
                  <a:lnTo>
                    <a:pt x="141320" y="6746669"/>
                  </a:lnTo>
                  <a:lnTo>
                    <a:pt x="249383" y="6619656"/>
                  </a:lnTo>
                  <a:lnTo>
                    <a:pt x="361676" y="6485984"/>
                  </a:lnTo>
                  <a:lnTo>
                    <a:pt x="435202" y="6397477"/>
                  </a:lnTo>
                  <a:lnTo>
                    <a:pt x="507654" y="6309462"/>
                  </a:lnTo>
                  <a:lnTo>
                    <a:pt x="579030" y="6221942"/>
                  </a:lnTo>
                  <a:lnTo>
                    <a:pt x="649326" y="6134922"/>
                  </a:lnTo>
                  <a:lnTo>
                    <a:pt x="718539" y="6048408"/>
                  </a:lnTo>
                  <a:lnTo>
                    <a:pt x="786666" y="5962403"/>
                  </a:lnTo>
                  <a:lnTo>
                    <a:pt x="853702" y="5876913"/>
                  </a:lnTo>
                  <a:lnTo>
                    <a:pt x="919646" y="5791942"/>
                  </a:lnTo>
                  <a:lnTo>
                    <a:pt x="984492" y="5707495"/>
                  </a:lnTo>
                  <a:lnTo>
                    <a:pt x="1048239" y="5623575"/>
                  </a:lnTo>
                  <a:lnTo>
                    <a:pt x="1110883" y="5540189"/>
                  </a:lnTo>
                  <a:lnTo>
                    <a:pt x="1172419" y="5457340"/>
                  </a:lnTo>
                  <a:lnTo>
                    <a:pt x="1232846" y="5375033"/>
                  </a:lnTo>
                  <a:lnTo>
                    <a:pt x="1292160" y="5293273"/>
                  </a:lnTo>
                  <a:lnTo>
                    <a:pt x="1350357" y="5212064"/>
                  </a:lnTo>
                  <a:lnTo>
                    <a:pt x="1407434" y="5131411"/>
                  </a:lnTo>
                  <a:lnTo>
                    <a:pt x="1463387" y="5051319"/>
                  </a:lnTo>
                  <a:lnTo>
                    <a:pt x="1518214" y="4971792"/>
                  </a:lnTo>
                  <a:lnTo>
                    <a:pt x="1571910" y="4892834"/>
                  </a:lnTo>
                  <a:lnTo>
                    <a:pt x="1624473" y="4814451"/>
                  </a:lnTo>
                  <a:lnTo>
                    <a:pt x="1675899" y="4736647"/>
                  </a:lnTo>
                  <a:lnTo>
                    <a:pt x="1726186" y="4659427"/>
                  </a:lnTo>
                  <a:lnTo>
                    <a:pt x="1775328" y="4582795"/>
                  </a:lnTo>
                  <a:lnTo>
                    <a:pt x="1823324" y="4506756"/>
                  </a:lnTo>
                  <a:lnTo>
                    <a:pt x="1870169" y="4431314"/>
                  </a:lnTo>
                  <a:lnTo>
                    <a:pt x="1915861" y="4356475"/>
                  </a:lnTo>
                  <a:lnTo>
                    <a:pt x="1960396" y="4282242"/>
                  </a:lnTo>
                  <a:lnTo>
                    <a:pt x="2003771" y="4208620"/>
                  </a:lnTo>
                  <a:lnTo>
                    <a:pt x="2045982" y="4135615"/>
                  </a:lnTo>
                  <a:lnTo>
                    <a:pt x="2078470" y="4078435"/>
                  </a:lnTo>
                  <a:lnTo>
                    <a:pt x="2110231" y="4021636"/>
                  </a:lnTo>
                  <a:lnTo>
                    <a:pt x="2141266" y="3965220"/>
                  </a:lnTo>
                  <a:lnTo>
                    <a:pt x="2171572" y="3909186"/>
                  </a:lnTo>
                  <a:lnTo>
                    <a:pt x="2201151" y="3853538"/>
                  </a:lnTo>
                  <a:lnTo>
                    <a:pt x="2230002" y="3798274"/>
                  </a:lnTo>
                  <a:lnTo>
                    <a:pt x="2258124" y="3743398"/>
                  </a:lnTo>
                  <a:lnTo>
                    <a:pt x="2285517" y="3688908"/>
                  </a:lnTo>
                  <a:lnTo>
                    <a:pt x="2312182" y="3634808"/>
                  </a:lnTo>
                  <a:lnTo>
                    <a:pt x="2338117" y="3581097"/>
                  </a:lnTo>
                  <a:lnTo>
                    <a:pt x="2363322" y="3527777"/>
                  </a:lnTo>
                  <a:lnTo>
                    <a:pt x="2387797" y="3474849"/>
                  </a:lnTo>
                  <a:lnTo>
                    <a:pt x="2411541" y="3422313"/>
                  </a:lnTo>
                  <a:lnTo>
                    <a:pt x="2434555" y="3370172"/>
                  </a:lnTo>
                  <a:lnTo>
                    <a:pt x="2456838" y="3318426"/>
                  </a:lnTo>
                  <a:lnTo>
                    <a:pt x="2478389" y="3267075"/>
                  </a:lnTo>
                  <a:lnTo>
                    <a:pt x="2499209" y="3216122"/>
                  </a:lnTo>
                  <a:lnTo>
                    <a:pt x="2519297" y="3165567"/>
                  </a:lnTo>
                  <a:lnTo>
                    <a:pt x="2538652" y="3115412"/>
                  </a:lnTo>
                  <a:lnTo>
                    <a:pt x="2557274" y="3065656"/>
                  </a:lnTo>
                  <a:lnTo>
                    <a:pt x="2575164" y="3016303"/>
                  </a:lnTo>
                  <a:lnTo>
                    <a:pt x="2592320" y="2967351"/>
                  </a:lnTo>
                  <a:lnTo>
                    <a:pt x="2608742" y="2918803"/>
                  </a:lnTo>
                  <a:lnTo>
                    <a:pt x="2624431" y="2870660"/>
                  </a:lnTo>
                  <a:lnTo>
                    <a:pt x="2639385" y="2822922"/>
                  </a:lnTo>
                  <a:lnTo>
                    <a:pt x="2653604" y="2775591"/>
                  </a:lnTo>
                  <a:lnTo>
                    <a:pt x="2667089" y="2728668"/>
                  </a:lnTo>
                  <a:lnTo>
                    <a:pt x="2679838" y="2682154"/>
                  </a:lnTo>
                  <a:lnTo>
                    <a:pt x="2691851" y="2636049"/>
                  </a:lnTo>
                  <a:lnTo>
                    <a:pt x="2703129" y="2590356"/>
                  </a:lnTo>
                  <a:lnTo>
                    <a:pt x="2713670" y="2545074"/>
                  </a:lnTo>
                  <a:lnTo>
                    <a:pt x="2723474" y="2500206"/>
                  </a:lnTo>
                  <a:lnTo>
                    <a:pt x="2732542" y="2455751"/>
                  </a:lnTo>
                  <a:lnTo>
                    <a:pt x="2740872" y="2411712"/>
                  </a:lnTo>
                  <a:lnTo>
                    <a:pt x="2748464" y="2368090"/>
                  </a:lnTo>
                  <a:lnTo>
                    <a:pt x="2755319" y="2324884"/>
                  </a:lnTo>
                  <a:lnTo>
                    <a:pt x="2761435" y="2282097"/>
                  </a:lnTo>
                  <a:lnTo>
                    <a:pt x="2766813" y="2239730"/>
                  </a:lnTo>
                  <a:lnTo>
                    <a:pt x="2771452" y="2197782"/>
                  </a:lnTo>
                  <a:lnTo>
                    <a:pt x="2775352" y="2156257"/>
                  </a:lnTo>
                  <a:lnTo>
                    <a:pt x="2778512" y="2115154"/>
                  </a:lnTo>
                  <a:lnTo>
                    <a:pt x="2780932" y="2074475"/>
                  </a:lnTo>
                  <a:lnTo>
                    <a:pt x="2782611" y="2034221"/>
                  </a:lnTo>
                  <a:lnTo>
                    <a:pt x="2783551" y="1994392"/>
                  </a:lnTo>
                  <a:lnTo>
                    <a:pt x="2783749" y="1954991"/>
                  </a:lnTo>
                  <a:lnTo>
                    <a:pt x="2783206" y="1916017"/>
                  </a:lnTo>
                  <a:lnTo>
                    <a:pt x="2781922" y="1877472"/>
                  </a:lnTo>
                  <a:lnTo>
                    <a:pt x="2779895" y="1839358"/>
                  </a:lnTo>
                  <a:lnTo>
                    <a:pt x="2773616" y="1764423"/>
                  </a:lnTo>
                  <a:lnTo>
                    <a:pt x="2767532" y="1710972"/>
                  </a:lnTo>
                  <a:lnTo>
                    <a:pt x="2760554" y="1658108"/>
                  </a:lnTo>
                  <a:lnTo>
                    <a:pt x="2752683" y="1605833"/>
                  </a:lnTo>
                  <a:lnTo>
                    <a:pt x="2743920" y="1554152"/>
                  </a:lnTo>
                  <a:lnTo>
                    <a:pt x="2734267" y="1503065"/>
                  </a:lnTo>
                  <a:lnTo>
                    <a:pt x="2723723" y="1452576"/>
                  </a:lnTo>
                  <a:lnTo>
                    <a:pt x="2712291" y="1402688"/>
                  </a:lnTo>
                  <a:lnTo>
                    <a:pt x="2699972" y="1353402"/>
                  </a:lnTo>
                  <a:lnTo>
                    <a:pt x="2686766" y="1304722"/>
                  </a:lnTo>
                  <a:lnTo>
                    <a:pt x="2672676" y="1256650"/>
                  </a:lnTo>
                  <a:lnTo>
                    <a:pt x="2657701" y="1209189"/>
                  </a:lnTo>
                  <a:lnTo>
                    <a:pt x="2641843" y="1162341"/>
                  </a:lnTo>
                  <a:lnTo>
                    <a:pt x="2625104" y="1116108"/>
                  </a:lnTo>
                  <a:lnTo>
                    <a:pt x="2607483" y="1070495"/>
                  </a:lnTo>
                  <a:lnTo>
                    <a:pt x="2588984" y="1025502"/>
                  </a:lnTo>
                  <a:lnTo>
                    <a:pt x="2569606" y="981133"/>
                  </a:lnTo>
                  <a:lnTo>
                    <a:pt x="2549350" y="937390"/>
                  </a:lnTo>
                  <a:lnTo>
                    <a:pt x="2528219" y="894276"/>
                  </a:lnTo>
                  <a:lnTo>
                    <a:pt x="2506212" y="851793"/>
                  </a:lnTo>
                  <a:lnTo>
                    <a:pt x="2483332" y="809944"/>
                  </a:lnTo>
                  <a:lnTo>
                    <a:pt x="2459578" y="768732"/>
                  </a:lnTo>
                  <a:lnTo>
                    <a:pt x="2434953" y="728158"/>
                  </a:lnTo>
                  <a:lnTo>
                    <a:pt x="2409458" y="688227"/>
                  </a:lnTo>
                  <a:lnTo>
                    <a:pt x="2383093" y="648940"/>
                  </a:lnTo>
                  <a:lnTo>
                    <a:pt x="2355860" y="610300"/>
                  </a:lnTo>
                  <a:lnTo>
                    <a:pt x="2327760" y="572309"/>
                  </a:lnTo>
                  <a:lnTo>
                    <a:pt x="2298793" y="534970"/>
                  </a:lnTo>
                  <a:lnTo>
                    <a:pt x="2268962" y="498286"/>
                  </a:lnTo>
                  <a:lnTo>
                    <a:pt x="2238267" y="462259"/>
                  </a:lnTo>
                  <a:lnTo>
                    <a:pt x="2206709" y="426893"/>
                  </a:lnTo>
                  <a:lnTo>
                    <a:pt x="2174290" y="392188"/>
                  </a:lnTo>
                  <a:lnTo>
                    <a:pt x="2140805" y="357945"/>
                  </a:lnTo>
                  <a:lnTo>
                    <a:pt x="2106446" y="324376"/>
                  </a:lnTo>
                  <a:lnTo>
                    <a:pt x="2071220" y="291483"/>
                  </a:lnTo>
                  <a:lnTo>
                    <a:pt x="2035131" y="259267"/>
                  </a:lnTo>
                  <a:lnTo>
                    <a:pt x="1998185" y="227729"/>
                  </a:lnTo>
                  <a:lnTo>
                    <a:pt x="1960387" y="196871"/>
                  </a:lnTo>
                  <a:lnTo>
                    <a:pt x="1921743" y="166693"/>
                  </a:lnTo>
                  <a:lnTo>
                    <a:pt x="1882258" y="137198"/>
                  </a:lnTo>
                  <a:lnTo>
                    <a:pt x="1841937" y="108386"/>
                  </a:lnTo>
                  <a:lnTo>
                    <a:pt x="1800785" y="80259"/>
                  </a:lnTo>
                  <a:lnTo>
                    <a:pt x="1758808" y="52818"/>
                  </a:lnTo>
                  <a:lnTo>
                    <a:pt x="1716011" y="26065"/>
                  </a:lnTo>
                  <a:lnTo>
                    <a:pt x="1672399" y="0"/>
                  </a:lnTo>
                  <a:close/>
                </a:path>
              </a:pathLst>
            </a:custGeom>
            <a:solidFill>
              <a:srgbClr val="100A30">
                <a:alpha val="4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42D92847-02CD-E540-B9B9-CF125C99C0A7}"/>
                </a:ext>
              </a:extLst>
            </p:cNvPr>
            <p:cNvSpPr/>
            <p:nvPr/>
          </p:nvSpPr>
          <p:spPr>
            <a:xfrm>
              <a:off x="5403753" y="137"/>
              <a:ext cx="2709545" cy="6858000"/>
            </a:xfrm>
            <a:custGeom>
              <a:avLst/>
              <a:gdLst/>
              <a:ahLst/>
              <a:cxnLst/>
              <a:rect l="l" t="t" r="r" b="b"/>
              <a:pathLst>
                <a:path w="2709545" h="6858000">
                  <a:moveTo>
                    <a:pt x="1702396" y="0"/>
                  </a:moveTo>
                  <a:lnTo>
                    <a:pt x="1667929" y="0"/>
                  </a:lnTo>
                  <a:lnTo>
                    <a:pt x="1711242" y="29445"/>
                  </a:lnTo>
                  <a:lnTo>
                    <a:pt x="1753677" y="59612"/>
                  </a:lnTo>
                  <a:lnTo>
                    <a:pt x="1795227" y="90500"/>
                  </a:lnTo>
                  <a:lnTo>
                    <a:pt x="1835883" y="122108"/>
                  </a:lnTo>
                  <a:lnTo>
                    <a:pt x="1875639" y="154436"/>
                  </a:lnTo>
                  <a:lnTo>
                    <a:pt x="1914487" y="187485"/>
                  </a:lnTo>
                  <a:lnTo>
                    <a:pt x="1952419" y="221255"/>
                  </a:lnTo>
                  <a:lnTo>
                    <a:pt x="1989429" y="255745"/>
                  </a:lnTo>
                  <a:lnTo>
                    <a:pt x="2025508" y="290955"/>
                  </a:lnTo>
                  <a:lnTo>
                    <a:pt x="2060651" y="326885"/>
                  </a:lnTo>
                  <a:lnTo>
                    <a:pt x="2093104" y="361612"/>
                  </a:lnTo>
                  <a:lnTo>
                    <a:pt x="2124723" y="396985"/>
                  </a:lnTo>
                  <a:lnTo>
                    <a:pt x="2155506" y="432999"/>
                  </a:lnTo>
                  <a:lnTo>
                    <a:pt x="2185453" y="469653"/>
                  </a:lnTo>
                  <a:lnTo>
                    <a:pt x="2214561" y="506945"/>
                  </a:lnTo>
                  <a:lnTo>
                    <a:pt x="2242830" y="544872"/>
                  </a:lnTo>
                  <a:lnTo>
                    <a:pt x="2270259" y="583432"/>
                  </a:lnTo>
                  <a:lnTo>
                    <a:pt x="2296847" y="622621"/>
                  </a:lnTo>
                  <a:lnTo>
                    <a:pt x="2322593" y="662438"/>
                  </a:lnTo>
                  <a:lnTo>
                    <a:pt x="2347495" y="702881"/>
                  </a:lnTo>
                  <a:lnTo>
                    <a:pt x="2371553" y="743946"/>
                  </a:lnTo>
                  <a:lnTo>
                    <a:pt x="2394766" y="785632"/>
                  </a:lnTo>
                  <a:lnTo>
                    <a:pt x="2417132" y="827936"/>
                  </a:lnTo>
                  <a:lnTo>
                    <a:pt x="2438651" y="870855"/>
                  </a:lnTo>
                  <a:lnTo>
                    <a:pt x="2459321" y="914387"/>
                  </a:lnTo>
                  <a:lnTo>
                    <a:pt x="2479141" y="958530"/>
                  </a:lnTo>
                  <a:lnTo>
                    <a:pt x="2498111" y="1003282"/>
                  </a:lnTo>
                  <a:lnTo>
                    <a:pt x="2516229" y="1048639"/>
                  </a:lnTo>
                  <a:lnTo>
                    <a:pt x="2533494" y="1094599"/>
                  </a:lnTo>
                  <a:lnTo>
                    <a:pt x="2549905" y="1141160"/>
                  </a:lnTo>
                  <a:lnTo>
                    <a:pt x="2565462" y="1188320"/>
                  </a:lnTo>
                  <a:lnTo>
                    <a:pt x="2580162" y="1236076"/>
                  </a:lnTo>
                  <a:lnTo>
                    <a:pt x="2594005" y="1284425"/>
                  </a:lnTo>
                  <a:lnTo>
                    <a:pt x="2606990" y="1333366"/>
                  </a:lnTo>
                  <a:lnTo>
                    <a:pt x="2619116" y="1382895"/>
                  </a:lnTo>
                  <a:lnTo>
                    <a:pt x="2630382" y="1433011"/>
                  </a:lnTo>
                  <a:lnTo>
                    <a:pt x="2640787" y="1483711"/>
                  </a:lnTo>
                  <a:lnTo>
                    <a:pt x="2650329" y="1534992"/>
                  </a:lnTo>
                  <a:lnTo>
                    <a:pt x="2659007" y="1586852"/>
                  </a:lnTo>
                  <a:lnTo>
                    <a:pt x="2666821" y="1639288"/>
                  </a:lnTo>
                  <a:lnTo>
                    <a:pt x="2673770" y="1692299"/>
                  </a:lnTo>
                  <a:lnTo>
                    <a:pt x="2679852" y="1745881"/>
                  </a:lnTo>
                  <a:lnTo>
                    <a:pt x="2686164" y="1820540"/>
                  </a:lnTo>
                  <a:lnTo>
                    <a:pt x="2689620" y="1896869"/>
                  </a:lnTo>
                  <a:lnTo>
                    <a:pt x="2690278" y="1935658"/>
                  </a:lnTo>
                  <a:lnTo>
                    <a:pt x="2690223" y="1974861"/>
                  </a:lnTo>
                  <a:lnTo>
                    <a:pt x="2689456" y="2014479"/>
                  </a:lnTo>
                  <a:lnTo>
                    <a:pt x="2687976" y="2054509"/>
                  </a:lnTo>
                  <a:lnTo>
                    <a:pt x="2685785" y="2094951"/>
                  </a:lnTo>
                  <a:lnTo>
                    <a:pt x="2682881" y="2135805"/>
                  </a:lnTo>
                  <a:lnTo>
                    <a:pt x="2679267" y="2177067"/>
                  </a:lnTo>
                  <a:lnTo>
                    <a:pt x="2674941" y="2218739"/>
                  </a:lnTo>
                  <a:lnTo>
                    <a:pt x="2669904" y="2260819"/>
                  </a:lnTo>
                  <a:lnTo>
                    <a:pt x="2664157" y="2303306"/>
                  </a:lnTo>
                  <a:lnTo>
                    <a:pt x="2657699" y="2346199"/>
                  </a:lnTo>
                  <a:lnTo>
                    <a:pt x="2650532" y="2389496"/>
                  </a:lnTo>
                  <a:lnTo>
                    <a:pt x="2642655" y="2433198"/>
                  </a:lnTo>
                  <a:lnTo>
                    <a:pt x="2634068" y="2477303"/>
                  </a:lnTo>
                  <a:lnTo>
                    <a:pt x="2624773" y="2521810"/>
                  </a:lnTo>
                  <a:lnTo>
                    <a:pt x="2614769" y="2566717"/>
                  </a:lnTo>
                  <a:lnTo>
                    <a:pt x="2604057" y="2612025"/>
                  </a:lnTo>
                  <a:lnTo>
                    <a:pt x="2592636" y="2657732"/>
                  </a:lnTo>
                  <a:lnTo>
                    <a:pt x="2580508" y="2703837"/>
                  </a:lnTo>
                  <a:lnTo>
                    <a:pt x="2567672" y="2750339"/>
                  </a:lnTo>
                  <a:lnTo>
                    <a:pt x="2554129" y="2797238"/>
                  </a:lnTo>
                  <a:lnTo>
                    <a:pt x="2539879" y="2844531"/>
                  </a:lnTo>
                  <a:lnTo>
                    <a:pt x="2524922" y="2892219"/>
                  </a:lnTo>
                  <a:lnTo>
                    <a:pt x="2509259" y="2940300"/>
                  </a:lnTo>
                  <a:lnTo>
                    <a:pt x="2492891" y="2988773"/>
                  </a:lnTo>
                  <a:lnTo>
                    <a:pt x="2475816" y="3037637"/>
                  </a:lnTo>
                  <a:lnTo>
                    <a:pt x="2458036" y="3086892"/>
                  </a:lnTo>
                  <a:lnTo>
                    <a:pt x="2439551" y="3136535"/>
                  </a:lnTo>
                  <a:lnTo>
                    <a:pt x="2420361" y="3186567"/>
                  </a:lnTo>
                  <a:lnTo>
                    <a:pt x="2400467" y="3236987"/>
                  </a:lnTo>
                  <a:lnTo>
                    <a:pt x="2379869" y="3287793"/>
                  </a:lnTo>
                  <a:lnTo>
                    <a:pt x="2358566" y="3338984"/>
                  </a:lnTo>
                  <a:lnTo>
                    <a:pt x="2336560" y="3390559"/>
                  </a:lnTo>
                  <a:lnTo>
                    <a:pt x="2313851" y="3442518"/>
                  </a:lnTo>
                  <a:lnTo>
                    <a:pt x="2290439" y="3494859"/>
                  </a:lnTo>
                  <a:lnTo>
                    <a:pt x="2266324" y="3547581"/>
                  </a:lnTo>
                  <a:lnTo>
                    <a:pt x="2241507" y="3600684"/>
                  </a:lnTo>
                  <a:lnTo>
                    <a:pt x="2215987" y="3654167"/>
                  </a:lnTo>
                  <a:lnTo>
                    <a:pt x="2189766" y="3708027"/>
                  </a:lnTo>
                  <a:lnTo>
                    <a:pt x="2162844" y="3762266"/>
                  </a:lnTo>
                  <a:lnTo>
                    <a:pt x="2135220" y="3816880"/>
                  </a:lnTo>
                  <a:lnTo>
                    <a:pt x="2106895" y="3871871"/>
                  </a:lnTo>
                  <a:lnTo>
                    <a:pt x="2077870" y="3927236"/>
                  </a:lnTo>
                  <a:lnTo>
                    <a:pt x="2048145" y="3982974"/>
                  </a:lnTo>
                  <a:lnTo>
                    <a:pt x="2017719" y="4039085"/>
                  </a:lnTo>
                  <a:lnTo>
                    <a:pt x="1986594" y="4095567"/>
                  </a:lnTo>
                  <a:lnTo>
                    <a:pt x="1954770" y="4152420"/>
                  </a:lnTo>
                  <a:lnTo>
                    <a:pt x="1922246" y="4209643"/>
                  </a:lnTo>
                  <a:lnTo>
                    <a:pt x="1880130" y="4282512"/>
                  </a:lnTo>
                  <a:lnTo>
                    <a:pt x="1836901" y="4355972"/>
                  </a:lnTo>
                  <a:lnTo>
                    <a:pt x="1792563" y="4430017"/>
                  </a:lnTo>
                  <a:lnTo>
                    <a:pt x="1747117" y="4504643"/>
                  </a:lnTo>
                  <a:lnTo>
                    <a:pt x="1700568" y="4579847"/>
                  </a:lnTo>
                  <a:lnTo>
                    <a:pt x="1652919" y="4655624"/>
                  </a:lnTo>
                  <a:lnTo>
                    <a:pt x="1604172" y="4731970"/>
                  </a:lnTo>
                  <a:lnTo>
                    <a:pt x="1554330" y="4808880"/>
                  </a:lnTo>
                  <a:lnTo>
                    <a:pt x="1503398" y="4886351"/>
                  </a:lnTo>
                  <a:lnTo>
                    <a:pt x="1451377" y="4964378"/>
                  </a:lnTo>
                  <a:lnTo>
                    <a:pt x="1398272" y="5042956"/>
                  </a:lnTo>
                  <a:lnTo>
                    <a:pt x="1344085" y="5122083"/>
                  </a:lnTo>
                  <a:lnTo>
                    <a:pt x="1288819" y="5201752"/>
                  </a:lnTo>
                  <a:lnTo>
                    <a:pt x="1232477" y="5281961"/>
                  </a:lnTo>
                  <a:lnTo>
                    <a:pt x="1175064" y="5362705"/>
                  </a:lnTo>
                  <a:lnTo>
                    <a:pt x="1116580" y="5443980"/>
                  </a:lnTo>
                  <a:lnTo>
                    <a:pt x="1057031" y="5525781"/>
                  </a:lnTo>
                  <a:lnTo>
                    <a:pt x="996418" y="5608104"/>
                  </a:lnTo>
                  <a:lnTo>
                    <a:pt x="934746" y="5690945"/>
                  </a:lnTo>
                  <a:lnTo>
                    <a:pt x="872016" y="5774300"/>
                  </a:lnTo>
                  <a:lnTo>
                    <a:pt x="808233" y="5858165"/>
                  </a:lnTo>
                  <a:lnTo>
                    <a:pt x="743400" y="5942535"/>
                  </a:lnTo>
                  <a:lnTo>
                    <a:pt x="677518" y="6027406"/>
                  </a:lnTo>
                  <a:lnTo>
                    <a:pt x="610593" y="6112773"/>
                  </a:lnTo>
                  <a:lnTo>
                    <a:pt x="542626" y="6198634"/>
                  </a:lnTo>
                  <a:lnTo>
                    <a:pt x="438730" y="6328339"/>
                  </a:lnTo>
                  <a:lnTo>
                    <a:pt x="332509" y="6459128"/>
                  </a:lnTo>
                  <a:lnTo>
                    <a:pt x="223973" y="6590987"/>
                  </a:lnTo>
                  <a:lnTo>
                    <a:pt x="113133" y="6723903"/>
                  </a:lnTo>
                  <a:lnTo>
                    <a:pt x="0" y="6857860"/>
                  </a:lnTo>
                  <a:lnTo>
                    <a:pt x="25133" y="6857860"/>
                  </a:lnTo>
                  <a:lnTo>
                    <a:pt x="63492" y="6812577"/>
                  </a:lnTo>
                  <a:lnTo>
                    <a:pt x="177006" y="6677437"/>
                  </a:lnTo>
                  <a:lnTo>
                    <a:pt x="288167" y="6543367"/>
                  </a:lnTo>
                  <a:lnTo>
                    <a:pt x="396966" y="6410382"/>
                  </a:lnTo>
                  <a:lnTo>
                    <a:pt x="468180" y="6322336"/>
                  </a:lnTo>
                  <a:lnTo>
                    <a:pt x="538336" y="6234784"/>
                  </a:lnTo>
                  <a:lnTo>
                    <a:pt x="607431" y="6147729"/>
                  </a:lnTo>
                  <a:lnTo>
                    <a:pt x="675461" y="6061176"/>
                  </a:lnTo>
                  <a:lnTo>
                    <a:pt x="742422" y="5975130"/>
                  </a:lnTo>
                  <a:lnTo>
                    <a:pt x="808313" y="5889595"/>
                  </a:lnTo>
                  <a:lnTo>
                    <a:pt x="873129" y="5804576"/>
                  </a:lnTo>
                  <a:lnTo>
                    <a:pt x="936868" y="5720076"/>
                  </a:lnTo>
                  <a:lnTo>
                    <a:pt x="999526" y="5636100"/>
                  </a:lnTo>
                  <a:lnTo>
                    <a:pt x="1061099" y="5552653"/>
                  </a:lnTo>
                  <a:lnTo>
                    <a:pt x="1121586" y="5469739"/>
                  </a:lnTo>
                  <a:lnTo>
                    <a:pt x="1180982" y="5387362"/>
                  </a:lnTo>
                  <a:lnTo>
                    <a:pt x="1239284" y="5305526"/>
                  </a:lnTo>
                  <a:lnTo>
                    <a:pt x="1296489" y="5224237"/>
                  </a:lnTo>
                  <a:lnTo>
                    <a:pt x="1352594" y="5143499"/>
                  </a:lnTo>
                  <a:lnTo>
                    <a:pt x="1407596" y="5063315"/>
                  </a:lnTo>
                  <a:lnTo>
                    <a:pt x="1461491" y="4983690"/>
                  </a:lnTo>
                  <a:lnTo>
                    <a:pt x="1514276" y="4904629"/>
                  </a:lnTo>
                  <a:lnTo>
                    <a:pt x="1565949" y="4826136"/>
                  </a:lnTo>
                  <a:lnTo>
                    <a:pt x="1616505" y="4748216"/>
                  </a:lnTo>
                  <a:lnTo>
                    <a:pt x="1665941" y="4670872"/>
                  </a:lnTo>
                  <a:lnTo>
                    <a:pt x="1714255" y="4594109"/>
                  </a:lnTo>
                  <a:lnTo>
                    <a:pt x="1761443" y="4517932"/>
                  </a:lnTo>
                  <a:lnTo>
                    <a:pt x="1807501" y="4442345"/>
                  </a:lnTo>
                  <a:lnTo>
                    <a:pt x="1852428" y="4367353"/>
                  </a:lnTo>
                  <a:lnTo>
                    <a:pt x="1896218" y="4292959"/>
                  </a:lnTo>
                  <a:lnTo>
                    <a:pt x="1938870" y="4219168"/>
                  </a:lnTo>
                  <a:lnTo>
                    <a:pt x="1970901" y="4162819"/>
                  </a:lnTo>
                  <a:lnTo>
                    <a:pt x="2002255" y="4106826"/>
                  </a:lnTo>
                  <a:lnTo>
                    <a:pt x="2032934" y="4051188"/>
                  </a:lnTo>
                  <a:lnTo>
                    <a:pt x="2062937" y="3995908"/>
                  </a:lnTo>
                  <a:lnTo>
                    <a:pt x="2092263" y="3940985"/>
                  </a:lnTo>
                  <a:lnTo>
                    <a:pt x="2120913" y="3886421"/>
                  </a:lnTo>
                  <a:lnTo>
                    <a:pt x="2148886" y="3832217"/>
                  </a:lnTo>
                  <a:lnTo>
                    <a:pt x="2176182" y="3778374"/>
                  </a:lnTo>
                  <a:lnTo>
                    <a:pt x="2202800" y="3724892"/>
                  </a:lnTo>
                  <a:lnTo>
                    <a:pt x="2228740" y="3671773"/>
                  </a:lnTo>
                  <a:lnTo>
                    <a:pt x="2254003" y="3619018"/>
                  </a:lnTo>
                  <a:lnTo>
                    <a:pt x="2278587" y="3566627"/>
                  </a:lnTo>
                  <a:lnTo>
                    <a:pt x="2302492" y="3514601"/>
                  </a:lnTo>
                  <a:lnTo>
                    <a:pt x="2325718" y="3462941"/>
                  </a:lnTo>
                  <a:lnTo>
                    <a:pt x="2348266" y="3411649"/>
                  </a:lnTo>
                  <a:lnTo>
                    <a:pt x="2370133" y="3360725"/>
                  </a:lnTo>
                  <a:lnTo>
                    <a:pt x="2391321" y="3310171"/>
                  </a:lnTo>
                  <a:lnTo>
                    <a:pt x="2411829" y="3259986"/>
                  </a:lnTo>
                  <a:lnTo>
                    <a:pt x="2431656" y="3210172"/>
                  </a:lnTo>
                  <a:lnTo>
                    <a:pt x="2450803" y="3160730"/>
                  </a:lnTo>
                  <a:lnTo>
                    <a:pt x="2469269" y="3111661"/>
                  </a:lnTo>
                  <a:lnTo>
                    <a:pt x="2487054" y="3062966"/>
                  </a:lnTo>
                  <a:lnTo>
                    <a:pt x="2504157" y="3014645"/>
                  </a:lnTo>
                  <a:lnTo>
                    <a:pt x="2520578" y="2966700"/>
                  </a:lnTo>
                  <a:lnTo>
                    <a:pt x="2536317" y="2919132"/>
                  </a:lnTo>
                  <a:lnTo>
                    <a:pt x="2551374" y="2871941"/>
                  </a:lnTo>
                  <a:lnTo>
                    <a:pt x="2565748" y="2825128"/>
                  </a:lnTo>
                  <a:lnTo>
                    <a:pt x="2579439" y="2778695"/>
                  </a:lnTo>
                  <a:lnTo>
                    <a:pt x="2592447" y="2732642"/>
                  </a:lnTo>
                  <a:lnTo>
                    <a:pt x="2604771" y="2686971"/>
                  </a:lnTo>
                  <a:lnTo>
                    <a:pt x="2616412" y="2641682"/>
                  </a:lnTo>
                  <a:lnTo>
                    <a:pt x="2627368" y="2596775"/>
                  </a:lnTo>
                  <a:lnTo>
                    <a:pt x="2637640" y="2552253"/>
                  </a:lnTo>
                  <a:lnTo>
                    <a:pt x="2647228" y="2508116"/>
                  </a:lnTo>
                  <a:lnTo>
                    <a:pt x="2656130" y="2464364"/>
                  </a:lnTo>
                  <a:lnTo>
                    <a:pt x="2664347" y="2420999"/>
                  </a:lnTo>
                  <a:lnTo>
                    <a:pt x="2671879" y="2378023"/>
                  </a:lnTo>
                  <a:lnTo>
                    <a:pt x="2678725" y="2335434"/>
                  </a:lnTo>
                  <a:lnTo>
                    <a:pt x="2684884" y="2293236"/>
                  </a:lnTo>
                  <a:lnTo>
                    <a:pt x="2690357" y="2251428"/>
                  </a:lnTo>
                  <a:lnTo>
                    <a:pt x="2695144" y="2210011"/>
                  </a:lnTo>
                  <a:lnTo>
                    <a:pt x="2699243" y="2168987"/>
                  </a:lnTo>
                  <a:lnTo>
                    <a:pt x="2702656" y="2128356"/>
                  </a:lnTo>
                  <a:lnTo>
                    <a:pt x="2705380" y="2088120"/>
                  </a:lnTo>
                  <a:lnTo>
                    <a:pt x="2707417" y="2048278"/>
                  </a:lnTo>
                  <a:lnTo>
                    <a:pt x="2708766" y="2008833"/>
                  </a:lnTo>
                  <a:lnTo>
                    <a:pt x="2709426" y="1969785"/>
                  </a:lnTo>
                  <a:lnTo>
                    <a:pt x="2709398" y="1931135"/>
                  </a:lnTo>
                  <a:lnTo>
                    <a:pt x="2708680" y="1892884"/>
                  </a:lnTo>
                  <a:lnTo>
                    <a:pt x="2705177" y="1817582"/>
                  </a:lnTo>
                  <a:lnTo>
                    <a:pt x="2698915" y="1743887"/>
                  </a:lnTo>
                  <a:lnTo>
                    <a:pt x="2692785" y="1689890"/>
                  </a:lnTo>
                  <a:lnTo>
                    <a:pt x="2685780" y="1636468"/>
                  </a:lnTo>
                  <a:lnTo>
                    <a:pt x="2677902" y="1583623"/>
                  </a:lnTo>
                  <a:lnTo>
                    <a:pt x="2669152" y="1531359"/>
                  </a:lnTo>
                  <a:lnTo>
                    <a:pt x="2659530" y="1479677"/>
                  </a:lnTo>
                  <a:lnTo>
                    <a:pt x="2649039" y="1428580"/>
                  </a:lnTo>
                  <a:lnTo>
                    <a:pt x="2637678" y="1378071"/>
                  </a:lnTo>
                  <a:lnTo>
                    <a:pt x="2625449" y="1328151"/>
                  </a:lnTo>
                  <a:lnTo>
                    <a:pt x="2612353" y="1278824"/>
                  </a:lnTo>
                  <a:lnTo>
                    <a:pt x="2598391" y="1230092"/>
                  </a:lnTo>
                  <a:lnTo>
                    <a:pt x="2583564" y="1181957"/>
                  </a:lnTo>
                  <a:lnTo>
                    <a:pt x="2567873" y="1134422"/>
                  </a:lnTo>
                  <a:lnTo>
                    <a:pt x="2551319" y="1087488"/>
                  </a:lnTo>
                  <a:lnTo>
                    <a:pt x="2533904" y="1041160"/>
                  </a:lnTo>
                  <a:lnTo>
                    <a:pt x="2515628" y="995438"/>
                  </a:lnTo>
                  <a:lnTo>
                    <a:pt x="2496492" y="950326"/>
                  </a:lnTo>
                  <a:lnTo>
                    <a:pt x="2476498" y="905826"/>
                  </a:lnTo>
                  <a:lnTo>
                    <a:pt x="2455647" y="861940"/>
                  </a:lnTo>
                  <a:lnTo>
                    <a:pt x="2433939" y="818672"/>
                  </a:lnTo>
                  <a:lnTo>
                    <a:pt x="2411376" y="776022"/>
                  </a:lnTo>
                  <a:lnTo>
                    <a:pt x="2387958" y="733994"/>
                  </a:lnTo>
                  <a:lnTo>
                    <a:pt x="2363688" y="692590"/>
                  </a:lnTo>
                  <a:lnTo>
                    <a:pt x="2338565" y="651813"/>
                  </a:lnTo>
                  <a:lnTo>
                    <a:pt x="2312591" y="611665"/>
                  </a:lnTo>
                  <a:lnTo>
                    <a:pt x="2285768" y="572149"/>
                  </a:lnTo>
                  <a:lnTo>
                    <a:pt x="2258095" y="533267"/>
                  </a:lnTo>
                  <a:lnTo>
                    <a:pt x="2229574" y="495021"/>
                  </a:lnTo>
                  <a:lnTo>
                    <a:pt x="2200207" y="457413"/>
                  </a:lnTo>
                  <a:lnTo>
                    <a:pt x="2169994" y="420448"/>
                  </a:lnTo>
                  <a:lnTo>
                    <a:pt x="2138936" y="384126"/>
                  </a:lnTo>
                  <a:lnTo>
                    <a:pt x="2107034" y="348450"/>
                  </a:lnTo>
                  <a:lnTo>
                    <a:pt x="2074291" y="313423"/>
                  </a:lnTo>
                  <a:lnTo>
                    <a:pt x="2040813" y="279160"/>
                  </a:lnTo>
                  <a:lnTo>
                    <a:pt x="2006495" y="245544"/>
                  </a:lnTo>
                  <a:lnTo>
                    <a:pt x="1971343" y="212578"/>
                  </a:lnTo>
                  <a:lnTo>
                    <a:pt x="1935363" y="180260"/>
                  </a:lnTo>
                  <a:lnTo>
                    <a:pt x="1898559" y="148591"/>
                  </a:lnTo>
                  <a:lnTo>
                    <a:pt x="1860938" y="117572"/>
                  </a:lnTo>
                  <a:lnTo>
                    <a:pt x="1822506" y="87203"/>
                  </a:lnTo>
                  <a:lnTo>
                    <a:pt x="1783267" y="57484"/>
                  </a:lnTo>
                  <a:lnTo>
                    <a:pt x="1743229" y="28416"/>
                  </a:lnTo>
                  <a:lnTo>
                    <a:pt x="1702396" y="0"/>
                  </a:lnTo>
                  <a:close/>
                </a:path>
              </a:pathLst>
            </a:custGeom>
            <a:solidFill>
              <a:srgbClr val="100A3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4662C95E-EDED-EB47-8EAB-915053EE86D0}"/>
                </a:ext>
              </a:extLst>
            </p:cNvPr>
            <p:cNvSpPr/>
            <p:nvPr/>
          </p:nvSpPr>
          <p:spPr>
            <a:xfrm>
              <a:off x="5481115" y="147"/>
              <a:ext cx="2671445" cy="6858000"/>
            </a:xfrm>
            <a:custGeom>
              <a:avLst/>
              <a:gdLst/>
              <a:ahLst/>
              <a:cxnLst/>
              <a:rect l="l" t="t" r="r" b="b"/>
              <a:pathLst>
                <a:path w="2671445" h="6858000">
                  <a:moveTo>
                    <a:pt x="1736801" y="0"/>
                  </a:moveTo>
                  <a:lnTo>
                    <a:pt x="1721053" y="0"/>
                  </a:lnTo>
                  <a:lnTo>
                    <a:pt x="1760214" y="29882"/>
                  </a:lnTo>
                  <a:lnTo>
                    <a:pt x="1798587" y="60400"/>
                  </a:lnTo>
                  <a:lnTo>
                    <a:pt x="1836167" y="91552"/>
                  </a:lnTo>
                  <a:lnTo>
                    <a:pt x="1872946" y="123339"/>
                  </a:lnTo>
                  <a:lnTo>
                    <a:pt x="1908919" y="155760"/>
                  </a:lnTo>
                  <a:lnTo>
                    <a:pt x="1944079" y="188816"/>
                  </a:lnTo>
                  <a:lnTo>
                    <a:pt x="1978419" y="222506"/>
                  </a:lnTo>
                  <a:lnTo>
                    <a:pt x="2011934" y="256832"/>
                  </a:lnTo>
                  <a:lnTo>
                    <a:pt x="2044421" y="291567"/>
                  </a:lnTo>
                  <a:lnTo>
                    <a:pt x="2076098" y="326927"/>
                  </a:lnTo>
                  <a:lnTo>
                    <a:pt x="2106964" y="362909"/>
                  </a:lnTo>
                  <a:lnTo>
                    <a:pt x="2137017" y="399513"/>
                  </a:lnTo>
                  <a:lnTo>
                    <a:pt x="2166258" y="436734"/>
                  </a:lnTo>
                  <a:lnTo>
                    <a:pt x="2194685" y="474572"/>
                  </a:lnTo>
                  <a:lnTo>
                    <a:pt x="2222297" y="513023"/>
                  </a:lnTo>
                  <a:lnTo>
                    <a:pt x="2249092" y="552086"/>
                  </a:lnTo>
                  <a:lnTo>
                    <a:pt x="2275071" y="591757"/>
                  </a:lnTo>
                  <a:lnTo>
                    <a:pt x="2300231" y="632036"/>
                  </a:lnTo>
                  <a:lnTo>
                    <a:pt x="2324572" y="672919"/>
                  </a:lnTo>
                  <a:lnTo>
                    <a:pt x="2348093" y="714404"/>
                  </a:lnTo>
                  <a:lnTo>
                    <a:pt x="2370794" y="756489"/>
                  </a:lnTo>
                  <a:lnTo>
                    <a:pt x="2392672" y="799172"/>
                  </a:lnTo>
                  <a:lnTo>
                    <a:pt x="2413727" y="842451"/>
                  </a:lnTo>
                  <a:lnTo>
                    <a:pt x="2433958" y="886322"/>
                  </a:lnTo>
                  <a:lnTo>
                    <a:pt x="2453363" y="930785"/>
                  </a:lnTo>
                  <a:lnTo>
                    <a:pt x="2471943" y="975835"/>
                  </a:lnTo>
                  <a:lnTo>
                    <a:pt x="2489696" y="1021473"/>
                  </a:lnTo>
                  <a:lnTo>
                    <a:pt x="2506621" y="1067694"/>
                  </a:lnTo>
                  <a:lnTo>
                    <a:pt x="2522716" y="1114497"/>
                  </a:lnTo>
                  <a:lnTo>
                    <a:pt x="2537982" y="1161879"/>
                  </a:lnTo>
                  <a:lnTo>
                    <a:pt x="2552416" y="1209838"/>
                  </a:lnTo>
                  <a:lnTo>
                    <a:pt x="2566018" y="1258372"/>
                  </a:lnTo>
                  <a:lnTo>
                    <a:pt x="2578788" y="1307479"/>
                  </a:lnTo>
                  <a:lnTo>
                    <a:pt x="2590723" y="1357156"/>
                  </a:lnTo>
                  <a:lnTo>
                    <a:pt x="2601823" y="1407401"/>
                  </a:lnTo>
                  <a:lnTo>
                    <a:pt x="2612087" y="1458212"/>
                  </a:lnTo>
                  <a:lnTo>
                    <a:pt x="2621515" y="1509586"/>
                  </a:lnTo>
                  <a:lnTo>
                    <a:pt x="2630104" y="1561522"/>
                  </a:lnTo>
                  <a:lnTo>
                    <a:pt x="2637854" y="1614016"/>
                  </a:lnTo>
                  <a:lnTo>
                    <a:pt x="2644764" y="1667067"/>
                  </a:lnTo>
                  <a:lnTo>
                    <a:pt x="2650832" y="1720672"/>
                  </a:lnTo>
                  <a:lnTo>
                    <a:pt x="2657155" y="1794768"/>
                  </a:lnTo>
                  <a:lnTo>
                    <a:pt x="2660749" y="1870458"/>
                  </a:lnTo>
                  <a:lnTo>
                    <a:pt x="2661524" y="1908900"/>
                  </a:lnTo>
                  <a:lnTo>
                    <a:pt x="2661617" y="1947737"/>
                  </a:lnTo>
                  <a:lnTo>
                    <a:pt x="2661029" y="1986970"/>
                  </a:lnTo>
                  <a:lnTo>
                    <a:pt x="2659760" y="2026596"/>
                  </a:lnTo>
                  <a:lnTo>
                    <a:pt x="2657811" y="2066617"/>
                  </a:lnTo>
                  <a:lnTo>
                    <a:pt x="2655182" y="2107029"/>
                  </a:lnTo>
                  <a:lnTo>
                    <a:pt x="2651872" y="2147833"/>
                  </a:lnTo>
                  <a:lnTo>
                    <a:pt x="2647883" y="2189028"/>
                  </a:lnTo>
                  <a:lnTo>
                    <a:pt x="2643215" y="2230612"/>
                  </a:lnTo>
                  <a:lnTo>
                    <a:pt x="2637868" y="2272585"/>
                  </a:lnTo>
                  <a:lnTo>
                    <a:pt x="2631842" y="2314946"/>
                  </a:lnTo>
                  <a:lnTo>
                    <a:pt x="2625137" y="2357694"/>
                  </a:lnTo>
                  <a:lnTo>
                    <a:pt x="2617754" y="2400828"/>
                  </a:lnTo>
                  <a:lnTo>
                    <a:pt x="2609693" y="2444348"/>
                  </a:lnTo>
                  <a:lnTo>
                    <a:pt x="2600954" y="2488251"/>
                  </a:lnTo>
                  <a:lnTo>
                    <a:pt x="2591538" y="2532538"/>
                  </a:lnTo>
                  <a:lnTo>
                    <a:pt x="2581445" y="2577208"/>
                  </a:lnTo>
                  <a:lnTo>
                    <a:pt x="2570675" y="2622259"/>
                  </a:lnTo>
                  <a:lnTo>
                    <a:pt x="2559228" y="2667690"/>
                  </a:lnTo>
                  <a:lnTo>
                    <a:pt x="2547105" y="2713502"/>
                  </a:lnTo>
                  <a:lnTo>
                    <a:pt x="2534306" y="2759692"/>
                  </a:lnTo>
                  <a:lnTo>
                    <a:pt x="2520831" y="2806260"/>
                  </a:lnTo>
                  <a:lnTo>
                    <a:pt x="2506681" y="2853205"/>
                  </a:lnTo>
                  <a:lnTo>
                    <a:pt x="2491856" y="2900527"/>
                  </a:lnTo>
                  <a:lnTo>
                    <a:pt x="2476355" y="2948223"/>
                  </a:lnTo>
                  <a:lnTo>
                    <a:pt x="2460180" y="2996294"/>
                  </a:lnTo>
                  <a:lnTo>
                    <a:pt x="2443331" y="3044738"/>
                  </a:lnTo>
                  <a:lnTo>
                    <a:pt x="2425808" y="3093555"/>
                  </a:lnTo>
                  <a:lnTo>
                    <a:pt x="2407610" y="3142743"/>
                  </a:lnTo>
                  <a:lnTo>
                    <a:pt x="2388740" y="3192302"/>
                  </a:lnTo>
                  <a:lnTo>
                    <a:pt x="2369196" y="3242231"/>
                  </a:lnTo>
                  <a:lnTo>
                    <a:pt x="2348979" y="3292529"/>
                  </a:lnTo>
                  <a:lnTo>
                    <a:pt x="2328089" y="3343195"/>
                  </a:lnTo>
                  <a:lnTo>
                    <a:pt x="2306527" y="3394228"/>
                  </a:lnTo>
                  <a:lnTo>
                    <a:pt x="2284293" y="3445627"/>
                  </a:lnTo>
                  <a:lnTo>
                    <a:pt x="2261387" y="3497391"/>
                  </a:lnTo>
                  <a:lnTo>
                    <a:pt x="2237810" y="3549519"/>
                  </a:lnTo>
                  <a:lnTo>
                    <a:pt x="2213561" y="3602011"/>
                  </a:lnTo>
                  <a:lnTo>
                    <a:pt x="2188641" y="3654866"/>
                  </a:lnTo>
                  <a:lnTo>
                    <a:pt x="2163050" y="3708082"/>
                  </a:lnTo>
                  <a:lnTo>
                    <a:pt x="2136789" y="3761659"/>
                  </a:lnTo>
                  <a:lnTo>
                    <a:pt x="2109858" y="3815596"/>
                  </a:lnTo>
                  <a:lnTo>
                    <a:pt x="2082257" y="3869891"/>
                  </a:lnTo>
                  <a:lnTo>
                    <a:pt x="2053986" y="3924545"/>
                  </a:lnTo>
                  <a:lnTo>
                    <a:pt x="2025046" y="3979556"/>
                  </a:lnTo>
                  <a:lnTo>
                    <a:pt x="1995437" y="4034923"/>
                  </a:lnTo>
                  <a:lnTo>
                    <a:pt x="1965159" y="4090645"/>
                  </a:lnTo>
                  <a:lnTo>
                    <a:pt x="1934213" y="4146722"/>
                  </a:lnTo>
                  <a:lnTo>
                    <a:pt x="1902598" y="4203152"/>
                  </a:lnTo>
                  <a:lnTo>
                    <a:pt x="1870316" y="4259935"/>
                  </a:lnTo>
                  <a:lnTo>
                    <a:pt x="1849052" y="4296899"/>
                  </a:lnTo>
                  <a:lnTo>
                    <a:pt x="1805687" y="4371273"/>
                  </a:lnTo>
                  <a:lnTo>
                    <a:pt x="1761206" y="4446236"/>
                  </a:lnTo>
                  <a:lnTo>
                    <a:pt x="1715613" y="4521784"/>
                  </a:lnTo>
                  <a:lnTo>
                    <a:pt x="1668911" y="4597914"/>
                  </a:lnTo>
                  <a:lnTo>
                    <a:pt x="1621104" y="4674621"/>
                  </a:lnTo>
                  <a:lnTo>
                    <a:pt x="1572193" y="4751901"/>
                  </a:lnTo>
                  <a:lnTo>
                    <a:pt x="1522183" y="4829749"/>
                  </a:lnTo>
                  <a:lnTo>
                    <a:pt x="1471076" y="4908162"/>
                  </a:lnTo>
                  <a:lnTo>
                    <a:pt x="1418876" y="4987136"/>
                  </a:lnTo>
                  <a:lnTo>
                    <a:pt x="1365584" y="5066665"/>
                  </a:lnTo>
                  <a:lnTo>
                    <a:pt x="1311206" y="5146747"/>
                  </a:lnTo>
                  <a:lnTo>
                    <a:pt x="1255743" y="5227376"/>
                  </a:lnTo>
                  <a:lnTo>
                    <a:pt x="1199199" y="5308549"/>
                  </a:lnTo>
                  <a:lnTo>
                    <a:pt x="1141576" y="5390262"/>
                  </a:lnTo>
                  <a:lnTo>
                    <a:pt x="1082878" y="5472509"/>
                  </a:lnTo>
                  <a:lnTo>
                    <a:pt x="1023108" y="5555288"/>
                  </a:lnTo>
                  <a:lnTo>
                    <a:pt x="962270" y="5638593"/>
                  </a:lnTo>
                  <a:lnTo>
                    <a:pt x="900365" y="5722422"/>
                  </a:lnTo>
                  <a:lnTo>
                    <a:pt x="837397" y="5806768"/>
                  </a:lnTo>
                  <a:lnTo>
                    <a:pt x="773370" y="5891629"/>
                  </a:lnTo>
                  <a:lnTo>
                    <a:pt x="708285" y="5977000"/>
                  </a:lnTo>
                  <a:lnTo>
                    <a:pt x="642147" y="6062877"/>
                  </a:lnTo>
                  <a:lnTo>
                    <a:pt x="574959" y="6149256"/>
                  </a:lnTo>
                  <a:lnTo>
                    <a:pt x="506723" y="6236133"/>
                  </a:lnTo>
                  <a:lnTo>
                    <a:pt x="437443" y="6323502"/>
                  </a:lnTo>
                  <a:lnTo>
                    <a:pt x="331571" y="6455473"/>
                  </a:lnTo>
                  <a:lnTo>
                    <a:pt x="223366" y="6588530"/>
                  </a:lnTo>
                  <a:lnTo>
                    <a:pt x="112839" y="6722659"/>
                  </a:lnTo>
                  <a:lnTo>
                    <a:pt x="0" y="6857847"/>
                  </a:lnTo>
                  <a:lnTo>
                    <a:pt x="12522" y="6857847"/>
                  </a:lnTo>
                  <a:lnTo>
                    <a:pt x="50292" y="6812761"/>
                  </a:lnTo>
                  <a:lnTo>
                    <a:pt x="162069" y="6678202"/>
                  </a:lnTo>
                  <a:lnTo>
                    <a:pt x="271540" y="6544701"/>
                  </a:lnTo>
                  <a:lnTo>
                    <a:pt x="378694" y="6412273"/>
                  </a:lnTo>
                  <a:lnTo>
                    <a:pt x="483521" y="6280931"/>
                  </a:lnTo>
                  <a:lnTo>
                    <a:pt x="552107" y="6193981"/>
                  </a:lnTo>
                  <a:lnTo>
                    <a:pt x="619652" y="6107524"/>
                  </a:lnTo>
                  <a:lnTo>
                    <a:pt x="686152" y="6021564"/>
                  </a:lnTo>
                  <a:lnTo>
                    <a:pt x="751603" y="5936106"/>
                  </a:lnTo>
                  <a:lnTo>
                    <a:pt x="816004" y="5851153"/>
                  </a:lnTo>
                  <a:lnTo>
                    <a:pt x="879351" y="5766711"/>
                  </a:lnTo>
                  <a:lnTo>
                    <a:pt x="941640" y="5682782"/>
                  </a:lnTo>
                  <a:lnTo>
                    <a:pt x="1002869" y="5599372"/>
                  </a:lnTo>
                  <a:lnTo>
                    <a:pt x="1063035" y="5516485"/>
                  </a:lnTo>
                  <a:lnTo>
                    <a:pt x="1122135" y="5434124"/>
                  </a:lnTo>
                  <a:lnTo>
                    <a:pt x="1180166" y="5352294"/>
                  </a:lnTo>
                  <a:lnTo>
                    <a:pt x="1237124" y="5270999"/>
                  </a:lnTo>
                  <a:lnTo>
                    <a:pt x="1293006" y="5190243"/>
                  </a:lnTo>
                  <a:lnTo>
                    <a:pt x="1347811" y="5110030"/>
                  </a:lnTo>
                  <a:lnTo>
                    <a:pt x="1401533" y="5030364"/>
                  </a:lnTo>
                  <a:lnTo>
                    <a:pt x="1454172" y="4951251"/>
                  </a:lnTo>
                  <a:lnTo>
                    <a:pt x="1505722" y="4872693"/>
                  </a:lnTo>
                  <a:lnTo>
                    <a:pt x="1556182" y="4794694"/>
                  </a:lnTo>
                  <a:lnTo>
                    <a:pt x="1605549" y="4717260"/>
                  </a:lnTo>
                  <a:lnTo>
                    <a:pt x="1653818" y="4640395"/>
                  </a:lnTo>
                  <a:lnTo>
                    <a:pt x="1700988" y="4564101"/>
                  </a:lnTo>
                  <a:lnTo>
                    <a:pt x="1747055" y="4488385"/>
                  </a:lnTo>
                  <a:lnTo>
                    <a:pt x="1792016" y="4413249"/>
                  </a:lnTo>
                  <a:lnTo>
                    <a:pt x="1835869" y="4338698"/>
                  </a:lnTo>
                  <a:lnTo>
                    <a:pt x="1878609" y="4264736"/>
                  </a:lnTo>
                  <a:lnTo>
                    <a:pt x="1910948" y="4207853"/>
                  </a:lnTo>
                  <a:lnTo>
                    <a:pt x="1942618" y="4151322"/>
                  </a:lnTo>
                  <a:lnTo>
                    <a:pt x="1973618" y="4095144"/>
                  </a:lnTo>
                  <a:lnTo>
                    <a:pt x="2003949" y="4039321"/>
                  </a:lnTo>
                  <a:lnTo>
                    <a:pt x="2033609" y="3983852"/>
                  </a:lnTo>
                  <a:lnTo>
                    <a:pt x="2062600" y="3928740"/>
                  </a:lnTo>
                  <a:lnTo>
                    <a:pt x="2090919" y="3873984"/>
                  </a:lnTo>
                  <a:lnTo>
                    <a:pt x="2118568" y="3819586"/>
                  </a:lnTo>
                  <a:lnTo>
                    <a:pt x="2145546" y="3765546"/>
                  </a:lnTo>
                  <a:lnTo>
                    <a:pt x="2171852" y="3711867"/>
                  </a:lnTo>
                  <a:lnTo>
                    <a:pt x="2197487" y="3658547"/>
                  </a:lnTo>
                  <a:lnTo>
                    <a:pt x="2222449" y="3605589"/>
                  </a:lnTo>
                  <a:lnTo>
                    <a:pt x="2246739" y="3552994"/>
                  </a:lnTo>
                  <a:lnTo>
                    <a:pt x="2270357" y="3500761"/>
                  </a:lnTo>
                  <a:lnTo>
                    <a:pt x="2293302" y="3448893"/>
                  </a:lnTo>
                  <a:lnTo>
                    <a:pt x="2315574" y="3397389"/>
                  </a:lnTo>
                  <a:lnTo>
                    <a:pt x="2337172" y="3346252"/>
                  </a:lnTo>
                  <a:lnTo>
                    <a:pt x="2358097" y="3295481"/>
                  </a:lnTo>
                  <a:lnTo>
                    <a:pt x="2378348" y="3245078"/>
                  </a:lnTo>
                  <a:lnTo>
                    <a:pt x="2397924" y="3195044"/>
                  </a:lnTo>
                  <a:lnTo>
                    <a:pt x="2416826" y="3145379"/>
                  </a:lnTo>
                  <a:lnTo>
                    <a:pt x="2435054" y="3096085"/>
                  </a:lnTo>
                  <a:lnTo>
                    <a:pt x="2452606" y="3047161"/>
                  </a:lnTo>
                  <a:lnTo>
                    <a:pt x="2469483" y="2998611"/>
                  </a:lnTo>
                  <a:lnTo>
                    <a:pt x="2485684" y="2950433"/>
                  </a:lnTo>
                  <a:lnTo>
                    <a:pt x="2501209" y="2902629"/>
                  </a:lnTo>
                  <a:lnTo>
                    <a:pt x="2516058" y="2855201"/>
                  </a:lnTo>
                  <a:lnTo>
                    <a:pt x="2530231" y="2808148"/>
                  </a:lnTo>
                  <a:lnTo>
                    <a:pt x="2543727" y="2761472"/>
                  </a:lnTo>
                  <a:lnTo>
                    <a:pt x="2556546" y="2715174"/>
                  </a:lnTo>
                  <a:lnTo>
                    <a:pt x="2568688" y="2669254"/>
                  </a:lnTo>
                  <a:lnTo>
                    <a:pt x="2580152" y="2623714"/>
                  </a:lnTo>
                  <a:lnTo>
                    <a:pt x="2590938" y="2578554"/>
                  </a:lnTo>
                  <a:lnTo>
                    <a:pt x="2601046" y="2533776"/>
                  </a:lnTo>
                  <a:lnTo>
                    <a:pt x="2610476" y="2489380"/>
                  </a:lnTo>
                  <a:lnTo>
                    <a:pt x="2619227" y="2445367"/>
                  </a:lnTo>
                  <a:lnTo>
                    <a:pt x="2627299" y="2401738"/>
                  </a:lnTo>
                  <a:lnTo>
                    <a:pt x="2634692" y="2358494"/>
                  </a:lnTo>
                  <a:lnTo>
                    <a:pt x="2641405" y="2315635"/>
                  </a:lnTo>
                  <a:lnTo>
                    <a:pt x="2647438" y="2273164"/>
                  </a:lnTo>
                  <a:lnTo>
                    <a:pt x="2652792" y="2231080"/>
                  </a:lnTo>
                  <a:lnTo>
                    <a:pt x="2657465" y="2189385"/>
                  </a:lnTo>
                  <a:lnTo>
                    <a:pt x="2661457" y="2148079"/>
                  </a:lnTo>
                  <a:lnTo>
                    <a:pt x="2664768" y="2107164"/>
                  </a:lnTo>
                  <a:lnTo>
                    <a:pt x="2667399" y="2066640"/>
                  </a:lnTo>
                  <a:lnTo>
                    <a:pt x="2669347" y="2026508"/>
                  </a:lnTo>
                  <a:lnTo>
                    <a:pt x="2670614" y="1986769"/>
                  </a:lnTo>
                  <a:lnTo>
                    <a:pt x="2671199" y="1947424"/>
                  </a:lnTo>
                  <a:lnTo>
                    <a:pt x="2671102" y="1908475"/>
                  </a:lnTo>
                  <a:lnTo>
                    <a:pt x="2670322" y="1869921"/>
                  </a:lnTo>
                  <a:lnTo>
                    <a:pt x="2668859" y="1831763"/>
                  </a:lnTo>
                  <a:lnTo>
                    <a:pt x="2663883" y="1756643"/>
                  </a:lnTo>
                  <a:lnTo>
                    <a:pt x="2654277" y="1665874"/>
                  </a:lnTo>
                  <a:lnTo>
                    <a:pt x="2647340" y="1612622"/>
                  </a:lnTo>
                  <a:lnTo>
                    <a:pt x="2639559" y="1559929"/>
                  </a:lnTo>
                  <a:lnTo>
                    <a:pt x="2630934" y="1507796"/>
                  </a:lnTo>
                  <a:lnTo>
                    <a:pt x="2621468" y="1456227"/>
                  </a:lnTo>
                  <a:lnTo>
                    <a:pt x="2611162" y="1405222"/>
                  </a:lnTo>
                  <a:lnTo>
                    <a:pt x="2600015" y="1354785"/>
                  </a:lnTo>
                  <a:lnTo>
                    <a:pt x="2588030" y="1304917"/>
                  </a:lnTo>
                  <a:lnTo>
                    <a:pt x="2575207" y="1255622"/>
                  </a:lnTo>
                  <a:lnTo>
                    <a:pt x="2561547" y="1206901"/>
                  </a:lnTo>
                  <a:lnTo>
                    <a:pt x="2547052" y="1158756"/>
                  </a:lnTo>
                  <a:lnTo>
                    <a:pt x="2531722" y="1111191"/>
                  </a:lnTo>
                  <a:lnTo>
                    <a:pt x="2515558" y="1064207"/>
                  </a:lnTo>
                  <a:lnTo>
                    <a:pt x="2498561" y="1017806"/>
                  </a:lnTo>
                  <a:lnTo>
                    <a:pt x="2480733" y="971991"/>
                  </a:lnTo>
                  <a:lnTo>
                    <a:pt x="2462074" y="926764"/>
                  </a:lnTo>
                  <a:lnTo>
                    <a:pt x="2442585" y="882127"/>
                  </a:lnTo>
                  <a:lnTo>
                    <a:pt x="2422268" y="838083"/>
                  </a:lnTo>
                  <a:lnTo>
                    <a:pt x="2401123" y="794634"/>
                  </a:lnTo>
                  <a:lnTo>
                    <a:pt x="2379151" y="751782"/>
                  </a:lnTo>
                  <a:lnTo>
                    <a:pt x="2356354" y="709530"/>
                  </a:lnTo>
                  <a:lnTo>
                    <a:pt x="2332732" y="667879"/>
                  </a:lnTo>
                  <a:lnTo>
                    <a:pt x="2308286" y="626833"/>
                  </a:lnTo>
                  <a:lnTo>
                    <a:pt x="2283018" y="586393"/>
                  </a:lnTo>
                  <a:lnTo>
                    <a:pt x="2256928" y="546562"/>
                  </a:lnTo>
                  <a:lnTo>
                    <a:pt x="2230018" y="507342"/>
                  </a:lnTo>
                  <a:lnTo>
                    <a:pt x="2202288" y="468735"/>
                  </a:lnTo>
                  <a:lnTo>
                    <a:pt x="2173739" y="430743"/>
                  </a:lnTo>
                  <a:lnTo>
                    <a:pt x="2144373" y="393370"/>
                  </a:lnTo>
                  <a:lnTo>
                    <a:pt x="2114191" y="356617"/>
                  </a:lnTo>
                  <a:lnTo>
                    <a:pt x="2083192" y="320486"/>
                  </a:lnTo>
                  <a:lnTo>
                    <a:pt x="2051380" y="284980"/>
                  </a:lnTo>
                  <a:lnTo>
                    <a:pt x="2018753" y="250101"/>
                  </a:lnTo>
                  <a:lnTo>
                    <a:pt x="1981477" y="212026"/>
                  </a:lnTo>
                  <a:lnTo>
                    <a:pt x="1943180" y="174739"/>
                  </a:lnTo>
                  <a:lnTo>
                    <a:pt x="1903873" y="138236"/>
                  </a:lnTo>
                  <a:lnTo>
                    <a:pt x="1863569" y="102515"/>
                  </a:lnTo>
                  <a:lnTo>
                    <a:pt x="1822281" y="67570"/>
                  </a:lnTo>
                  <a:lnTo>
                    <a:pt x="1780020" y="33400"/>
                  </a:lnTo>
                  <a:lnTo>
                    <a:pt x="1736801" y="0"/>
                  </a:lnTo>
                  <a:close/>
                </a:path>
              </a:pathLst>
            </a:custGeom>
            <a:solidFill>
              <a:srgbClr val="100A30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ACCC0BFC-2E4F-D94E-AC95-0D330DBF108C}"/>
              </a:ext>
            </a:extLst>
          </p:cNvPr>
          <p:cNvSpPr txBox="1"/>
          <p:nvPr userDrawn="1"/>
        </p:nvSpPr>
        <p:spPr>
          <a:xfrm>
            <a:off x="551116" y="3204082"/>
            <a:ext cx="3808729" cy="380232"/>
          </a:xfrm>
          <a:prstGeom prst="rect">
            <a:avLst/>
          </a:prstGeom>
          <a:solidFill>
            <a:srgbClr val="E5007D"/>
          </a:solidFill>
          <a:effectLst>
            <a:outerShdw blurRad="233459" dist="19158" dir="10080000" sx="96000" sy="96000" algn="ctr" rotWithShape="0">
              <a:schemeClr val="tx1"/>
            </a:outerShdw>
          </a:effectLst>
        </p:spPr>
        <p:txBody>
          <a:bodyPr vert="horz" wrap="square" lIns="0" tIns="6413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505"/>
              </a:spcBef>
            </a:pPr>
            <a:endParaRPr sz="2050">
              <a:latin typeface="Verdana"/>
              <a:cs typeface="Verdana"/>
            </a:endParaRP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DAD63CEA-99A4-4746-82CA-91FABC535F52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16" y="693667"/>
            <a:ext cx="4721758" cy="211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C7E27CDF-19F8-7F4E-93BC-40B81B50DC32}"/>
              </a:ext>
            </a:extLst>
          </p:cNvPr>
          <p:cNvSpPr/>
          <p:nvPr userDrawn="1"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100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 descr="A group of birds flying over water&#10;&#10;Description automatically generated with medium confidence">
            <a:extLst>
              <a:ext uri="{FF2B5EF4-FFF2-40B4-BE49-F238E27FC236}">
                <a16:creationId xmlns:a16="http://schemas.microsoft.com/office/drawing/2014/main" id="{AA3269A5-4210-464C-9C58-24A71DFB5E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9" r="1068" b="3311"/>
          <a:stretch/>
        </p:blipFill>
        <p:spPr>
          <a:xfrm>
            <a:off x="4457175" y="0"/>
            <a:ext cx="7742511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B08E3CD-364A-A24C-BE89-177EABA3DF82}"/>
              </a:ext>
            </a:extLst>
          </p:cNvPr>
          <p:cNvGrpSpPr/>
          <p:nvPr userDrawn="1"/>
        </p:nvGrpSpPr>
        <p:grpSpPr>
          <a:xfrm>
            <a:off x="1478824" y="0"/>
            <a:ext cx="6445976" cy="6858147"/>
            <a:chOff x="1706584" y="0"/>
            <a:chExt cx="6445976" cy="6858147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CB2D2C32-7E2C-384F-ADBC-EDD4AA0CBF78}"/>
                </a:ext>
              </a:extLst>
            </p:cNvPr>
            <p:cNvSpPr/>
            <p:nvPr/>
          </p:nvSpPr>
          <p:spPr>
            <a:xfrm>
              <a:off x="1706584" y="0"/>
              <a:ext cx="5938520" cy="6858000"/>
            </a:xfrm>
            <a:custGeom>
              <a:avLst/>
              <a:gdLst/>
              <a:ahLst/>
              <a:cxnLst/>
              <a:rect l="l" t="t" r="r" b="b"/>
              <a:pathLst>
                <a:path w="5938520" h="6858000">
                  <a:moveTo>
                    <a:pt x="3497978" y="0"/>
                  </a:moveTo>
                  <a:lnTo>
                    <a:pt x="3457498" y="285"/>
                  </a:lnTo>
                  <a:lnTo>
                    <a:pt x="0" y="285"/>
                  </a:lnTo>
                  <a:lnTo>
                    <a:pt x="0" y="6858006"/>
                  </a:lnTo>
                  <a:lnTo>
                    <a:pt x="3014802" y="6858006"/>
                  </a:lnTo>
                  <a:lnTo>
                    <a:pt x="3149977" y="6711027"/>
                  </a:lnTo>
                  <a:lnTo>
                    <a:pt x="3287001" y="6559705"/>
                  </a:lnTo>
                  <a:lnTo>
                    <a:pt x="3425397" y="6404368"/>
                  </a:lnTo>
                  <a:lnTo>
                    <a:pt x="3529806" y="6285426"/>
                  </a:lnTo>
                  <a:lnTo>
                    <a:pt x="3634515" y="6164545"/>
                  </a:lnTo>
                  <a:lnTo>
                    <a:pt x="3739324" y="6041864"/>
                  </a:lnTo>
                  <a:lnTo>
                    <a:pt x="3844029" y="5917519"/>
                  </a:lnTo>
                  <a:lnTo>
                    <a:pt x="3948429" y="5791649"/>
                  </a:lnTo>
                  <a:lnTo>
                    <a:pt x="4052323" y="5664391"/>
                  </a:lnTo>
                  <a:lnTo>
                    <a:pt x="4121204" y="5578849"/>
                  </a:lnTo>
                  <a:lnTo>
                    <a:pt x="4189711" y="5492792"/>
                  </a:lnTo>
                  <a:lnTo>
                    <a:pt x="4257783" y="5406261"/>
                  </a:lnTo>
                  <a:lnTo>
                    <a:pt x="4325361" y="5319296"/>
                  </a:lnTo>
                  <a:lnTo>
                    <a:pt x="4392385" y="5231938"/>
                  </a:lnTo>
                  <a:lnTo>
                    <a:pt x="4458795" y="5144228"/>
                  </a:lnTo>
                  <a:lnTo>
                    <a:pt x="4524531" y="5056207"/>
                  </a:lnTo>
                  <a:lnTo>
                    <a:pt x="4589534" y="4967916"/>
                  </a:lnTo>
                  <a:lnTo>
                    <a:pt x="4621742" y="4923681"/>
                  </a:lnTo>
                  <a:lnTo>
                    <a:pt x="4653744" y="4879394"/>
                  </a:lnTo>
                  <a:lnTo>
                    <a:pt x="4685533" y="4835060"/>
                  </a:lnTo>
                  <a:lnTo>
                    <a:pt x="4717101" y="4790684"/>
                  </a:lnTo>
                  <a:lnTo>
                    <a:pt x="4748441" y="4746271"/>
                  </a:lnTo>
                  <a:lnTo>
                    <a:pt x="4779545" y="4701825"/>
                  </a:lnTo>
                  <a:lnTo>
                    <a:pt x="4810406" y="4657353"/>
                  </a:lnTo>
                  <a:lnTo>
                    <a:pt x="4841016" y="4612859"/>
                  </a:lnTo>
                  <a:lnTo>
                    <a:pt x="4871368" y="4568348"/>
                  </a:lnTo>
                  <a:lnTo>
                    <a:pt x="4901455" y="4523826"/>
                  </a:lnTo>
                  <a:lnTo>
                    <a:pt x="4931269" y="4479297"/>
                  </a:lnTo>
                  <a:lnTo>
                    <a:pt x="4960802" y="4434767"/>
                  </a:lnTo>
                  <a:lnTo>
                    <a:pt x="4990047" y="4390240"/>
                  </a:lnTo>
                  <a:lnTo>
                    <a:pt x="5018997" y="4345722"/>
                  </a:lnTo>
                  <a:lnTo>
                    <a:pt x="5047644" y="4301219"/>
                  </a:lnTo>
                  <a:lnTo>
                    <a:pt x="5075980" y="4256733"/>
                  </a:lnTo>
                  <a:lnTo>
                    <a:pt x="5103999" y="4212273"/>
                  </a:lnTo>
                  <a:lnTo>
                    <a:pt x="5131692" y="4167841"/>
                  </a:lnTo>
                  <a:lnTo>
                    <a:pt x="5159052" y="4123443"/>
                  </a:lnTo>
                  <a:lnTo>
                    <a:pt x="5186072" y="4079085"/>
                  </a:lnTo>
                  <a:lnTo>
                    <a:pt x="5212744" y="4034771"/>
                  </a:lnTo>
                  <a:lnTo>
                    <a:pt x="5239061" y="3990507"/>
                  </a:lnTo>
                  <a:lnTo>
                    <a:pt x="5265016" y="3946297"/>
                  </a:lnTo>
                  <a:lnTo>
                    <a:pt x="5290600" y="3902147"/>
                  </a:lnTo>
                  <a:lnTo>
                    <a:pt x="5315806" y="3858062"/>
                  </a:lnTo>
                  <a:lnTo>
                    <a:pt x="5340627" y="3814046"/>
                  </a:lnTo>
                  <a:lnTo>
                    <a:pt x="5365056" y="3770106"/>
                  </a:lnTo>
                  <a:lnTo>
                    <a:pt x="5389084" y="3726246"/>
                  </a:lnTo>
                  <a:lnTo>
                    <a:pt x="5412705" y="3682471"/>
                  </a:lnTo>
                  <a:lnTo>
                    <a:pt x="5435911" y="3638786"/>
                  </a:lnTo>
                  <a:lnTo>
                    <a:pt x="5458694" y="3595196"/>
                  </a:lnTo>
                  <a:lnTo>
                    <a:pt x="5481048" y="3551707"/>
                  </a:lnTo>
                  <a:lnTo>
                    <a:pt x="5502964" y="3508324"/>
                  </a:lnTo>
                  <a:lnTo>
                    <a:pt x="5524435" y="3465051"/>
                  </a:lnTo>
                  <a:lnTo>
                    <a:pt x="5545453" y="3421894"/>
                  </a:lnTo>
                  <a:lnTo>
                    <a:pt x="5566012" y="3378858"/>
                  </a:lnTo>
                  <a:lnTo>
                    <a:pt x="5586103" y="3335947"/>
                  </a:lnTo>
                  <a:lnTo>
                    <a:pt x="5605720" y="3293168"/>
                  </a:lnTo>
                  <a:lnTo>
                    <a:pt x="5624854" y="3250525"/>
                  </a:lnTo>
                  <a:lnTo>
                    <a:pt x="5643498" y="3208023"/>
                  </a:lnTo>
                  <a:lnTo>
                    <a:pt x="5661645" y="3165667"/>
                  </a:lnTo>
                  <a:lnTo>
                    <a:pt x="5679288" y="3123463"/>
                  </a:lnTo>
                  <a:lnTo>
                    <a:pt x="5696418" y="3081415"/>
                  </a:lnTo>
                  <a:lnTo>
                    <a:pt x="5713028" y="3039529"/>
                  </a:lnTo>
                  <a:lnTo>
                    <a:pt x="5729111" y="2997809"/>
                  </a:lnTo>
                  <a:lnTo>
                    <a:pt x="5744660" y="2956261"/>
                  </a:lnTo>
                  <a:lnTo>
                    <a:pt x="5759667" y="2914890"/>
                  </a:lnTo>
                  <a:lnTo>
                    <a:pt x="5774124" y="2873701"/>
                  </a:lnTo>
                  <a:lnTo>
                    <a:pt x="5788024" y="2832699"/>
                  </a:lnTo>
                  <a:lnTo>
                    <a:pt x="5801359" y="2791889"/>
                  </a:lnTo>
                  <a:lnTo>
                    <a:pt x="5814123" y="2751277"/>
                  </a:lnTo>
                  <a:lnTo>
                    <a:pt x="5826307" y="2710866"/>
                  </a:lnTo>
                  <a:lnTo>
                    <a:pt x="5837904" y="2670663"/>
                  </a:lnTo>
                  <a:lnTo>
                    <a:pt x="5848906" y="2630673"/>
                  </a:lnTo>
                  <a:lnTo>
                    <a:pt x="5859307" y="2590900"/>
                  </a:lnTo>
                  <a:lnTo>
                    <a:pt x="5869098" y="2551350"/>
                  </a:lnTo>
                  <a:lnTo>
                    <a:pt x="5878273" y="2512028"/>
                  </a:lnTo>
                  <a:lnTo>
                    <a:pt x="5886823" y="2472938"/>
                  </a:lnTo>
                  <a:lnTo>
                    <a:pt x="5894741" y="2434087"/>
                  </a:lnTo>
                  <a:lnTo>
                    <a:pt x="5902020" y="2395479"/>
                  </a:lnTo>
                  <a:lnTo>
                    <a:pt x="5908653" y="2357118"/>
                  </a:lnTo>
                  <a:lnTo>
                    <a:pt x="5914631" y="2319012"/>
                  </a:lnTo>
                  <a:lnTo>
                    <a:pt x="5919948" y="2281163"/>
                  </a:lnTo>
                  <a:lnTo>
                    <a:pt x="5928566" y="2206261"/>
                  </a:lnTo>
                  <a:lnTo>
                    <a:pt x="5934447" y="2132454"/>
                  </a:lnTo>
                  <a:lnTo>
                    <a:pt x="5937533" y="2059782"/>
                  </a:lnTo>
                  <a:lnTo>
                    <a:pt x="5938008" y="2023885"/>
                  </a:lnTo>
                  <a:lnTo>
                    <a:pt x="5937762" y="1988287"/>
                  </a:lnTo>
                  <a:lnTo>
                    <a:pt x="5935076" y="1918008"/>
                  </a:lnTo>
                  <a:lnTo>
                    <a:pt x="5929414" y="1848986"/>
                  </a:lnTo>
                  <a:lnTo>
                    <a:pt x="5921851" y="1784782"/>
                  </a:lnTo>
                  <a:lnTo>
                    <a:pt x="5912807" y="1722067"/>
                  </a:lnTo>
                  <a:lnTo>
                    <a:pt x="5902317" y="1660824"/>
                  </a:lnTo>
                  <a:lnTo>
                    <a:pt x="5890415" y="1601035"/>
                  </a:lnTo>
                  <a:lnTo>
                    <a:pt x="5877134" y="1542683"/>
                  </a:lnTo>
                  <a:lnTo>
                    <a:pt x="5862510" y="1485751"/>
                  </a:lnTo>
                  <a:lnTo>
                    <a:pt x="5846576" y="1430222"/>
                  </a:lnTo>
                  <a:lnTo>
                    <a:pt x="5829367" y="1376078"/>
                  </a:lnTo>
                  <a:lnTo>
                    <a:pt x="5810917" y="1323302"/>
                  </a:lnTo>
                  <a:lnTo>
                    <a:pt x="5791261" y="1271877"/>
                  </a:lnTo>
                  <a:lnTo>
                    <a:pt x="5770432" y="1221785"/>
                  </a:lnTo>
                  <a:lnTo>
                    <a:pt x="5748465" y="1173010"/>
                  </a:lnTo>
                  <a:lnTo>
                    <a:pt x="5725394" y="1125534"/>
                  </a:lnTo>
                  <a:lnTo>
                    <a:pt x="5701253" y="1079341"/>
                  </a:lnTo>
                  <a:lnTo>
                    <a:pt x="5676077" y="1034411"/>
                  </a:lnTo>
                  <a:lnTo>
                    <a:pt x="5649900" y="990729"/>
                  </a:lnTo>
                  <a:lnTo>
                    <a:pt x="5622756" y="948277"/>
                  </a:lnTo>
                  <a:lnTo>
                    <a:pt x="5594680" y="907039"/>
                  </a:lnTo>
                  <a:lnTo>
                    <a:pt x="5565706" y="866995"/>
                  </a:lnTo>
                  <a:lnTo>
                    <a:pt x="5535867" y="828131"/>
                  </a:lnTo>
                  <a:lnTo>
                    <a:pt x="5505199" y="790427"/>
                  </a:lnTo>
                  <a:lnTo>
                    <a:pt x="5473736" y="753867"/>
                  </a:lnTo>
                  <a:lnTo>
                    <a:pt x="5441511" y="718434"/>
                  </a:lnTo>
                  <a:lnTo>
                    <a:pt x="5408559" y="684111"/>
                  </a:lnTo>
                  <a:lnTo>
                    <a:pt x="5374915" y="650879"/>
                  </a:lnTo>
                  <a:lnTo>
                    <a:pt x="5340613" y="618723"/>
                  </a:lnTo>
                  <a:lnTo>
                    <a:pt x="5305686" y="587624"/>
                  </a:lnTo>
                  <a:lnTo>
                    <a:pt x="5270170" y="557565"/>
                  </a:lnTo>
                  <a:lnTo>
                    <a:pt x="5234098" y="528530"/>
                  </a:lnTo>
                  <a:lnTo>
                    <a:pt x="5197505" y="500501"/>
                  </a:lnTo>
                  <a:lnTo>
                    <a:pt x="5160425" y="473460"/>
                  </a:lnTo>
                  <a:lnTo>
                    <a:pt x="5122892" y="447391"/>
                  </a:lnTo>
                  <a:lnTo>
                    <a:pt x="5084941" y="422276"/>
                  </a:lnTo>
                  <a:lnTo>
                    <a:pt x="5046605" y="398098"/>
                  </a:lnTo>
                  <a:lnTo>
                    <a:pt x="5007920" y="374840"/>
                  </a:lnTo>
                  <a:lnTo>
                    <a:pt x="4968919" y="352484"/>
                  </a:lnTo>
                  <a:lnTo>
                    <a:pt x="4929637" y="331014"/>
                  </a:lnTo>
                  <a:lnTo>
                    <a:pt x="4890108" y="310411"/>
                  </a:lnTo>
                  <a:lnTo>
                    <a:pt x="4850365" y="290659"/>
                  </a:lnTo>
                  <a:lnTo>
                    <a:pt x="4810445" y="271741"/>
                  </a:lnTo>
                  <a:lnTo>
                    <a:pt x="4770380" y="253639"/>
                  </a:lnTo>
                  <a:lnTo>
                    <a:pt x="4730205" y="236336"/>
                  </a:lnTo>
                  <a:lnTo>
                    <a:pt x="4689954" y="219814"/>
                  </a:lnTo>
                  <a:lnTo>
                    <a:pt x="4649662" y="204058"/>
                  </a:lnTo>
                  <a:lnTo>
                    <a:pt x="4609363" y="189048"/>
                  </a:lnTo>
                  <a:lnTo>
                    <a:pt x="4569091" y="174768"/>
                  </a:lnTo>
                  <a:lnTo>
                    <a:pt x="4528880" y="161201"/>
                  </a:lnTo>
                  <a:lnTo>
                    <a:pt x="4488765" y="148330"/>
                  </a:lnTo>
                  <a:lnTo>
                    <a:pt x="4448780" y="136137"/>
                  </a:lnTo>
                  <a:lnTo>
                    <a:pt x="4408959" y="124605"/>
                  </a:lnTo>
                  <a:lnTo>
                    <a:pt x="4369336" y="113716"/>
                  </a:lnTo>
                  <a:lnTo>
                    <a:pt x="4329947" y="103454"/>
                  </a:lnTo>
                  <a:lnTo>
                    <a:pt x="4290824" y="93802"/>
                  </a:lnTo>
                  <a:lnTo>
                    <a:pt x="4252002" y="84741"/>
                  </a:lnTo>
                  <a:lnTo>
                    <a:pt x="4213516" y="76256"/>
                  </a:lnTo>
                  <a:lnTo>
                    <a:pt x="4175400" y="68327"/>
                  </a:lnTo>
                  <a:lnTo>
                    <a:pt x="4137688" y="60939"/>
                  </a:lnTo>
                  <a:lnTo>
                    <a:pt x="4063613" y="47715"/>
                  </a:lnTo>
                  <a:lnTo>
                    <a:pt x="3991566" y="36446"/>
                  </a:lnTo>
                  <a:lnTo>
                    <a:pt x="3887896" y="22903"/>
                  </a:lnTo>
                  <a:lnTo>
                    <a:pt x="3822118" y="15915"/>
                  </a:lnTo>
                  <a:lnTo>
                    <a:pt x="3759326" y="10399"/>
                  </a:lnTo>
                  <a:lnTo>
                    <a:pt x="3699796" y="6215"/>
                  </a:lnTo>
                  <a:lnTo>
                    <a:pt x="3643801" y="3227"/>
                  </a:lnTo>
                  <a:lnTo>
                    <a:pt x="3591616" y="1297"/>
                  </a:lnTo>
                  <a:lnTo>
                    <a:pt x="3543515" y="285"/>
                  </a:lnTo>
                  <a:lnTo>
                    <a:pt x="3497978" y="0"/>
                  </a:lnTo>
                  <a:close/>
                </a:path>
              </a:pathLst>
            </a:custGeom>
            <a:solidFill>
              <a:srgbClr val="100A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C604CB20-22D1-A94D-A57F-5233E6EF0A1C}"/>
                </a:ext>
              </a:extLst>
            </p:cNvPr>
            <p:cNvSpPr/>
            <p:nvPr/>
          </p:nvSpPr>
          <p:spPr>
            <a:xfrm>
              <a:off x="4815353" y="135"/>
              <a:ext cx="2953385" cy="6858000"/>
            </a:xfrm>
            <a:custGeom>
              <a:avLst/>
              <a:gdLst/>
              <a:ahLst/>
              <a:cxnLst/>
              <a:rect l="l" t="t" r="r" b="b"/>
              <a:pathLst>
                <a:path w="2953384" h="6858000">
                  <a:moveTo>
                    <a:pt x="1318437" y="0"/>
                  </a:moveTo>
                  <a:lnTo>
                    <a:pt x="1014780" y="0"/>
                  </a:lnTo>
                  <a:lnTo>
                    <a:pt x="1059782" y="8674"/>
                  </a:lnTo>
                  <a:lnTo>
                    <a:pt x="1105269" y="18060"/>
                  </a:lnTo>
                  <a:lnTo>
                    <a:pt x="1151187" y="28186"/>
                  </a:lnTo>
                  <a:lnTo>
                    <a:pt x="1197485" y="39077"/>
                  </a:lnTo>
                  <a:lnTo>
                    <a:pt x="1244110" y="50760"/>
                  </a:lnTo>
                  <a:lnTo>
                    <a:pt x="1291009" y="63261"/>
                  </a:lnTo>
                  <a:lnTo>
                    <a:pt x="1338130" y="76608"/>
                  </a:lnTo>
                  <a:lnTo>
                    <a:pt x="1385420" y="90826"/>
                  </a:lnTo>
                  <a:lnTo>
                    <a:pt x="1432826" y="105943"/>
                  </a:lnTo>
                  <a:lnTo>
                    <a:pt x="1484165" y="123329"/>
                  </a:lnTo>
                  <a:lnTo>
                    <a:pt x="1534655" y="141495"/>
                  </a:lnTo>
                  <a:lnTo>
                    <a:pt x="1584290" y="160439"/>
                  </a:lnTo>
                  <a:lnTo>
                    <a:pt x="1633066" y="180157"/>
                  </a:lnTo>
                  <a:lnTo>
                    <a:pt x="1680978" y="200648"/>
                  </a:lnTo>
                  <a:lnTo>
                    <a:pt x="1728021" y="221908"/>
                  </a:lnTo>
                  <a:lnTo>
                    <a:pt x="1774189" y="243933"/>
                  </a:lnTo>
                  <a:lnTo>
                    <a:pt x="1819479" y="266721"/>
                  </a:lnTo>
                  <a:lnTo>
                    <a:pt x="1863886" y="290270"/>
                  </a:lnTo>
                  <a:lnTo>
                    <a:pt x="1907403" y="314576"/>
                  </a:lnTo>
                  <a:lnTo>
                    <a:pt x="1950027" y="339636"/>
                  </a:lnTo>
                  <a:lnTo>
                    <a:pt x="1991753" y="365447"/>
                  </a:lnTo>
                  <a:lnTo>
                    <a:pt x="2032576" y="392006"/>
                  </a:lnTo>
                  <a:lnTo>
                    <a:pt x="2072490" y="419311"/>
                  </a:lnTo>
                  <a:lnTo>
                    <a:pt x="2111492" y="447359"/>
                  </a:lnTo>
                  <a:lnTo>
                    <a:pt x="2149576" y="476146"/>
                  </a:lnTo>
                  <a:lnTo>
                    <a:pt x="2186737" y="505670"/>
                  </a:lnTo>
                  <a:lnTo>
                    <a:pt x="2222970" y="535927"/>
                  </a:lnTo>
                  <a:lnTo>
                    <a:pt x="2258271" y="566915"/>
                  </a:lnTo>
                  <a:lnTo>
                    <a:pt x="2292634" y="598631"/>
                  </a:lnTo>
                  <a:lnTo>
                    <a:pt x="2326055" y="631072"/>
                  </a:lnTo>
                  <a:lnTo>
                    <a:pt x="2358529" y="664235"/>
                  </a:lnTo>
                  <a:lnTo>
                    <a:pt x="2391788" y="700040"/>
                  </a:lnTo>
                  <a:lnTo>
                    <a:pt x="2423990" y="736664"/>
                  </a:lnTo>
                  <a:lnTo>
                    <a:pt x="2455135" y="774102"/>
                  </a:lnTo>
                  <a:lnTo>
                    <a:pt x="2485221" y="812351"/>
                  </a:lnTo>
                  <a:lnTo>
                    <a:pt x="2514246" y="851407"/>
                  </a:lnTo>
                  <a:lnTo>
                    <a:pt x="2542208" y="891265"/>
                  </a:lnTo>
                  <a:lnTo>
                    <a:pt x="2569106" y="931924"/>
                  </a:lnTo>
                  <a:lnTo>
                    <a:pt x="2594939" y="973378"/>
                  </a:lnTo>
                  <a:lnTo>
                    <a:pt x="2619704" y="1015623"/>
                  </a:lnTo>
                  <a:lnTo>
                    <a:pt x="2643399" y="1058657"/>
                  </a:lnTo>
                  <a:lnTo>
                    <a:pt x="2666024" y="1102475"/>
                  </a:lnTo>
                  <a:lnTo>
                    <a:pt x="2687577" y="1147073"/>
                  </a:lnTo>
                  <a:lnTo>
                    <a:pt x="2708055" y="1192449"/>
                  </a:lnTo>
                  <a:lnTo>
                    <a:pt x="2727458" y="1238596"/>
                  </a:lnTo>
                  <a:lnTo>
                    <a:pt x="2745784" y="1285514"/>
                  </a:lnTo>
                  <a:lnTo>
                    <a:pt x="2763030" y="1333196"/>
                  </a:lnTo>
                  <a:lnTo>
                    <a:pt x="2779196" y="1381640"/>
                  </a:lnTo>
                  <a:lnTo>
                    <a:pt x="2794280" y="1430841"/>
                  </a:lnTo>
                  <a:lnTo>
                    <a:pt x="2808279" y="1480797"/>
                  </a:lnTo>
                  <a:lnTo>
                    <a:pt x="2821193" y="1531503"/>
                  </a:lnTo>
                  <a:lnTo>
                    <a:pt x="2833020" y="1582955"/>
                  </a:lnTo>
                  <a:lnTo>
                    <a:pt x="2843758" y="1635149"/>
                  </a:lnTo>
                  <a:lnTo>
                    <a:pt x="2853405" y="1688083"/>
                  </a:lnTo>
                  <a:lnTo>
                    <a:pt x="2861960" y="1741751"/>
                  </a:lnTo>
                  <a:lnTo>
                    <a:pt x="2869422" y="1796151"/>
                  </a:lnTo>
                  <a:lnTo>
                    <a:pt x="2875788" y="1851278"/>
                  </a:lnTo>
                  <a:lnTo>
                    <a:pt x="2881782" y="1925466"/>
                  </a:lnTo>
                  <a:lnTo>
                    <a:pt x="2884419" y="2001632"/>
                  </a:lnTo>
                  <a:lnTo>
                    <a:pt x="2884478" y="2040455"/>
                  </a:lnTo>
                  <a:lnTo>
                    <a:pt x="2883700" y="2079768"/>
                  </a:lnTo>
                  <a:lnTo>
                    <a:pt x="2882083" y="2119571"/>
                  </a:lnTo>
                  <a:lnTo>
                    <a:pt x="2879628" y="2159862"/>
                  </a:lnTo>
                  <a:lnTo>
                    <a:pt x="2876337" y="2200639"/>
                  </a:lnTo>
                  <a:lnTo>
                    <a:pt x="2872209" y="2241902"/>
                  </a:lnTo>
                  <a:lnTo>
                    <a:pt x="2867244" y="2283650"/>
                  </a:lnTo>
                  <a:lnTo>
                    <a:pt x="2861444" y="2325879"/>
                  </a:lnTo>
                  <a:lnTo>
                    <a:pt x="2854808" y="2368591"/>
                  </a:lnTo>
                  <a:lnTo>
                    <a:pt x="2847337" y="2411782"/>
                  </a:lnTo>
                  <a:lnTo>
                    <a:pt x="2839031" y="2455451"/>
                  </a:lnTo>
                  <a:lnTo>
                    <a:pt x="2829892" y="2499598"/>
                  </a:lnTo>
                  <a:lnTo>
                    <a:pt x="2819918" y="2544221"/>
                  </a:lnTo>
                  <a:lnTo>
                    <a:pt x="2809111" y="2589318"/>
                  </a:lnTo>
                  <a:lnTo>
                    <a:pt x="2797471" y="2634889"/>
                  </a:lnTo>
                  <a:lnTo>
                    <a:pt x="2784999" y="2680931"/>
                  </a:lnTo>
                  <a:lnTo>
                    <a:pt x="2771695" y="2727444"/>
                  </a:lnTo>
                  <a:lnTo>
                    <a:pt x="2757558" y="2774426"/>
                  </a:lnTo>
                  <a:lnTo>
                    <a:pt x="2742591" y="2821875"/>
                  </a:lnTo>
                  <a:lnTo>
                    <a:pt x="2726793" y="2869791"/>
                  </a:lnTo>
                  <a:lnTo>
                    <a:pt x="2710164" y="2918172"/>
                  </a:lnTo>
                  <a:lnTo>
                    <a:pt x="2692706" y="2967016"/>
                  </a:lnTo>
                  <a:lnTo>
                    <a:pt x="2674417" y="3016323"/>
                  </a:lnTo>
                  <a:lnTo>
                    <a:pt x="2655300" y="3066091"/>
                  </a:lnTo>
                  <a:lnTo>
                    <a:pt x="2635354" y="3116318"/>
                  </a:lnTo>
                  <a:lnTo>
                    <a:pt x="2614580" y="3167003"/>
                  </a:lnTo>
                  <a:lnTo>
                    <a:pt x="2592978" y="3218145"/>
                  </a:lnTo>
                  <a:lnTo>
                    <a:pt x="2570548" y="3269743"/>
                  </a:lnTo>
                  <a:lnTo>
                    <a:pt x="2547291" y="3321794"/>
                  </a:lnTo>
                  <a:lnTo>
                    <a:pt x="2523208" y="3374299"/>
                  </a:lnTo>
                  <a:lnTo>
                    <a:pt x="2498298" y="3427255"/>
                  </a:lnTo>
                  <a:lnTo>
                    <a:pt x="2472563" y="3480660"/>
                  </a:lnTo>
                  <a:lnTo>
                    <a:pt x="2446002" y="3534515"/>
                  </a:lnTo>
                  <a:lnTo>
                    <a:pt x="2418617" y="3588817"/>
                  </a:lnTo>
                  <a:lnTo>
                    <a:pt x="2390406" y="3643564"/>
                  </a:lnTo>
                  <a:lnTo>
                    <a:pt x="2361372" y="3698757"/>
                  </a:lnTo>
                  <a:lnTo>
                    <a:pt x="2331514" y="3754392"/>
                  </a:lnTo>
                  <a:lnTo>
                    <a:pt x="2300833" y="3810469"/>
                  </a:lnTo>
                  <a:lnTo>
                    <a:pt x="2269329" y="3866987"/>
                  </a:lnTo>
                  <a:lnTo>
                    <a:pt x="2237003" y="3923944"/>
                  </a:lnTo>
                  <a:lnTo>
                    <a:pt x="2216161" y="3960144"/>
                  </a:lnTo>
                  <a:lnTo>
                    <a:pt x="2173500" y="4033065"/>
                  </a:lnTo>
                  <a:lnTo>
                    <a:pt x="2129537" y="4106675"/>
                  </a:lnTo>
                  <a:lnTo>
                    <a:pt x="2084277" y="4180968"/>
                  </a:lnTo>
                  <a:lnTo>
                    <a:pt x="2037723" y="4255939"/>
                  </a:lnTo>
                  <a:lnTo>
                    <a:pt x="1989882" y="4331580"/>
                  </a:lnTo>
                  <a:lnTo>
                    <a:pt x="1940755" y="4407887"/>
                  </a:lnTo>
                  <a:lnTo>
                    <a:pt x="1890349" y="4484854"/>
                  </a:lnTo>
                  <a:lnTo>
                    <a:pt x="1838666" y="4562475"/>
                  </a:lnTo>
                  <a:lnTo>
                    <a:pt x="1785712" y="4640744"/>
                  </a:lnTo>
                  <a:lnTo>
                    <a:pt x="1731490" y="4719655"/>
                  </a:lnTo>
                  <a:lnTo>
                    <a:pt x="1676005" y="4799203"/>
                  </a:lnTo>
                  <a:lnTo>
                    <a:pt x="1619260" y="4879381"/>
                  </a:lnTo>
                  <a:lnTo>
                    <a:pt x="1561261" y="4960184"/>
                  </a:lnTo>
                  <a:lnTo>
                    <a:pt x="1502012" y="5041606"/>
                  </a:lnTo>
                  <a:lnTo>
                    <a:pt x="1441515" y="5123642"/>
                  </a:lnTo>
                  <a:lnTo>
                    <a:pt x="1379777" y="5206284"/>
                  </a:lnTo>
                  <a:lnTo>
                    <a:pt x="1316801" y="5289529"/>
                  </a:lnTo>
                  <a:lnTo>
                    <a:pt x="1252591" y="5373369"/>
                  </a:lnTo>
                  <a:lnTo>
                    <a:pt x="1187152" y="5457799"/>
                  </a:lnTo>
                  <a:lnTo>
                    <a:pt x="1120487" y="5542813"/>
                  </a:lnTo>
                  <a:lnTo>
                    <a:pt x="1052601" y="5628405"/>
                  </a:lnTo>
                  <a:lnTo>
                    <a:pt x="983499" y="5714570"/>
                  </a:lnTo>
                  <a:lnTo>
                    <a:pt x="913184" y="5801302"/>
                  </a:lnTo>
                  <a:lnTo>
                    <a:pt x="841661" y="5888594"/>
                  </a:lnTo>
                  <a:lnTo>
                    <a:pt x="768934" y="5976442"/>
                  </a:lnTo>
                  <a:lnTo>
                    <a:pt x="695007" y="6064838"/>
                  </a:lnTo>
                  <a:lnTo>
                    <a:pt x="619884" y="6153778"/>
                  </a:lnTo>
                  <a:lnTo>
                    <a:pt x="513174" y="6278651"/>
                  </a:lnTo>
                  <a:lnTo>
                    <a:pt x="410052" y="6397766"/>
                  </a:lnTo>
                  <a:lnTo>
                    <a:pt x="306999" y="6515356"/>
                  </a:lnTo>
                  <a:lnTo>
                    <a:pt x="204189" y="6631311"/>
                  </a:lnTo>
                  <a:lnTo>
                    <a:pt x="101798" y="6745516"/>
                  </a:lnTo>
                  <a:lnTo>
                    <a:pt x="0" y="6857860"/>
                  </a:lnTo>
                  <a:lnTo>
                    <a:pt x="92303" y="6857860"/>
                  </a:lnTo>
                  <a:lnTo>
                    <a:pt x="193061" y="6746199"/>
                  </a:lnTo>
                  <a:lnTo>
                    <a:pt x="294327" y="6632773"/>
                  </a:lnTo>
                  <a:lnTo>
                    <a:pt x="395935" y="6517688"/>
                  </a:lnTo>
                  <a:lnTo>
                    <a:pt x="497718" y="6401051"/>
                  </a:lnTo>
                  <a:lnTo>
                    <a:pt x="599509" y="6282970"/>
                  </a:lnTo>
                  <a:lnTo>
                    <a:pt x="709437" y="6153741"/>
                  </a:lnTo>
                  <a:lnTo>
                    <a:pt x="784266" y="6064714"/>
                  </a:lnTo>
                  <a:lnTo>
                    <a:pt x="857895" y="5976231"/>
                  </a:lnTo>
                  <a:lnTo>
                    <a:pt x="930320" y="5888299"/>
                  </a:lnTo>
                  <a:lnTo>
                    <a:pt x="1001535" y="5800922"/>
                  </a:lnTo>
                  <a:lnTo>
                    <a:pt x="1071538" y="5714108"/>
                  </a:lnTo>
                  <a:lnTo>
                    <a:pt x="1140324" y="5627861"/>
                  </a:lnTo>
                  <a:lnTo>
                    <a:pt x="1207888" y="5542188"/>
                  </a:lnTo>
                  <a:lnTo>
                    <a:pt x="1274226" y="5457094"/>
                  </a:lnTo>
                  <a:lnTo>
                    <a:pt x="1339334" y="5372585"/>
                  </a:lnTo>
                  <a:lnTo>
                    <a:pt x="1403208" y="5288668"/>
                  </a:lnTo>
                  <a:lnTo>
                    <a:pt x="1465844" y="5205347"/>
                  </a:lnTo>
                  <a:lnTo>
                    <a:pt x="1527237" y="5122629"/>
                  </a:lnTo>
                  <a:lnTo>
                    <a:pt x="1587384" y="5040520"/>
                  </a:lnTo>
                  <a:lnTo>
                    <a:pt x="1646279" y="4959025"/>
                  </a:lnTo>
                  <a:lnTo>
                    <a:pt x="1703918" y="4878150"/>
                  </a:lnTo>
                  <a:lnTo>
                    <a:pt x="1760299" y="4797902"/>
                  </a:lnTo>
                  <a:lnTo>
                    <a:pt x="1815415" y="4718285"/>
                  </a:lnTo>
                  <a:lnTo>
                    <a:pt x="1869263" y="4639306"/>
                  </a:lnTo>
                  <a:lnTo>
                    <a:pt x="1921839" y="4560971"/>
                  </a:lnTo>
                  <a:lnTo>
                    <a:pt x="1973138" y="4483285"/>
                  </a:lnTo>
                  <a:lnTo>
                    <a:pt x="2023157" y="4406254"/>
                  </a:lnTo>
                  <a:lnTo>
                    <a:pt x="2071890" y="4329885"/>
                  </a:lnTo>
                  <a:lnTo>
                    <a:pt x="2119335" y="4254182"/>
                  </a:lnTo>
                  <a:lnTo>
                    <a:pt x="2165485" y="4179152"/>
                  </a:lnTo>
                  <a:lnTo>
                    <a:pt x="2210338" y="4104801"/>
                  </a:lnTo>
                  <a:lnTo>
                    <a:pt x="2253889" y="4031134"/>
                  </a:lnTo>
                  <a:lnTo>
                    <a:pt x="2296134" y="3958158"/>
                  </a:lnTo>
                  <a:lnTo>
                    <a:pt x="2328237" y="3901607"/>
                  </a:lnTo>
                  <a:lnTo>
                    <a:pt x="2359541" y="3845472"/>
                  </a:lnTo>
                  <a:lnTo>
                    <a:pt x="2390045" y="3789755"/>
                  </a:lnTo>
                  <a:lnTo>
                    <a:pt x="2419749" y="3734458"/>
                  </a:lnTo>
                  <a:lnTo>
                    <a:pt x="2448652" y="3679581"/>
                  </a:lnTo>
                  <a:lnTo>
                    <a:pt x="2476755" y="3625125"/>
                  </a:lnTo>
                  <a:lnTo>
                    <a:pt x="2504056" y="3571093"/>
                  </a:lnTo>
                  <a:lnTo>
                    <a:pt x="2530555" y="3517485"/>
                  </a:lnTo>
                  <a:lnTo>
                    <a:pt x="2556252" y="3464302"/>
                  </a:lnTo>
                  <a:lnTo>
                    <a:pt x="2581147" y="3411546"/>
                  </a:lnTo>
                  <a:lnTo>
                    <a:pt x="2605238" y="3359219"/>
                  </a:lnTo>
                  <a:lnTo>
                    <a:pt x="2628527" y="3307321"/>
                  </a:lnTo>
                  <a:lnTo>
                    <a:pt x="2651011" y="3255854"/>
                  </a:lnTo>
                  <a:lnTo>
                    <a:pt x="2672692" y="3204819"/>
                  </a:lnTo>
                  <a:lnTo>
                    <a:pt x="2693567" y="3154218"/>
                  </a:lnTo>
                  <a:lnTo>
                    <a:pt x="2713638" y="3104051"/>
                  </a:lnTo>
                  <a:lnTo>
                    <a:pt x="2732904" y="3054320"/>
                  </a:lnTo>
                  <a:lnTo>
                    <a:pt x="2751364" y="3005027"/>
                  </a:lnTo>
                  <a:lnTo>
                    <a:pt x="2769017" y="2956172"/>
                  </a:lnTo>
                  <a:lnTo>
                    <a:pt x="2785864" y="2907757"/>
                  </a:lnTo>
                  <a:lnTo>
                    <a:pt x="2801905" y="2859783"/>
                  </a:lnTo>
                  <a:lnTo>
                    <a:pt x="2817137" y="2812252"/>
                  </a:lnTo>
                  <a:lnTo>
                    <a:pt x="2831562" y="2765165"/>
                  </a:lnTo>
                  <a:lnTo>
                    <a:pt x="2845179" y="2718523"/>
                  </a:lnTo>
                  <a:lnTo>
                    <a:pt x="2857988" y="2672327"/>
                  </a:lnTo>
                  <a:lnTo>
                    <a:pt x="2869987" y="2626579"/>
                  </a:lnTo>
                  <a:lnTo>
                    <a:pt x="2881177" y="2581280"/>
                  </a:lnTo>
                  <a:lnTo>
                    <a:pt x="2891558" y="2536431"/>
                  </a:lnTo>
                  <a:lnTo>
                    <a:pt x="2901128" y="2492034"/>
                  </a:lnTo>
                  <a:lnTo>
                    <a:pt x="2909887" y="2448090"/>
                  </a:lnTo>
                  <a:lnTo>
                    <a:pt x="2917836" y="2404600"/>
                  </a:lnTo>
                  <a:lnTo>
                    <a:pt x="2924974" y="2361566"/>
                  </a:lnTo>
                  <a:lnTo>
                    <a:pt x="2931299" y="2318989"/>
                  </a:lnTo>
                  <a:lnTo>
                    <a:pt x="2936813" y="2276869"/>
                  </a:lnTo>
                  <a:lnTo>
                    <a:pt x="2941514" y="2235209"/>
                  </a:lnTo>
                  <a:lnTo>
                    <a:pt x="2945402" y="2194010"/>
                  </a:lnTo>
                  <a:lnTo>
                    <a:pt x="2948476" y="2153273"/>
                  </a:lnTo>
                  <a:lnTo>
                    <a:pt x="2950737" y="2112999"/>
                  </a:lnTo>
                  <a:lnTo>
                    <a:pt x="2952184" y="2073190"/>
                  </a:lnTo>
                  <a:lnTo>
                    <a:pt x="2952816" y="2033847"/>
                  </a:lnTo>
                  <a:lnTo>
                    <a:pt x="2952633" y="1994971"/>
                  </a:lnTo>
                  <a:lnTo>
                    <a:pt x="2951635" y="1956564"/>
                  </a:lnTo>
                  <a:lnTo>
                    <a:pt x="2947192" y="1881160"/>
                  </a:lnTo>
                  <a:lnTo>
                    <a:pt x="2937430" y="1789318"/>
                  </a:lnTo>
                  <a:lnTo>
                    <a:pt x="2930059" y="1735162"/>
                  </a:lnTo>
                  <a:lnTo>
                    <a:pt x="2921634" y="1681700"/>
                  </a:lnTo>
                  <a:lnTo>
                    <a:pt x="2912156" y="1628937"/>
                  </a:lnTo>
                  <a:lnTo>
                    <a:pt x="2901627" y="1576877"/>
                  </a:lnTo>
                  <a:lnTo>
                    <a:pt x="2890049" y="1525521"/>
                  </a:lnTo>
                  <a:lnTo>
                    <a:pt x="2877423" y="1474875"/>
                  </a:lnTo>
                  <a:lnTo>
                    <a:pt x="2863750" y="1424942"/>
                  </a:lnTo>
                  <a:lnTo>
                    <a:pt x="2849032" y="1375724"/>
                  </a:lnTo>
                  <a:lnTo>
                    <a:pt x="2833271" y="1327226"/>
                  </a:lnTo>
                  <a:lnTo>
                    <a:pt x="2816468" y="1279451"/>
                  </a:lnTo>
                  <a:lnTo>
                    <a:pt x="2798625" y="1232403"/>
                  </a:lnTo>
                  <a:lnTo>
                    <a:pt x="2779743" y="1186085"/>
                  </a:lnTo>
                  <a:lnTo>
                    <a:pt x="2759823" y="1140500"/>
                  </a:lnTo>
                  <a:lnTo>
                    <a:pt x="2738868" y="1095652"/>
                  </a:lnTo>
                  <a:lnTo>
                    <a:pt x="2716878" y="1051545"/>
                  </a:lnTo>
                  <a:lnTo>
                    <a:pt x="2693856" y="1008182"/>
                  </a:lnTo>
                  <a:lnTo>
                    <a:pt x="2669802" y="965566"/>
                  </a:lnTo>
                  <a:lnTo>
                    <a:pt x="2644719" y="923702"/>
                  </a:lnTo>
                  <a:lnTo>
                    <a:pt x="2618608" y="882592"/>
                  </a:lnTo>
                  <a:lnTo>
                    <a:pt x="2591470" y="842240"/>
                  </a:lnTo>
                  <a:lnTo>
                    <a:pt x="2563307" y="802649"/>
                  </a:lnTo>
                  <a:lnTo>
                    <a:pt x="2534121" y="763824"/>
                  </a:lnTo>
                  <a:lnTo>
                    <a:pt x="2503912" y="725767"/>
                  </a:lnTo>
                  <a:lnTo>
                    <a:pt x="2472683" y="688482"/>
                  </a:lnTo>
                  <a:lnTo>
                    <a:pt x="2440436" y="651972"/>
                  </a:lnTo>
                  <a:lnTo>
                    <a:pt x="2407170" y="616242"/>
                  </a:lnTo>
                  <a:lnTo>
                    <a:pt x="2373572" y="581969"/>
                  </a:lnTo>
                  <a:lnTo>
                    <a:pt x="2339007" y="548448"/>
                  </a:lnTo>
                  <a:lnTo>
                    <a:pt x="2303479" y="515681"/>
                  </a:lnTo>
                  <a:lnTo>
                    <a:pt x="2266994" y="483671"/>
                  </a:lnTo>
                  <a:lnTo>
                    <a:pt x="2229556" y="452421"/>
                  </a:lnTo>
                  <a:lnTo>
                    <a:pt x="2191171" y="421934"/>
                  </a:lnTo>
                  <a:lnTo>
                    <a:pt x="2151843" y="392213"/>
                  </a:lnTo>
                  <a:lnTo>
                    <a:pt x="2111578" y="363262"/>
                  </a:lnTo>
                  <a:lnTo>
                    <a:pt x="2070381" y="335083"/>
                  </a:lnTo>
                  <a:lnTo>
                    <a:pt x="2028256" y="307679"/>
                  </a:lnTo>
                  <a:lnTo>
                    <a:pt x="1985208" y="281054"/>
                  </a:lnTo>
                  <a:lnTo>
                    <a:pt x="1941243" y="255210"/>
                  </a:lnTo>
                  <a:lnTo>
                    <a:pt x="1896365" y="230150"/>
                  </a:lnTo>
                  <a:lnTo>
                    <a:pt x="1850580" y="205878"/>
                  </a:lnTo>
                  <a:lnTo>
                    <a:pt x="1803893" y="182396"/>
                  </a:lnTo>
                  <a:lnTo>
                    <a:pt x="1756308" y="159707"/>
                  </a:lnTo>
                  <a:lnTo>
                    <a:pt x="1707831" y="137816"/>
                  </a:lnTo>
                  <a:lnTo>
                    <a:pt x="1658466" y="116723"/>
                  </a:lnTo>
                  <a:lnTo>
                    <a:pt x="1608218" y="96434"/>
                  </a:lnTo>
                  <a:lnTo>
                    <a:pt x="1557094" y="76950"/>
                  </a:lnTo>
                  <a:lnTo>
                    <a:pt x="1505096" y="58274"/>
                  </a:lnTo>
                  <a:lnTo>
                    <a:pt x="1452232" y="40411"/>
                  </a:lnTo>
                  <a:lnTo>
                    <a:pt x="1385196" y="19338"/>
                  </a:lnTo>
                  <a:lnTo>
                    <a:pt x="1351775" y="9461"/>
                  </a:lnTo>
                  <a:lnTo>
                    <a:pt x="1318437" y="0"/>
                  </a:lnTo>
                  <a:close/>
                </a:path>
              </a:pathLst>
            </a:custGeom>
            <a:solidFill>
              <a:srgbClr val="100A30">
                <a:alpha val="8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20544D6B-4CDF-CD4C-872B-402400BFA8DE}"/>
                </a:ext>
              </a:extLst>
            </p:cNvPr>
            <p:cNvSpPr/>
            <p:nvPr/>
          </p:nvSpPr>
          <p:spPr>
            <a:xfrm>
              <a:off x="5000341" y="139"/>
              <a:ext cx="2884805" cy="6858000"/>
            </a:xfrm>
            <a:custGeom>
              <a:avLst/>
              <a:gdLst/>
              <a:ahLst/>
              <a:cxnLst/>
              <a:rect l="l" t="t" r="r" b="b"/>
              <a:pathLst>
                <a:path w="2884804" h="6858000">
                  <a:moveTo>
                    <a:pt x="1523276" y="0"/>
                  </a:moveTo>
                  <a:lnTo>
                    <a:pt x="1367777" y="0"/>
                  </a:lnTo>
                  <a:lnTo>
                    <a:pt x="1419963" y="19113"/>
                  </a:lnTo>
                  <a:lnTo>
                    <a:pt x="1471274" y="39021"/>
                  </a:lnTo>
                  <a:lnTo>
                    <a:pt x="1521706" y="59722"/>
                  </a:lnTo>
                  <a:lnTo>
                    <a:pt x="1571253" y="81213"/>
                  </a:lnTo>
                  <a:lnTo>
                    <a:pt x="1619911" y="103491"/>
                  </a:lnTo>
                  <a:lnTo>
                    <a:pt x="1667674" y="126553"/>
                  </a:lnTo>
                  <a:lnTo>
                    <a:pt x="1714538" y="150395"/>
                  </a:lnTo>
                  <a:lnTo>
                    <a:pt x="1760497" y="175016"/>
                  </a:lnTo>
                  <a:lnTo>
                    <a:pt x="1805547" y="200411"/>
                  </a:lnTo>
                  <a:lnTo>
                    <a:pt x="1849683" y="226579"/>
                  </a:lnTo>
                  <a:lnTo>
                    <a:pt x="1892899" y="253516"/>
                  </a:lnTo>
                  <a:lnTo>
                    <a:pt x="1935192" y="281220"/>
                  </a:lnTo>
                  <a:lnTo>
                    <a:pt x="1976555" y="309686"/>
                  </a:lnTo>
                  <a:lnTo>
                    <a:pt x="2016984" y="338914"/>
                  </a:lnTo>
                  <a:lnTo>
                    <a:pt x="2056474" y="368898"/>
                  </a:lnTo>
                  <a:lnTo>
                    <a:pt x="2095020" y="399638"/>
                  </a:lnTo>
                  <a:lnTo>
                    <a:pt x="2132616" y="431129"/>
                  </a:lnTo>
                  <a:lnTo>
                    <a:pt x="2169259" y="463369"/>
                  </a:lnTo>
                  <a:lnTo>
                    <a:pt x="2204943" y="496355"/>
                  </a:lnTo>
                  <a:lnTo>
                    <a:pt x="2239663" y="530084"/>
                  </a:lnTo>
                  <a:lnTo>
                    <a:pt x="2273414" y="564553"/>
                  </a:lnTo>
                  <a:lnTo>
                    <a:pt x="2306053" y="599613"/>
                  </a:lnTo>
                  <a:lnTo>
                    <a:pt x="2337732" y="635418"/>
                  </a:lnTo>
                  <a:lnTo>
                    <a:pt x="2368447" y="671964"/>
                  </a:lnTo>
                  <a:lnTo>
                    <a:pt x="2398199" y="709247"/>
                  </a:lnTo>
                  <a:lnTo>
                    <a:pt x="2426985" y="747265"/>
                  </a:lnTo>
                  <a:lnTo>
                    <a:pt x="2454805" y="786015"/>
                  </a:lnTo>
                  <a:lnTo>
                    <a:pt x="2481656" y="825493"/>
                  </a:lnTo>
                  <a:lnTo>
                    <a:pt x="2507538" y="865696"/>
                  </a:lnTo>
                  <a:lnTo>
                    <a:pt x="2532449" y="906620"/>
                  </a:lnTo>
                  <a:lnTo>
                    <a:pt x="2556387" y="948264"/>
                  </a:lnTo>
                  <a:lnTo>
                    <a:pt x="2579352" y="990622"/>
                  </a:lnTo>
                  <a:lnTo>
                    <a:pt x="2601341" y="1033693"/>
                  </a:lnTo>
                  <a:lnTo>
                    <a:pt x="2622355" y="1077473"/>
                  </a:lnTo>
                  <a:lnTo>
                    <a:pt x="2642390" y="1121959"/>
                  </a:lnTo>
                  <a:lnTo>
                    <a:pt x="2661446" y="1167147"/>
                  </a:lnTo>
                  <a:lnTo>
                    <a:pt x="2679522" y="1213035"/>
                  </a:lnTo>
                  <a:lnTo>
                    <a:pt x="2696615" y="1259619"/>
                  </a:lnTo>
                  <a:lnTo>
                    <a:pt x="2712725" y="1306896"/>
                  </a:lnTo>
                  <a:lnTo>
                    <a:pt x="2727851" y="1354863"/>
                  </a:lnTo>
                  <a:lnTo>
                    <a:pt x="2741990" y="1403516"/>
                  </a:lnTo>
                  <a:lnTo>
                    <a:pt x="2755142" y="1452853"/>
                  </a:lnTo>
                  <a:lnTo>
                    <a:pt x="2767305" y="1502870"/>
                  </a:lnTo>
                  <a:lnTo>
                    <a:pt x="2778477" y="1553564"/>
                  </a:lnTo>
                  <a:lnTo>
                    <a:pt x="2788658" y="1604932"/>
                  </a:lnTo>
                  <a:lnTo>
                    <a:pt x="2797846" y="1656970"/>
                  </a:lnTo>
                  <a:lnTo>
                    <a:pt x="2806040" y="1709676"/>
                  </a:lnTo>
                  <a:lnTo>
                    <a:pt x="2813237" y="1763046"/>
                  </a:lnTo>
                  <a:lnTo>
                    <a:pt x="2819438" y="1817077"/>
                  </a:lnTo>
                  <a:lnTo>
                    <a:pt x="2825558" y="1891846"/>
                  </a:lnTo>
                  <a:lnTo>
                    <a:pt x="2827404" y="1929945"/>
                  </a:lnTo>
                  <a:lnTo>
                    <a:pt x="2828441" y="1968518"/>
                  </a:lnTo>
                  <a:lnTo>
                    <a:pt x="2828670" y="2007565"/>
                  </a:lnTo>
                  <a:lnTo>
                    <a:pt x="2828091" y="2047084"/>
                  </a:lnTo>
                  <a:lnTo>
                    <a:pt x="2826704" y="2087075"/>
                  </a:lnTo>
                  <a:lnTo>
                    <a:pt x="2824510" y="2127534"/>
                  </a:lnTo>
                  <a:lnTo>
                    <a:pt x="2821509" y="2168463"/>
                  </a:lnTo>
                  <a:lnTo>
                    <a:pt x="2817702" y="2209858"/>
                  </a:lnTo>
                  <a:lnTo>
                    <a:pt x="2813089" y="2251720"/>
                  </a:lnTo>
                  <a:lnTo>
                    <a:pt x="2807670" y="2294046"/>
                  </a:lnTo>
                  <a:lnTo>
                    <a:pt x="2801446" y="2336836"/>
                  </a:lnTo>
                  <a:lnTo>
                    <a:pt x="2794417" y="2380088"/>
                  </a:lnTo>
                  <a:lnTo>
                    <a:pt x="2786584" y="2423800"/>
                  </a:lnTo>
                  <a:lnTo>
                    <a:pt x="2777946" y="2467973"/>
                  </a:lnTo>
                  <a:lnTo>
                    <a:pt x="2768505" y="2512603"/>
                  </a:lnTo>
                  <a:lnTo>
                    <a:pt x="2758260" y="2557691"/>
                  </a:lnTo>
                  <a:lnTo>
                    <a:pt x="2747213" y="2603235"/>
                  </a:lnTo>
                  <a:lnTo>
                    <a:pt x="2735363" y="2649233"/>
                  </a:lnTo>
                  <a:lnTo>
                    <a:pt x="2722711" y="2695685"/>
                  </a:lnTo>
                  <a:lnTo>
                    <a:pt x="2709257" y="2742589"/>
                  </a:lnTo>
                  <a:lnTo>
                    <a:pt x="2695001" y="2789943"/>
                  </a:lnTo>
                  <a:lnTo>
                    <a:pt x="2679945" y="2837748"/>
                  </a:lnTo>
                  <a:lnTo>
                    <a:pt x="2664088" y="2886000"/>
                  </a:lnTo>
                  <a:lnTo>
                    <a:pt x="2647431" y="2934700"/>
                  </a:lnTo>
                  <a:lnTo>
                    <a:pt x="2629974" y="2983845"/>
                  </a:lnTo>
                  <a:lnTo>
                    <a:pt x="2611718" y="3033435"/>
                  </a:lnTo>
                  <a:lnTo>
                    <a:pt x="2592663" y="3083469"/>
                  </a:lnTo>
                  <a:lnTo>
                    <a:pt x="2572809" y="3133944"/>
                  </a:lnTo>
                  <a:lnTo>
                    <a:pt x="2552156" y="3184860"/>
                  </a:lnTo>
                  <a:lnTo>
                    <a:pt x="2530706" y="3236216"/>
                  </a:lnTo>
                  <a:lnTo>
                    <a:pt x="2508458" y="3288009"/>
                  </a:lnTo>
                  <a:lnTo>
                    <a:pt x="2485414" y="3340240"/>
                  </a:lnTo>
                  <a:lnTo>
                    <a:pt x="2461572" y="3392907"/>
                  </a:lnTo>
                  <a:lnTo>
                    <a:pt x="2436935" y="3446008"/>
                  </a:lnTo>
                  <a:lnTo>
                    <a:pt x="2411501" y="3499542"/>
                  </a:lnTo>
                  <a:lnTo>
                    <a:pt x="2385272" y="3553509"/>
                  </a:lnTo>
                  <a:lnTo>
                    <a:pt x="2358247" y="3607906"/>
                  </a:lnTo>
                  <a:lnTo>
                    <a:pt x="2330428" y="3662732"/>
                  </a:lnTo>
                  <a:lnTo>
                    <a:pt x="2301815" y="3717987"/>
                  </a:lnTo>
                  <a:lnTo>
                    <a:pt x="2272407" y="3773669"/>
                  </a:lnTo>
                  <a:lnTo>
                    <a:pt x="2242206" y="3829776"/>
                  </a:lnTo>
                  <a:lnTo>
                    <a:pt x="2211212" y="3886308"/>
                  </a:lnTo>
                  <a:lnTo>
                    <a:pt x="2179425" y="3943262"/>
                  </a:lnTo>
                  <a:lnTo>
                    <a:pt x="2146846" y="4000639"/>
                  </a:lnTo>
                  <a:lnTo>
                    <a:pt x="2104203" y="4074329"/>
                  </a:lnTo>
                  <a:lnTo>
                    <a:pt x="2060283" y="4148697"/>
                  </a:lnTo>
                  <a:lnTo>
                    <a:pt x="2015090" y="4223737"/>
                  </a:lnTo>
                  <a:lnTo>
                    <a:pt x="1968626" y="4299444"/>
                  </a:lnTo>
                  <a:lnTo>
                    <a:pt x="1920897" y="4375812"/>
                  </a:lnTo>
                  <a:lnTo>
                    <a:pt x="1871905" y="4452836"/>
                  </a:lnTo>
                  <a:lnTo>
                    <a:pt x="1821656" y="4530510"/>
                  </a:lnTo>
                  <a:lnTo>
                    <a:pt x="1770154" y="4608829"/>
                  </a:lnTo>
                  <a:lnTo>
                    <a:pt x="1717401" y="4687788"/>
                  </a:lnTo>
                  <a:lnTo>
                    <a:pt x="1663403" y="4767380"/>
                  </a:lnTo>
                  <a:lnTo>
                    <a:pt x="1608162" y="4847601"/>
                  </a:lnTo>
                  <a:lnTo>
                    <a:pt x="1551684" y="4928444"/>
                  </a:lnTo>
                  <a:lnTo>
                    <a:pt x="1493973" y="5009905"/>
                  </a:lnTo>
                  <a:lnTo>
                    <a:pt x="1435031" y="5091977"/>
                  </a:lnTo>
                  <a:lnTo>
                    <a:pt x="1374864" y="5174656"/>
                  </a:lnTo>
                  <a:lnTo>
                    <a:pt x="1313475" y="5257935"/>
                  </a:lnTo>
                  <a:lnTo>
                    <a:pt x="1250868" y="5341810"/>
                  </a:lnTo>
                  <a:lnTo>
                    <a:pt x="1187047" y="5426275"/>
                  </a:lnTo>
                  <a:lnTo>
                    <a:pt x="1122017" y="5511324"/>
                  </a:lnTo>
                  <a:lnTo>
                    <a:pt x="1055781" y="5596951"/>
                  </a:lnTo>
                  <a:lnTo>
                    <a:pt x="988343" y="5683152"/>
                  </a:lnTo>
                  <a:lnTo>
                    <a:pt x="919707" y="5769921"/>
                  </a:lnTo>
                  <a:lnTo>
                    <a:pt x="849878" y="5857251"/>
                  </a:lnTo>
                  <a:lnTo>
                    <a:pt x="778859" y="5945139"/>
                  </a:lnTo>
                  <a:lnTo>
                    <a:pt x="706654" y="6033578"/>
                  </a:lnTo>
                  <a:lnTo>
                    <a:pt x="633267" y="6122562"/>
                  </a:lnTo>
                  <a:lnTo>
                    <a:pt x="558703" y="6212087"/>
                  </a:lnTo>
                  <a:lnTo>
                    <a:pt x="482965" y="6302146"/>
                  </a:lnTo>
                  <a:lnTo>
                    <a:pt x="406057" y="6392735"/>
                  </a:lnTo>
                  <a:lnTo>
                    <a:pt x="304471" y="6511113"/>
                  </a:lnTo>
                  <a:lnTo>
                    <a:pt x="202833" y="6628155"/>
                  </a:lnTo>
                  <a:lnTo>
                    <a:pt x="101292" y="6743768"/>
                  </a:lnTo>
                  <a:lnTo>
                    <a:pt x="0" y="6857860"/>
                  </a:lnTo>
                  <a:lnTo>
                    <a:pt x="74739" y="6857860"/>
                  </a:lnTo>
                  <a:lnTo>
                    <a:pt x="176531" y="6742813"/>
                  </a:lnTo>
                  <a:lnTo>
                    <a:pt x="278520" y="6626270"/>
                  </a:lnTo>
                  <a:lnTo>
                    <a:pt x="380559" y="6508322"/>
                  </a:lnTo>
                  <a:lnTo>
                    <a:pt x="486600" y="6384229"/>
                  </a:lnTo>
                  <a:lnTo>
                    <a:pt x="561875" y="6295158"/>
                  </a:lnTo>
                  <a:lnTo>
                    <a:pt x="636016" y="6206599"/>
                  </a:lnTo>
                  <a:lnTo>
                    <a:pt x="709019" y="6118557"/>
                  </a:lnTo>
                  <a:lnTo>
                    <a:pt x="780881" y="6031039"/>
                  </a:lnTo>
                  <a:lnTo>
                    <a:pt x="851598" y="5944049"/>
                  </a:lnTo>
                  <a:lnTo>
                    <a:pt x="921165" y="5857592"/>
                  </a:lnTo>
                  <a:lnTo>
                    <a:pt x="989579" y="5771674"/>
                  </a:lnTo>
                  <a:lnTo>
                    <a:pt x="1056837" y="5686300"/>
                  </a:lnTo>
                  <a:lnTo>
                    <a:pt x="1122934" y="5601475"/>
                  </a:lnTo>
                  <a:lnTo>
                    <a:pt x="1187866" y="5517205"/>
                  </a:lnTo>
                  <a:lnTo>
                    <a:pt x="1251631" y="5433494"/>
                  </a:lnTo>
                  <a:lnTo>
                    <a:pt x="1314223" y="5350348"/>
                  </a:lnTo>
                  <a:lnTo>
                    <a:pt x="1375639" y="5267773"/>
                  </a:lnTo>
                  <a:lnTo>
                    <a:pt x="1435876" y="5185772"/>
                  </a:lnTo>
                  <a:lnTo>
                    <a:pt x="1494930" y="5104352"/>
                  </a:lnTo>
                  <a:lnTo>
                    <a:pt x="1552796" y="5023518"/>
                  </a:lnTo>
                  <a:lnTo>
                    <a:pt x="1609471" y="4943276"/>
                  </a:lnTo>
                  <a:lnTo>
                    <a:pt x="1664951" y="4863629"/>
                  </a:lnTo>
                  <a:lnTo>
                    <a:pt x="1719233" y="4784584"/>
                  </a:lnTo>
                  <a:lnTo>
                    <a:pt x="1772312" y="4706146"/>
                  </a:lnTo>
                  <a:lnTo>
                    <a:pt x="1824185" y="4628320"/>
                  </a:lnTo>
                  <a:lnTo>
                    <a:pt x="1874847" y="4551112"/>
                  </a:lnTo>
                  <a:lnTo>
                    <a:pt x="1924296" y="4474525"/>
                  </a:lnTo>
                  <a:lnTo>
                    <a:pt x="1972527" y="4398567"/>
                  </a:lnTo>
                  <a:lnTo>
                    <a:pt x="2019537" y="4323242"/>
                  </a:lnTo>
                  <a:lnTo>
                    <a:pt x="2065321" y="4248555"/>
                  </a:lnTo>
                  <a:lnTo>
                    <a:pt x="2109876" y="4174511"/>
                  </a:lnTo>
                  <a:lnTo>
                    <a:pt x="2153198" y="4101117"/>
                  </a:lnTo>
                  <a:lnTo>
                    <a:pt x="2195283" y="4028376"/>
                  </a:lnTo>
                  <a:lnTo>
                    <a:pt x="2227552" y="3971553"/>
                  </a:lnTo>
                  <a:lnTo>
                    <a:pt x="2259053" y="3915131"/>
                  </a:lnTo>
                  <a:lnTo>
                    <a:pt x="2289784" y="3859113"/>
                  </a:lnTo>
                  <a:lnTo>
                    <a:pt x="2319746" y="3803498"/>
                  </a:lnTo>
                  <a:lnTo>
                    <a:pt x="2348938" y="3748289"/>
                  </a:lnTo>
                  <a:lnTo>
                    <a:pt x="2377359" y="3693485"/>
                  </a:lnTo>
                  <a:lnTo>
                    <a:pt x="2405010" y="3639090"/>
                  </a:lnTo>
                  <a:lnTo>
                    <a:pt x="2431890" y="3585103"/>
                  </a:lnTo>
                  <a:lnTo>
                    <a:pt x="2457999" y="3531527"/>
                  </a:lnTo>
                  <a:lnTo>
                    <a:pt x="2483336" y="3478361"/>
                  </a:lnTo>
                  <a:lnTo>
                    <a:pt x="2507901" y="3425608"/>
                  </a:lnTo>
                  <a:lnTo>
                    <a:pt x="2531694" y="3373269"/>
                  </a:lnTo>
                  <a:lnTo>
                    <a:pt x="2554713" y="3321344"/>
                  </a:lnTo>
                  <a:lnTo>
                    <a:pt x="2576960" y="3269835"/>
                  </a:lnTo>
                  <a:lnTo>
                    <a:pt x="2598433" y="3218744"/>
                  </a:lnTo>
                  <a:lnTo>
                    <a:pt x="2619132" y="3168071"/>
                  </a:lnTo>
                  <a:lnTo>
                    <a:pt x="2639057" y="3117817"/>
                  </a:lnTo>
                  <a:lnTo>
                    <a:pt x="2658207" y="3067985"/>
                  </a:lnTo>
                  <a:lnTo>
                    <a:pt x="2676582" y="3018574"/>
                  </a:lnTo>
                  <a:lnTo>
                    <a:pt x="2694182" y="2969586"/>
                  </a:lnTo>
                  <a:lnTo>
                    <a:pt x="2711006" y="2921023"/>
                  </a:lnTo>
                  <a:lnTo>
                    <a:pt x="2727054" y="2872886"/>
                  </a:lnTo>
                  <a:lnTo>
                    <a:pt x="2742326" y="2825175"/>
                  </a:lnTo>
                  <a:lnTo>
                    <a:pt x="2756820" y="2777892"/>
                  </a:lnTo>
                  <a:lnTo>
                    <a:pt x="2770538" y="2731038"/>
                  </a:lnTo>
                  <a:lnTo>
                    <a:pt x="2783477" y="2684615"/>
                  </a:lnTo>
                  <a:lnTo>
                    <a:pt x="2795639" y="2638623"/>
                  </a:lnTo>
                  <a:lnTo>
                    <a:pt x="2807023" y="2593064"/>
                  </a:lnTo>
                  <a:lnTo>
                    <a:pt x="2817628" y="2547939"/>
                  </a:lnTo>
                  <a:lnTo>
                    <a:pt x="2827453" y="2503249"/>
                  </a:lnTo>
                  <a:lnTo>
                    <a:pt x="2836500" y="2458996"/>
                  </a:lnTo>
                  <a:lnTo>
                    <a:pt x="2844766" y="2415180"/>
                  </a:lnTo>
                  <a:lnTo>
                    <a:pt x="2852252" y="2371802"/>
                  </a:lnTo>
                  <a:lnTo>
                    <a:pt x="2858958" y="2328865"/>
                  </a:lnTo>
                  <a:lnTo>
                    <a:pt x="2864883" y="2286369"/>
                  </a:lnTo>
                  <a:lnTo>
                    <a:pt x="2870027" y="2244315"/>
                  </a:lnTo>
                  <a:lnTo>
                    <a:pt x="2874389" y="2202705"/>
                  </a:lnTo>
                  <a:lnTo>
                    <a:pt x="2877969" y="2161540"/>
                  </a:lnTo>
                  <a:lnTo>
                    <a:pt x="2880766" y="2120820"/>
                  </a:lnTo>
                  <a:lnTo>
                    <a:pt x="2882781" y="2080547"/>
                  </a:lnTo>
                  <a:lnTo>
                    <a:pt x="2884013" y="2040723"/>
                  </a:lnTo>
                  <a:lnTo>
                    <a:pt x="2884461" y="2001349"/>
                  </a:lnTo>
                  <a:lnTo>
                    <a:pt x="2884125" y="1962425"/>
                  </a:lnTo>
                  <a:lnTo>
                    <a:pt x="2883005" y="1923953"/>
                  </a:lnTo>
                  <a:lnTo>
                    <a:pt x="2878411" y="1848370"/>
                  </a:lnTo>
                  <a:lnTo>
                    <a:pt x="2868814" y="1757750"/>
                  </a:lnTo>
                  <a:lnTo>
                    <a:pt x="2861734" y="1704869"/>
                  </a:lnTo>
                  <a:lnTo>
                    <a:pt x="2853697" y="1652618"/>
                  </a:lnTo>
                  <a:lnTo>
                    <a:pt x="2844705" y="1601001"/>
                  </a:lnTo>
                  <a:lnTo>
                    <a:pt x="2834758" y="1550022"/>
                  </a:lnTo>
                  <a:lnTo>
                    <a:pt x="2823859" y="1499683"/>
                  </a:lnTo>
                  <a:lnTo>
                    <a:pt x="2812008" y="1449987"/>
                  </a:lnTo>
                  <a:lnTo>
                    <a:pt x="2799206" y="1400937"/>
                  </a:lnTo>
                  <a:lnTo>
                    <a:pt x="2785456" y="1352536"/>
                  </a:lnTo>
                  <a:lnTo>
                    <a:pt x="2770758" y="1304786"/>
                  </a:lnTo>
                  <a:lnTo>
                    <a:pt x="2755113" y="1257692"/>
                  </a:lnTo>
                  <a:lnTo>
                    <a:pt x="2738524" y="1211256"/>
                  </a:lnTo>
                  <a:lnTo>
                    <a:pt x="2720990" y="1165480"/>
                  </a:lnTo>
                  <a:lnTo>
                    <a:pt x="2702514" y="1120368"/>
                  </a:lnTo>
                  <a:lnTo>
                    <a:pt x="2683097" y="1075923"/>
                  </a:lnTo>
                  <a:lnTo>
                    <a:pt x="2662740" y="1032148"/>
                  </a:lnTo>
                  <a:lnTo>
                    <a:pt x="2641444" y="989045"/>
                  </a:lnTo>
                  <a:lnTo>
                    <a:pt x="2619211" y="946617"/>
                  </a:lnTo>
                  <a:lnTo>
                    <a:pt x="2596042" y="904868"/>
                  </a:lnTo>
                  <a:lnTo>
                    <a:pt x="2571938" y="863801"/>
                  </a:lnTo>
                  <a:lnTo>
                    <a:pt x="2546901" y="823418"/>
                  </a:lnTo>
                  <a:lnTo>
                    <a:pt x="2520931" y="783723"/>
                  </a:lnTo>
                  <a:lnTo>
                    <a:pt x="2494031" y="744717"/>
                  </a:lnTo>
                  <a:lnTo>
                    <a:pt x="2466201" y="706405"/>
                  </a:lnTo>
                  <a:lnTo>
                    <a:pt x="2437443" y="668789"/>
                  </a:lnTo>
                  <a:lnTo>
                    <a:pt x="2407757" y="631873"/>
                  </a:lnTo>
                  <a:lnTo>
                    <a:pt x="2377146" y="595658"/>
                  </a:lnTo>
                  <a:lnTo>
                    <a:pt x="2345611" y="560149"/>
                  </a:lnTo>
                  <a:lnTo>
                    <a:pt x="2313152" y="525348"/>
                  </a:lnTo>
                  <a:lnTo>
                    <a:pt x="2279646" y="491130"/>
                  </a:lnTo>
                  <a:lnTo>
                    <a:pt x="2245217" y="457627"/>
                  </a:lnTo>
                  <a:lnTo>
                    <a:pt x="2209869" y="424843"/>
                  </a:lnTo>
                  <a:lnTo>
                    <a:pt x="2173607" y="392778"/>
                  </a:lnTo>
                  <a:lnTo>
                    <a:pt x="2136436" y="361437"/>
                  </a:lnTo>
                  <a:lnTo>
                    <a:pt x="2098362" y="330822"/>
                  </a:lnTo>
                  <a:lnTo>
                    <a:pt x="2059387" y="300934"/>
                  </a:lnTo>
                  <a:lnTo>
                    <a:pt x="2019518" y="271777"/>
                  </a:lnTo>
                  <a:lnTo>
                    <a:pt x="1978759" y="243353"/>
                  </a:lnTo>
                  <a:lnTo>
                    <a:pt x="1937115" y="215665"/>
                  </a:lnTo>
                  <a:lnTo>
                    <a:pt x="1894591" y="188715"/>
                  </a:lnTo>
                  <a:lnTo>
                    <a:pt x="1851191" y="162506"/>
                  </a:lnTo>
                  <a:lnTo>
                    <a:pt x="1806920" y="137041"/>
                  </a:lnTo>
                  <a:lnTo>
                    <a:pt x="1761783" y="112321"/>
                  </a:lnTo>
                  <a:lnTo>
                    <a:pt x="1715785" y="88350"/>
                  </a:lnTo>
                  <a:lnTo>
                    <a:pt x="1668930" y="65129"/>
                  </a:lnTo>
                  <a:lnTo>
                    <a:pt x="1621224" y="42662"/>
                  </a:lnTo>
                  <a:lnTo>
                    <a:pt x="1572671" y="20952"/>
                  </a:lnTo>
                  <a:lnTo>
                    <a:pt x="1523276" y="0"/>
                  </a:lnTo>
                  <a:close/>
                </a:path>
              </a:pathLst>
            </a:custGeom>
            <a:solidFill>
              <a:srgbClr val="100A30">
                <a:alpha val="7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2D7CB728-CCC3-B54C-A4A6-BE7069EEBFA6}"/>
                </a:ext>
              </a:extLst>
            </p:cNvPr>
            <p:cNvSpPr/>
            <p:nvPr/>
          </p:nvSpPr>
          <p:spPr>
            <a:xfrm>
              <a:off x="5139578" y="137"/>
              <a:ext cx="2844800" cy="6858000"/>
            </a:xfrm>
            <a:custGeom>
              <a:avLst/>
              <a:gdLst/>
              <a:ahLst/>
              <a:cxnLst/>
              <a:rect l="l" t="t" r="r" b="b"/>
              <a:pathLst>
                <a:path w="2844800" h="6858000">
                  <a:moveTo>
                    <a:pt x="1604276" y="0"/>
                  </a:moveTo>
                  <a:lnTo>
                    <a:pt x="1494764" y="0"/>
                  </a:lnTo>
                  <a:lnTo>
                    <a:pt x="1542627" y="21744"/>
                  </a:lnTo>
                  <a:lnTo>
                    <a:pt x="1589661" y="44218"/>
                  </a:lnTo>
                  <a:lnTo>
                    <a:pt x="1635859" y="67421"/>
                  </a:lnTo>
                  <a:lnTo>
                    <a:pt x="1681217" y="91349"/>
                  </a:lnTo>
                  <a:lnTo>
                    <a:pt x="1725731" y="116000"/>
                  </a:lnTo>
                  <a:lnTo>
                    <a:pt x="1769395" y="141373"/>
                  </a:lnTo>
                  <a:lnTo>
                    <a:pt x="1812206" y="167464"/>
                  </a:lnTo>
                  <a:lnTo>
                    <a:pt x="1854158" y="194271"/>
                  </a:lnTo>
                  <a:lnTo>
                    <a:pt x="1895246" y="221792"/>
                  </a:lnTo>
                  <a:lnTo>
                    <a:pt x="1935466" y="250025"/>
                  </a:lnTo>
                  <a:lnTo>
                    <a:pt x="1974813" y="278968"/>
                  </a:lnTo>
                  <a:lnTo>
                    <a:pt x="2013282" y="308617"/>
                  </a:lnTo>
                  <a:lnTo>
                    <a:pt x="2050868" y="338971"/>
                  </a:lnTo>
                  <a:lnTo>
                    <a:pt x="2087567" y="370028"/>
                  </a:lnTo>
                  <a:lnTo>
                    <a:pt x="2123374" y="401784"/>
                  </a:lnTo>
                  <a:lnTo>
                    <a:pt x="2158284" y="434238"/>
                  </a:lnTo>
                  <a:lnTo>
                    <a:pt x="2192293" y="467388"/>
                  </a:lnTo>
                  <a:lnTo>
                    <a:pt x="2225395" y="501230"/>
                  </a:lnTo>
                  <a:lnTo>
                    <a:pt x="2257947" y="536159"/>
                  </a:lnTo>
                  <a:lnTo>
                    <a:pt x="2289574" y="571804"/>
                  </a:lnTo>
                  <a:lnTo>
                    <a:pt x="2320275" y="608161"/>
                  </a:lnTo>
                  <a:lnTo>
                    <a:pt x="2350048" y="645228"/>
                  </a:lnTo>
                  <a:lnTo>
                    <a:pt x="2378892" y="683002"/>
                  </a:lnTo>
                  <a:lnTo>
                    <a:pt x="2406806" y="721480"/>
                  </a:lnTo>
                  <a:lnTo>
                    <a:pt x="2433788" y="760659"/>
                  </a:lnTo>
                  <a:lnTo>
                    <a:pt x="2459837" y="800536"/>
                  </a:lnTo>
                  <a:lnTo>
                    <a:pt x="2484952" y="841108"/>
                  </a:lnTo>
                  <a:lnTo>
                    <a:pt x="2509131" y="882372"/>
                  </a:lnTo>
                  <a:lnTo>
                    <a:pt x="2532374" y="924324"/>
                  </a:lnTo>
                  <a:lnTo>
                    <a:pt x="2554679" y="966963"/>
                  </a:lnTo>
                  <a:lnTo>
                    <a:pt x="2576044" y="1010285"/>
                  </a:lnTo>
                  <a:lnTo>
                    <a:pt x="2596469" y="1054287"/>
                  </a:lnTo>
                  <a:lnTo>
                    <a:pt x="2615952" y="1098966"/>
                  </a:lnTo>
                  <a:lnTo>
                    <a:pt x="2634492" y="1144319"/>
                  </a:lnTo>
                  <a:lnTo>
                    <a:pt x="2652087" y="1190343"/>
                  </a:lnTo>
                  <a:lnTo>
                    <a:pt x="2668736" y="1237036"/>
                  </a:lnTo>
                  <a:lnTo>
                    <a:pt x="2684438" y="1284393"/>
                  </a:lnTo>
                  <a:lnTo>
                    <a:pt x="2699192" y="1332413"/>
                  </a:lnTo>
                  <a:lnTo>
                    <a:pt x="2712996" y="1381092"/>
                  </a:lnTo>
                  <a:lnTo>
                    <a:pt x="2725849" y="1430428"/>
                  </a:lnTo>
                  <a:lnTo>
                    <a:pt x="2737750" y="1480416"/>
                  </a:lnTo>
                  <a:lnTo>
                    <a:pt x="2748697" y="1531055"/>
                  </a:lnTo>
                  <a:lnTo>
                    <a:pt x="2758690" y="1582341"/>
                  </a:lnTo>
                  <a:lnTo>
                    <a:pt x="2767726" y="1634272"/>
                  </a:lnTo>
                  <a:lnTo>
                    <a:pt x="2775805" y="1686844"/>
                  </a:lnTo>
                  <a:lnTo>
                    <a:pt x="2782925" y="1740054"/>
                  </a:lnTo>
                  <a:lnTo>
                    <a:pt x="2789085" y="1793900"/>
                  </a:lnTo>
                  <a:lnTo>
                    <a:pt x="2795202" y="1867759"/>
                  </a:lnTo>
                  <a:lnTo>
                    <a:pt x="2798257" y="1943418"/>
                  </a:lnTo>
                  <a:lnTo>
                    <a:pt x="2798637" y="1981919"/>
                  </a:lnTo>
                  <a:lnTo>
                    <a:pt x="2798251" y="2020867"/>
                  </a:lnTo>
                  <a:lnTo>
                    <a:pt x="2797102" y="2060260"/>
                  </a:lnTo>
                  <a:lnTo>
                    <a:pt x="2795188" y="2100097"/>
                  </a:lnTo>
                  <a:lnTo>
                    <a:pt x="2792511" y="2140377"/>
                  </a:lnTo>
                  <a:lnTo>
                    <a:pt x="2789071" y="2181099"/>
                  </a:lnTo>
                  <a:lnTo>
                    <a:pt x="2784867" y="2222261"/>
                  </a:lnTo>
                  <a:lnTo>
                    <a:pt x="2779901" y="2263863"/>
                  </a:lnTo>
                  <a:lnTo>
                    <a:pt x="2774173" y="2305903"/>
                  </a:lnTo>
                  <a:lnTo>
                    <a:pt x="2767683" y="2348381"/>
                  </a:lnTo>
                  <a:lnTo>
                    <a:pt x="2760431" y="2391295"/>
                  </a:lnTo>
                  <a:lnTo>
                    <a:pt x="2752418" y="2434644"/>
                  </a:lnTo>
                  <a:lnTo>
                    <a:pt x="2743645" y="2478426"/>
                  </a:lnTo>
                  <a:lnTo>
                    <a:pt x="2734110" y="2522641"/>
                  </a:lnTo>
                  <a:lnTo>
                    <a:pt x="2723816" y="2567288"/>
                  </a:lnTo>
                  <a:lnTo>
                    <a:pt x="2712762" y="2612365"/>
                  </a:lnTo>
                  <a:lnTo>
                    <a:pt x="2700948" y="2657872"/>
                  </a:lnTo>
                  <a:lnTo>
                    <a:pt x="2688376" y="2703806"/>
                  </a:lnTo>
                  <a:lnTo>
                    <a:pt x="2675044" y="2750168"/>
                  </a:lnTo>
                  <a:lnTo>
                    <a:pt x="2660954" y="2796955"/>
                  </a:lnTo>
                  <a:lnTo>
                    <a:pt x="2646106" y="2844168"/>
                  </a:lnTo>
                  <a:lnTo>
                    <a:pt x="2630501" y="2891803"/>
                  </a:lnTo>
                  <a:lnTo>
                    <a:pt x="2614138" y="2939861"/>
                  </a:lnTo>
                  <a:lnTo>
                    <a:pt x="2597018" y="2988340"/>
                  </a:lnTo>
                  <a:lnTo>
                    <a:pt x="2579142" y="3037240"/>
                  </a:lnTo>
                  <a:lnTo>
                    <a:pt x="2560509" y="3086558"/>
                  </a:lnTo>
                  <a:lnTo>
                    <a:pt x="2541121" y="3136294"/>
                  </a:lnTo>
                  <a:lnTo>
                    <a:pt x="2520976" y="3186447"/>
                  </a:lnTo>
                  <a:lnTo>
                    <a:pt x="2500077" y="3237016"/>
                  </a:lnTo>
                  <a:lnTo>
                    <a:pt x="2478423" y="3287999"/>
                  </a:lnTo>
                  <a:lnTo>
                    <a:pt x="2456014" y="3339395"/>
                  </a:lnTo>
                  <a:lnTo>
                    <a:pt x="2432851" y="3391203"/>
                  </a:lnTo>
                  <a:lnTo>
                    <a:pt x="2408934" y="3443422"/>
                  </a:lnTo>
                  <a:lnTo>
                    <a:pt x="2384264" y="3496051"/>
                  </a:lnTo>
                  <a:lnTo>
                    <a:pt x="2358840" y="3549089"/>
                  </a:lnTo>
                  <a:lnTo>
                    <a:pt x="2332664" y="3602535"/>
                  </a:lnTo>
                  <a:lnTo>
                    <a:pt x="2305736" y="3656386"/>
                  </a:lnTo>
                  <a:lnTo>
                    <a:pt x="2278055" y="3710643"/>
                  </a:lnTo>
                  <a:lnTo>
                    <a:pt x="2249623" y="3765304"/>
                  </a:lnTo>
                  <a:lnTo>
                    <a:pt x="2220439" y="3820369"/>
                  </a:lnTo>
                  <a:lnTo>
                    <a:pt x="2190504" y="3875834"/>
                  </a:lnTo>
                  <a:lnTo>
                    <a:pt x="2159819" y="3931701"/>
                  </a:lnTo>
                  <a:lnTo>
                    <a:pt x="2128384" y="3987967"/>
                  </a:lnTo>
                  <a:lnTo>
                    <a:pt x="2096198" y="4044632"/>
                  </a:lnTo>
                  <a:lnTo>
                    <a:pt x="2053779" y="4117966"/>
                  </a:lnTo>
                  <a:lnTo>
                    <a:pt x="2010130" y="4191951"/>
                  </a:lnTo>
                  <a:lnTo>
                    <a:pt x="1965257" y="4266583"/>
                  </a:lnTo>
                  <a:lnTo>
                    <a:pt x="1919161" y="4341857"/>
                  </a:lnTo>
                  <a:lnTo>
                    <a:pt x="1871848" y="4417768"/>
                  </a:lnTo>
                  <a:lnTo>
                    <a:pt x="1823320" y="4494310"/>
                  </a:lnTo>
                  <a:lnTo>
                    <a:pt x="1773581" y="4571478"/>
                  </a:lnTo>
                  <a:lnTo>
                    <a:pt x="1722636" y="4649267"/>
                  </a:lnTo>
                  <a:lnTo>
                    <a:pt x="1670488" y="4727673"/>
                  </a:lnTo>
                  <a:lnTo>
                    <a:pt x="1617140" y="4806689"/>
                  </a:lnTo>
                  <a:lnTo>
                    <a:pt x="1562596" y="4886312"/>
                  </a:lnTo>
                  <a:lnTo>
                    <a:pt x="1506861" y="4966535"/>
                  </a:lnTo>
                  <a:lnTo>
                    <a:pt x="1449938" y="5047353"/>
                  </a:lnTo>
                  <a:lnTo>
                    <a:pt x="1391829" y="5128763"/>
                  </a:lnTo>
                  <a:lnTo>
                    <a:pt x="1332541" y="5210757"/>
                  </a:lnTo>
                  <a:lnTo>
                    <a:pt x="1272075" y="5293332"/>
                  </a:lnTo>
                  <a:lnTo>
                    <a:pt x="1210436" y="5376482"/>
                  </a:lnTo>
                  <a:lnTo>
                    <a:pt x="1147627" y="5460202"/>
                  </a:lnTo>
                  <a:lnTo>
                    <a:pt x="1083652" y="5544487"/>
                  </a:lnTo>
                  <a:lnTo>
                    <a:pt x="1018516" y="5629331"/>
                  </a:lnTo>
                  <a:lnTo>
                    <a:pt x="952220" y="5714731"/>
                  </a:lnTo>
                  <a:lnTo>
                    <a:pt x="884771" y="5800680"/>
                  </a:lnTo>
                  <a:lnTo>
                    <a:pt x="816170" y="5887173"/>
                  </a:lnTo>
                  <a:lnTo>
                    <a:pt x="746422" y="5974206"/>
                  </a:lnTo>
                  <a:lnTo>
                    <a:pt x="675530" y="6061773"/>
                  </a:lnTo>
                  <a:lnTo>
                    <a:pt x="603499" y="6149869"/>
                  </a:lnTo>
                  <a:lnTo>
                    <a:pt x="530331" y="6238489"/>
                  </a:lnTo>
                  <a:lnTo>
                    <a:pt x="456032" y="6327628"/>
                  </a:lnTo>
                  <a:lnTo>
                    <a:pt x="380603" y="6417280"/>
                  </a:lnTo>
                  <a:lnTo>
                    <a:pt x="304050" y="6507441"/>
                  </a:lnTo>
                  <a:lnTo>
                    <a:pt x="202709" y="6625562"/>
                  </a:lnTo>
                  <a:lnTo>
                    <a:pt x="101315" y="6742398"/>
                  </a:lnTo>
                  <a:lnTo>
                    <a:pt x="0" y="6857860"/>
                  </a:lnTo>
                  <a:lnTo>
                    <a:pt x="61201" y="6857860"/>
                  </a:lnTo>
                  <a:lnTo>
                    <a:pt x="95873" y="6818374"/>
                  </a:lnTo>
                  <a:lnTo>
                    <a:pt x="199966" y="6698967"/>
                  </a:lnTo>
                  <a:lnTo>
                    <a:pt x="304054" y="6578177"/>
                  </a:lnTo>
                  <a:lnTo>
                    <a:pt x="415467" y="6447231"/>
                  </a:lnTo>
                  <a:lnTo>
                    <a:pt x="491086" y="6357354"/>
                  </a:lnTo>
                  <a:lnTo>
                    <a:pt x="565575" y="6267988"/>
                  </a:lnTo>
                  <a:lnTo>
                    <a:pt x="638930" y="6179141"/>
                  </a:lnTo>
                  <a:lnTo>
                    <a:pt x="711148" y="6090817"/>
                  </a:lnTo>
                  <a:lnTo>
                    <a:pt x="782225" y="6003020"/>
                  </a:lnTo>
                  <a:lnTo>
                    <a:pt x="852156" y="5915757"/>
                  </a:lnTo>
                  <a:lnTo>
                    <a:pt x="920939" y="5829032"/>
                  </a:lnTo>
                  <a:lnTo>
                    <a:pt x="988569" y="5742851"/>
                  </a:lnTo>
                  <a:lnTo>
                    <a:pt x="1055044" y="5657218"/>
                  </a:lnTo>
                  <a:lnTo>
                    <a:pt x="1120358" y="5572139"/>
                  </a:lnTo>
                  <a:lnTo>
                    <a:pt x="1184508" y="5487619"/>
                  </a:lnTo>
                  <a:lnTo>
                    <a:pt x="1247491" y="5403662"/>
                  </a:lnTo>
                  <a:lnTo>
                    <a:pt x="1309303" y="5320275"/>
                  </a:lnTo>
                  <a:lnTo>
                    <a:pt x="1369941" y="5237462"/>
                  </a:lnTo>
                  <a:lnTo>
                    <a:pt x="1429399" y="5155228"/>
                  </a:lnTo>
                  <a:lnTo>
                    <a:pt x="1487675" y="5073579"/>
                  </a:lnTo>
                  <a:lnTo>
                    <a:pt x="1544765" y="4992519"/>
                  </a:lnTo>
                  <a:lnTo>
                    <a:pt x="1600666" y="4912054"/>
                  </a:lnTo>
                  <a:lnTo>
                    <a:pt x="1655373" y="4832189"/>
                  </a:lnTo>
                  <a:lnTo>
                    <a:pt x="1708882" y="4752929"/>
                  </a:lnTo>
                  <a:lnTo>
                    <a:pt x="1761191" y="4674279"/>
                  </a:lnTo>
                  <a:lnTo>
                    <a:pt x="1812294" y="4596244"/>
                  </a:lnTo>
                  <a:lnTo>
                    <a:pt x="1862190" y="4518829"/>
                  </a:lnTo>
                  <a:lnTo>
                    <a:pt x="1910873" y="4442040"/>
                  </a:lnTo>
                  <a:lnTo>
                    <a:pt x="1958340" y="4365882"/>
                  </a:lnTo>
                  <a:lnTo>
                    <a:pt x="2004587" y="4290359"/>
                  </a:lnTo>
                  <a:lnTo>
                    <a:pt x="2049611" y="4215478"/>
                  </a:lnTo>
                  <a:lnTo>
                    <a:pt x="2093408" y="4141242"/>
                  </a:lnTo>
                  <a:lnTo>
                    <a:pt x="2135974" y="4067657"/>
                  </a:lnTo>
                  <a:lnTo>
                    <a:pt x="2168466" y="4010452"/>
                  </a:lnTo>
                  <a:lnTo>
                    <a:pt x="2200201" y="3953643"/>
                  </a:lnTo>
                  <a:lnTo>
                    <a:pt x="2231177" y="3897232"/>
                  </a:lnTo>
                  <a:lnTo>
                    <a:pt x="2261395" y="3841220"/>
                  </a:lnTo>
                  <a:lnTo>
                    <a:pt x="2290854" y="3785608"/>
                  </a:lnTo>
                  <a:lnTo>
                    <a:pt x="2319554" y="3730397"/>
                  </a:lnTo>
                  <a:lnTo>
                    <a:pt x="2347495" y="3675588"/>
                  </a:lnTo>
                  <a:lnTo>
                    <a:pt x="2374676" y="3621183"/>
                  </a:lnTo>
                  <a:lnTo>
                    <a:pt x="2401096" y="3567183"/>
                  </a:lnTo>
                  <a:lnTo>
                    <a:pt x="2426756" y="3513588"/>
                  </a:lnTo>
                  <a:lnTo>
                    <a:pt x="2451655" y="3460401"/>
                  </a:lnTo>
                  <a:lnTo>
                    <a:pt x="2475793" y="3407621"/>
                  </a:lnTo>
                  <a:lnTo>
                    <a:pt x="2499170" y="3355251"/>
                  </a:lnTo>
                  <a:lnTo>
                    <a:pt x="2521784" y="3303291"/>
                  </a:lnTo>
                  <a:lnTo>
                    <a:pt x="2543636" y="3251743"/>
                  </a:lnTo>
                  <a:lnTo>
                    <a:pt x="2564726" y="3200608"/>
                  </a:lnTo>
                  <a:lnTo>
                    <a:pt x="2585052" y="3149886"/>
                  </a:lnTo>
                  <a:lnTo>
                    <a:pt x="2604616" y="3099580"/>
                  </a:lnTo>
                  <a:lnTo>
                    <a:pt x="2623415" y="3049690"/>
                  </a:lnTo>
                  <a:lnTo>
                    <a:pt x="2641450" y="3000217"/>
                  </a:lnTo>
                  <a:lnTo>
                    <a:pt x="2658721" y="2951162"/>
                  </a:lnTo>
                  <a:lnTo>
                    <a:pt x="2675227" y="2902528"/>
                  </a:lnTo>
                  <a:lnTo>
                    <a:pt x="2690968" y="2854314"/>
                  </a:lnTo>
                  <a:lnTo>
                    <a:pt x="2705944" y="2806522"/>
                  </a:lnTo>
                  <a:lnTo>
                    <a:pt x="2720154" y="2759153"/>
                  </a:lnTo>
                  <a:lnTo>
                    <a:pt x="2733597" y="2712208"/>
                  </a:lnTo>
                  <a:lnTo>
                    <a:pt x="2746274" y="2665689"/>
                  </a:lnTo>
                  <a:lnTo>
                    <a:pt x="2758184" y="2619597"/>
                  </a:lnTo>
                  <a:lnTo>
                    <a:pt x="2769327" y="2573932"/>
                  </a:lnTo>
                  <a:lnTo>
                    <a:pt x="2779702" y="2528696"/>
                  </a:lnTo>
                  <a:lnTo>
                    <a:pt x="2789310" y="2483891"/>
                  </a:lnTo>
                  <a:lnTo>
                    <a:pt x="2798149" y="2439516"/>
                  </a:lnTo>
                  <a:lnTo>
                    <a:pt x="2806219" y="2395574"/>
                  </a:lnTo>
                  <a:lnTo>
                    <a:pt x="2813520" y="2352065"/>
                  </a:lnTo>
                  <a:lnTo>
                    <a:pt x="2820052" y="2308991"/>
                  </a:lnTo>
                  <a:lnTo>
                    <a:pt x="2825814" y="2266353"/>
                  </a:lnTo>
                  <a:lnTo>
                    <a:pt x="2830806" y="2224152"/>
                  </a:lnTo>
                  <a:lnTo>
                    <a:pt x="2835028" y="2182389"/>
                  </a:lnTo>
                  <a:lnTo>
                    <a:pt x="2838479" y="2141066"/>
                  </a:lnTo>
                  <a:lnTo>
                    <a:pt x="2841158" y="2100183"/>
                  </a:lnTo>
                  <a:lnTo>
                    <a:pt x="2843067" y="2059741"/>
                  </a:lnTo>
                  <a:lnTo>
                    <a:pt x="2844203" y="2019742"/>
                  </a:lnTo>
                  <a:lnTo>
                    <a:pt x="2844567" y="1980187"/>
                  </a:lnTo>
                  <a:lnTo>
                    <a:pt x="2844158" y="1941077"/>
                  </a:lnTo>
                  <a:lnTo>
                    <a:pt x="2842977" y="1902414"/>
                  </a:lnTo>
                  <a:lnTo>
                    <a:pt x="2841022" y="1864198"/>
                  </a:lnTo>
                  <a:lnTo>
                    <a:pt x="2834792" y="1789112"/>
                  </a:lnTo>
                  <a:lnTo>
                    <a:pt x="2828506" y="1734170"/>
                  </a:lnTo>
                  <a:lnTo>
                    <a:pt x="2821237" y="1679874"/>
                  </a:lnTo>
                  <a:lnTo>
                    <a:pt x="2812985" y="1626226"/>
                  </a:lnTo>
                  <a:lnTo>
                    <a:pt x="2803753" y="1573230"/>
                  </a:lnTo>
                  <a:lnTo>
                    <a:pt x="2793542" y="1520888"/>
                  </a:lnTo>
                  <a:lnTo>
                    <a:pt x="2782352" y="1469204"/>
                  </a:lnTo>
                  <a:lnTo>
                    <a:pt x="2770186" y="1418181"/>
                  </a:lnTo>
                  <a:lnTo>
                    <a:pt x="2757044" y="1367821"/>
                  </a:lnTo>
                  <a:lnTo>
                    <a:pt x="2742928" y="1318128"/>
                  </a:lnTo>
                  <a:lnTo>
                    <a:pt x="2727840" y="1269104"/>
                  </a:lnTo>
                  <a:lnTo>
                    <a:pt x="2711780" y="1220754"/>
                  </a:lnTo>
                  <a:lnTo>
                    <a:pt x="2694750" y="1173079"/>
                  </a:lnTo>
                  <a:lnTo>
                    <a:pt x="2676751" y="1126083"/>
                  </a:lnTo>
                  <a:lnTo>
                    <a:pt x="2657785" y="1079769"/>
                  </a:lnTo>
                  <a:lnTo>
                    <a:pt x="2637853" y="1034139"/>
                  </a:lnTo>
                  <a:lnTo>
                    <a:pt x="2616956" y="989198"/>
                  </a:lnTo>
                  <a:lnTo>
                    <a:pt x="2595096" y="944948"/>
                  </a:lnTo>
                  <a:lnTo>
                    <a:pt x="2572274" y="901391"/>
                  </a:lnTo>
                  <a:lnTo>
                    <a:pt x="2548490" y="858532"/>
                  </a:lnTo>
                  <a:lnTo>
                    <a:pt x="2523748" y="816373"/>
                  </a:lnTo>
                  <a:lnTo>
                    <a:pt x="2498047" y="774917"/>
                  </a:lnTo>
                  <a:lnTo>
                    <a:pt x="2471390" y="734167"/>
                  </a:lnTo>
                  <a:lnTo>
                    <a:pt x="2443777" y="694127"/>
                  </a:lnTo>
                  <a:lnTo>
                    <a:pt x="2415210" y="654799"/>
                  </a:lnTo>
                  <a:lnTo>
                    <a:pt x="2385690" y="616186"/>
                  </a:lnTo>
                  <a:lnTo>
                    <a:pt x="2355219" y="578291"/>
                  </a:lnTo>
                  <a:lnTo>
                    <a:pt x="2323798" y="541117"/>
                  </a:lnTo>
                  <a:lnTo>
                    <a:pt x="2291428" y="504669"/>
                  </a:lnTo>
                  <a:lnTo>
                    <a:pt x="2258110" y="468947"/>
                  </a:lnTo>
                  <a:lnTo>
                    <a:pt x="2224054" y="434156"/>
                  </a:lnTo>
                  <a:lnTo>
                    <a:pt x="2189069" y="400082"/>
                  </a:lnTo>
                  <a:lnTo>
                    <a:pt x="2153158" y="366730"/>
                  </a:lnTo>
                  <a:lnTo>
                    <a:pt x="2116328" y="334102"/>
                  </a:lnTo>
                  <a:lnTo>
                    <a:pt x="2078582" y="302200"/>
                  </a:lnTo>
                  <a:lnTo>
                    <a:pt x="2039925" y="271027"/>
                  </a:lnTo>
                  <a:lnTo>
                    <a:pt x="2000362" y="240586"/>
                  </a:lnTo>
                  <a:lnTo>
                    <a:pt x="1959897" y="210880"/>
                  </a:lnTo>
                  <a:lnTo>
                    <a:pt x="1918535" y="181911"/>
                  </a:lnTo>
                  <a:lnTo>
                    <a:pt x="1876281" y="153682"/>
                  </a:lnTo>
                  <a:lnTo>
                    <a:pt x="1833139" y="126195"/>
                  </a:lnTo>
                  <a:lnTo>
                    <a:pt x="1789114" y="99454"/>
                  </a:lnTo>
                  <a:lnTo>
                    <a:pt x="1744211" y="73462"/>
                  </a:lnTo>
                  <a:lnTo>
                    <a:pt x="1698434" y="48220"/>
                  </a:lnTo>
                  <a:lnTo>
                    <a:pt x="1651787" y="23731"/>
                  </a:lnTo>
                  <a:lnTo>
                    <a:pt x="1604276" y="0"/>
                  </a:lnTo>
                  <a:close/>
                </a:path>
              </a:pathLst>
            </a:custGeom>
            <a:solidFill>
              <a:srgbClr val="100A30">
                <a:alpha val="5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4E3714B9-868A-B544-A6F7-25087E472E46}"/>
                </a:ext>
              </a:extLst>
            </p:cNvPr>
            <p:cNvSpPr/>
            <p:nvPr/>
          </p:nvSpPr>
          <p:spPr>
            <a:xfrm>
              <a:off x="5275055" y="144"/>
              <a:ext cx="2783840" cy="6858000"/>
            </a:xfrm>
            <a:custGeom>
              <a:avLst/>
              <a:gdLst/>
              <a:ahLst/>
              <a:cxnLst/>
              <a:rect l="l" t="t" r="r" b="b"/>
              <a:pathLst>
                <a:path w="2783840" h="6858000">
                  <a:moveTo>
                    <a:pt x="1672399" y="0"/>
                  </a:moveTo>
                  <a:lnTo>
                    <a:pt x="1602867" y="0"/>
                  </a:lnTo>
                  <a:lnTo>
                    <a:pt x="1647432" y="25235"/>
                  </a:lnTo>
                  <a:lnTo>
                    <a:pt x="1691170" y="51172"/>
                  </a:lnTo>
                  <a:lnTo>
                    <a:pt x="1734076" y="77808"/>
                  </a:lnTo>
                  <a:lnTo>
                    <a:pt x="1776145" y="105142"/>
                  </a:lnTo>
                  <a:lnTo>
                    <a:pt x="1817373" y="133170"/>
                  </a:lnTo>
                  <a:lnTo>
                    <a:pt x="1857754" y="161892"/>
                  </a:lnTo>
                  <a:lnTo>
                    <a:pt x="1897284" y="191306"/>
                  </a:lnTo>
                  <a:lnTo>
                    <a:pt x="1935958" y="221409"/>
                  </a:lnTo>
                  <a:lnTo>
                    <a:pt x="1973771" y="252200"/>
                  </a:lnTo>
                  <a:lnTo>
                    <a:pt x="2010719" y="283678"/>
                  </a:lnTo>
                  <a:lnTo>
                    <a:pt x="2046795" y="315839"/>
                  </a:lnTo>
                  <a:lnTo>
                    <a:pt x="2081997" y="348682"/>
                  </a:lnTo>
                  <a:lnTo>
                    <a:pt x="2116318" y="382205"/>
                  </a:lnTo>
                  <a:lnTo>
                    <a:pt x="2149754" y="416407"/>
                  </a:lnTo>
                  <a:lnTo>
                    <a:pt x="2182683" y="451705"/>
                  </a:lnTo>
                  <a:lnTo>
                    <a:pt x="2214708" y="487703"/>
                  </a:lnTo>
                  <a:lnTo>
                    <a:pt x="2245827" y="524396"/>
                  </a:lnTo>
                  <a:lnTo>
                    <a:pt x="2276040" y="561783"/>
                  </a:lnTo>
                  <a:lnTo>
                    <a:pt x="2305345" y="599860"/>
                  </a:lnTo>
                  <a:lnTo>
                    <a:pt x="2333740" y="638626"/>
                  </a:lnTo>
                  <a:lnTo>
                    <a:pt x="2361226" y="678076"/>
                  </a:lnTo>
                  <a:lnTo>
                    <a:pt x="2387800" y="718208"/>
                  </a:lnTo>
                  <a:lnTo>
                    <a:pt x="2413461" y="759020"/>
                  </a:lnTo>
                  <a:lnTo>
                    <a:pt x="2438208" y="800508"/>
                  </a:lnTo>
                  <a:lnTo>
                    <a:pt x="2462039" y="842670"/>
                  </a:lnTo>
                  <a:lnTo>
                    <a:pt x="2484955" y="885502"/>
                  </a:lnTo>
                  <a:lnTo>
                    <a:pt x="2506952" y="929003"/>
                  </a:lnTo>
                  <a:lnTo>
                    <a:pt x="2528031" y="973169"/>
                  </a:lnTo>
                  <a:lnTo>
                    <a:pt x="2548189" y="1017998"/>
                  </a:lnTo>
                  <a:lnTo>
                    <a:pt x="2567427" y="1063487"/>
                  </a:lnTo>
                  <a:lnTo>
                    <a:pt x="2585741" y="1109632"/>
                  </a:lnTo>
                  <a:lnTo>
                    <a:pt x="2603132" y="1156431"/>
                  </a:lnTo>
                  <a:lnTo>
                    <a:pt x="2619597" y="1203882"/>
                  </a:lnTo>
                  <a:lnTo>
                    <a:pt x="2635137" y="1251981"/>
                  </a:lnTo>
                  <a:lnTo>
                    <a:pt x="2649748" y="1300725"/>
                  </a:lnTo>
                  <a:lnTo>
                    <a:pt x="2663431" y="1350113"/>
                  </a:lnTo>
                  <a:lnTo>
                    <a:pt x="2676184" y="1400140"/>
                  </a:lnTo>
                  <a:lnTo>
                    <a:pt x="2688006" y="1450805"/>
                  </a:lnTo>
                  <a:lnTo>
                    <a:pt x="2698896" y="1502104"/>
                  </a:lnTo>
                  <a:lnTo>
                    <a:pt x="2708851" y="1554035"/>
                  </a:lnTo>
                  <a:lnTo>
                    <a:pt x="2717872" y="1606594"/>
                  </a:lnTo>
                  <a:lnTo>
                    <a:pt x="2725957" y="1659780"/>
                  </a:lnTo>
                  <a:lnTo>
                    <a:pt x="2733104" y="1713588"/>
                  </a:lnTo>
                  <a:lnTo>
                    <a:pt x="2739313" y="1768017"/>
                  </a:lnTo>
                  <a:lnTo>
                    <a:pt x="2745514" y="1842068"/>
                  </a:lnTo>
                  <a:lnTo>
                    <a:pt x="2748767" y="1917847"/>
                  </a:lnTo>
                  <a:lnTo>
                    <a:pt x="2749289" y="1956382"/>
                  </a:lnTo>
                  <a:lnTo>
                    <a:pt x="2749076" y="1995346"/>
                  </a:lnTo>
                  <a:lnTo>
                    <a:pt x="2748127" y="2034738"/>
                  </a:lnTo>
                  <a:lnTo>
                    <a:pt x="2746443" y="2074556"/>
                  </a:lnTo>
                  <a:lnTo>
                    <a:pt x="2744024" y="2114801"/>
                  </a:lnTo>
                  <a:lnTo>
                    <a:pt x="2740870" y="2155470"/>
                  </a:lnTo>
                  <a:lnTo>
                    <a:pt x="2736982" y="2196562"/>
                  </a:lnTo>
                  <a:lnTo>
                    <a:pt x="2732361" y="2238077"/>
                  </a:lnTo>
                  <a:lnTo>
                    <a:pt x="2727006" y="2280014"/>
                  </a:lnTo>
                  <a:lnTo>
                    <a:pt x="2720917" y="2322371"/>
                  </a:lnTo>
                  <a:lnTo>
                    <a:pt x="2714096" y="2365147"/>
                  </a:lnTo>
                  <a:lnTo>
                    <a:pt x="2706542" y="2408342"/>
                  </a:lnTo>
                  <a:lnTo>
                    <a:pt x="2698256" y="2451954"/>
                  </a:lnTo>
                  <a:lnTo>
                    <a:pt x="2689238" y="2495982"/>
                  </a:lnTo>
                  <a:lnTo>
                    <a:pt x="2679489" y="2540426"/>
                  </a:lnTo>
                  <a:lnTo>
                    <a:pt x="2669008" y="2585283"/>
                  </a:lnTo>
                  <a:lnTo>
                    <a:pt x="2657796" y="2630554"/>
                  </a:lnTo>
                  <a:lnTo>
                    <a:pt x="2645854" y="2676237"/>
                  </a:lnTo>
                  <a:lnTo>
                    <a:pt x="2633181" y="2722331"/>
                  </a:lnTo>
                  <a:lnTo>
                    <a:pt x="2619778" y="2768834"/>
                  </a:lnTo>
                  <a:lnTo>
                    <a:pt x="2605646" y="2815747"/>
                  </a:lnTo>
                  <a:lnTo>
                    <a:pt x="2590784" y="2863067"/>
                  </a:lnTo>
                  <a:lnTo>
                    <a:pt x="2575193" y="2910794"/>
                  </a:lnTo>
                  <a:lnTo>
                    <a:pt x="2558874" y="2958927"/>
                  </a:lnTo>
                  <a:lnTo>
                    <a:pt x="2541826" y="3007464"/>
                  </a:lnTo>
                  <a:lnTo>
                    <a:pt x="2524051" y="3056405"/>
                  </a:lnTo>
                  <a:lnTo>
                    <a:pt x="2505547" y="3105749"/>
                  </a:lnTo>
                  <a:lnTo>
                    <a:pt x="2486317" y="3155494"/>
                  </a:lnTo>
                  <a:lnTo>
                    <a:pt x="2466359" y="3205639"/>
                  </a:lnTo>
                  <a:lnTo>
                    <a:pt x="2445674" y="3256184"/>
                  </a:lnTo>
                  <a:lnTo>
                    <a:pt x="2424263" y="3307127"/>
                  </a:lnTo>
                  <a:lnTo>
                    <a:pt x="2402126" y="3358467"/>
                  </a:lnTo>
                  <a:lnTo>
                    <a:pt x="2379263" y="3410204"/>
                  </a:lnTo>
                  <a:lnTo>
                    <a:pt x="2355675" y="3462336"/>
                  </a:lnTo>
                  <a:lnTo>
                    <a:pt x="2331362" y="3514862"/>
                  </a:lnTo>
                  <a:lnTo>
                    <a:pt x="2306323" y="3567780"/>
                  </a:lnTo>
                  <a:lnTo>
                    <a:pt x="2280561" y="3621091"/>
                  </a:lnTo>
                  <a:lnTo>
                    <a:pt x="2254074" y="3674793"/>
                  </a:lnTo>
                  <a:lnTo>
                    <a:pt x="2226863" y="3728885"/>
                  </a:lnTo>
                  <a:lnTo>
                    <a:pt x="2198929" y="3783366"/>
                  </a:lnTo>
                  <a:lnTo>
                    <a:pt x="2170272" y="3838234"/>
                  </a:lnTo>
                  <a:lnTo>
                    <a:pt x="2140892" y="3893489"/>
                  </a:lnTo>
                  <a:lnTo>
                    <a:pt x="2110789" y="3949130"/>
                  </a:lnTo>
                  <a:lnTo>
                    <a:pt x="2079965" y="4005155"/>
                  </a:lnTo>
                  <a:lnTo>
                    <a:pt x="2048418" y="4061564"/>
                  </a:lnTo>
                  <a:lnTo>
                    <a:pt x="2016150" y="4118355"/>
                  </a:lnTo>
                  <a:lnTo>
                    <a:pt x="1974045" y="4191180"/>
                  </a:lnTo>
                  <a:lnTo>
                    <a:pt x="1930777" y="4264621"/>
                  </a:lnTo>
                  <a:lnTo>
                    <a:pt x="1886349" y="4338674"/>
                  </a:lnTo>
                  <a:lnTo>
                    <a:pt x="1840766" y="4413334"/>
                  </a:lnTo>
                  <a:lnTo>
                    <a:pt x="1794030" y="4488597"/>
                  </a:lnTo>
                  <a:lnTo>
                    <a:pt x="1746145" y="4564459"/>
                  </a:lnTo>
                  <a:lnTo>
                    <a:pt x="1697114" y="4640913"/>
                  </a:lnTo>
                  <a:lnTo>
                    <a:pt x="1646941" y="4717957"/>
                  </a:lnTo>
                  <a:lnTo>
                    <a:pt x="1595629" y="4795585"/>
                  </a:lnTo>
                  <a:lnTo>
                    <a:pt x="1543180" y="4873793"/>
                  </a:lnTo>
                  <a:lnTo>
                    <a:pt x="1489600" y="4952576"/>
                  </a:lnTo>
                  <a:lnTo>
                    <a:pt x="1434890" y="5031929"/>
                  </a:lnTo>
                  <a:lnTo>
                    <a:pt x="1379054" y="5111848"/>
                  </a:lnTo>
                  <a:lnTo>
                    <a:pt x="1322097" y="5192328"/>
                  </a:lnTo>
                  <a:lnTo>
                    <a:pt x="1264020" y="5273366"/>
                  </a:lnTo>
                  <a:lnTo>
                    <a:pt x="1204827" y="5354955"/>
                  </a:lnTo>
                  <a:lnTo>
                    <a:pt x="1144522" y="5437091"/>
                  </a:lnTo>
                  <a:lnTo>
                    <a:pt x="1083109" y="5519771"/>
                  </a:lnTo>
                  <a:lnTo>
                    <a:pt x="1020589" y="5602988"/>
                  </a:lnTo>
                  <a:lnTo>
                    <a:pt x="956967" y="5686739"/>
                  </a:lnTo>
                  <a:lnTo>
                    <a:pt x="892247" y="5771020"/>
                  </a:lnTo>
                  <a:lnTo>
                    <a:pt x="826431" y="5855824"/>
                  </a:lnTo>
                  <a:lnTo>
                    <a:pt x="759523" y="5941149"/>
                  </a:lnTo>
                  <a:lnTo>
                    <a:pt x="691526" y="6026988"/>
                  </a:lnTo>
                  <a:lnTo>
                    <a:pt x="622443" y="6113338"/>
                  </a:lnTo>
                  <a:lnTo>
                    <a:pt x="552278" y="6200194"/>
                  </a:lnTo>
                  <a:lnTo>
                    <a:pt x="481035" y="6287552"/>
                  </a:lnTo>
                  <a:lnTo>
                    <a:pt x="408716" y="6375406"/>
                  </a:lnTo>
                  <a:lnTo>
                    <a:pt x="335325" y="6463752"/>
                  </a:lnTo>
                  <a:lnTo>
                    <a:pt x="223236" y="6597184"/>
                  </a:lnTo>
                  <a:lnTo>
                    <a:pt x="110408" y="6729758"/>
                  </a:lnTo>
                  <a:lnTo>
                    <a:pt x="0" y="6857860"/>
                  </a:lnTo>
                  <a:lnTo>
                    <a:pt x="45643" y="6857860"/>
                  </a:lnTo>
                  <a:lnTo>
                    <a:pt x="141320" y="6746669"/>
                  </a:lnTo>
                  <a:lnTo>
                    <a:pt x="249383" y="6619656"/>
                  </a:lnTo>
                  <a:lnTo>
                    <a:pt x="361676" y="6485984"/>
                  </a:lnTo>
                  <a:lnTo>
                    <a:pt x="435202" y="6397477"/>
                  </a:lnTo>
                  <a:lnTo>
                    <a:pt x="507654" y="6309462"/>
                  </a:lnTo>
                  <a:lnTo>
                    <a:pt x="579030" y="6221942"/>
                  </a:lnTo>
                  <a:lnTo>
                    <a:pt x="649326" y="6134922"/>
                  </a:lnTo>
                  <a:lnTo>
                    <a:pt x="718539" y="6048408"/>
                  </a:lnTo>
                  <a:lnTo>
                    <a:pt x="786666" y="5962403"/>
                  </a:lnTo>
                  <a:lnTo>
                    <a:pt x="853702" y="5876913"/>
                  </a:lnTo>
                  <a:lnTo>
                    <a:pt x="919646" y="5791942"/>
                  </a:lnTo>
                  <a:lnTo>
                    <a:pt x="984492" y="5707495"/>
                  </a:lnTo>
                  <a:lnTo>
                    <a:pt x="1048239" y="5623575"/>
                  </a:lnTo>
                  <a:lnTo>
                    <a:pt x="1110883" y="5540189"/>
                  </a:lnTo>
                  <a:lnTo>
                    <a:pt x="1172419" y="5457340"/>
                  </a:lnTo>
                  <a:lnTo>
                    <a:pt x="1232846" y="5375033"/>
                  </a:lnTo>
                  <a:lnTo>
                    <a:pt x="1292160" y="5293273"/>
                  </a:lnTo>
                  <a:lnTo>
                    <a:pt x="1350357" y="5212064"/>
                  </a:lnTo>
                  <a:lnTo>
                    <a:pt x="1407434" y="5131411"/>
                  </a:lnTo>
                  <a:lnTo>
                    <a:pt x="1463387" y="5051319"/>
                  </a:lnTo>
                  <a:lnTo>
                    <a:pt x="1518214" y="4971792"/>
                  </a:lnTo>
                  <a:lnTo>
                    <a:pt x="1571910" y="4892834"/>
                  </a:lnTo>
                  <a:lnTo>
                    <a:pt x="1624473" y="4814451"/>
                  </a:lnTo>
                  <a:lnTo>
                    <a:pt x="1675899" y="4736647"/>
                  </a:lnTo>
                  <a:lnTo>
                    <a:pt x="1726186" y="4659427"/>
                  </a:lnTo>
                  <a:lnTo>
                    <a:pt x="1775328" y="4582795"/>
                  </a:lnTo>
                  <a:lnTo>
                    <a:pt x="1823324" y="4506756"/>
                  </a:lnTo>
                  <a:lnTo>
                    <a:pt x="1870169" y="4431314"/>
                  </a:lnTo>
                  <a:lnTo>
                    <a:pt x="1915861" y="4356475"/>
                  </a:lnTo>
                  <a:lnTo>
                    <a:pt x="1960396" y="4282242"/>
                  </a:lnTo>
                  <a:lnTo>
                    <a:pt x="2003771" y="4208620"/>
                  </a:lnTo>
                  <a:lnTo>
                    <a:pt x="2045982" y="4135615"/>
                  </a:lnTo>
                  <a:lnTo>
                    <a:pt x="2078470" y="4078435"/>
                  </a:lnTo>
                  <a:lnTo>
                    <a:pt x="2110231" y="4021636"/>
                  </a:lnTo>
                  <a:lnTo>
                    <a:pt x="2141266" y="3965220"/>
                  </a:lnTo>
                  <a:lnTo>
                    <a:pt x="2171572" y="3909186"/>
                  </a:lnTo>
                  <a:lnTo>
                    <a:pt x="2201151" y="3853538"/>
                  </a:lnTo>
                  <a:lnTo>
                    <a:pt x="2230002" y="3798274"/>
                  </a:lnTo>
                  <a:lnTo>
                    <a:pt x="2258124" y="3743398"/>
                  </a:lnTo>
                  <a:lnTo>
                    <a:pt x="2285517" y="3688908"/>
                  </a:lnTo>
                  <a:lnTo>
                    <a:pt x="2312182" y="3634808"/>
                  </a:lnTo>
                  <a:lnTo>
                    <a:pt x="2338117" y="3581097"/>
                  </a:lnTo>
                  <a:lnTo>
                    <a:pt x="2363322" y="3527777"/>
                  </a:lnTo>
                  <a:lnTo>
                    <a:pt x="2387797" y="3474849"/>
                  </a:lnTo>
                  <a:lnTo>
                    <a:pt x="2411541" y="3422313"/>
                  </a:lnTo>
                  <a:lnTo>
                    <a:pt x="2434555" y="3370172"/>
                  </a:lnTo>
                  <a:lnTo>
                    <a:pt x="2456838" y="3318426"/>
                  </a:lnTo>
                  <a:lnTo>
                    <a:pt x="2478389" y="3267075"/>
                  </a:lnTo>
                  <a:lnTo>
                    <a:pt x="2499209" y="3216122"/>
                  </a:lnTo>
                  <a:lnTo>
                    <a:pt x="2519297" y="3165567"/>
                  </a:lnTo>
                  <a:lnTo>
                    <a:pt x="2538652" y="3115412"/>
                  </a:lnTo>
                  <a:lnTo>
                    <a:pt x="2557274" y="3065656"/>
                  </a:lnTo>
                  <a:lnTo>
                    <a:pt x="2575164" y="3016303"/>
                  </a:lnTo>
                  <a:lnTo>
                    <a:pt x="2592320" y="2967351"/>
                  </a:lnTo>
                  <a:lnTo>
                    <a:pt x="2608742" y="2918803"/>
                  </a:lnTo>
                  <a:lnTo>
                    <a:pt x="2624431" y="2870660"/>
                  </a:lnTo>
                  <a:lnTo>
                    <a:pt x="2639385" y="2822922"/>
                  </a:lnTo>
                  <a:lnTo>
                    <a:pt x="2653604" y="2775591"/>
                  </a:lnTo>
                  <a:lnTo>
                    <a:pt x="2667089" y="2728668"/>
                  </a:lnTo>
                  <a:lnTo>
                    <a:pt x="2679838" y="2682154"/>
                  </a:lnTo>
                  <a:lnTo>
                    <a:pt x="2691851" y="2636049"/>
                  </a:lnTo>
                  <a:lnTo>
                    <a:pt x="2703129" y="2590356"/>
                  </a:lnTo>
                  <a:lnTo>
                    <a:pt x="2713670" y="2545074"/>
                  </a:lnTo>
                  <a:lnTo>
                    <a:pt x="2723474" y="2500206"/>
                  </a:lnTo>
                  <a:lnTo>
                    <a:pt x="2732542" y="2455751"/>
                  </a:lnTo>
                  <a:lnTo>
                    <a:pt x="2740872" y="2411712"/>
                  </a:lnTo>
                  <a:lnTo>
                    <a:pt x="2748464" y="2368090"/>
                  </a:lnTo>
                  <a:lnTo>
                    <a:pt x="2755319" y="2324884"/>
                  </a:lnTo>
                  <a:lnTo>
                    <a:pt x="2761435" y="2282097"/>
                  </a:lnTo>
                  <a:lnTo>
                    <a:pt x="2766813" y="2239730"/>
                  </a:lnTo>
                  <a:lnTo>
                    <a:pt x="2771452" y="2197782"/>
                  </a:lnTo>
                  <a:lnTo>
                    <a:pt x="2775352" y="2156257"/>
                  </a:lnTo>
                  <a:lnTo>
                    <a:pt x="2778512" y="2115154"/>
                  </a:lnTo>
                  <a:lnTo>
                    <a:pt x="2780932" y="2074475"/>
                  </a:lnTo>
                  <a:lnTo>
                    <a:pt x="2782611" y="2034221"/>
                  </a:lnTo>
                  <a:lnTo>
                    <a:pt x="2783551" y="1994392"/>
                  </a:lnTo>
                  <a:lnTo>
                    <a:pt x="2783749" y="1954991"/>
                  </a:lnTo>
                  <a:lnTo>
                    <a:pt x="2783206" y="1916017"/>
                  </a:lnTo>
                  <a:lnTo>
                    <a:pt x="2781922" y="1877472"/>
                  </a:lnTo>
                  <a:lnTo>
                    <a:pt x="2779895" y="1839358"/>
                  </a:lnTo>
                  <a:lnTo>
                    <a:pt x="2773616" y="1764423"/>
                  </a:lnTo>
                  <a:lnTo>
                    <a:pt x="2767532" y="1710972"/>
                  </a:lnTo>
                  <a:lnTo>
                    <a:pt x="2760554" y="1658108"/>
                  </a:lnTo>
                  <a:lnTo>
                    <a:pt x="2752683" y="1605833"/>
                  </a:lnTo>
                  <a:lnTo>
                    <a:pt x="2743920" y="1554152"/>
                  </a:lnTo>
                  <a:lnTo>
                    <a:pt x="2734267" y="1503065"/>
                  </a:lnTo>
                  <a:lnTo>
                    <a:pt x="2723723" y="1452576"/>
                  </a:lnTo>
                  <a:lnTo>
                    <a:pt x="2712291" y="1402688"/>
                  </a:lnTo>
                  <a:lnTo>
                    <a:pt x="2699972" y="1353402"/>
                  </a:lnTo>
                  <a:lnTo>
                    <a:pt x="2686766" y="1304722"/>
                  </a:lnTo>
                  <a:lnTo>
                    <a:pt x="2672676" y="1256650"/>
                  </a:lnTo>
                  <a:lnTo>
                    <a:pt x="2657701" y="1209189"/>
                  </a:lnTo>
                  <a:lnTo>
                    <a:pt x="2641843" y="1162341"/>
                  </a:lnTo>
                  <a:lnTo>
                    <a:pt x="2625104" y="1116108"/>
                  </a:lnTo>
                  <a:lnTo>
                    <a:pt x="2607483" y="1070495"/>
                  </a:lnTo>
                  <a:lnTo>
                    <a:pt x="2588984" y="1025502"/>
                  </a:lnTo>
                  <a:lnTo>
                    <a:pt x="2569606" y="981133"/>
                  </a:lnTo>
                  <a:lnTo>
                    <a:pt x="2549350" y="937390"/>
                  </a:lnTo>
                  <a:lnTo>
                    <a:pt x="2528219" y="894276"/>
                  </a:lnTo>
                  <a:lnTo>
                    <a:pt x="2506212" y="851793"/>
                  </a:lnTo>
                  <a:lnTo>
                    <a:pt x="2483332" y="809944"/>
                  </a:lnTo>
                  <a:lnTo>
                    <a:pt x="2459578" y="768732"/>
                  </a:lnTo>
                  <a:lnTo>
                    <a:pt x="2434953" y="728158"/>
                  </a:lnTo>
                  <a:lnTo>
                    <a:pt x="2409458" y="688227"/>
                  </a:lnTo>
                  <a:lnTo>
                    <a:pt x="2383093" y="648940"/>
                  </a:lnTo>
                  <a:lnTo>
                    <a:pt x="2355860" y="610300"/>
                  </a:lnTo>
                  <a:lnTo>
                    <a:pt x="2327760" y="572309"/>
                  </a:lnTo>
                  <a:lnTo>
                    <a:pt x="2298793" y="534970"/>
                  </a:lnTo>
                  <a:lnTo>
                    <a:pt x="2268962" y="498286"/>
                  </a:lnTo>
                  <a:lnTo>
                    <a:pt x="2238267" y="462259"/>
                  </a:lnTo>
                  <a:lnTo>
                    <a:pt x="2206709" y="426893"/>
                  </a:lnTo>
                  <a:lnTo>
                    <a:pt x="2174290" y="392188"/>
                  </a:lnTo>
                  <a:lnTo>
                    <a:pt x="2140805" y="357945"/>
                  </a:lnTo>
                  <a:lnTo>
                    <a:pt x="2106446" y="324376"/>
                  </a:lnTo>
                  <a:lnTo>
                    <a:pt x="2071220" y="291483"/>
                  </a:lnTo>
                  <a:lnTo>
                    <a:pt x="2035131" y="259267"/>
                  </a:lnTo>
                  <a:lnTo>
                    <a:pt x="1998185" y="227729"/>
                  </a:lnTo>
                  <a:lnTo>
                    <a:pt x="1960387" y="196871"/>
                  </a:lnTo>
                  <a:lnTo>
                    <a:pt x="1921743" y="166693"/>
                  </a:lnTo>
                  <a:lnTo>
                    <a:pt x="1882258" y="137198"/>
                  </a:lnTo>
                  <a:lnTo>
                    <a:pt x="1841937" y="108386"/>
                  </a:lnTo>
                  <a:lnTo>
                    <a:pt x="1800785" y="80259"/>
                  </a:lnTo>
                  <a:lnTo>
                    <a:pt x="1758808" y="52818"/>
                  </a:lnTo>
                  <a:lnTo>
                    <a:pt x="1716011" y="26065"/>
                  </a:lnTo>
                  <a:lnTo>
                    <a:pt x="1672399" y="0"/>
                  </a:lnTo>
                  <a:close/>
                </a:path>
              </a:pathLst>
            </a:custGeom>
            <a:solidFill>
              <a:srgbClr val="100A30">
                <a:alpha val="4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42D92847-02CD-E540-B9B9-CF125C99C0A7}"/>
                </a:ext>
              </a:extLst>
            </p:cNvPr>
            <p:cNvSpPr/>
            <p:nvPr/>
          </p:nvSpPr>
          <p:spPr>
            <a:xfrm>
              <a:off x="5403753" y="137"/>
              <a:ext cx="2709545" cy="6858000"/>
            </a:xfrm>
            <a:custGeom>
              <a:avLst/>
              <a:gdLst/>
              <a:ahLst/>
              <a:cxnLst/>
              <a:rect l="l" t="t" r="r" b="b"/>
              <a:pathLst>
                <a:path w="2709545" h="6858000">
                  <a:moveTo>
                    <a:pt x="1702396" y="0"/>
                  </a:moveTo>
                  <a:lnTo>
                    <a:pt x="1667929" y="0"/>
                  </a:lnTo>
                  <a:lnTo>
                    <a:pt x="1711242" y="29445"/>
                  </a:lnTo>
                  <a:lnTo>
                    <a:pt x="1753677" y="59612"/>
                  </a:lnTo>
                  <a:lnTo>
                    <a:pt x="1795227" y="90500"/>
                  </a:lnTo>
                  <a:lnTo>
                    <a:pt x="1835883" y="122108"/>
                  </a:lnTo>
                  <a:lnTo>
                    <a:pt x="1875639" y="154436"/>
                  </a:lnTo>
                  <a:lnTo>
                    <a:pt x="1914487" y="187485"/>
                  </a:lnTo>
                  <a:lnTo>
                    <a:pt x="1952419" y="221255"/>
                  </a:lnTo>
                  <a:lnTo>
                    <a:pt x="1989429" y="255745"/>
                  </a:lnTo>
                  <a:lnTo>
                    <a:pt x="2025508" y="290955"/>
                  </a:lnTo>
                  <a:lnTo>
                    <a:pt x="2060651" y="326885"/>
                  </a:lnTo>
                  <a:lnTo>
                    <a:pt x="2093104" y="361612"/>
                  </a:lnTo>
                  <a:lnTo>
                    <a:pt x="2124723" y="396985"/>
                  </a:lnTo>
                  <a:lnTo>
                    <a:pt x="2155506" y="432999"/>
                  </a:lnTo>
                  <a:lnTo>
                    <a:pt x="2185453" y="469653"/>
                  </a:lnTo>
                  <a:lnTo>
                    <a:pt x="2214561" y="506945"/>
                  </a:lnTo>
                  <a:lnTo>
                    <a:pt x="2242830" y="544872"/>
                  </a:lnTo>
                  <a:lnTo>
                    <a:pt x="2270259" y="583432"/>
                  </a:lnTo>
                  <a:lnTo>
                    <a:pt x="2296847" y="622621"/>
                  </a:lnTo>
                  <a:lnTo>
                    <a:pt x="2322593" y="662438"/>
                  </a:lnTo>
                  <a:lnTo>
                    <a:pt x="2347495" y="702881"/>
                  </a:lnTo>
                  <a:lnTo>
                    <a:pt x="2371553" y="743946"/>
                  </a:lnTo>
                  <a:lnTo>
                    <a:pt x="2394766" y="785632"/>
                  </a:lnTo>
                  <a:lnTo>
                    <a:pt x="2417132" y="827936"/>
                  </a:lnTo>
                  <a:lnTo>
                    <a:pt x="2438651" y="870855"/>
                  </a:lnTo>
                  <a:lnTo>
                    <a:pt x="2459321" y="914387"/>
                  </a:lnTo>
                  <a:lnTo>
                    <a:pt x="2479141" y="958530"/>
                  </a:lnTo>
                  <a:lnTo>
                    <a:pt x="2498111" y="1003282"/>
                  </a:lnTo>
                  <a:lnTo>
                    <a:pt x="2516229" y="1048639"/>
                  </a:lnTo>
                  <a:lnTo>
                    <a:pt x="2533494" y="1094599"/>
                  </a:lnTo>
                  <a:lnTo>
                    <a:pt x="2549905" y="1141160"/>
                  </a:lnTo>
                  <a:lnTo>
                    <a:pt x="2565462" y="1188320"/>
                  </a:lnTo>
                  <a:lnTo>
                    <a:pt x="2580162" y="1236076"/>
                  </a:lnTo>
                  <a:lnTo>
                    <a:pt x="2594005" y="1284425"/>
                  </a:lnTo>
                  <a:lnTo>
                    <a:pt x="2606990" y="1333366"/>
                  </a:lnTo>
                  <a:lnTo>
                    <a:pt x="2619116" y="1382895"/>
                  </a:lnTo>
                  <a:lnTo>
                    <a:pt x="2630382" y="1433011"/>
                  </a:lnTo>
                  <a:lnTo>
                    <a:pt x="2640787" y="1483711"/>
                  </a:lnTo>
                  <a:lnTo>
                    <a:pt x="2650329" y="1534992"/>
                  </a:lnTo>
                  <a:lnTo>
                    <a:pt x="2659007" y="1586852"/>
                  </a:lnTo>
                  <a:lnTo>
                    <a:pt x="2666821" y="1639288"/>
                  </a:lnTo>
                  <a:lnTo>
                    <a:pt x="2673770" y="1692299"/>
                  </a:lnTo>
                  <a:lnTo>
                    <a:pt x="2679852" y="1745881"/>
                  </a:lnTo>
                  <a:lnTo>
                    <a:pt x="2686164" y="1820540"/>
                  </a:lnTo>
                  <a:lnTo>
                    <a:pt x="2689620" y="1896869"/>
                  </a:lnTo>
                  <a:lnTo>
                    <a:pt x="2690278" y="1935658"/>
                  </a:lnTo>
                  <a:lnTo>
                    <a:pt x="2690223" y="1974861"/>
                  </a:lnTo>
                  <a:lnTo>
                    <a:pt x="2689456" y="2014479"/>
                  </a:lnTo>
                  <a:lnTo>
                    <a:pt x="2687976" y="2054509"/>
                  </a:lnTo>
                  <a:lnTo>
                    <a:pt x="2685785" y="2094951"/>
                  </a:lnTo>
                  <a:lnTo>
                    <a:pt x="2682881" y="2135805"/>
                  </a:lnTo>
                  <a:lnTo>
                    <a:pt x="2679267" y="2177067"/>
                  </a:lnTo>
                  <a:lnTo>
                    <a:pt x="2674941" y="2218739"/>
                  </a:lnTo>
                  <a:lnTo>
                    <a:pt x="2669904" y="2260819"/>
                  </a:lnTo>
                  <a:lnTo>
                    <a:pt x="2664157" y="2303306"/>
                  </a:lnTo>
                  <a:lnTo>
                    <a:pt x="2657699" y="2346199"/>
                  </a:lnTo>
                  <a:lnTo>
                    <a:pt x="2650532" y="2389496"/>
                  </a:lnTo>
                  <a:lnTo>
                    <a:pt x="2642655" y="2433198"/>
                  </a:lnTo>
                  <a:lnTo>
                    <a:pt x="2634068" y="2477303"/>
                  </a:lnTo>
                  <a:lnTo>
                    <a:pt x="2624773" y="2521810"/>
                  </a:lnTo>
                  <a:lnTo>
                    <a:pt x="2614769" y="2566717"/>
                  </a:lnTo>
                  <a:lnTo>
                    <a:pt x="2604057" y="2612025"/>
                  </a:lnTo>
                  <a:lnTo>
                    <a:pt x="2592636" y="2657732"/>
                  </a:lnTo>
                  <a:lnTo>
                    <a:pt x="2580508" y="2703837"/>
                  </a:lnTo>
                  <a:lnTo>
                    <a:pt x="2567672" y="2750339"/>
                  </a:lnTo>
                  <a:lnTo>
                    <a:pt x="2554129" y="2797238"/>
                  </a:lnTo>
                  <a:lnTo>
                    <a:pt x="2539879" y="2844531"/>
                  </a:lnTo>
                  <a:lnTo>
                    <a:pt x="2524922" y="2892219"/>
                  </a:lnTo>
                  <a:lnTo>
                    <a:pt x="2509259" y="2940300"/>
                  </a:lnTo>
                  <a:lnTo>
                    <a:pt x="2492891" y="2988773"/>
                  </a:lnTo>
                  <a:lnTo>
                    <a:pt x="2475816" y="3037637"/>
                  </a:lnTo>
                  <a:lnTo>
                    <a:pt x="2458036" y="3086892"/>
                  </a:lnTo>
                  <a:lnTo>
                    <a:pt x="2439551" y="3136535"/>
                  </a:lnTo>
                  <a:lnTo>
                    <a:pt x="2420361" y="3186567"/>
                  </a:lnTo>
                  <a:lnTo>
                    <a:pt x="2400467" y="3236987"/>
                  </a:lnTo>
                  <a:lnTo>
                    <a:pt x="2379869" y="3287793"/>
                  </a:lnTo>
                  <a:lnTo>
                    <a:pt x="2358566" y="3338984"/>
                  </a:lnTo>
                  <a:lnTo>
                    <a:pt x="2336560" y="3390559"/>
                  </a:lnTo>
                  <a:lnTo>
                    <a:pt x="2313851" y="3442518"/>
                  </a:lnTo>
                  <a:lnTo>
                    <a:pt x="2290439" y="3494859"/>
                  </a:lnTo>
                  <a:lnTo>
                    <a:pt x="2266324" y="3547581"/>
                  </a:lnTo>
                  <a:lnTo>
                    <a:pt x="2241507" y="3600684"/>
                  </a:lnTo>
                  <a:lnTo>
                    <a:pt x="2215987" y="3654167"/>
                  </a:lnTo>
                  <a:lnTo>
                    <a:pt x="2189766" y="3708027"/>
                  </a:lnTo>
                  <a:lnTo>
                    <a:pt x="2162844" y="3762266"/>
                  </a:lnTo>
                  <a:lnTo>
                    <a:pt x="2135220" y="3816880"/>
                  </a:lnTo>
                  <a:lnTo>
                    <a:pt x="2106895" y="3871871"/>
                  </a:lnTo>
                  <a:lnTo>
                    <a:pt x="2077870" y="3927236"/>
                  </a:lnTo>
                  <a:lnTo>
                    <a:pt x="2048145" y="3982974"/>
                  </a:lnTo>
                  <a:lnTo>
                    <a:pt x="2017719" y="4039085"/>
                  </a:lnTo>
                  <a:lnTo>
                    <a:pt x="1986594" y="4095567"/>
                  </a:lnTo>
                  <a:lnTo>
                    <a:pt x="1954770" y="4152420"/>
                  </a:lnTo>
                  <a:lnTo>
                    <a:pt x="1922246" y="4209643"/>
                  </a:lnTo>
                  <a:lnTo>
                    <a:pt x="1880130" y="4282512"/>
                  </a:lnTo>
                  <a:lnTo>
                    <a:pt x="1836901" y="4355972"/>
                  </a:lnTo>
                  <a:lnTo>
                    <a:pt x="1792563" y="4430017"/>
                  </a:lnTo>
                  <a:lnTo>
                    <a:pt x="1747117" y="4504643"/>
                  </a:lnTo>
                  <a:lnTo>
                    <a:pt x="1700568" y="4579847"/>
                  </a:lnTo>
                  <a:lnTo>
                    <a:pt x="1652919" y="4655624"/>
                  </a:lnTo>
                  <a:lnTo>
                    <a:pt x="1604172" y="4731970"/>
                  </a:lnTo>
                  <a:lnTo>
                    <a:pt x="1554330" y="4808880"/>
                  </a:lnTo>
                  <a:lnTo>
                    <a:pt x="1503398" y="4886351"/>
                  </a:lnTo>
                  <a:lnTo>
                    <a:pt x="1451377" y="4964378"/>
                  </a:lnTo>
                  <a:lnTo>
                    <a:pt x="1398272" y="5042956"/>
                  </a:lnTo>
                  <a:lnTo>
                    <a:pt x="1344085" y="5122083"/>
                  </a:lnTo>
                  <a:lnTo>
                    <a:pt x="1288819" y="5201752"/>
                  </a:lnTo>
                  <a:lnTo>
                    <a:pt x="1232477" y="5281961"/>
                  </a:lnTo>
                  <a:lnTo>
                    <a:pt x="1175064" y="5362705"/>
                  </a:lnTo>
                  <a:lnTo>
                    <a:pt x="1116580" y="5443980"/>
                  </a:lnTo>
                  <a:lnTo>
                    <a:pt x="1057031" y="5525781"/>
                  </a:lnTo>
                  <a:lnTo>
                    <a:pt x="996418" y="5608104"/>
                  </a:lnTo>
                  <a:lnTo>
                    <a:pt x="934746" y="5690945"/>
                  </a:lnTo>
                  <a:lnTo>
                    <a:pt x="872016" y="5774300"/>
                  </a:lnTo>
                  <a:lnTo>
                    <a:pt x="808233" y="5858165"/>
                  </a:lnTo>
                  <a:lnTo>
                    <a:pt x="743400" y="5942535"/>
                  </a:lnTo>
                  <a:lnTo>
                    <a:pt x="677518" y="6027406"/>
                  </a:lnTo>
                  <a:lnTo>
                    <a:pt x="610593" y="6112773"/>
                  </a:lnTo>
                  <a:lnTo>
                    <a:pt x="542626" y="6198634"/>
                  </a:lnTo>
                  <a:lnTo>
                    <a:pt x="438730" y="6328339"/>
                  </a:lnTo>
                  <a:lnTo>
                    <a:pt x="332509" y="6459128"/>
                  </a:lnTo>
                  <a:lnTo>
                    <a:pt x="223973" y="6590987"/>
                  </a:lnTo>
                  <a:lnTo>
                    <a:pt x="113133" y="6723903"/>
                  </a:lnTo>
                  <a:lnTo>
                    <a:pt x="0" y="6857860"/>
                  </a:lnTo>
                  <a:lnTo>
                    <a:pt x="25133" y="6857860"/>
                  </a:lnTo>
                  <a:lnTo>
                    <a:pt x="63492" y="6812577"/>
                  </a:lnTo>
                  <a:lnTo>
                    <a:pt x="177006" y="6677437"/>
                  </a:lnTo>
                  <a:lnTo>
                    <a:pt x="288167" y="6543367"/>
                  </a:lnTo>
                  <a:lnTo>
                    <a:pt x="396966" y="6410382"/>
                  </a:lnTo>
                  <a:lnTo>
                    <a:pt x="468180" y="6322336"/>
                  </a:lnTo>
                  <a:lnTo>
                    <a:pt x="538336" y="6234784"/>
                  </a:lnTo>
                  <a:lnTo>
                    <a:pt x="607431" y="6147729"/>
                  </a:lnTo>
                  <a:lnTo>
                    <a:pt x="675461" y="6061176"/>
                  </a:lnTo>
                  <a:lnTo>
                    <a:pt x="742422" y="5975130"/>
                  </a:lnTo>
                  <a:lnTo>
                    <a:pt x="808313" y="5889595"/>
                  </a:lnTo>
                  <a:lnTo>
                    <a:pt x="873129" y="5804576"/>
                  </a:lnTo>
                  <a:lnTo>
                    <a:pt x="936868" y="5720076"/>
                  </a:lnTo>
                  <a:lnTo>
                    <a:pt x="999526" y="5636100"/>
                  </a:lnTo>
                  <a:lnTo>
                    <a:pt x="1061099" y="5552653"/>
                  </a:lnTo>
                  <a:lnTo>
                    <a:pt x="1121586" y="5469739"/>
                  </a:lnTo>
                  <a:lnTo>
                    <a:pt x="1180982" y="5387362"/>
                  </a:lnTo>
                  <a:lnTo>
                    <a:pt x="1239284" y="5305526"/>
                  </a:lnTo>
                  <a:lnTo>
                    <a:pt x="1296489" y="5224237"/>
                  </a:lnTo>
                  <a:lnTo>
                    <a:pt x="1352594" y="5143499"/>
                  </a:lnTo>
                  <a:lnTo>
                    <a:pt x="1407596" y="5063315"/>
                  </a:lnTo>
                  <a:lnTo>
                    <a:pt x="1461491" y="4983690"/>
                  </a:lnTo>
                  <a:lnTo>
                    <a:pt x="1514276" y="4904629"/>
                  </a:lnTo>
                  <a:lnTo>
                    <a:pt x="1565949" y="4826136"/>
                  </a:lnTo>
                  <a:lnTo>
                    <a:pt x="1616505" y="4748216"/>
                  </a:lnTo>
                  <a:lnTo>
                    <a:pt x="1665941" y="4670872"/>
                  </a:lnTo>
                  <a:lnTo>
                    <a:pt x="1714255" y="4594109"/>
                  </a:lnTo>
                  <a:lnTo>
                    <a:pt x="1761443" y="4517932"/>
                  </a:lnTo>
                  <a:lnTo>
                    <a:pt x="1807501" y="4442345"/>
                  </a:lnTo>
                  <a:lnTo>
                    <a:pt x="1852428" y="4367353"/>
                  </a:lnTo>
                  <a:lnTo>
                    <a:pt x="1896218" y="4292959"/>
                  </a:lnTo>
                  <a:lnTo>
                    <a:pt x="1938870" y="4219168"/>
                  </a:lnTo>
                  <a:lnTo>
                    <a:pt x="1970901" y="4162819"/>
                  </a:lnTo>
                  <a:lnTo>
                    <a:pt x="2002255" y="4106826"/>
                  </a:lnTo>
                  <a:lnTo>
                    <a:pt x="2032934" y="4051188"/>
                  </a:lnTo>
                  <a:lnTo>
                    <a:pt x="2062937" y="3995908"/>
                  </a:lnTo>
                  <a:lnTo>
                    <a:pt x="2092263" y="3940985"/>
                  </a:lnTo>
                  <a:lnTo>
                    <a:pt x="2120913" y="3886421"/>
                  </a:lnTo>
                  <a:lnTo>
                    <a:pt x="2148886" y="3832217"/>
                  </a:lnTo>
                  <a:lnTo>
                    <a:pt x="2176182" y="3778374"/>
                  </a:lnTo>
                  <a:lnTo>
                    <a:pt x="2202800" y="3724892"/>
                  </a:lnTo>
                  <a:lnTo>
                    <a:pt x="2228740" y="3671773"/>
                  </a:lnTo>
                  <a:lnTo>
                    <a:pt x="2254003" y="3619018"/>
                  </a:lnTo>
                  <a:lnTo>
                    <a:pt x="2278587" y="3566627"/>
                  </a:lnTo>
                  <a:lnTo>
                    <a:pt x="2302492" y="3514601"/>
                  </a:lnTo>
                  <a:lnTo>
                    <a:pt x="2325718" y="3462941"/>
                  </a:lnTo>
                  <a:lnTo>
                    <a:pt x="2348266" y="3411649"/>
                  </a:lnTo>
                  <a:lnTo>
                    <a:pt x="2370133" y="3360725"/>
                  </a:lnTo>
                  <a:lnTo>
                    <a:pt x="2391321" y="3310171"/>
                  </a:lnTo>
                  <a:lnTo>
                    <a:pt x="2411829" y="3259986"/>
                  </a:lnTo>
                  <a:lnTo>
                    <a:pt x="2431656" y="3210172"/>
                  </a:lnTo>
                  <a:lnTo>
                    <a:pt x="2450803" y="3160730"/>
                  </a:lnTo>
                  <a:lnTo>
                    <a:pt x="2469269" y="3111661"/>
                  </a:lnTo>
                  <a:lnTo>
                    <a:pt x="2487054" y="3062966"/>
                  </a:lnTo>
                  <a:lnTo>
                    <a:pt x="2504157" y="3014645"/>
                  </a:lnTo>
                  <a:lnTo>
                    <a:pt x="2520578" y="2966700"/>
                  </a:lnTo>
                  <a:lnTo>
                    <a:pt x="2536317" y="2919132"/>
                  </a:lnTo>
                  <a:lnTo>
                    <a:pt x="2551374" y="2871941"/>
                  </a:lnTo>
                  <a:lnTo>
                    <a:pt x="2565748" y="2825128"/>
                  </a:lnTo>
                  <a:lnTo>
                    <a:pt x="2579439" y="2778695"/>
                  </a:lnTo>
                  <a:lnTo>
                    <a:pt x="2592447" y="2732642"/>
                  </a:lnTo>
                  <a:lnTo>
                    <a:pt x="2604771" y="2686971"/>
                  </a:lnTo>
                  <a:lnTo>
                    <a:pt x="2616412" y="2641682"/>
                  </a:lnTo>
                  <a:lnTo>
                    <a:pt x="2627368" y="2596775"/>
                  </a:lnTo>
                  <a:lnTo>
                    <a:pt x="2637640" y="2552253"/>
                  </a:lnTo>
                  <a:lnTo>
                    <a:pt x="2647228" y="2508116"/>
                  </a:lnTo>
                  <a:lnTo>
                    <a:pt x="2656130" y="2464364"/>
                  </a:lnTo>
                  <a:lnTo>
                    <a:pt x="2664347" y="2420999"/>
                  </a:lnTo>
                  <a:lnTo>
                    <a:pt x="2671879" y="2378023"/>
                  </a:lnTo>
                  <a:lnTo>
                    <a:pt x="2678725" y="2335434"/>
                  </a:lnTo>
                  <a:lnTo>
                    <a:pt x="2684884" y="2293236"/>
                  </a:lnTo>
                  <a:lnTo>
                    <a:pt x="2690357" y="2251428"/>
                  </a:lnTo>
                  <a:lnTo>
                    <a:pt x="2695144" y="2210011"/>
                  </a:lnTo>
                  <a:lnTo>
                    <a:pt x="2699243" y="2168987"/>
                  </a:lnTo>
                  <a:lnTo>
                    <a:pt x="2702656" y="2128356"/>
                  </a:lnTo>
                  <a:lnTo>
                    <a:pt x="2705380" y="2088120"/>
                  </a:lnTo>
                  <a:lnTo>
                    <a:pt x="2707417" y="2048278"/>
                  </a:lnTo>
                  <a:lnTo>
                    <a:pt x="2708766" y="2008833"/>
                  </a:lnTo>
                  <a:lnTo>
                    <a:pt x="2709426" y="1969785"/>
                  </a:lnTo>
                  <a:lnTo>
                    <a:pt x="2709398" y="1931135"/>
                  </a:lnTo>
                  <a:lnTo>
                    <a:pt x="2708680" y="1892884"/>
                  </a:lnTo>
                  <a:lnTo>
                    <a:pt x="2705177" y="1817582"/>
                  </a:lnTo>
                  <a:lnTo>
                    <a:pt x="2698915" y="1743887"/>
                  </a:lnTo>
                  <a:lnTo>
                    <a:pt x="2692785" y="1689890"/>
                  </a:lnTo>
                  <a:lnTo>
                    <a:pt x="2685780" y="1636468"/>
                  </a:lnTo>
                  <a:lnTo>
                    <a:pt x="2677902" y="1583623"/>
                  </a:lnTo>
                  <a:lnTo>
                    <a:pt x="2669152" y="1531359"/>
                  </a:lnTo>
                  <a:lnTo>
                    <a:pt x="2659530" y="1479677"/>
                  </a:lnTo>
                  <a:lnTo>
                    <a:pt x="2649039" y="1428580"/>
                  </a:lnTo>
                  <a:lnTo>
                    <a:pt x="2637678" y="1378071"/>
                  </a:lnTo>
                  <a:lnTo>
                    <a:pt x="2625449" y="1328151"/>
                  </a:lnTo>
                  <a:lnTo>
                    <a:pt x="2612353" y="1278824"/>
                  </a:lnTo>
                  <a:lnTo>
                    <a:pt x="2598391" y="1230092"/>
                  </a:lnTo>
                  <a:lnTo>
                    <a:pt x="2583564" y="1181957"/>
                  </a:lnTo>
                  <a:lnTo>
                    <a:pt x="2567873" y="1134422"/>
                  </a:lnTo>
                  <a:lnTo>
                    <a:pt x="2551319" y="1087488"/>
                  </a:lnTo>
                  <a:lnTo>
                    <a:pt x="2533904" y="1041160"/>
                  </a:lnTo>
                  <a:lnTo>
                    <a:pt x="2515628" y="995438"/>
                  </a:lnTo>
                  <a:lnTo>
                    <a:pt x="2496492" y="950326"/>
                  </a:lnTo>
                  <a:lnTo>
                    <a:pt x="2476498" y="905826"/>
                  </a:lnTo>
                  <a:lnTo>
                    <a:pt x="2455647" y="861940"/>
                  </a:lnTo>
                  <a:lnTo>
                    <a:pt x="2433939" y="818672"/>
                  </a:lnTo>
                  <a:lnTo>
                    <a:pt x="2411376" y="776022"/>
                  </a:lnTo>
                  <a:lnTo>
                    <a:pt x="2387958" y="733994"/>
                  </a:lnTo>
                  <a:lnTo>
                    <a:pt x="2363688" y="692590"/>
                  </a:lnTo>
                  <a:lnTo>
                    <a:pt x="2338565" y="651813"/>
                  </a:lnTo>
                  <a:lnTo>
                    <a:pt x="2312591" y="611665"/>
                  </a:lnTo>
                  <a:lnTo>
                    <a:pt x="2285768" y="572149"/>
                  </a:lnTo>
                  <a:lnTo>
                    <a:pt x="2258095" y="533267"/>
                  </a:lnTo>
                  <a:lnTo>
                    <a:pt x="2229574" y="495021"/>
                  </a:lnTo>
                  <a:lnTo>
                    <a:pt x="2200207" y="457413"/>
                  </a:lnTo>
                  <a:lnTo>
                    <a:pt x="2169994" y="420448"/>
                  </a:lnTo>
                  <a:lnTo>
                    <a:pt x="2138936" y="384126"/>
                  </a:lnTo>
                  <a:lnTo>
                    <a:pt x="2107034" y="348450"/>
                  </a:lnTo>
                  <a:lnTo>
                    <a:pt x="2074291" y="313423"/>
                  </a:lnTo>
                  <a:lnTo>
                    <a:pt x="2040813" y="279160"/>
                  </a:lnTo>
                  <a:lnTo>
                    <a:pt x="2006495" y="245544"/>
                  </a:lnTo>
                  <a:lnTo>
                    <a:pt x="1971343" y="212578"/>
                  </a:lnTo>
                  <a:lnTo>
                    <a:pt x="1935363" y="180260"/>
                  </a:lnTo>
                  <a:lnTo>
                    <a:pt x="1898559" y="148591"/>
                  </a:lnTo>
                  <a:lnTo>
                    <a:pt x="1860938" y="117572"/>
                  </a:lnTo>
                  <a:lnTo>
                    <a:pt x="1822506" y="87203"/>
                  </a:lnTo>
                  <a:lnTo>
                    <a:pt x="1783267" y="57484"/>
                  </a:lnTo>
                  <a:lnTo>
                    <a:pt x="1743229" y="28416"/>
                  </a:lnTo>
                  <a:lnTo>
                    <a:pt x="1702396" y="0"/>
                  </a:lnTo>
                  <a:close/>
                </a:path>
              </a:pathLst>
            </a:custGeom>
            <a:solidFill>
              <a:srgbClr val="100A3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4662C95E-EDED-EB47-8EAB-915053EE86D0}"/>
                </a:ext>
              </a:extLst>
            </p:cNvPr>
            <p:cNvSpPr/>
            <p:nvPr/>
          </p:nvSpPr>
          <p:spPr>
            <a:xfrm>
              <a:off x="5481115" y="147"/>
              <a:ext cx="2671445" cy="6858000"/>
            </a:xfrm>
            <a:custGeom>
              <a:avLst/>
              <a:gdLst/>
              <a:ahLst/>
              <a:cxnLst/>
              <a:rect l="l" t="t" r="r" b="b"/>
              <a:pathLst>
                <a:path w="2671445" h="6858000">
                  <a:moveTo>
                    <a:pt x="1736801" y="0"/>
                  </a:moveTo>
                  <a:lnTo>
                    <a:pt x="1721053" y="0"/>
                  </a:lnTo>
                  <a:lnTo>
                    <a:pt x="1760214" y="29882"/>
                  </a:lnTo>
                  <a:lnTo>
                    <a:pt x="1798587" y="60400"/>
                  </a:lnTo>
                  <a:lnTo>
                    <a:pt x="1836167" y="91552"/>
                  </a:lnTo>
                  <a:lnTo>
                    <a:pt x="1872946" y="123339"/>
                  </a:lnTo>
                  <a:lnTo>
                    <a:pt x="1908919" y="155760"/>
                  </a:lnTo>
                  <a:lnTo>
                    <a:pt x="1944079" y="188816"/>
                  </a:lnTo>
                  <a:lnTo>
                    <a:pt x="1978419" y="222506"/>
                  </a:lnTo>
                  <a:lnTo>
                    <a:pt x="2011934" y="256832"/>
                  </a:lnTo>
                  <a:lnTo>
                    <a:pt x="2044421" y="291567"/>
                  </a:lnTo>
                  <a:lnTo>
                    <a:pt x="2076098" y="326927"/>
                  </a:lnTo>
                  <a:lnTo>
                    <a:pt x="2106964" y="362909"/>
                  </a:lnTo>
                  <a:lnTo>
                    <a:pt x="2137017" y="399513"/>
                  </a:lnTo>
                  <a:lnTo>
                    <a:pt x="2166258" y="436734"/>
                  </a:lnTo>
                  <a:lnTo>
                    <a:pt x="2194685" y="474572"/>
                  </a:lnTo>
                  <a:lnTo>
                    <a:pt x="2222297" y="513023"/>
                  </a:lnTo>
                  <a:lnTo>
                    <a:pt x="2249092" y="552086"/>
                  </a:lnTo>
                  <a:lnTo>
                    <a:pt x="2275071" y="591757"/>
                  </a:lnTo>
                  <a:lnTo>
                    <a:pt x="2300231" y="632036"/>
                  </a:lnTo>
                  <a:lnTo>
                    <a:pt x="2324572" y="672919"/>
                  </a:lnTo>
                  <a:lnTo>
                    <a:pt x="2348093" y="714404"/>
                  </a:lnTo>
                  <a:lnTo>
                    <a:pt x="2370794" y="756489"/>
                  </a:lnTo>
                  <a:lnTo>
                    <a:pt x="2392672" y="799172"/>
                  </a:lnTo>
                  <a:lnTo>
                    <a:pt x="2413727" y="842451"/>
                  </a:lnTo>
                  <a:lnTo>
                    <a:pt x="2433958" y="886322"/>
                  </a:lnTo>
                  <a:lnTo>
                    <a:pt x="2453363" y="930785"/>
                  </a:lnTo>
                  <a:lnTo>
                    <a:pt x="2471943" y="975835"/>
                  </a:lnTo>
                  <a:lnTo>
                    <a:pt x="2489696" y="1021473"/>
                  </a:lnTo>
                  <a:lnTo>
                    <a:pt x="2506621" y="1067694"/>
                  </a:lnTo>
                  <a:lnTo>
                    <a:pt x="2522716" y="1114497"/>
                  </a:lnTo>
                  <a:lnTo>
                    <a:pt x="2537982" y="1161879"/>
                  </a:lnTo>
                  <a:lnTo>
                    <a:pt x="2552416" y="1209838"/>
                  </a:lnTo>
                  <a:lnTo>
                    <a:pt x="2566018" y="1258372"/>
                  </a:lnTo>
                  <a:lnTo>
                    <a:pt x="2578788" y="1307479"/>
                  </a:lnTo>
                  <a:lnTo>
                    <a:pt x="2590723" y="1357156"/>
                  </a:lnTo>
                  <a:lnTo>
                    <a:pt x="2601823" y="1407401"/>
                  </a:lnTo>
                  <a:lnTo>
                    <a:pt x="2612087" y="1458212"/>
                  </a:lnTo>
                  <a:lnTo>
                    <a:pt x="2621515" y="1509586"/>
                  </a:lnTo>
                  <a:lnTo>
                    <a:pt x="2630104" y="1561522"/>
                  </a:lnTo>
                  <a:lnTo>
                    <a:pt x="2637854" y="1614016"/>
                  </a:lnTo>
                  <a:lnTo>
                    <a:pt x="2644764" y="1667067"/>
                  </a:lnTo>
                  <a:lnTo>
                    <a:pt x="2650832" y="1720672"/>
                  </a:lnTo>
                  <a:lnTo>
                    <a:pt x="2657155" y="1794768"/>
                  </a:lnTo>
                  <a:lnTo>
                    <a:pt x="2660749" y="1870458"/>
                  </a:lnTo>
                  <a:lnTo>
                    <a:pt x="2661524" y="1908900"/>
                  </a:lnTo>
                  <a:lnTo>
                    <a:pt x="2661617" y="1947737"/>
                  </a:lnTo>
                  <a:lnTo>
                    <a:pt x="2661029" y="1986970"/>
                  </a:lnTo>
                  <a:lnTo>
                    <a:pt x="2659760" y="2026596"/>
                  </a:lnTo>
                  <a:lnTo>
                    <a:pt x="2657811" y="2066617"/>
                  </a:lnTo>
                  <a:lnTo>
                    <a:pt x="2655182" y="2107029"/>
                  </a:lnTo>
                  <a:lnTo>
                    <a:pt x="2651872" y="2147833"/>
                  </a:lnTo>
                  <a:lnTo>
                    <a:pt x="2647883" y="2189028"/>
                  </a:lnTo>
                  <a:lnTo>
                    <a:pt x="2643215" y="2230612"/>
                  </a:lnTo>
                  <a:lnTo>
                    <a:pt x="2637868" y="2272585"/>
                  </a:lnTo>
                  <a:lnTo>
                    <a:pt x="2631842" y="2314946"/>
                  </a:lnTo>
                  <a:lnTo>
                    <a:pt x="2625137" y="2357694"/>
                  </a:lnTo>
                  <a:lnTo>
                    <a:pt x="2617754" y="2400828"/>
                  </a:lnTo>
                  <a:lnTo>
                    <a:pt x="2609693" y="2444348"/>
                  </a:lnTo>
                  <a:lnTo>
                    <a:pt x="2600954" y="2488251"/>
                  </a:lnTo>
                  <a:lnTo>
                    <a:pt x="2591538" y="2532538"/>
                  </a:lnTo>
                  <a:lnTo>
                    <a:pt x="2581445" y="2577208"/>
                  </a:lnTo>
                  <a:lnTo>
                    <a:pt x="2570675" y="2622259"/>
                  </a:lnTo>
                  <a:lnTo>
                    <a:pt x="2559228" y="2667690"/>
                  </a:lnTo>
                  <a:lnTo>
                    <a:pt x="2547105" y="2713502"/>
                  </a:lnTo>
                  <a:lnTo>
                    <a:pt x="2534306" y="2759692"/>
                  </a:lnTo>
                  <a:lnTo>
                    <a:pt x="2520831" y="2806260"/>
                  </a:lnTo>
                  <a:lnTo>
                    <a:pt x="2506681" y="2853205"/>
                  </a:lnTo>
                  <a:lnTo>
                    <a:pt x="2491856" y="2900527"/>
                  </a:lnTo>
                  <a:lnTo>
                    <a:pt x="2476355" y="2948223"/>
                  </a:lnTo>
                  <a:lnTo>
                    <a:pt x="2460180" y="2996294"/>
                  </a:lnTo>
                  <a:lnTo>
                    <a:pt x="2443331" y="3044738"/>
                  </a:lnTo>
                  <a:lnTo>
                    <a:pt x="2425808" y="3093555"/>
                  </a:lnTo>
                  <a:lnTo>
                    <a:pt x="2407610" y="3142743"/>
                  </a:lnTo>
                  <a:lnTo>
                    <a:pt x="2388740" y="3192302"/>
                  </a:lnTo>
                  <a:lnTo>
                    <a:pt x="2369196" y="3242231"/>
                  </a:lnTo>
                  <a:lnTo>
                    <a:pt x="2348979" y="3292529"/>
                  </a:lnTo>
                  <a:lnTo>
                    <a:pt x="2328089" y="3343195"/>
                  </a:lnTo>
                  <a:lnTo>
                    <a:pt x="2306527" y="3394228"/>
                  </a:lnTo>
                  <a:lnTo>
                    <a:pt x="2284293" y="3445627"/>
                  </a:lnTo>
                  <a:lnTo>
                    <a:pt x="2261387" y="3497391"/>
                  </a:lnTo>
                  <a:lnTo>
                    <a:pt x="2237810" y="3549519"/>
                  </a:lnTo>
                  <a:lnTo>
                    <a:pt x="2213561" y="3602011"/>
                  </a:lnTo>
                  <a:lnTo>
                    <a:pt x="2188641" y="3654866"/>
                  </a:lnTo>
                  <a:lnTo>
                    <a:pt x="2163050" y="3708082"/>
                  </a:lnTo>
                  <a:lnTo>
                    <a:pt x="2136789" y="3761659"/>
                  </a:lnTo>
                  <a:lnTo>
                    <a:pt x="2109858" y="3815596"/>
                  </a:lnTo>
                  <a:lnTo>
                    <a:pt x="2082257" y="3869891"/>
                  </a:lnTo>
                  <a:lnTo>
                    <a:pt x="2053986" y="3924545"/>
                  </a:lnTo>
                  <a:lnTo>
                    <a:pt x="2025046" y="3979556"/>
                  </a:lnTo>
                  <a:lnTo>
                    <a:pt x="1995437" y="4034923"/>
                  </a:lnTo>
                  <a:lnTo>
                    <a:pt x="1965159" y="4090645"/>
                  </a:lnTo>
                  <a:lnTo>
                    <a:pt x="1934213" y="4146722"/>
                  </a:lnTo>
                  <a:lnTo>
                    <a:pt x="1902598" y="4203152"/>
                  </a:lnTo>
                  <a:lnTo>
                    <a:pt x="1870316" y="4259935"/>
                  </a:lnTo>
                  <a:lnTo>
                    <a:pt x="1849052" y="4296899"/>
                  </a:lnTo>
                  <a:lnTo>
                    <a:pt x="1805687" y="4371273"/>
                  </a:lnTo>
                  <a:lnTo>
                    <a:pt x="1761206" y="4446236"/>
                  </a:lnTo>
                  <a:lnTo>
                    <a:pt x="1715613" y="4521784"/>
                  </a:lnTo>
                  <a:lnTo>
                    <a:pt x="1668911" y="4597914"/>
                  </a:lnTo>
                  <a:lnTo>
                    <a:pt x="1621104" y="4674621"/>
                  </a:lnTo>
                  <a:lnTo>
                    <a:pt x="1572193" y="4751901"/>
                  </a:lnTo>
                  <a:lnTo>
                    <a:pt x="1522183" y="4829749"/>
                  </a:lnTo>
                  <a:lnTo>
                    <a:pt x="1471076" y="4908162"/>
                  </a:lnTo>
                  <a:lnTo>
                    <a:pt x="1418876" y="4987136"/>
                  </a:lnTo>
                  <a:lnTo>
                    <a:pt x="1365584" y="5066665"/>
                  </a:lnTo>
                  <a:lnTo>
                    <a:pt x="1311206" y="5146747"/>
                  </a:lnTo>
                  <a:lnTo>
                    <a:pt x="1255743" y="5227376"/>
                  </a:lnTo>
                  <a:lnTo>
                    <a:pt x="1199199" y="5308549"/>
                  </a:lnTo>
                  <a:lnTo>
                    <a:pt x="1141576" y="5390262"/>
                  </a:lnTo>
                  <a:lnTo>
                    <a:pt x="1082878" y="5472509"/>
                  </a:lnTo>
                  <a:lnTo>
                    <a:pt x="1023108" y="5555288"/>
                  </a:lnTo>
                  <a:lnTo>
                    <a:pt x="962270" y="5638593"/>
                  </a:lnTo>
                  <a:lnTo>
                    <a:pt x="900365" y="5722422"/>
                  </a:lnTo>
                  <a:lnTo>
                    <a:pt x="837397" y="5806768"/>
                  </a:lnTo>
                  <a:lnTo>
                    <a:pt x="773370" y="5891629"/>
                  </a:lnTo>
                  <a:lnTo>
                    <a:pt x="708285" y="5977000"/>
                  </a:lnTo>
                  <a:lnTo>
                    <a:pt x="642147" y="6062877"/>
                  </a:lnTo>
                  <a:lnTo>
                    <a:pt x="574959" y="6149256"/>
                  </a:lnTo>
                  <a:lnTo>
                    <a:pt x="506723" y="6236133"/>
                  </a:lnTo>
                  <a:lnTo>
                    <a:pt x="437443" y="6323502"/>
                  </a:lnTo>
                  <a:lnTo>
                    <a:pt x="331571" y="6455473"/>
                  </a:lnTo>
                  <a:lnTo>
                    <a:pt x="223366" y="6588530"/>
                  </a:lnTo>
                  <a:lnTo>
                    <a:pt x="112839" y="6722659"/>
                  </a:lnTo>
                  <a:lnTo>
                    <a:pt x="0" y="6857847"/>
                  </a:lnTo>
                  <a:lnTo>
                    <a:pt x="12522" y="6857847"/>
                  </a:lnTo>
                  <a:lnTo>
                    <a:pt x="50292" y="6812761"/>
                  </a:lnTo>
                  <a:lnTo>
                    <a:pt x="162069" y="6678202"/>
                  </a:lnTo>
                  <a:lnTo>
                    <a:pt x="271540" y="6544701"/>
                  </a:lnTo>
                  <a:lnTo>
                    <a:pt x="378694" y="6412273"/>
                  </a:lnTo>
                  <a:lnTo>
                    <a:pt x="483521" y="6280931"/>
                  </a:lnTo>
                  <a:lnTo>
                    <a:pt x="552107" y="6193981"/>
                  </a:lnTo>
                  <a:lnTo>
                    <a:pt x="619652" y="6107524"/>
                  </a:lnTo>
                  <a:lnTo>
                    <a:pt x="686152" y="6021564"/>
                  </a:lnTo>
                  <a:lnTo>
                    <a:pt x="751603" y="5936106"/>
                  </a:lnTo>
                  <a:lnTo>
                    <a:pt x="816004" y="5851153"/>
                  </a:lnTo>
                  <a:lnTo>
                    <a:pt x="879351" y="5766711"/>
                  </a:lnTo>
                  <a:lnTo>
                    <a:pt x="941640" y="5682782"/>
                  </a:lnTo>
                  <a:lnTo>
                    <a:pt x="1002869" y="5599372"/>
                  </a:lnTo>
                  <a:lnTo>
                    <a:pt x="1063035" y="5516485"/>
                  </a:lnTo>
                  <a:lnTo>
                    <a:pt x="1122135" y="5434124"/>
                  </a:lnTo>
                  <a:lnTo>
                    <a:pt x="1180166" y="5352294"/>
                  </a:lnTo>
                  <a:lnTo>
                    <a:pt x="1237124" y="5270999"/>
                  </a:lnTo>
                  <a:lnTo>
                    <a:pt x="1293006" y="5190243"/>
                  </a:lnTo>
                  <a:lnTo>
                    <a:pt x="1347811" y="5110030"/>
                  </a:lnTo>
                  <a:lnTo>
                    <a:pt x="1401533" y="5030364"/>
                  </a:lnTo>
                  <a:lnTo>
                    <a:pt x="1454172" y="4951251"/>
                  </a:lnTo>
                  <a:lnTo>
                    <a:pt x="1505722" y="4872693"/>
                  </a:lnTo>
                  <a:lnTo>
                    <a:pt x="1556182" y="4794694"/>
                  </a:lnTo>
                  <a:lnTo>
                    <a:pt x="1605549" y="4717260"/>
                  </a:lnTo>
                  <a:lnTo>
                    <a:pt x="1653818" y="4640395"/>
                  </a:lnTo>
                  <a:lnTo>
                    <a:pt x="1700988" y="4564101"/>
                  </a:lnTo>
                  <a:lnTo>
                    <a:pt x="1747055" y="4488385"/>
                  </a:lnTo>
                  <a:lnTo>
                    <a:pt x="1792016" y="4413249"/>
                  </a:lnTo>
                  <a:lnTo>
                    <a:pt x="1835869" y="4338698"/>
                  </a:lnTo>
                  <a:lnTo>
                    <a:pt x="1878609" y="4264736"/>
                  </a:lnTo>
                  <a:lnTo>
                    <a:pt x="1910948" y="4207853"/>
                  </a:lnTo>
                  <a:lnTo>
                    <a:pt x="1942618" y="4151322"/>
                  </a:lnTo>
                  <a:lnTo>
                    <a:pt x="1973618" y="4095144"/>
                  </a:lnTo>
                  <a:lnTo>
                    <a:pt x="2003949" y="4039321"/>
                  </a:lnTo>
                  <a:lnTo>
                    <a:pt x="2033609" y="3983852"/>
                  </a:lnTo>
                  <a:lnTo>
                    <a:pt x="2062600" y="3928740"/>
                  </a:lnTo>
                  <a:lnTo>
                    <a:pt x="2090919" y="3873984"/>
                  </a:lnTo>
                  <a:lnTo>
                    <a:pt x="2118568" y="3819586"/>
                  </a:lnTo>
                  <a:lnTo>
                    <a:pt x="2145546" y="3765546"/>
                  </a:lnTo>
                  <a:lnTo>
                    <a:pt x="2171852" y="3711867"/>
                  </a:lnTo>
                  <a:lnTo>
                    <a:pt x="2197487" y="3658547"/>
                  </a:lnTo>
                  <a:lnTo>
                    <a:pt x="2222449" y="3605589"/>
                  </a:lnTo>
                  <a:lnTo>
                    <a:pt x="2246739" y="3552994"/>
                  </a:lnTo>
                  <a:lnTo>
                    <a:pt x="2270357" y="3500761"/>
                  </a:lnTo>
                  <a:lnTo>
                    <a:pt x="2293302" y="3448893"/>
                  </a:lnTo>
                  <a:lnTo>
                    <a:pt x="2315574" y="3397389"/>
                  </a:lnTo>
                  <a:lnTo>
                    <a:pt x="2337172" y="3346252"/>
                  </a:lnTo>
                  <a:lnTo>
                    <a:pt x="2358097" y="3295481"/>
                  </a:lnTo>
                  <a:lnTo>
                    <a:pt x="2378348" y="3245078"/>
                  </a:lnTo>
                  <a:lnTo>
                    <a:pt x="2397924" y="3195044"/>
                  </a:lnTo>
                  <a:lnTo>
                    <a:pt x="2416826" y="3145379"/>
                  </a:lnTo>
                  <a:lnTo>
                    <a:pt x="2435054" y="3096085"/>
                  </a:lnTo>
                  <a:lnTo>
                    <a:pt x="2452606" y="3047161"/>
                  </a:lnTo>
                  <a:lnTo>
                    <a:pt x="2469483" y="2998611"/>
                  </a:lnTo>
                  <a:lnTo>
                    <a:pt x="2485684" y="2950433"/>
                  </a:lnTo>
                  <a:lnTo>
                    <a:pt x="2501209" y="2902629"/>
                  </a:lnTo>
                  <a:lnTo>
                    <a:pt x="2516058" y="2855201"/>
                  </a:lnTo>
                  <a:lnTo>
                    <a:pt x="2530231" y="2808148"/>
                  </a:lnTo>
                  <a:lnTo>
                    <a:pt x="2543727" y="2761472"/>
                  </a:lnTo>
                  <a:lnTo>
                    <a:pt x="2556546" y="2715174"/>
                  </a:lnTo>
                  <a:lnTo>
                    <a:pt x="2568688" y="2669254"/>
                  </a:lnTo>
                  <a:lnTo>
                    <a:pt x="2580152" y="2623714"/>
                  </a:lnTo>
                  <a:lnTo>
                    <a:pt x="2590938" y="2578554"/>
                  </a:lnTo>
                  <a:lnTo>
                    <a:pt x="2601046" y="2533776"/>
                  </a:lnTo>
                  <a:lnTo>
                    <a:pt x="2610476" y="2489380"/>
                  </a:lnTo>
                  <a:lnTo>
                    <a:pt x="2619227" y="2445367"/>
                  </a:lnTo>
                  <a:lnTo>
                    <a:pt x="2627299" y="2401738"/>
                  </a:lnTo>
                  <a:lnTo>
                    <a:pt x="2634692" y="2358494"/>
                  </a:lnTo>
                  <a:lnTo>
                    <a:pt x="2641405" y="2315635"/>
                  </a:lnTo>
                  <a:lnTo>
                    <a:pt x="2647438" y="2273164"/>
                  </a:lnTo>
                  <a:lnTo>
                    <a:pt x="2652792" y="2231080"/>
                  </a:lnTo>
                  <a:lnTo>
                    <a:pt x="2657465" y="2189385"/>
                  </a:lnTo>
                  <a:lnTo>
                    <a:pt x="2661457" y="2148079"/>
                  </a:lnTo>
                  <a:lnTo>
                    <a:pt x="2664768" y="2107164"/>
                  </a:lnTo>
                  <a:lnTo>
                    <a:pt x="2667399" y="2066640"/>
                  </a:lnTo>
                  <a:lnTo>
                    <a:pt x="2669347" y="2026508"/>
                  </a:lnTo>
                  <a:lnTo>
                    <a:pt x="2670614" y="1986769"/>
                  </a:lnTo>
                  <a:lnTo>
                    <a:pt x="2671199" y="1947424"/>
                  </a:lnTo>
                  <a:lnTo>
                    <a:pt x="2671102" y="1908475"/>
                  </a:lnTo>
                  <a:lnTo>
                    <a:pt x="2670322" y="1869921"/>
                  </a:lnTo>
                  <a:lnTo>
                    <a:pt x="2668859" y="1831763"/>
                  </a:lnTo>
                  <a:lnTo>
                    <a:pt x="2663883" y="1756643"/>
                  </a:lnTo>
                  <a:lnTo>
                    <a:pt x="2654277" y="1665874"/>
                  </a:lnTo>
                  <a:lnTo>
                    <a:pt x="2647340" y="1612622"/>
                  </a:lnTo>
                  <a:lnTo>
                    <a:pt x="2639559" y="1559929"/>
                  </a:lnTo>
                  <a:lnTo>
                    <a:pt x="2630934" y="1507796"/>
                  </a:lnTo>
                  <a:lnTo>
                    <a:pt x="2621468" y="1456227"/>
                  </a:lnTo>
                  <a:lnTo>
                    <a:pt x="2611162" y="1405222"/>
                  </a:lnTo>
                  <a:lnTo>
                    <a:pt x="2600015" y="1354785"/>
                  </a:lnTo>
                  <a:lnTo>
                    <a:pt x="2588030" y="1304917"/>
                  </a:lnTo>
                  <a:lnTo>
                    <a:pt x="2575207" y="1255622"/>
                  </a:lnTo>
                  <a:lnTo>
                    <a:pt x="2561547" y="1206901"/>
                  </a:lnTo>
                  <a:lnTo>
                    <a:pt x="2547052" y="1158756"/>
                  </a:lnTo>
                  <a:lnTo>
                    <a:pt x="2531722" y="1111191"/>
                  </a:lnTo>
                  <a:lnTo>
                    <a:pt x="2515558" y="1064207"/>
                  </a:lnTo>
                  <a:lnTo>
                    <a:pt x="2498561" y="1017806"/>
                  </a:lnTo>
                  <a:lnTo>
                    <a:pt x="2480733" y="971991"/>
                  </a:lnTo>
                  <a:lnTo>
                    <a:pt x="2462074" y="926764"/>
                  </a:lnTo>
                  <a:lnTo>
                    <a:pt x="2442585" y="882127"/>
                  </a:lnTo>
                  <a:lnTo>
                    <a:pt x="2422268" y="838083"/>
                  </a:lnTo>
                  <a:lnTo>
                    <a:pt x="2401123" y="794634"/>
                  </a:lnTo>
                  <a:lnTo>
                    <a:pt x="2379151" y="751782"/>
                  </a:lnTo>
                  <a:lnTo>
                    <a:pt x="2356354" y="709530"/>
                  </a:lnTo>
                  <a:lnTo>
                    <a:pt x="2332732" y="667879"/>
                  </a:lnTo>
                  <a:lnTo>
                    <a:pt x="2308286" y="626833"/>
                  </a:lnTo>
                  <a:lnTo>
                    <a:pt x="2283018" y="586393"/>
                  </a:lnTo>
                  <a:lnTo>
                    <a:pt x="2256928" y="546562"/>
                  </a:lnTo>
                  <a:lnTo>
                    <a:pt x="2230018" y="507342"/>
                  </a:lnTo>
                  <a:lnTo>
                    <a:pt x="2202288" y="468735"/>
                  </a:lnTo>
                  <a:lnTo>
                    <a:pt x="2173739" y="430743"/>
                  </a:lnTo>
                  <a:lnTo>
                    <a:pt x="2144373" y="393370"/>
                  </a:lnTo>
                  <a:lnTo>
                    <a:pt x="2114191" y="356617"/>
                  </a:lnTo>
                  <a:lnTo>
                    <a:pt x="2083192" y="320486"/>
                  </a:lnTo>
                  <a:lnTo>
                    <a:pt x="2051380" y="284980"/>
                  </a:lnTo>
                  <a:lnTo>
                    <a:pt x="2018753" y="250101"/>
                  </a:lnTo>
                  <a:lnTo>
                    <a:pt x="1981477" y="212026"/>
                  </a:lnTo>
                  <a:lnTo>
                    <a:pt x="1943180" y="174739"/>
                  </a:lnTo>
                  <a:lnTo>
                    <a:pt x="1903873" y="138236"/>
                  </a:lnTo>
                  <a:lnTo>
                    <a:pt x="1863569" y="102515"/>
                  </a:lnTo>
                  <a:lnTo>
                    <a:pt x="1822281" y="67570"/>
                  </a:lnTo>
                  <a:lnTo>
                    <a:pt x="1780020" y="33400"/>
                  </a:lnTo>
                  <a:lnTo>
                    <a:pt x="1736801" y="0"/>
                  </a:lnTo>
                  <a:close/>
                </a:path>
              </a:pathLst>
            </a:custGeom>
            <a:solidFill>
              <a:srgbClr val="100A30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5">
            <a:extLst>
              <a:ext uri="{FF2B5EF4-FFF2-40B4-BE49-F238E27FC236}">
                <a16:creationId xmlns:a16="http://schemas.microsoft.com/office/drawing/2014/main" id="{B82CC18E-BA9B-3247-B081-3D945B8EF3A3}"/>
              </a:ext>
            </a:extLst>
          </p:cNvPr>
          <p:cNvSpPr/>
          <p:nvPr userDrawn="1"/>
        </p:nvSpPr>
        <p:spPr>
          <a:xfrm>
            <a:off x="9239516" y="0"/>
            <a:ext cx="2959100" cy="6858000"/>
          </a:xfrm>
          <a:custGeom>
            <a:avLst/>
            <a:gdLst/>
            <a:ahLst/>
            <a:cxnLst/>
            <a:rect l="l" t="t" r="r" b="b"/>
            <a:pathLst>
              <a:path w="2959100" h="6858000">
                <a:moveTo>
                  <a:pt x="2958744" y="0"/>
                </a:moveTo>
                <a:lnTo>
                  <a:pt x="0" y="0"/>
                </a:lnTo>
                <a:lnTo>
                  <a:pt x="0" y="6858000"/>
                </a:lnTo>
                <a:lnTo>
                  <a:pt x="2958744" y="6858000"/>
                </a:lnTo>
                <a:lnTo>
                  <a:pt x="295874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7000">
                <a:srgbClr val="100930">
                  <a:alpha val="71593"/>
                </a:srgb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DAD63CEA-99A4-4746-82CA-91FABC535F52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16" y="693667"/>
            <a:ext cx="4721758" cy="2110904"/>
          </a:xfrm>
          <a:prstGeom prst="rect">
            <a:avLst/>
          </a:prstGeom>
        </p:spPr>
      </p:pic>
      <p:sp>
        <p:nvSpPr>
          <p:cNvPr id="11" name="object 8">
            <a:extLst>
              <a:ext uri="{FF2B5EF4-FFF2-40B4-BE49-F238E27FC236}">
                <a16:creationId xmlns:a16="http://schemas.microsoft.com/office/drawing/2014/main" id="{ACCC0BFC-2E4F-D94E-AC95-0D330DBF108C}"/>
              </a:ext>
            </a:extLst>
          </p:cNvPr>
          <p:cNvSpPr txBox="1"/>
          <p:nvPr userDrawn="1"/>
        </p:nvSpPr>
        <p:spPr>
          <a:xfrm>
            <a:off x="551116" y="3204082"/>
            <a:ext cx="3808729" cy="380232"/>
          </a:xfrm>
          <a:prstGeom prst="rect">
            <a:avLst/>
          </a:prstGeom>
          <a:solidFill>
            <a:srgbClr val="E5007D"/>
          </a:solidFill>
          <a:effectLst>
            <a:outerShdw blurRad="233459" dist="19158" dir="10080000" sx="96000" sy="96000" algn="ctr" rotWithShape="0">
              <a:schemeClr val="tx1"/>
            </a:outerShdw>
          </a:effectLst>
        </p:spPr>
        <p:txBody>
          <a:bodyPr vert="horz" wrap="square" lIns="0" tIns="6413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505"/>
              </a:spcBef>
            </a:pPr>
            <a:endParaRPr sz="205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76270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C7E27CDF-19F8-7F4E-93BC-40B81B50DC32}"/>
              </a:ext>
            </a:extLst>
          </p:cNvPr>
          <p:cNvSpPr/>
          <p:nvPr userDrawn="1"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100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B190D3CC-1981-AB42-8D1A-B192BF7DCB8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90608" y="0"/>
            <a:ext cx="9102585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B08E3CD-364A-A24C-BE89-177EABA3DF82}"/>
              </a:ext>
            </a:extLst>
          </p:cNvPr>
          <p:cNvGrpSpPr/>
          <p:nvPr userDrawn="1"/>
        </p:nvGrpSpPr>
        <p:grpSpPr>
          <a:xfrm>
            <a:off x="152976" y="0"/>
            <a:ext cx="6445976" cy="6858147"/>
            <a:chOff x="1706584" y="0"/>
            <a:chExt cx="6445976" cy="6858147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CB2D2C32-7E2C-384F-ADBC-EDD4AA0CBF78}"/>
                </a:ext>
              </a:extLst>
            </p:cNvPr>
            <p:cNvSpPr/>
            <p:nvPr/>
          </p:nvSpPr>
          <p:spPr>
            <a:xfrm>
              <a:off x="1706584" y="0"/>
              <a:ext cx="5938520" cy="6858000"/>
            </a:xfrm>
            <a:custGeom>
              <a:avLst/>
              <a:gdLst/>
              <a:ahLst/>
              <a:cxnLst/>
              <a:rect l="l" t="t" r="r" b="b"/>
              <a:pathLst>
                <a:path w="5938520" h="6858000">
                  <a:moveTo>
                    <a:pt x="3497978" y="0"/>
                  </a:moveTo>
                  <a:lnTo>
                    <a:pt x="3457498" y="285"/>
                  </a:lnTo>
                  <a:lnTo>
                    <a:pt x="0" y="285"/>
                  </a:lnTo>
                  <a:lnTo>
                    <a:pt x="0" y="6858006"/>
                  </a:lnTo>
                  <a:lnTo>
                    <a:pt x="3014802" y="6858006"/>
                  </a:lnTo>
                  <a:lnTo>
                    <a:pt x="3149977" y="6711027"/>
                  </a:lnTo>
                  <a:lnTo>
                    <a:pt x="3287001" y="6559705"/>
                  </a:lnTo>
                  <a:lnTo>
                    <a:pt x="3425397" y="6404368"/>
                  </a:lnTo>
                  <a:lnTo>
                    <a:pt x="3529806" y="6285426"/>
                  </a:lnTo>
                  <a:lnTo>
                    <a:pt x="3634515" y="6164545"/>
                  </a:lnTo>
                  <a:lnTo>
                    <a:pt x="3739324" y="6041864"/>
                  </a:lnTo>
                  <a:lnTo>
                    <a:pt x="3844029" y="5917519"/>
                  </a:lnTo>
                  <a:lnTo>
                    <a:pt x="3948429" y="5791649"/>
                  </a:lnTo>
                  <a:lnTo>
                    <a:pt x="4052323" y="5664391"/>
                  </a:lnTo>
                  <a:lnTo>
                    <a:pt x="4121204" y="5578849"/>
                  </a:lnTo>
                  <a:lnTo>
                    <a:pt x="4189711" y="5492792"/>
                  </a:lnTo>
                  <a:lnTo>
                    <a:pt x="4257783" y="5406261"/>
                  </a:lnTo>
                  <a:lnTo>
                    <a:pt x="4325361" y="5319296"/>
                  </a:lnTo>
                  <a:lnTo>
                    <a:pt x="4392385" y="5231938"/>
                  </a:lnTo>
                  <a:lnTo>
                    <a:pt x="4458795" y="5144228"/>
                  </a:lnTo>
                  <a:lnTo>
                    <a:pt x="4524531" y="5056207"/>
                  </a:lnTo>
                  <a:lnTo>
                    <a:pt x="4589534" y="4967916"/>
                  </a:lnTo>
                  <a:lnTo>
                    <a:pt x="4621742" y="4923681"/>
                  </a:lnTo>
                  <a:lnTo>
                    <a:pt x="4653744" y="4879394"/>
                  </a:lnTo>
                  <a:lnTo>
                    <a:pt x="4685533" y="4835060"/>
                  </a:lnTo>
                  <a:lnTo>
                    <a:pt x="4717101" y="4790684"/>
                  </a:lnTo>
                  <a:lnTo>
                    <a:pt x="4748441" y="4746271"/>
                  </a:lnTo>
                  <a:lnTo>
                    <a:pt x="4779545" y="4701825"/>
                  </a:lnTo>
                  <a:lnTo>
                    <a:pt x="4810406" y="4657353"/>
                  </a:lnTo>
                  <a:lnTo>
                    <a:pt x="4841016" y="4612859"/>
                  </a:lnTo>
                  <a:lnTo>
                    <a:pt x="4871368" y="4568348"/>
                  </a:lnTo>
                  <a:lnTo>
                    <a:pt x="4901455" y="4523826"/>
                  </a:lnTo>
                  <a:lnTo>
                    <a:pt x="4931269" y="4479297"/>
                  </a:lnTo>
                  <a:lnTo>
                    <a:pt x="4960802" y="4434767"/>
                  </a:lnTo>
                  <a:lnTo>
                    <a:pt x="4990047" y="4390240"/>
                  </a:lnTo>
                  <a:lnTo>
                    <a:pt x="5018997" y="4345722"/>
                  </a:lnTo>
                  <a:lnTo>
                    <a:pt x="5047644" y="4301219"/>
                  </a:lnTo>
                  <a:lnTo>
                    <a:pt x="5075980" y="4256733"/>
                  </a:lnTo>
                  <a:lnTo>
                    <a:pt x="5103999" y="4212273"/>
                  </a:lnTo>
                  <a:lnTo>
                    <a:pt x="5131692" y="4167841"/>
                  </a:lnTo>
                  <a:lnTo>
                    <a:pt x="5159052" y="4123443"/>
                  </a:lnTo>
                  <a:lnTo>
                    <a:pt x="5186072" y="4079085"/>
                  </a:lnTo>
                  <a:lnTo>
                    <a:pt x="5212744" y="4034771"/>
                  </a:lnTo>
                  <a:lnTo>
                    <a:pt x="5239061" y="3990507"/>
                  </a:lnTo>
                  <a:lnTo>
                    <a:pt x="5265016" y="3946297"/>
                  </a:lnTo>
                  <a:lnTo>
                    <a:pt x="5290600" y="3902147"/>
                  </a:lnTo>
                  <a:lnTo>
                    <a:pt x="5315806" y="3858062"/>
                  </a:lnTo>
                  <a:lnTo>
                    <a:pt x="5340627" y="3814046"/>
                  </a:lnTo>
                  <a:lnTo>
                    <a:pt x="5365056" y="3770106"/>
                  </a:lnTo>
                  <a:lnTo>
                    <a:pt x="5389084" y="3726246"/>
                  </a:lnTo>
                  <a:lnTo>
                    <a:pt x="5412705" y="3682471"/>
                  </a:lnTo>
                  <a:lnTo>
                    <a:pt x="5435911" y="3638786"/>
                  </a:lnTo>
                  <a:lnTo>
                    <a:pt x="5458694" y="3595196"/>
                  </a:lnTo>
                  <a:lnTo>
                    <a:pt x="5481048" y="3551707"/>
                  </a:lnTo>
                  <a:lnTo>
                    <a:pt x="5502964" y="3508324"/>
                  </a:lnTo>
                  <a:lnTo>
                    <a:pt x="5524435" y="3465051"/>
                  </a:lnTo>
                  <a:lnTo>
                    <a:pt x="5545453" y="3421894"/>
                  </a:lnTo>
                  <a:lnTo>
                    <a:pt x="5566012" y="3378858"/>
                  </a:lnTo>
                  <a:lnTo>
                    <a:pt x="5586103" y="3335947"/>
                  </a:lnTo>
                  <a:lnTo>
                    <a:pt x="5605720" y="3293168"/>
                  </a:lnTo>
                  <a:lnTo>
                    <a:pt x="5624854" y="3250525"/>
                  </a:lnTo>
                  <a:lnTo>
                    <a:pt x="5643498" y="3208023"/>
                  </a:lnTo>
                  <a:lnTo>
                    <a:pt x="5661645" y="3165667"/>
                  </a:lnTo>
                  <a:lnTo>
                    <a:pt x="5679288" y="3123463"/>
                  </a:lnTo>
                  <a:lnTo>
                    <a:pt x="5696418" y="3081415"/>
                  </a:lnTo>
                  <a:lnTo>
                    <a:pt x="5713028" y="3039529"/>
                  </a:lnTo>
                  <a:lnTo>
                    <a:pt x="5729111" y="2997809"/>
                  </a:lnTo>
                  <a:lnTo>
                    <a:pt x="5744660" y="2956261"/>
                  </a:lnTo>
                  <a:lnTo>
                    <a:pt x="5759667" y="2914890"/>
                  </a:lnTo>
                  <a:lnTo>
                    <a:pt x="5774124" y="2873701"/>
                  </a:lnTo>
                  <a:lnTo>
                    <a:pt x="5788024" y="2832699"/>
                  </a:lnTo>
                  <a:lnTo>
                    <a:pt x="5801359" y="2791889"/>
                  </a:lnTo>
                  <a:lnTo>
                    <a:pt x="5814123" y="2751277"/>
                  </a:lnTo>
                  <a:lnTo>
                    <a:pt x="5826307" y="2710866"/>
                  </a:lnTo>
                  <a:lnTo>
                    <a:pt x="5837904" y="2670663"/>
                  </a:lnTo>
                  <a:lnTo>
                    <a:pt x="5848906" y="2630673"/>
                  </a:lnTo>
                  <a:lnTo>
                    <a:pt x="5859307" y="2590900"/>
                  </a:lnTo>
                  <a:lnTo>
                    <a:pt x="5869098" y="2551350"/>
                  </a:lnTo>
                  <a:lnTo>
                    <a:pt x="5878273" y="2512028"/>
                  </a:lnTo>
                  <a:lnTo>
                    <a:pt x="5886823" y="2472938"/>
                  </a:lnTo>
                  <a:lnTo>
                    <a:pt x="5894741" y="2434087"/>
                  </a:lnTo>
                  <a:lnTo>
                    <a:pt x="5902020" y="2395479"/>
                  </a:lnTo>
                  <a:lnTo>
                    <a:pt x="5908653" y="2357118"/>
                  </a:lnTo>
                  <a:lnTo>
                    <a:pt x="5914631" y="2319012"/>
                  </a:lnTo>
                  <a:lnTo>
                    <a:pt x="5919948" y="2281163"/>
                  </a:lnTo>
                  <a:lnTo>
                    <a:pt x="5928566" y="2206261"/>
                  </a:lnTo>
                  <a:lnTo>
                    <a:pt x="5934447" y="2132454"/>
                  </a:lnTo>
                  <a:lnTo>
                    <a:pt x="5937533" y="2059782"/>
                  </a:lnTo>
                  <a:lnTo>
                    <a:pt x="5938008" y="2023885"/>
                  </a:lnTo>
                  <a:lnTo>
                    <a:pt x="5937762" y="1988287"/>
                  </a:lnTo>
                  <a:lnTo>
                    <a:pt x="5935076" y="1918008"/>
                  </a:lnTo>
                  <a:lnTo>
                    <a:pt x="5929414" y="1848986"/>
                  </a:lnTo>
                  <a:lnTo>
                    <a:pt x="5921851" y="1784782"/>
                  </a:lnTo>
                  <a:lnTo>
                    <a:pt x="5912807" y="1722067"/>
                  </a:lnTo>
                  <a:lnTo>
                    <a:pt x="5902317" y="1660824"/>
                  </a:lnTo>
                  <a:lnTo>
                    <a:pt x="5890415" y="1601035"/>
                  </a:lnTo>
                  <a:lnTo>
                    <a:pt x="5877134" y="1542683"/>
                  </a:lnTo>
                  <a:lnTo>
                    <a:pt x="5862510" y="1485751"/>
                  </a:lnTo>
                  <a:lnTo>
                    <a:pt x="5846576" y="1430222"/>
                  </a:lnTo>
                  <a:lnTo>
                    <a:pt x="5829367" y="1376078"/>
                  </a:lnTo>
                  <a:lnTo>
                    <a:pt x="5810917" y="1323302"/>
                  </a:lnTo>
                  <a:lnTo>
                    <a:pt x="5791261" y="1271877"/>
                  </a:lnTo>
                  <a:lnTo>
                    <a:pt x="5770432" y="1221785"/>
                  </a:lnTo>
                  <a:lnTo>
                    <a:pt x="5748465" y="1173010"/>
                  </a:lnTo>
                  <a:lnTo>
                    <a:pt x="5725394" y="1125534"/>
                  </a:lnTo>
                  <a:lnTo>
                    <a:pt x="5701253" y="1079341"/>
                  </a:lnTo>
                  <a:lnTo>
                    <a:pt x="5676077" y="1034411"/>
                  </a:lnTo>
                  <a:lnTo>
                    <a:pt x="5649900" y="990729"/>
                  </a:lnTo>
                  <a:lnTo>
                    <a:pt x="5622756" y="948277"/>
                  </a:lnTo>
                  <a:lnTo>
                    <a:pt x="5594680" y="907039"/>
                  </a:lnTo>
                  <a:lnTo>
                    <a:pt x="5565706" y="866995"/>
                  </a:lnTo>
                  <a:lnTo>
                    <a:pt x="5535867" y="828131"/>
                  </a:lnTo>
                  <a:lnTo>
                    <a:pt x="5505199" y="790427"/>
                  </a:lnTo>
                  <a:lnTo>
                    <a:pt x="5473736" y="753867"/>
                  </a:lnTo>
                  <a:lnTo>
                    <a:pt x="5441511" y="718434"/>
                  </a:lnTo>
                  <a:lnTo>
                    <a:pt x="5408559" y="684111"/>
                  </a:lnTo>
                  <a:lnTo>
                    <a:pt x="5374915" y="650879"/>
                  </a:lnTo>
                  <a:lnTo>
                    <a:pt x="5340613" y="618723"/>
                  </a:lnTo>
                  <a:lnTo>
                    <a:pt x="5305686" y="587624"/>
                  </a:lnTo>
                  <a:lnTo>
                    <a:pt x="5270170" y="557565"/>
                  </a:lnTo>
                  <a:lnTo>
                    <a:pt x="5234098" y="528530"/>
                  </a:lnTo>
                  <a:lnTo>
                    <a:pt x="5197505" y="500501"/>
                  </a:lnTo>
                  <a:lnTo>
                    <a:pt x="5160425" y="473460"/>
                  </a:lnTo>
                  <a:lnTo>
                    <a:pt x="5122892" y="447391"/>
                  </a:lnTo>
                  <a:lnTo>
                    <a:pt x="5084941" y="422276"/>
                  </a:lnTo>
                  <a:lnTo>
                    <a:pt x="5046605" y="398098"/>
                  </a:lnTo>
                  <a:lnTo>
                    <a:pt x="5007920" y="374840"/>
                  </a:lnTo>
                  <a:lnTo>
                    <a:pt x="4968919" y="352484"/>
                  </a:lnTo>
                  <a:lnTo>
                    <a:pt x="4929637" y="331014"/>
                  </a:lnTo>
                  <a:lnTo>
                    <a:pt x="4890108" y="310411"/>
                  </a:lnTo>
                  <a:lnTo>
                    <a:pt x="4850365" y="290659"/>
                  </a:lnTo>
                  <a:lnTo>
                    <a:pt x="4810445" y="271741"/>
                  </a:lnTo>
                  <a:lnTo>
                    <a:pt x="4770380" y="253639"/>
                  </a:lnTo>
                  <a:lnTo>
                    <a:pt x="4730205" y="236336"/>
                  </a:lnTo>
                  <a:lnTo>
                    <a:pt x="4689954" y="219814"/>
                  </a:lnTo>
                  <a:lnTo>
                    <a:pt x="4649662" y="204058"/>
                  </a:lnTo>
                  <a:lnTo>
                    <a:pt x="4609363" y="189048"/>
                  </a:lnTo>
                  <a:lnTo>
                    <a:pt x="4569091" y="174768"/>
                  </a:lnTo>
                  <a:lnTo>
                    <a:pt x="4528880" y="161201"/>
                  </a:lnTo>
                  <a:lnTo>
                    <a:pt x="4488765" y="148330"/>
                  </a:lnTo>
                  <a:lnTo>
                    <a:pt x="4448780" y="136137"/>
                  </a:lnTo>
                  <a:lnTo>
                    <a:pt x="4408959" y="124605"/>
                  </a:lnTo>
                  <a:lnTo>
                    <a:pt x="4369336" y="113716"/>
                  </a:lnTo>
                  <a:lnTo>
                    <a:pt x="4329947" y="103454"/>
                  </a:lnTo>
                  <a:lnTo>
                    <a:pt x="4290824" y="93802"/>
                  </a:lnTo>
                  <a:lnTo>
                    <a:pt x="4252002" y="84741"/>
                  </a:lnTo>
                  <a:lnTo>
                    <a:pt x="4213516" y="76256"/>
                  </a:lnTo>
                  <a:lnTo>
                    <a:pt x="4175400" y="68327"/>
                  </a:lnTo>
                  <a:lnTo>
                    <a:pt x="4137688" y="60939"/>
                  </a:lnTo>
                  <a:lnTo>
                    <a:pt x="4063613" y="47715"/>
                  </a:lnTo>
                  <a:lnTo>
                    <a:pt x="3991566" y="36446"/>
                  </a:lnTo>
                  <a:lnTo>
                    <a:pt x="3887896" y="22903"/>
                  </a:lnTo>
                  <a:lnTo>
                    <a:pt x="3822118" y="15915"/>
                  </a:lnTo>
                  <a:lnTo>
                    <a:pt x="3759326" y="10399"/>
                  </a:lnTo>
                  <a:lnTo>
                    <a:pt x="3699796" y="6215"/>
                  </a:lnTo>
                  <a:lnTo>
                    <a:pt x="3643801" y="3227"/>
                  </a:lnTo>
                  <a:lnTo>
                    <a:pt x="3591616" y="1297"/>
                  </a:lnTo>
                  <a:lnTo>
                    <a:pt x="3543515" y="285"/>
                  </a:lnTo>
                  <a:lnTo>
                    <a:pt x="3497978" y="0"/>
                  </a:lnTo>
                  <a:close/>
                </a:path>
              </a:pathLst>
            </a:custGeom>
            <a:solidFill>
              <a:srgbClr val="100A3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C604CB20-22D1-A94D-A57F-5233E6EF0A1C}"/>
                </a:ext>
              </a:extLst>
            </p:cNvPr>
            <p:cNvSpPr/>
            <p:nvPr/>
          </p:nvSpPr>
          <p:spPr>
            <a:xfrm>
              <a:off x="4815353" y="135"/>
              <a:ext cx="2953385" cy="6858000"/>
            </a:xfrm>
            <a:custGeom>
              <a:avLst/>
              <a:gdLst/>
              <a:ahLst/>
              <a:cxnLst/>
              <a:rect l="l" t="t" r="r" b="b"/>
              <a:pathLst>
                <a:path w="2953384" h="6858000">
                  <a:moveTo>
                    <a:pt x="1318437" y="0"/>
                  </a:moveTo>
                  <a:lnTo>
                    <a:pt x="1014780" y="0"/>
                  </a:lnTo>
                  <a:lnTo>
                    <a:pt x="1059782" y="8674"/>
                  </a:lnTo>
                  <a:lnTo>
                    <a:pt x="1105269" y="18060"/>
                  </a:lnTo>
                  <a:lnTo>
                    <a:pt x="1151187" y="28186"/>
                  </a:lnTo>
                  <a:lnTo>
                    <a:pt x="1197485" y="39077"/>
                  </a:lnTo>
                  <a:lnTo>
                    <a:pt x="1244110" y="50760"/>
                  </a:lnTo>
                  <a:lnTo>
                    <a:pt x="1291009" y="63261"/>
                  </a:lnTo>
                  <a:lnTo>
                    <a:pt x="1338130" y="76608"/>
                  </a:lnTo>
                  <a:lnTo>
                    <a:pt x="1385420" y="90826"/>
                  </a:lnTo>
                  <a:lnTo>
                    <a:pt x="1432826" y="105943"/>
                  </a:lnTo>
                  <a:lnTo>
                    <a:pt x="1484165" y="123329"/>
                  </a:lnTo>
                  <a:lnTo>
                    <a:pt x="1534655" y="141495"/>
                  </a:lnTo>
                  <a:lnTo>
                    <a:pt x="1584290" y="160439"/>
                  </a:lnTo>
                  <a:lnTo>
                    <a:pt x="1633066" y="180157"/>
                  </a:lnTo>
                  <a:lnTo>
                    <a:pt x="1680978" y="200648"/>
                  </a:lnTo>
                  <a:lnTo>
                    <a:pt x="1728021" y="221908"/>
                  </a:lnTo>
                  <a:lnTo>
                    <a:pt x="1774189" y="243933"/>
                  </a:lnTo>
                  <a:lnTo>
                    <a:pt x="1819479" y="266721"/>
                  </a:lnTo>
                  <a:lnTo>
                    <a:pt x="1863886" y="290270"/>
                  </a:lnTo>
                  <a:lnTo>
                    <a:pt x="1907403" y="314576"/>
                  </a:lnTo>
                  <a:lnTo>
                    <a:pt x="1950027" y="339636"/>
                  </a:lnTo>
                  <a:lnTo>
                    <a:pt x="1991753" y="365447"/>
                  </a:lnTo>
                  <a:lnTo>
                    <a:pt x="2032576" y="392006"/>
                  </a:lnTo>
                  <a:lnTo>
                    <a:pt x="2072490" y="419311"/>
                  </a:lnTo>
                  <a:lnTo>
                    <a:pt x="2111492" y="447359"/>
                  </a:lnTo>
                  <a:lnTo>
                    <a:pt x="2149576" y="476146"/>
                  </a:lnTo>
                  <a:lnTo>
                    <a:pt x="2186737" y="505670"/>
                  </a:lnTo>
                  <a:lnTo>
                    <a:pt x="2222970" y="535927"/>
                  </a:lnTo>
                  <a:lnTo>
                    <a:pt x="2258271" y="566915"/>
                  </a:lnTo>
                  <a:lnTo>
                    <a:pt x="2292634" y="598631"/>
                  </a:lnTo>
                  <a:lnTo>
                    <a:pt x="2326055" y="631072"/>
                  </a:lnTo>
                  <a:lnTo>
                    <a:pt x="2358529" y="664235"/>
                  </a:lnTo>
                  <a:lnTo>
                    <a:pt x="2391788" y="700040"/>
                  </a:lnTo>
                  <a:lnTo>
                    <a:pt x="2423990" y="736664"/>
                  </a:lnTo>
                  <a:lnTo>
                    <a:pt x="2455135" y="774102"/>
                  </a:lnTo>
                  <a:lnTo>
                    <a:pt x="2485221" y="812351"/>
                  </a:lnTo>
                  <a:lnTo>
                    <a:pt x="2514246" y="851407"/>
                  </a:lnTo>
                  <a:lnTo>
                    <a:pt x="2542208" y="891265"/>
                  </a:lnTo>
                  <a:lnTo>
                    <a:pt x="2569106" y="931924"/>
                  </a:lnTo>
                  <a:lnTo>
                    <a:pt x="2594939" y="973378"/>
                  </a:lnTo>
                  <a:lnTo>
                    <a:pt x="2619704" y="1015623"/>
                  </a:lnTo>
                  <a:lnTo>
                    <a:pt x="2643399" y="1058657"/>
                  </a:lnTo>
                  <a:lnTo>
                    <a:pt x="2666024" y="1102475"/>
                  </a:lnTo>
                  <a:lnTo>
                    <a:pt x="2687577" y="1147073"/>
                  </a:lnTo>
                  <a:lnTo>
                    <a:pt x="2708055" y="1192449"/>
                  </a:lnTo>
                  <a:lnTo>
                    <a:pt x="2727458" y="1238596"/>
                  </a:lnTo>
                  <a:lnTo>
                    <a:pt x="2745784" y="1285514"/>
                  </a:lnTo>
                  <a:lnTo>
                    <a:pt x="2763030" y="1333196"/>
                  </a:lnTo>
                  <a:lnTo>
                    <a:pt x="2779196" y="1381640"/>
                  </a:lnTo>
                  <a:lnTo>
                    <a:pt x="2794280" y="1430841"/>
                  </a:lnTo>
                  <a:lnTo>
                    <a:pt x="2808279" y="1480797"/>
                  </a:lnTo>
                  <a:lnTo>
                    <a:pt x="2821193" y="1531503"/>
                  </a:lnTo>
                  <a:lnTo>
                    <a:pt x="2833020" y="1582955"/>
                  </a:lnTo>
                  <a:lnTo>
                    <a:pt x="2843758" y="1635149"/>
                  </a:lnTo>
                  <a:lnTo>
                    <a:pt x="2853405" y="1688083"/>
                  </a:lnTo>
                  <a:lnTo>
                    <a:pt x="2861960" y="1741751"/>
                  </a:lnTo>
                  <a:lnTo>
                    <a:pt x="2869422" y="1796151"/>
                  </a:lnTo>
                  <a:lnTo>
                    <a:pt x="2875788" y="1851278"/>
                  </a:lnTo>
                  <a:lnTo>
                    <a:pt x="2881782" y="1925466"/>
                  </a:lnTo>
                  <a:lnTo>
                    <a:pt x="2884419" y="2001632"/>
                  </a:lnTo>
                  <a:lnTo>
                    <a:pt x="2884478" y="2040455"/>
                  </a:lnTo>
                  <a:lnTo>
                    <a:pt x="2883700" y="2079768"/>
                  </a:lnTo>
                  <a:lnTo>
                    <a:pt x="2882083" y="2119571"/>
                  </a:lnTo>
                  <a:lnTo>
                    <a:pt x="2879628" y="2159862"/>
                  </a:lnTo>
                  <a:lnTo>
                    <a:pt x="2876337" y="2200639"/>
                  </a:lnTo>
                  <a:lnTo>
                    <a:pt x="2872209" y="2241902"/>
                  </a:lnTo>
                  <a:lnTo>
                    <a:pt x="2867244" y="2283650"/>
                  </a:lnTo>
                  <a:lnTo>
                    <a:pt x="2861444" y="2325879"/>
                  </a:lnTo>
                  <a:lnTo>
                    <a:pt x="2854808" y="2368591"/>
                  </a:lnTo>
                  <a:lnTo>
                    <a:pt x="2847337" y="2411782"/>
                  </a:lnTo>
                  <a:lnTo>
                    <a:pt x="2839031" y="2455451"/>
                  </a:lnTo>
                  <a:lnTo>
                    <a:pt x="2829892" y="2499598"/>
                  </a:lnTo>
                  <a:lnTo>
                    <a:pt x="2819918" y="2544221"/>
                  </a:lnTo>
                  <a:lnTo>
                    <a:pt x="2809111" y="2589318"/>
                  </a:lnTo>
                  <a:lnTo>
                    <a:pt x="2797471" y="2634889"/>
                  </a:lnTo>
                  <a:lnTo>
                    <a:pt x="2784999" y="2680931"/>
                  </a:lnTo>
                  <a:lnTo>
                    <a:pt x="2771695" y="2727444"/>
                  </a:lnTo>
                  <a:lnTo>
                    <a:pt x="2757558" y="2774426"/>
                  </a:lnTo>
                  <a:lnTo>
                    <a:pt x="2742591" y="2821875"/>
                  </a:lnTo>
                  <a:lnTo>
                    <a:pt x="2726793" y="2869791"/>
                  </a:lnTo>
                  <a:lnTo>
                    <a:pt x="2710164" y="2918172"/>
                  </a:lnTo>
                  <a:lnTo>
                    <a:pt x="2692706" y="2967016"/>
                  </a:lnTo>
                  <a:lnTo>
                    <a:pt x="2674417" y="3016323"/>
                  </a:lnTo>
                  <a:lnTo>
                    <a:pt x="2655300" y="3066091"/>
                  </a:lnTo>
                  <a:lnTo>
                    <a:pt x="2635354" y="3116318"/>
                  </a:lnTo>
                  <a:lnTo>
                    <a:pt x="2614580" y="3167003"/>
                  </a:lnTo>
                  <a:lnTo>
                    <a:pt x="2592978" y="3218145"/>
                  </a:lnTo>
                  <a:lnTo>
                    <a:pt x="2570548" y="3269743"/>
                  </a:lnTo>
                  <a:lnTo>
                    <a:pt x="2547291" y="3321794"/>
                  </a:lnTo>
                  <a:lnTo>
                    <a:pt x="2523208" y="3374299"/>
                  </a:lnTo>
                  <a:lnTo>
                    <a:pt x="2498298" y="3427255"/>
                  </a:lnTo>
                  <a:lnTo>
                    <a:pt x="2472563" y="3480660"/>
                  </a:lnTo>
                  <a:lnTo>
                    <a:pt x="2446002" y="3534515"/>
                  </a:lnTo>
                  <a:lnTo>
                    <a:pt x="2418617" y="3588817"/>
                  </a:lnTo>
                  <a:lnTo>
                    <a:pt x="2390406" y="3643564"/>
                  </a:lnTo>
                  <a:lnTo>
                    <a:pt x="2361372" y="3698757"/>
                  </a:lnTo>
                  <a:lnTo>
                    <a:pt x="2331514" y="3754392"/>
                  </a:lnTo>
                  <a:lnTo>
                    <a:pt x="2300833" y="3810469"/>
                  </a:lnTo>
                  <a:lnTo>
                    <a:pt x="2269329" y="3866987"/>
                  </a:lnTo>
                  <a:lnTo>
                    <a:pt x="2237003" y="3923944"/>
                  </a:lnTo>
                  <a:lnTo>
                    <a:pt x="2216161" y="3960144"/>
                  </a:lnTo>
                  <a:lnTo>
                    <a:pt x="2173500" y="4033065"/>
                  </a:lnTo>
                  <a:lnTo>
                    <a:pt x="2129537" y="4106675"/>
                  </a:lnTo>
                  <a:lnTo>
                    <a:pt x="2084277" y="4180968"/>
                  </a:lnTo>
                  <a:lnTo>
                    <a:pt x="2037723" y="4255939"/>
                  </a:lnTo>
                  <a:lnTo>
                    <a:pt x="1989882" y="4331580"/>
                  </a:lnTo>
                  <a:lnTo>
                    <a:pt x="1940755" y="4407887"/>
                  </a:lnTo>
                  <a:lnTo>
                    <a:pt x="1890349" y="4484854"/>
                  </a:lnTo>
                  <a:lnTo>
                    <a:pt x="1838666" y="4562475"/>
                  </a:lnTo>
                  <a:lnTo>
                    <a:pt x="1785712" y="4640744"/>
                  </a:lnTo>
                  <a:lnTo>
                    <a:pt x="1731490" y="4719655"/>
                  </a:lnTo>
                  <a:lnTo>
                    <a:pt x="1676005" y="4799203"/>
                  </a:lnTo>
                  <a:lnTo>
                    <a:pt x="1619260" y="4879381"/>
                  </a:lnTo>
                  <a:lnTo>
                    <a:pt x="1561261" y="4960184"/>
                  </a:lnTo>
                  <a:lnTo>
                    <a:pt x="1502012" y="5041606"/>
                  </a:lnTo>
                  <a:lnTo>
                    <a:pt x="1441515" y="5123642"/>
                  </a:lnTo>
                  <a:lnTo>
                    <a:pt x="1379777" y="5206284"/>
                  </a:lnTo>
                  <a:lnTo>
                    <a:pt x="1316801" y="5289529"/>
                  </a:lnTo>
                  <a:lnTo>
                    <a:pt x="1252591" y="5373369"/>
                  </a:lnTo>
                  <a:lnTo>
                    <a:pt x="1187152" y="5457799"/>
                  </a:lnTo>
                  <a:lnTo>
                    <a:pt x="1120487" y="5542813"/>
                  </a:lnTo>
                  <a:lnTo>
                    <a:pt x="1052601" y="5628405"/>
                  </a:lnTo>
                  <a:lnTo>
                    <a:pt x="983499" y="5714570"/>
                  </a:lnTo>
                  <a:lnTo>
                    <a:pt x="913184" y="5801302"/>
                  </a:lnTo>
                  <a:lnTo>
                    <a:pt x="841661" y="5888594"/>
                  </a:lnTo>
                  <a:lnTo>
                    <a:pt x="768934" y="5976442"/>
                  </a:lnTo>
                  <a:lnTo>
                    <a:pt x="695007" y="6064838"/>
                  </a:lnTo>
                  <a:lnTo>
                    <a:pt x="619884" y="6153778"/>
                  </a:lnTo>
                  <a:lnTo>
                    <a:pt x="513174" y="6278651"/>
                  </a:lnTo>
                  <a:lnTo>
                    <a:pt x="410052" y="6397766"/>
                  </a:lnTo>
                  <a:lnTo>
                    <a:pt x="306999" y="6515356"/>
                  </a:lnTo>
                  <a:lnTo>
                    <a:pt x="204189" y="6631311"/>
                  </a:lnTo>
                  <a:lnTo>
                    <a:pt x="101798" y="6745516"/>
                  </a:lnTo>
                  <a:lnTo>
                    <a:pt x="0" y="6857860"/>
                  </a:lnTo>
                  <a:lnTo>
                    <a:pt x="92303" y="6857860"/>
                  </a:lnTo>
                  <a:lnTo>
                    <a:pt x="193061" y="6746199"/>
                  </a:lnTo>
                  <a:lnTo>
                    <a:pt x="294327" y="6632773"/>
                  </a:lnTo>
                  <a:lnTo>
                    <a:pt x="395935" y="6517688"/>
                  </a:lnTo>
                  <a:lnTo>
                    <a:pt x="497718" y="6401051"/>
                  </a:lnTo>
                  <a:lnTo>
                    <a:pt x="599509" y="6282970"/>
                  </a:lnTo>
                  <a:lnTo>
                    <a:pt x="709437" y="6153741"/>
                  </a:lnTo>
                  <a:lnTo>
                    <a:pt x="784266" y="6064714"/>
                  </a:lnTo>
                  <a:lnTo>
                    <a:pt x="857895" y="5976231"/>
                  </a:lnTo>
                  <a:lnTo>
                    <a:pt x="930320" y="5888299"/>
                  </a:lnTo>
                  <a:lnTo>
                    <a:pt x="1001535" y="5800922"/>
                  </a:lnTo>
                  <a:lnTo>
                    <a:pt x="1071538" y="5714108"/>
                  </a:lnTo>
                  <a:lnTo>
                    <a:pt x="1140324" y="5627861"/>
                  </a:lnTo>
                  <a:lnTo>
                    <a:pt x="1207888" y="5542188"/>
                  </a:lnTo>
                  <a:lnTo>
                    <a:pt x="1274226" y="5457094"/>
                  </a:lnTo>
                  <a:lnTo>
                    <a:pt x="1339334" y="5372585"/>
                  </a:lnTo>
                  <a:lnTo>
                    <a:pt x="1403208" y="5288668"/>
                  </a:lnTo>
                  <a:lnTo>
                    <a:pt x="1465844" y="5205347"/>
                  </a:lnTo>
                  <a:lnTo>
                    <a:pt x="1527237" y="5122629"/>
                  </a:lnTo>
                  <a:lnTo>
                    <a:pt x="1587384" y="5040520"/>
                  </a:lnTo>
                  <a:lnTo>
                    <a:pt x="1646279" y="4959025"/>
                  </a:lnTo>
                  <a:lnTo>
                    <a:pt x="1703918" y="4878150"/>
                  </a:lnTo>
                  <a:lnTo>
                    <a:pt x="1760299" y="4797902"/>
                  </a:lnTo>
                  <a:lnTo>
                    <a:pt x="1815415" y="4718285"/>
                  </a:lnTo>
                  <a:lnTo>
                    <a:pt x="1869263" y="4639306"/>
                  </a:lnTo>
                  <a:lnTo>
                    <a:pt x="1921839" y="4560971"/>
                  </a:lnTo>
                  <a:lnTo>
                    <a:pt x="1973138" y="4483285"/>
                  </a:lnTo>
                  <a:lnTo>
                    <a:pt x="2023157" y="4406254"/>
                  </a:lnTo>
                  <a:lnTo>
                    <a:pt x="2071890" y="4329885"/>
                  </a:lnTo>
                  <a:lnTo>
                    <a:pt x="2119335" y="4254182"/>
                  </a:lnTo>
                  <a:lnTo>
                    <a:pt x="2165485" y="4179152"/>
                  </a:lnTo>
                  <a:lnTo>
                    <a:pt x="2210338" y="4104801"/>
                  </a:lnTo>
                  <a:lnTo>
                    <a:pt x="2253889" y="4031134"/>
                  </a:lnTo>
                  <a:lnTo>
                    <a:pt x="2296134" y="3958158"/>
                  </a:lnTo>
                  <a:lnTo>
                    <a:pt x="2328237" y="3901607"/>
                  </a:lnTo>
                  <a:lnTo>
                    <a:pt x="2359541" y="3845472"/>
                  </a:lnTo>
                  <a:lnTo>
                    <a:pt x="2390045" y="3789755"/>
                  </a:lnTo>
                  <a:lnTo>
                    <a:pt x="2419749" y="3734458"/>
                  </a:lnTo>
                  <a:lnTo>
                    <a:pt x="2448652" y="3679581"/>
                  </a:lnTo>
                  <a:lnTo>
                    <a:pt x="2476755" y="3625125"/>
                  </a:lnTo>
                  <a:lnTo>
                    <a:pt x="2504056" y="3571093"/>
                  </a:lnTo>
                  <a:lnTo>
                    <a:pt x="2530555" y="3517485"/>
                  </a:lnTo>
                  <a:lnTo>
                    <a:pt x="2556252" y="3464302"/>
                  </a:lnTo>
                  <a:lnTo>
                    <a:pt x="2581147" y="3411546"/>
                  </a:lnTo>
                  <a:lnTo>
                    <a:pt x="2605238" y="3359219"/>
                  </a:lnTo>
                  <a:lnTo>
                    <a:pt x="2628527" y="3307321"/>
                  </a:lnTo>
                  <a:lnTo>
                    <a:pt x="2651011" y="3255854"/>
                  </a:lnTo>
                  <a:lnTo>
                    <a:pt x="2672692" y="3204819"/>
                  </a:lnTo>
                  <a:lnTo>
                    <a:pt x="2693567" y="3154218"/>
                  </a:lnTo>
                  <a:lnTo>
                    <a:pt x="2713638" y="3104051"/>
                  </a:lnTo>
                  <a:lnTo>
                    <a:pt x="2732904" y="3054320"/>
                  </a:lnTo>
                  <a:lnTo>
                    <a:pt x="2751364" y="3005027"/>
                  </a:lnTo>
                  <a:lnTo>
                    <a:pt x="2769017" y="2956172"/>
                  </a:lnTo>
                  <a:lnTo>
                    <a:pt x="2785864" y="2907757"/>
                  </a:lnTo>
                  <a:lnTo>
                    <a:pt x="2801905" y="2859783"/>
                  </a:lnTo>
                  <a:lnTo>
                    <a:pt x="2817137" y="2812252"/>
                  </a:lnTo>
                  <a:lnTo>
                    <a:pt x="2831562" y="2765165"/>
                  </a:lnTo>
                  <a:lnTo>
                    <a:pt x="2845179" y="2718523"/>
                  </a:lnTo>
                  <a:lnTo>
                    <a:pt x="2857988" y="2672327"/>
                  </a:lnTo>
                  <a:lnTo>
                    <a:pt x="2869987" y="2626579"/>
                  </a:lnTo>
                  <a:lnTo>
                    <a:pt x="2881177" y="2581280"/>
                  </a:lnTo>
                  <a:lnTo>
                    <a:pt x="2891558" y="2536431"/>
                  </a:lnTo>
                  <a:lnTo>
                    <a:pt x="2901128" y="2492034"/>
                  </a:lnTo>
                  <a:lnTo>
                    <a:pt x="2909887" y="2448090"/>
                  </a:lnTo>
                  <a:lnTo>
                    <a:pt x="2917836" y="2404600"/>
                  </a:lnTo>
                  <a:lnTo>
                    <a:pt x="2924974" y="2361566"/>
                  </a:lnTo>
                  <a:lnTo>
                    <a:pt x="2931299" y="2318989"/>
                  </a:lnTo>
                  <a:lnTo>
                    <a:pt x="2936813" y="2276869"/>
                  </a:lnTo>
                  <a:lnTo>
                    <a:pt x="2941514" y="2235209"/>
                  </a:lnTo>
                  <a:lnTo>
                    <a:pt x="2945402" y="2194010"/>
                  </a:lnTo>
                  <a:lnTo>
                    <a:pt x="2948476" y="2153273"/>
                  </a:lnTo>
                  <a:lnTo>
                    <a:pt x="2950737" y="2112999"/>
                  </a:lnTo>
                  <a:lnTo>
                    <a:pt x="2952184" y="2073190"/>
                  </a:lnTo>
                  <a:lnTo>
                    <a:pt x="2952816" y="2033847"/>
                  </a:lnTo>
                  <a:lnTo>
                    <a:pt x="2952633" y="1994971"/>
                  </a:lnTo>
                  <a:lnTo>
                    <a:pt x="2951635" y="1956564"/>
                  </a:lnTo>
                  <a:lnTo>
                    <a:pt x="2947192" y="1881160"/>
                  </a:lnTo>
                  <a:lnTo>
                    <a:pt x="2937430" y="1789318"/>
                  </a:lnTo>
                  <a:lnTo>
                    <a:pt x="2930059" y="1735162"/>
                  </a:lnTo>
                  <a:lnTo>
                    <a:pt x="2921634" y="1681700"/>
                  </a:lnTo>
                  <a:lnTo>
                    <a:pt x="2912156" y="1628937"/>
                  </a:lnTo>
                  <a:lnTo>
                    <a:pt x="2901627" y="1576877"/>
                  </a:lnTo>
                  <a:lnTo>
                    <a:pt x="2890049" y="1525521"/>
                  </a:lnTo>
                  <a:lnTo>
                    <a:pt x="2877423" y="1474875"/>
                  </a:lnTo>
                  <a:lnTo>
                    <a:pt x="2863750" y="1424942"/>
                  </a:lnTo>
                  <a:lnTo>
                    <a:pt x="2849032" y="1375724"/>
                  </a:lnTo>
                  <a:lnTo>
                    <a:pt x="2833271" y="1327226"/>
                  </a:lnTo>
                  <a:lnTo>
                    <a:pt x="2816468" y="1279451"/>
                  </a:lnTo>
                  <a:lnTo>
                    <a:pt x="2798625" y="1232403"/>
                  </a:lnTo>
                  <a:lnTo>
                    <a:pt x="2779743" y="1186085"/>
                  </a:lnTo>
                  <a:lnTo>
                    <a:pt x="2759823" y="1140500"/>
                  </a:lnTo>
                  <a:lnTo>
                    <a:pt x="2738868" y="1095652"/>
                  </a:lnTo>
                  <a:lnTo>
                    <a:pt x="2716878" y="1051545"/>
                  </a:lnTo>
                  <a:lnTo>
                    <a:pt x="2693856" y="1008182"/>
                  </a:lnTo>
                  <a:lnTo>
                    <a:pt x="2669802" y="965566"/>
                  </a:lnTo>
                  <a:lnTo>
                    <a:pt x="2644719" y="923702"/>
                  </a:lnTo>
                  <a:lnTo>
                    <a:pt x="2618608" y="882592"/>
                  </a:lnTo>
                  <a:lnTo>
                    <a:pt x="2591470" y="842240"/>
                  </a:lnTo>
                  <a:lnTo>
                    <a:pt x="2563307" y="802649"/>
                  </a:lnTo>
                  <a:lnTo>
                    <a:pt x="2534121" y="763824"/>
                  </a:lnTo>
                  <a:lnTo>
                    <a:pt x="2503912" y="725767"/>
                  </a:lnTo>
                  <a:lnTo>
                    <a:pt x="2472683" y="688482"/>
                  </a:lnTo>
                  <a:lnTo>
                    <a:pt x="2440436" y="651972"/>
                  </a:lnTo>
                  <a:lnTo>
                    <a:pt x="2407170" y="616242"/>
                  </a:lnTo>
                  <a:lnTo>
                    <a:pt x="2373572" y="581969"/>
                  </a:lnTo>
                  <a:lnTo>
                    <a:pt x="2339007" y="548448"/>
                  </a:lnTo>
                  <a:lnTo>
                    <a:pt x="2303479" y="515681"/>
                  </a:lnTo>
                  <a:lnTo>
                    <a:pt x="2266994" y="483671"/>
                  </a:lnTo>
                  <a:lnTo>
                    <a:pt x="2229556" y="452421"/>
                  </a:lnTo>
                  <a:lnTo>
                    <a:pt x="2191171" y="421934"/>
                  </a:lnTo>
                  <a:lnTo>
                    <a:pt x="2151843" y="392213"/>
                  </a:lnTo>
                  <a:lnTo>
                    <a:pt x="2111578" y="363262"/>
                  </a:lnTo>
                  <a:lnTo>
                    <a:pt x="2070381" y="335083"/>
                  </a:lnTo>
                  <a:lnTo>
                    <a:pt x="2028256" y="307679"/>
                  </a:lnTo>
                  <a:lnTo>
                    <a:pt x="1985208" y="281054"/>
                  </a:lnTo>
                  <a:lnTo>
                    <a:pt x="1941243" y="255210"/>
                  </a:lnTo>
                  <a:lnTo>
                    <a:pt x="1896365" y="230150"/>
                  </a:lnTo>
                  <a:lnTo>
                    <a:pt x="1850580" y="205878"/>
                  </a:lnTo>
                  <a:lnTo>
                    <a:pt x="1803893" y="182396"/>
                  </a:lnTo>
                  <a:lnTo>
                    <a:pt x="1756308" y="159707"/>
                  </a:lnTo>
                  <a:lnTo>
                    <a:pt x="1707831" y="137816"/>
                  </a:lnTo>
                  <a:lnTo>
                    <a:pt x="1658466" y="116723"/>
                  </a:lnTo>
                  <a:lnTo>
                    <a:pt x="1608218" y="96434"/>
                  </a:lnTo>
                  <a:lnTo>
                    <a:pt x="1557094" y="76950"/>
                  </a:lnTo>
                  <a:lnTo>
                    <a:pt x="1505096" y="58274"/>
                  </a:lnTo>
                  <a:lnTo>
                    <a:pt x="1452232" y="40411"/>
                  </a:lnTo>
                  <a:lnTo>
                    <a:pt x="1385196" y="19338"/>
                  </a:lnTo>
                  <a:lnTo>
                    <a:pt x="1351775" y="9461"/>
                  </a:lnTo>
                  <a:lnTo>
                    <a:pt x="1318437" y="0"/>
                  </a:lnTo>
                  <a:close/>
                </a:path>
              </a:pathLst>
            </a:custGeom>
            <a:solidFill>
              <a:srgbClr val="100A30">
                <a:alpha val="8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20544D6B-4CDF-CD4C-872B-402400BFA8DE}"/>
                </a:ext>
              </a:extLst>
            </p:cNvPr>
            <p:cNvSpPr/>
            <p:nvPr/>
          </p:nvSpPr>
          <p:spPr>
            <a:xfrm>
              <a:off x="5000341" y="139"/>
              <a:ext cx="2884805" cy="6858000"/>
            </a:xfrm>
            <a:custGeom>
              <a:avLst/>
              <a:gdLst/>
              <a:ahLst/>
              <a:cxnLst/>
              <a:rect l="l" t="t" r="r" b="b"/>
              <a:pathLst>
                <a:path w="2884804" h="6858000">
                  <a:moveTo>
                    <a:pt x="1523276" y="0"/>
                  </a:moveTo>
                  <a:lnTo>
                    <a:pt x="1367777" y="0"/>
                  </a:lnTo>
                  <a:lnTo>
                    <a:pt x="1419963" y="19113"/>
                  </a:lnTo>
                  <a:lnTo>
                    <a:pt x="1471274" y="39021"/>
                  </a:lnTo>
                  <a:lnTo>
                    <a:pt x="1521706" y="59722"/>
                  </a:lnTo>
                  <a:lnTo>
                    <a:pt x="1571253" y="81213"/>
                  </a:lnTo>
                  <a:lnTo>
                    <a:pt x="1619911" y="103491"/>
                  </a:lnTo>
                  <a:lnTo>
                    <a:pt x="1667674" y="126553"/>
                  </a:lnTo>
                  <a:lnTo>
                    <a:pt x="1714538" y="150395"/>
                  </a:lnTo>
                  <a:lnTo>
                    <a:pt x="1760497" y="175016"/>
                  </a:lnTo>
                  <a:lnTo>
                    <a:pt x="1805547" y="200411"/>
                  </a:lnTo>
                  <a:lnTo>
                    <a:pt x="1849683" y="226579"/>
                  </a:lnTo>
                  <a:lnTo>
                    <a:pt x="1892899" y="253516"/>
                  </a:lnTo>
                  <a:lnTo>
                    <a:pt x="1935192" y="281220"/>
                  </a:lnTo>
                  <a:lnTo>
                    <a:pt x="1976555" y="309686"/>
                  </a:lnTo>
                  <a:lnTo>
                    <a:pt x="2016984" y="338914"/>
                  </a:lnTo>
                  <a:lnTo>
                    <a:pt x="2056474" y="368898"/>
                  </a:lnTo>
                  <a:lnTo>
                    <a:pt x="2095020" y="399638"/>
                  </a:lnTo>
                  <a:lnTo>
                    <a:pt x="2132616" y="431129"/>
                  </a:lnTo>
                  <a:lnTo>
                    <a:pt x="2169259" y="463369"/>
                  </a:lnTo>
                  <a:lnTo>
                    <a:pt x="2204943" y="496355"/>
                  </a:lnTo>
                  <a:lnTo>
                    <a:pt x="2239663" y="530084"/>
                  </a:lnTo>
                  <a:lnTo>
                    <a:pt x="2273414" y="564553"/>
                  </a:lnTo>
                  <a:lnTo>
                    <a:pt x="2306053" y="599613"/>
                  </a:lnTo>
                  <a:lnTo>
                    <a:pt x="2337732" y="635418"/>
                  </a:lnTo>
                  <a:lnTo>
                    <a:pt x="2368447" y="671964"/>
                  </a:lnTo>
                  <a:lnTo>
                    <a:pt x="2398199" y="709247"/>
                  </a:lnTo>
                  <a:lnTo>
                    <a:pt x="2426985" y="747265"/>
                  </a:lnTo>
                  <a:lnTo>
                    <a:pt x="2454805" y="786015"/>
                  </a:lnTo>
                  <a:lnTo>
                    <a:pt x="2481656" y="825493"/>
                  </a:lnTo>
                  <a:lnTo>
                    <a:pt x="2507538" y="865696"/>
                  </a:lnTo>
                  <a:lnTo>
                    <a:pt x="2532449" y="906620"/>
                  </a:lnTo>
                  <a:lnTo>
                    <a:pt x="2556387" y="948264"/>
                  </a:lnTo>
                  <a:lnTo>
                    <a:pt x="2579352" y="990622"/>
                  </a:lnTo>
                  <a:lnTo>
                    <a:pt x="2601341" y="1033693"/>
                  </a:lnTo>
                  <a:lnTo>
                    <a:pt x="2622355" y="1077473"/>
                  </a:lnTo>
                  <a:lnTo>
                    <a:pt x="2642390" y="1121959"/>
                  </a:lnTo>
                  <a:lnTo>
                    <a:pt x="2661446" y="1167147"/>
                  </a:lnTo>
                  <a:lnTo>
                    <a:pt x="2679522" y="1213035"/>
                  </a:lnTo>
                  <a:lnTo>
                    <a:pt x="2696615" y="1259619"/>
                  </a:lnTo>
                  <a:lnTo>
                    <a:pt x="2712725" y="1306896"/>
                  </a:lnTo>
                  <a:lnTo>
                    <a:pt x="2727851" y="1354863"/>
                  </a:lnTo>
                  <a:lnTo>
                    <a:pt x="2741990" y="1403516"/>
                  </a:lnTo>
                  <a:lnTo>
                    <a:pt x="2755142" y="1452853"/>
                  </a:lnTo>
                  <a:lnTo>
                    <a:pt x="2767305" y="1502870"/>
                  </a:lnTo>
                  <a:lnTo>
                    <a:pt x="2778477" y="1553564"/>
                  </a:lnTo>
                  <a:lnTo>
                    <a:pt x="2788658" y="1604932"/>
                  </a:lnTo>
                  <a:lnTo>
                    <a:pt x="2797846" y="1656970"/>
                  </a:lnTo>
                  <a:lnTo>
                    <a:pt x="2806040" y="1709676"/>
                  </a:lnTo>
                  <a:lnTo>
                    <a:pt x="2813237" y="1763046"/>
                  </a:lnTo>
                  <a:lnTo>
                    <a:pt x="2819438" y="1817077"/>
                  </a:lnTo>
                  <a:lnTo>
                    <a:pt x="2825558" y="1891846"/>
                  </a:lnTo>
                  <a:lnTo>
                    <a:pt x="2827404" y="1929945"/>
                  </a:lnTo>
                  <a:lnTo>
                    <a:pt x="2828441" y="1968518"/>
                  </a:lnTo>
                  <a:lnTo>
                    <a:pt x="2828670" y="2007565"/>
                  </a:lnTo>
                  <a:lnTo>
                    <a:pt x="2828091" y="2047084"/>
                  </a:lnTo>
                  <a:lnTo>
                    <a:pt x="2826704" y="2087075"/>
                  </a:lnTo>
                  <a:lnTo>
                    <a:pt x="2824510" y="2127534"/>
                  </a:lnTo>
                  <a:lnTo>
                    <a:pt x="2821509" y="2168463"/>
                  </a:lnTo>
                  <a:lnTo>
                    <a:pt x="2817702" y="2209858"/>
                  </a:lnTo>
                  <a:lnTo>
                    <a:pt x="2813089" y="2251720"/>
                  </a:lnTo>
                  <a:lnTo>
                    <a:pt x="2807670" y="2294046"/>
                  </a:lnTo>
                  <a:lnTo>
                    <a:pt x="2801446" y="2336836"/>
                  </a:lnTo>
                  <a:lnTo>
                    <a:pt x="2794417" y="2380088"/>
                  </a:lnTo>
                  <a:lnTo>
                    <a:pt x="2786584" y="2423800"/>
                  </a:lnTo>
                  <a:lnTo>
                    <a:pt x="2777946" y="2467973"/>
                  </a:lnTo>
                  <a:lnTo>
                    <a:pt x="2768505" y="2512603"/>
                  </a:lnTo>
                  <a:lnTo>
                    <a:pt x="2758260" y="2557691"/>
                  </a:lnTo>
                  <a:lnTo>
                    <a:pt x="2747213" y="2603235"/>
                  </a:lnTo>
                  <a:lnTo>
                    <a:pt x="2735363" y="2649233"/>
                  </a:lnTo>
                  <a:lnTo>
                    <a:pt x="2722711" y="2695685"/>
                  </a:lnTo>
                  <a:lnTo>
                    <a:pt x="2709257" y="2742589"/>
                  </a:lnTo>
                  <a:lnTo>
                    <a:pt x="2695001" y="2789943"/>
                  </a:lnTo>
                  <a:lnTo>
                    <a:pt x="2679945" y="2837748"/>
                  </a:lnTo>
                  <a:lnTo>
                    <a:pt x="2664088" y="2886000"/>
                  </a:lnTo>
                  <a:lnTo>
                    <a:pt x="2647431" y="2934700"/>
                  </a:lnTo>
                  <a:lnTo>
                    <a:pt x="2629974" y="2983845"/>
                  </a:lnTo>
                  <a:lnTo>
                    <a:pt x="2611718" y="3033435"/>
                  </a:lnTo>
                  <a:lnTo>
                    <a:pt x="2592663" y="3083469"/>
                  </a:lnTo>
                  <a:lnTo>
                    <a:pt x="2572809" y="3133944"/>
                  </a:lnTo>
                  <a:lnTo>
                    <a:pt x="2552156" y="3184860"/>
                  </a:lnTo>
                  <a:lnTo>
                    <a:pt x="2530706" y="3236216"/>
                  </a:lnTo>
                  <a:lnTo>
                    <a:pt x="2508458" y="3288009"/>
                  </a:lnTo>
                  <a:lnTo>
                    <a:pt x="2485414" y="3340240"/>
                  </a:lnTo>
                  <a:lnTo>
                    <a:pt x="2461572" y="3392907"/>
                  </a:lnTo>
                  <a:lnTo>
                    <a:pt x="2436935" y="3446008"/>
                  </a:lnTo>
                  <a:lnTo>
                    <a:pt x="2411501" y="3499542"/>
                  </a:lnTo>
                  <a:lnTo>
                    <a:pt x="2385272" y="3553509"/>
                  </a:lnTo>
                  <a:lnTo>
                    <a:pt x="2358247" y="3607906"/>
                  </a:lnTo>
                  <a:lnTo>
                    <a:pt x="2330428" y="3662732"/>
                  </a:lnTo>
                  <a:lnTo>
                    <a:pt x="2301815" y="3717987"/>
                  </a:lnTo>
                  <a:lnTo>
                    <a:pt x="2272407" y="3773669"/>
                  </a:lnTo>
                  <a:lnTo>
                    <a:pt x="2242206" y="3829776"/>
                  </a:lnTo>
                  <a:lnTo>
                    <a:pt x="2211212" y="3886308"/>
                  </a:lnTo>
                  <a:lnTo>
                    <a:pt x="2179425" y="3943262"/>
                  </a:lnTo>
                  <a:lnTo>
                    <a:pt x="2146846" y="4000639"/>
                  </a:lnTo>
                  <a:lnTo>
                    <a:pt x="2104203" y="4074329"/>
                  </a:lnTo>
                  <a:lnTo>
                    <a:pt x="2060283" y="4148697"/>
                  </a:lnTo>
                  <a:lnTo>
                    <a:pt x="2015090" y="4223737"/>
                  </a:lnTo>
                  <a:lnTo>
                    <a:pt x="1968626" y="4299444"/>
                  </a:lnTo>
                  <a:lnTo>
                    <a:pt x="1920897" y="4375812"/>
                  </a:lnTo>
                  <a:lnTo>
                    <a:pt x="1871905" y="4452836"/>
                  </a:lnTo>
                  <a:lnTo>
                    <a:pt x="1821656" y="4530510"/>
                  </a:lnTo>
                  <a:lnTo>
                    <a:pt x="1770154" y="4608829"/>
                  </a:lnTo>
                  <a:lnTo>
                    <a:pt x="1717401" y="4687788"/>
                  </a:lnTo>
                  <a:lnTo>
                    <a:pt x="1663403" y="4767380"/>
                  </a:lnTo>
                  <a:lnTo>
                    <a:pt x="1608162" y="4847601"/>
                  </a:lnTo>
                  <a:lnTo>
                    <a:pt x="1551684" y="4928444"/>
                  </a:lnTo>
                  <a:lnTo>
                    <a:pt x="1493973" y="5009905"/>
                  </a:lnTo>
                  <a:lnTo>
                    <a:pt x="1435031" y="5091977"/>
                  </a:lnTo>
                  <a:lnTo>
                    <a:pt x="1374864" y="5174656"/>
                  </a:lnTo>
                  <a:lnTo>
                    <a:pt x="1313475" y="5257935"/>
                  </a:lnTo>
                  <a:lnTo>
                    <a:pt x="1250868" y="5341810"/>
                  </a:lnTo>
                  <a:lnTo>
                    <a:pt x="1187047" y="5426275"/>
                  </a:lnTo>
                  <a:lnTo>
                    <a:pt x="1122017" y="5511324"/>
                  </a:lnTo>
                  <a:lnTo>
                    <a:pt x="1055781" y="5596951"/>
                  </a:lnTo>
                  <a:lnTo>
                    <a:pt x="988343" y="5683152"/>
                  </a:lnTo>
                  <a:lnTo>
                    <a:pt x="919707" y="5769921"/>
                  </a:lnTo>
                  <a:lnTo>
                    <a:pt x="849878" y="5857251"/>
                  </a:lnTo>
                  <a:lnTo>
                    <a:pt x="778859" y="5945139"/>
                  </a:lnTo>
                  <a:lnTo>
                    <a:pt x="706654" y="6033578"/>
                  </a:lnTo>
                  <a:lnTo>
                    <a:pt x="633267" y="6122562"/>
                  </a:lnTo>
                  <a:lnTo>
                    <a:pt x="558703" y="6212087"/>
                  </a:lnTo>
                  <a:lnTo>
                    <a:pt x="482965" y="6302146"/>
                  </a:lnTo>
                  <a:lnTo>
                    <a:pt x="406057" y="6392735"/>
                  </a:lnTo>
                  <a:lnTo>
                    <a:pt x="304471" y="6511113"/>
                  </a:lnTo>
                  <a:lnTo>
                    <a:pt x="202833" y="6628155"/>
                  </a:lnTo>
                  <a:lnTo>
                    <a:pt x="101292" y="6743768"/>
                  </a:lnTo>
                  <a:lnTo>
                    <a:pt x="0" y="6857860"/>
                  </a:lnTo>
                  <a:lnTo>
                    <a:pt x="74739" y="6857860"/>
                  </a:lnTo>
                  <a:lnTo>
                    <a:pt x="176531" y="6742813"/>
                  </a:lnTo>
                  <a:lnTo>
                    <a:pt x="278520" y="6626270"/>
                  </a:lnTo>
                  <a:lnTo>
                    <a:pt x="380559" y="6508322"/>
                  </a:lnTo>
                  <a:lnTo>
                    <a:pt x="486600" y="6384229"/>
                  </a:lnTo>
                  <a:lnTo>
                    <a:pt x="561875" y="6295158"/>
                  </a:lnTo>
                  <a:lnTo>
                    <a:pt x="636016" y="6206599"/>
                  </a:lnTo>
                  <a:lnTo>
                    <a:pt x="709019" y="6118557"/>
                  </a:lnTo>
                  <a:lnTo>
                    <a:pt x="780881" y="6031039"/>
                  </a:lnTo>
                  <a:lnTo>
                    <a:pt x="851598" y="5944049"/>
                  </a:lnTo>
                  <a:lnTo>
                    <a:pt x="921165" y="5857592"/>
                  </a:lnTo>
                  <a:lnTo>
                    <a:pt x="989579" y="5771674"/>
                  </a:lnTo>
                  <a:lnTo>
                    <a:pt x="1056837" y="5686300"/>
                  </a:lnTo>
                  <a:lnTo>
                    <a:pt x="1122934" y="5601475"/>
                  </a:lnTo>
                  <a:lnTo>
                    <a:pt x="1187866" y="5517205"/>
                  </a:lnTo>
                  <a:lnTo>
                    <a:pt x="1251631" y="5433494"/>
                  </a:lnTo>
                  <a:lnTo>
                    <a:pt x="1314223" y="5350348"/>
                  </a:lnTo>
                  <a:lnTo>
                    <a:pt x="1375639" y="5267773"/>
                  </a:lnTo>
                  <a:lnTo>
                    <a:pt x="1435876" y="5185772"/>
                  </a:lnTo>
                  <a:lnTo>
                    <a:pt x="1494930" y="5104352"/>
                  </a:lnTo>
                  <a:lnTo>
                    <a:pt x="1552796" y="5023518"/>
                  </a:lnTo>
                  <a:lnTo>
                    <a:pt x="1609471" y="4943276"/>
                  </a:lnTo>
                  <a:lnTo>
                    <a:pt x="1664951" y="4863629"/>
                  </a:lnTo>
                  <a:lnTo>
                    <a:pt x="1719233" y="4784584"/>
                  </a:lnTo>
                  <a:lnTo>
                    <a:pt x="1772312" y="4706146"/>
                  </a:lnTo>
                  <a:lnTo>
                    <a:pt x="1824185" y="4628320"/>
                  </a:lnTo>
                  <a:lnTo>
                    <a:pt x="1874847" y="4551112"/>
                  </a:lnTo>
                  <a:lnTo>
                    <a:pt x="1924296" y="4474525"/>
                  </a:lnTo>
                  <a:lnTo>
                    <a:pt x="1972527" y="4398567"/>
                  </a:lnTo>
                  <a:lnTo>
                    <a:pt x="2019537" y="4323242"/>
                  </a:lnTo>
                  <a:lnTo>
                    <a:pt x="2065321" y="4248555"/>
                  </a:lnTo>
                  <a:lnTo>
                    <a:pt x="2109876" y="4174511"/>
                  </a:lnTo>
                  <a:lnTo>
                    <a:pt x="2153198" y="4101117"/>
                  </a:lnTo>
                  <a:lnTo>
                    <a:pt x="2195283" y="4028376"/>
                  </a:lnTo>
                  <a:lnTo>
                    <a:pt x="2227552" y="3971553"/>
                  </a:lnTo>
                  <a:lnTo>
                    <a:pt x="2259053" y="3915131"/>
                  </a:lnTo>
                  <a:lnTo>
                    <a:pt x="2289784" y="3859113"/>
                  </a:lnTo>
                  <a:lnTo>
                    <a:pt x="2319746" y="3803498"/>
                  </a:lnTo>
                  <a:lnTo>
                    <a:pt x="2348938" y="3748289"/>
                  </a:lnTo>
                  <a:lnTo>
                    <a:pt x="2377359" y="3693485"/>
                  </a:lnTo>
                  <a:lnTo>
                    <a:pt x="2405010" y="3639090"/>
                  </a:lnTo>
                  <a:lnTo>
                    <a:pt x="2431890" y="3585103"/>
                  </a:lnTo>
                  <a:lnTo>
                    <a:pt x="2457999" y="3531527"/>
                  </a:lnTo>
                  <a:lnTo>
                    <a:pt x="2483336" y="3478361"/>
                  </a:lnTo>
                  <a:lnTo>
                    <a:pt x="2507901" y="3425608"/>
                  </a:lnTo>
                  <a:lnTo>
                    <a:pt x="2531694" y="3373269"/>
                  </a:lnTo>
                  <a:lnTo>
                    <a:pt x="2554713" y="3321344"/>
                  </a:lnTo>
                  <a:lnTo>
                    <a:pt x="2576960" y="3269835"/>
                  </a:lnTo>
                  <a:lnTo>
                    <a:pt x="2598433" y="3218744"/>
                  </a:lnTo>
                  <a:lnTo>
                    <a:pt x="2619132" y="3168071"/>
                  </a:lnTo>
                  <a:lnTo>
                    <a:pt x="2639057" y="3117817"/>
                  </a:lnTo>
                  <a:lnTo>
                    <a:pt x="2658207" y="3067985"/>
                  </a:lnTo>
                  <a:lnTo>
                    <a:pt x="2676582" y="3018574"/>
                  </a:lnTo>
                  <a:lnTo>
                    <a:pt x="2694182" y="2969586"/>
                  </a:lnTo>
                  <a:lnTo>
                    <a:pt x="2711006" y="2921023"/>
                  </a:lnTo>
                  <a:lnTo>
                    <a:pt x="2727054" y="2872886"/>
                  </a:lnTo>
                  <a:lnTo>
                    <a:pt x="2742326" y="2825175"/>
                  </a:lnTo>
                  <a:lnTo>
                    <a:pt x="2756820" y="2777892"/>
                  </a:lnTo>
                  <a:lnTo>
                    <a:pt x="2770538" y="2731038"/>
                  </a:lnTo>
                  <a:lnTo>
                    <a:pt x="2783477" y="2684615"/>
                  </a:lnTo>
                  <a:lnTo>
                    <a:pt x="2795639" y="2638623"/>
                  </a:lnTo>
                  <a:lnTo>
                    <a:pt x="2807023" y="2593064"/>
                  </a:lnTo>
                  <a:lnTo>
                    <a:pt x="2817628" y="2547939"/>
                  </a:lnTo>
                  <a:lnTo>
                    <a:pt x="2827453" y="2503249"/>
                  </a:lnTo>
                  <a:lnTo>
                    <a:pt x="2836500" y="2458996"/>
                  </a:lnTo>
                  <a:lnTo>
                    <a:pt x="2844766" y="2415180"/>
                  </a:lnTo>
                  <a:lnTo>
                    <a:pt x="2852252" y="2371802"/>
                  </a:lnTo>
                  <a:lnTo>
                    <a:pt x="2858958" y="2328865"/>
                  </a:lnTo>
                  <a:lnTo>
                    <a:pt x="2864883" y="2286369"/>
                  </a:lnTo>
                  <a:lnTo>
                    <a:pt x="2870027" y="2244315"/>
                  </a:lnTo>
                  <a:lnTo>
                    <a:pt x="2874389" y="2202705"/>
                  </a:lnTo>
                  <a:lnTo>
                    <a:pt x="2877969" y="2161540"/>
                  </a:lnTo>
                  <a:lnTo>
                    <a:pt x="2880766" y="2120820"/>
                  </a:lnTo>
                  <a:lnTo>
                    <a:pt x="2882781" y="2080547"/>
                  </a:lnTo>
                  <a:lnTo>
                    <a:pt x="2884013" y="2040723"/>
                  </a:lnTo>
                  <a:lnTo>
                    <a:pt x="2884461" y="2001349"/>
                  </a:lnTo>
                  <a:lnTo>
                    <a:pt x="2884125" y="1962425"/>
                  </a:lnTo>
                  <a:lnTo>
                    <a:pt x="2883005" y="1923953"/>
                  </a:lnTo>
                  <a:lnTo>
                    <a:pt x="2878411" y="1848370"/>
                  </a:lnTo>
                  <a:lnTo>
                    <a:pt x="2868814" y="1757750"/>
                  </a:lnTo>
                  <a:lnTo>
                    <a:pt x="2861734" y="1704869"/>
                  </a:lnTo>
                  <a:lnTo>
                    <a:pt x="2853697" y="1652618"/>
                  </a:lnTo>
                  <a:lnTo>
                    <a:pt x="2844705" y="1601001"/>
                  </a:lnTo>
                  <a:lnTo>
                    <a:pt x="2834758" y="1550022"/>
                  </a:lnTo>
                  <a:lnTo>
                    <a:pt x="2823859" y="1499683"/>
                  </a:lnTo>
                  <a:lnTo>
                    <a:pt x="2812008" y="1449987"/>
                  </a:lnTo>
                  <a:lnTo>
                    <a:pt x="2799206" y="1400937"/>
                  </a:lnTo>
                  <a:lnTo>
                    <a:pt x="2785456" y="1352536"/>
                  </a:lnTo>
                  <a:lnTo>
                    <a:pt x="2770758" y="1304786"/>
                  </a:lnTo>
                  <a:lnTo>
                    <a:pt x="2755113" y="1257692"/>
                  </a:lnTo>
                  <a:lnTo>
                    <a:pt x="2738524" y="1211256"/>
                  </a:lnTo>
                  <a:lnTo>
                    <a:pt x="2720990" y="1165480"/>
                  </a:lnTo>
                  <a:lnTo>
                    <a:pt x="2702514" y="1120368"/>
                  </a:lnTo>
                  <a:lnTo>
                    <a:pt x="2683097" y="1075923"/>
                  </a:lnTo>
                  <a:lnTo>
                    <a:pt x="2662740" y="1032148"/>
                  </a:lnTo>
                  <a:lnTo>
                    <a:pt x="2641444" y="989045"/>
                  </a:lnTo>
                  <a:lnTo>
                    <a:pt x="2619211" y="946617"/>
                  </a:lnTo>
                  <a:lnTo>
                    <a:pt x="2596042" y="904868"/>
                  </a:lnTo>
                  <a:lnTo>
                    <a:pt x="2571938" y="863801"/>
                  </a:lnTo>
                  <a:lnTo>
                    <a:pt x="2546901" y="823418"/>
                  </a:lnTo>
                  <a:lnTo>
                    <a:pt x="2520931" y="783723"/>
                  </a:lnTo>
                  <a:lnTo>
                    <a:pt x="2494031" y="744717"/>
                  </a:lnTo>
                  <a:lnTo>
                    <a:pt x="2466201" y="706405"/>
                  </a:lnTo>
                  <a:lnTo>
                    <a:pt x="2437443" y="668789"/>
                  </a:lnTo>
                  <a:lnTo>
                    <a:pt x="2407757" y="631873"/>
                  </a:lnTo>
                  <a:lnTo>
                    <a:pt x="2377146" y="595658"/>
                  </a:lnTo>
                  <a:lnTo>
                    <a:pt x="2345611" y="560149"/>
                  </a:lnTo>
                  <a:lnTo>
                    <a:pt x="2313152" y="525348"/>
                  </a:lnTo>
                  <a:lnTo>
                    <a:pt x="2279646" y="491130"/>
                  </a:lnTo>
                  <a:lnTo>
                    <a:pt x="2245217" y="457627"/>
                  </a:lnTo>
                  <a:lnTo>
                    <a:pt x="2209869" y="424843"/>
                  </a:lnTo>
                  <a:lnTo>
                    <a:pt x="2173607" y="392778"/>
                  </a:lnTo>
                  <a:lnTo>
                    <a:pt x="2136436" y="361437"/>
                  </a:lnTo>
                  <a:lnTo>
                    <a:pt x="2098362" y="330822"/>
                  </a:lnTo>
                  <a:lnTo>
                    <a:pt x="2059387" y="300934"/>
                  </a:lnTo>
                  <a:lnTo>
                    <a:pt x="2019518" y="271777"/>
                  </a:lnTo>
                  <a:lnTo>
                    <a:pt x="1978759" y="243353"/>
                  </a:lnTo>
                  <a:lnTo>
                    <a:pt x="1937115" y="215665"/>
                  </a:lnTo>
                  <a:lnTo>
                    <a:pt x="1894591" y="188715"/>
                  </a:lnTo>
                  <a:lnTo>
                    <a:pt x="1851191" y="162506"/>
                  </a:lnTo>
                  <a:lnTo>
                    <a:pt x="1806920" y="137041"/>
                  </a:lnTo>
                  <a:lnTo>
                    <a:pt x="1761783" y="112321"/>
                  </a:lnTo>
                  <a:lnTo>
                    <a:pt x="1715785" y="88350"/>
                  </a:lnTo>
                  <a:lnTo>
                    <a:pt x="1668930" y="65129"/>
                  </a:lnTo>
                  <a:lnTo>
                    <a:pt x="1621224" y="42662"/>
                  </a:lnTo>
                  <a:lnTo>
                    <a:pt x="1572671" y="20952"/>
                  </a:lnTo>
                  <a:lnTo>
                    <a:pt x="1523276" y="0"/>
                  </a:lnTo>
                  <a:close/>
                </a:path>
              </a:pathLst>
            </a:custGeom>
            <a:solidFill>
              <a:srgbClr val="100A30">
                <a:alpha val="7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2D7CB728-CCC3-B54C-A4A6-BE7069EEBFA6}"/>
                </a:ext>
              </a:extLst>
            </p:cNvPr>
            <p:cNvSpPr/>
            <p:nvPr/>
          </p:nvSpPr>
          <p:spPr>
            <a:xfrm>
              <a:off x="5139578" y="137"/>
              <a:ext cx="2844800" cy="6858000"/>
            </a:xfrm>
            <a:custGeom>
              <a:avLst/>
              <a:gdLst/>
              <a:ahLst/>
              <a:cxnLst/>
              <a:rect l="l" t="t" r="r" b="b"/>
              <a:pathLst>
                <a:path w="2844800" h="6858000">
                  <a:moveTo>
                    <a:pt x="1604276" y="0"/>
                  </a:moveTo>
                  <a:lnTo>
                    <a:pt x="1494764" y="0"/>
                  </a:lnTo>
                  <a:lnTo>
                    <a:pt x="1542627" y="21744"/>
                  </a:lnTo>
                  <a:lnTo>
                    <a:pt x="1589661" y="44218"/>
                  </a:lnTo>
                  <a:lnTo>
                    <a:pt x="1635859" y="67421"/>
                  </a:lnTo>
                  <a:lnTo>
                    <a:pt x="1681217" y="91349"/>
                  </a:lnTo>
                  <a:lnTo>
                    <a:pt x="1725731" y="116000"/>
                  </a:lnTo>
                  <a:lnTo>
                    <a:pt x="1769395" y="141373"/>
                  </a:lnTo>
                  <a:lnTo>
                    <a:pt x="1812206" y="167464"/>
                  </a:lnTo>
                  <a:lnTo>
                    <a:pt x="1854158" y="194271"/>
                  </a:lnTo>
                  <a:lnTo>
                    <a:pt x="1895246" y="221792"/>
                  </a:lnTo>
                  <a:lnTo>
                    <a:pt x="1935466" y="250025"/>
                  </a:lnTo>
                  <a:lnTo>
                    <a:pt x="1974813" y="278968"/>
                  </a:lnTo>
                  <a:lnTo>
                    <a:pt x="2013282" y="308617"/>
                  </a:lnTo>
                  <a:lnTo>
                    <a:pt x="2050868" y="338971"/>
                  </a:lnTo>
                  <a:lnTo>
                    <a:pt x="2087567" y="370028"/>
                  </a:lnTo>
                  <a:lnTo>
                    <a:pt x="2123374" y="401784"/>
                  </a:lnTo>
                  <a:lnTo>
                    <a:pt x="2158284" y="434238"/>
                  </a:lnTo>
                  <a:lnTo>
                    <a:pt x="2192293" y="467388"/>
                  </a:lnTo>
                  <a:lnTo>
                    <a:pt x="2225395" y="501230"/>
                  </a:lnTo>
                  <a:lnTo>
                    <a:pt x="2257947" y="536159"/>
                  </a:lnTo>
                  <a:lnTo>
                    <a:pt x="2289574" y="571804"/>
                  </a:lnTo>
                  <a:lnTo>
                    <a:pt x="2320275" y="608161"/>
                  </a:lnTo>
                  <a:lnTo>
                    <a:pt x="2350048" y="645228"/>
                  </a:lnTo>
                  <a:lnTo>
                    <a:pt x="2378892" y="683002"/>
                  </a:lnTo>
                  <a:lnTo>
                    <a:pt x="2406806" y="721480"/>
                  </a:lnTo>
                  <a:lnTo>
                    <a:pt x="2433788" y="760659"/>
                  </a:lnTo>
                  <a:lnTo>
                    <a:pt x="2459837" y="800536"/>
                  </a:lnTo>
                  <a:lnTo>
                    <a:pt x="2484952" y="841108"/>
                  </a:lnTo>
                  <a:lnTo>
                    <a:pt x="2509131" y="882372"/>
                  </a:lnTo>
                  <a:lnTo>
                    <a:pt x="2532374" y="924324"/>
                  </a:lnTo>
                  <a:lnTo>
                    <a:pt x="2554679" y="966963"/>
                  </a:lnTo>
                  <a:lnTo>
                    <a:pt x="2576044" y="1010285"/>
                  </a:lnTo>
                  <a:lnTo>
                    <a:pt x="2596469" y="1054287"/>
                  </a:lnTo>
                  <a:lnTo>
                    <a:pt x="2615952" y="1098966"/>
                  </a:lnTo>
                  <a:lnTo>
                    <a:pt x="2634492" y="1144319"/>
                  </a:lnTo>
                  <a:lnTo>
                    <a:pt x="2652087" y="1190343"/>
                  </a:lnTo>
                  <a:lnTo>
                    <a:pt x="2668736" y="1237036"/>
                  </a:lnTo>
                  <a:lnTo>
                    <a:pt x="2684438" y="1284393"/>
                  </a:lnTo>
                  <a:lnTo>
                    <a:pt x="2699192" y="1332413"/>
                  </a:lnTo>
                  <a:lnTo>
                    <a:pt x="2712996" y="1381092"/>
                  </a:lnTo>
                  <a:lnTo>
                    <a:pt x="2725849" y="1430428"/>
                  </a:lnTo>
                  <a:lnTo>
                    <a:pt x="2737750" y="1480416"/>
                  </a:lnTo>
                  <a:lnTo>
                    <a:pt x="2748697" y="1531055"/>
                  </a:lnTo>
                  <a:lnTo>
                    <a:pt x="2758690" y="1582341"/>
                  </a:lnTo>
                  <a:lnTo>
                    <a:pt x="2767726" y="1634272"/>
                  </a:lnTo>
                  <a:lnTo>
                    <a:pt x="2775805" y="1686844"/>
                  </a:lnTo>
                  <a:lnTo>
                    <a:pt x="2782925" y="1740054"/>
                  </a:lnTo>
                  <a:lnTo>
                    <a:pt x="2789085" y="1793900"/>
                  </a:lnTo>
                  <a:lnTo>
                    <a:pt x="2795202" y="1867759"/>
                  </a:lnTo>
                  <a:lnTo>
                    <a:pt x="2798257" y="1943418"/>
                  </a:lnTo>
                  <a:lnTo>
                    <a:pt x="2798637" y="1981919"/>
                  </a:lnTo>
                  <a:lnTo>
                    <a:pt x="2798251" y="2020867"/>
                  </a:lnTo>
                  <a:lnTo>
                    <a:pt x="2797102" y="2060260"/>
                  </a:lnTo>
                  <a:lnTo>
                    <a:pt x="2795188" y="2100097"/>
                  </a:lnTo>
                  <a:lnTo>
                    <a:pt x="2792511" y="2140377"/>
                  </a:lnTo>
                  <a:lnTo>
                    <a:pt x="2789071" y="2181099"/>
                  </a:lnTo>
                  <a:lnTo>
                    <a:pt x="2784867" y="2222261"/>
                  </a:lnTo>
                  <a:lnTo>
                    <a:pt x="2779901" y="2263863"/>
                  </a:lnTo>
                  <a:lnTo>
                    <a:pt x="2774173" y="2305903"/>
                  </a:lnTo>
                  <a:lnTo>
                    <a:pt x="2767683" y="2348381"/>
                  </a:lnTo>
                  <a:lnTo>
                    <a:pt x="2760431" y="2391295"/>
                  </a:lnTo>
                  <a:lnTo>
                    <a:pt x="2752418" y="2434644"/>
                  </a:lnTo>
                  <a:lnTo>
                    <a:pt x="2743645" y="2478426"/>
                  </a:lnTo>
                  <a:lnTo>
                    <a:pt x="2734110" y="2522641"/>
                  </a:lnTo>
                  <a:lnTo>
                    <a:pt x="2723816" y="2567288"/>
                  </a:lnTo>
                  <a:lnTo>
                    <a:pt x="2712762" y="2612365"/>
                  </a:lnTo>
                  <a:lnTo>
                    <a:pt x="2700948" y="2657872"/>
                  </a:lnTo>
                  <a:lnTo>
                    <a:pt x="2688376" y="2703806"/>
                  </a:lnTo>
                  <a:lnTo>
                    <a:pt x="2675044" y="2750168"/>
                  </a:lnTo>
                  <a:lnTo>
                    <a:pt x="2660954" y="2796955"/>
                  </a:lnTo>
                  <a:lnTo>
                    <a:pt x="2646106" y="2844168"/>
                  </a:lnTo>
                  <a:lnTo>
                    <a:pt x="2630501" y="2891803"/>
                  </a:lnTo>
                  <a:lnTo>
                    <a:pt x="2614138" y="2939861"/>
                  </a:lnTo>
                  <a:lnTo>
                    <a:pt x="2597018" y="2988340"/>
                  </a:lnTo>
                  <a:lnTo>
                    <a:pt x="2579142" y="3037240"/>
                  </a:lnTo>
                  <a:lnTo>
                    <a:pt x="2560509" y="3086558"/>
                  </a:lnTo>
                  <a:lnTo>
                    <a:pt x="2541121" y="3136294"/>
                  </a:lnTo>
                  <a:lnTo>
                    <a:pt x="2520976" y="3186447"/>
                  </a:lnTo>
                  <a:lnTo>
                    <a:pt x="2500077" y="3237016"/>
                  </a:lnTo>
                  <a:lnTo>
                    <a:pt x="2478423" y="3287999"/>
                  </a:lnTo>
                  <a:lnTo>
                    <a:pt x="2456014" y="3339395"/>
                  </a:lnTo>
                  <a:lnTo>
                    <a:pt x="2432851" y="3391203"/>
                  </a:lnTo>
                  <a:lnTo>
                    <a:pt x="2408934" y="3443422"/>
                  </a:lnTo>
                  <a:lnTo>
                    <a:pt x="2384264" y="3496051"/>
                  </a:lnTo>
                  <a:lnTo>
                    <a:pt x="2358840" y="3549089"/>
                  </a:lnTo>
                  <a:lnTo>
                    <a:pt x="2332664" y="3602535"/>
                  </a:lnTo>
                  <a:lnTo>
                    <a:pt x="2305736" y="3656386"/>
                  </a:lnTo>
                  <a:lnTo>
                    <a:pt x="2278055" y="3710643"/>
                  </a:lnTo>
                  <a:lnTo>
                    <a:pt x="2249623" y="3765304"/>
                  </a:lnTo>
                  <a:lnTo>
                    <a:pt x="2220439" y="3820369"/>
                  </a:lnTo>
                  <a:lnTo>
                    <a:pt x="2190504" y="3875834"/>
                  </a:lnTo>
                  <a:lnTo>
                    <a:pt x="2159819" y="3931701"/>
                  </a:lnTo>
                  <a:lnTo>
                    <a:pt x="2128384" y="3987967"/>
                  </a:lnTo>
                  <a:lnTo>
                    <a:pt x="2096198" y="4044632"/>
                  </a:lnTo>
                  <a:lnTo>
                    <a:pt x="2053779" y="4117966"/>
                  </a:lnTo>
                  <a:lnTo>
                    <a:pt x="2010130" y="4191951"/>
                  </a:lnTo>
                  <a:lnTo>
                    <a:pt x="1965257" y="4266583"/>
                  </a:lnTo>
                  <a:lnTo>
                    <a:pt x="1919161" y="4341857"/>
                  </a:lnTo>
                  <a:lnTo>
                    <a:pt x="1871848" y="4417768"/>
                  </a:lnTo>
                  <a:lnTo>
                    <a:pt x="1823320" y="4494310"/>
                  </a:lnTo>
                  <a:lnTo>
                    <a:pt x="1773581" y="4571478"/>
                  </a:lnTo>
                  <a:lnTo>
                    <a:pt x="1722636" y="4649267"/>
                  </a:lnTo>
                  <a:lnTo>
                    <a:pt x="1670488" y="4727673"/>
                  </a:lnTo>
                  <a:lnTo>
                    <a:pt x="1617140" y="4806689"/>
                  </a:lnTo>
                  <a:lnTo>
                    <a:pt x="1562596" y="4886312"/>
                  </a:lnTo>
                  <a:lnTo>
                    <a:pt x="1506861" y="4966535"/>
                  </a:lnTo>
                  <a:lnTo>
                    <a:pt x="1449938" y="5047353"/>
                  </a:lnTo>
                  <a:lnTo>
                    <a:pt x="1391829" y="5128763"/>
                  </a:lnTo>
                  <a:lnTo>
                    <a:pt x="1332541" y="5210757"/>
                  </a:lnTo>
                  <a:lnTo>
                    <a:pt x="1272075" y="5293332"/>
                  </a:lnTo>
                  <a:lnTo>
                    <a:pt x="1210436" y="5376482"/>
                  </a:lnTo>
                  <a:lnTo>
                    <a:pt x="1147627" y="5460202"/>
                  </a:lnTo>
                  <a:lnTo>
                    <a:pt x="1083652" y="5544487"/>
                  </a:lnTo>
                  <a:lnTo>
                    <a:pt x="1018516" y="5629331"/>
                  </a:lnTo>
                  <a:lnTo>
                    <a:pt x="952220" y="5714731"/>
                  </a:lnTo>
                  <a:lnTo>
                    <a:pt x="884771" y="5800680"/>
                  </a:lnTo>
                  <a:lnTo>
                    <a:pt x="816170" y="5887173"/>
                  </a:lnTo>
                  <a:lnTo>
                    <a:pt x="746422" y="5974206"/>
                  </a:lnTo>
                  <a:lnTo>
                    <a:pt x="675530" y="6061773"/>
                  </a:lnTo>
                  <a:lnTo>
                    <a:pt x="603499" y="6149869"/>
                  </a:lnTo>
                  <a:lnTo>
                    <a:pt x="530331" y="6238489"/>
                  </a:lnTo>
                  <a:lnTo>
                    <a:pt x="456032" y="6327628"/>
                  </a:lnTo>
                  <a:lnTo>
                    <a:pt x="380603" y="6417280"/>
                  </a:lnTo>
                  <a:lnTo>
                    <a:pt x="304050" y="6507441"/>
                  </a:lnTo>
                  <a:lnTo>
                    <a:pt x="202709" y="6625562"/>
                  </a:lnTo>
                  <a:lnTo>
                    <a:pt x="101315" y="6742398"/>
                  </a:lnTo>
                  <a:lnTo>
                    <a:pt x="0" y="6857860"/>
                  </a:lnTo>
                  <a:lnTo>
                    <a:pt x="61201" y="6857860"/>
                  </a:lnTo>
                  <a:lnTo>
                    <a:pt x="95873" y="6818374"/>
                  </a:lnTo>
                  <a:lnTo>
                    <a:pt x="199966" y="6698967"/>
                  </a:lnTo>
                  <a:lnTo>
                    <a:pt x="304054" y="6578177"/>
                  </a:lnTo>
                  <a:lnTo>
                    <a:pt x="415467" y="6447231"/>
                  </a:lnTo>
                  <a:lnTo>
                    <a:pt x="491086" y="6357354"/>
                  </a:lnTo>
                  <a:lnTo>
                    <a:pt x="565575" y="6267988"/>
                  </a:lnTo>
                  <a:lnTo>
                    <a:pt x="638930" y="6179141"/>
                  </a:lnTo>
                  <a:lnTo>
                    <a:pt x="711148" y="6090817"/>
                  </a:lnTo>
                  <a:lnTo>
                    <a:pt x="782225" y="6003020"/>
                  </a:lnTo>
                  <a:lnTo>
                    <a:pt x="852156" y="5915757"/>
                  </a:lnTo>
                  <a:lnTo>
                    <a:pt x="920939" y="5829032"/>
                  </a:lnTo>
                  <a:lnTo>
                    <a:pt x="988569" y="5742851"/>
                  </a:lnTo>
                  <a:lnTo>
                    <a:pt x="1055044" y="5657218"/>
                  </a:lnTo>
                  <a:lnTo>
                    <a:pt x="1120358" y="5572139"/>
                  </a:lnTo>
                  <a:lnTo>
                    <a:pt x="1184508" y="5487619"/>
                  </a:lnTo>
                  <a:lnTo>
                    <a:pt x="1247491" y="5403662"/>
                  </a:lnTo>
                  <a:lnTo>
                    <a:pt x="1309303" y="5320275"/>
                  </a:lnTo>
                  <a:lnTo>
                    <a:pt x="1369941" y="5237462"/>
                  </a:lnTo>
                  <a:lnTo>
                    <a:pt x="1429399" y="5155228"/>
                  </a:lnTo>
                  <a:lnTo>
                    <a:pt x="1487675" y="5073579"/>
                  </a:lnTo>
                  <a:lnTo>
                    <a:pt x="1544765" y="4992519"/>
                  </a:lnTo>
                  <a:lnTo>
                    <a:pt x="1600666" y="4912054"/>
                  </a:lnTo>
                  <a:lnTo>
                    <a:pt x="1655373" y="4832189"/>
                  </a:lnTo>
                  <a:lnTo>
                    <a:pt x="1708882" y="4752929"/>
                  </a:lnTo>
                  <a:lnTo>
                    <a:pt x="1761191" y="4674279"/>
                  </a:lnTo>
                  <a:lnTo>
                    <a:pt x="1812294" y="4596244"/>
                  </a:lnTo>
                  <a:lnTo>
                    <a:pt x="1862190" y="4518829"/>
                  </a:lnTo>
                  <a:lnTo>
                    <a:pt x="1910873" y="4442040"/>
                  </a:lnTo>
                  <a:lnTo>
                    <a:pt x="1958340" y="4365882"/>
                  </a:lnTo>
                  <a:lnTo>
                    <a:pt x="2004587" y="4290359"/>
                  </a:lnTo>
                  <a:lnTo>
                    <a:pt x="2049611" y="4215478"/>
                  </a:lnTo>
                  <a:lnTo>
                    <a:pt x="2093408" y="4141242"/>
                  </a:lnTo>
                  <a:lnTo>
                    <a:pt x="2135974" y="4067657"/>
                  </a:lnTo>
                  <a:lnTo>
                    <a:pt x="2168466" y="4010452"/>
                  </a:lnTo>
                  <a:lnTo>
                    <a:pt x="2200201" y="3953643"/>
                  </a:lnTo>
                  <a:lnTo>
                    <a:pt x="2231177" y="3897232"/>
                  </a:lnTo>
                  <a:lnTo>
                    <a:pt x="2261395" y="3841220"/>
                  </a:lnTo>
                  <a:lnTo>
                    <a:pt x="2290854" y="3785608"/>
                  </a:lnTo>
                  <a:lnTo>
                    <a:pt x="2319554" y="3730397"/>
                  </a:lnTo>
                  <a:lnTo>
                    <a:pt x="2347495" y="3675588"/>
                  </a:lnTo>
                  <a:lnTo>
                    <a:pt x="2374676" y="3621183"/>
                  </a:lnTo>
                  <a:lnTo>
                    <a:pt x="2401096" y="3567183"/>
                  </a:lnTo>
                  <a:lnTo>
                    <a:pt x="2426756" y="3513588"/>
                  </a:lnTo>
                  <a:lnTo>
                    <a:pt x="2451655" y="3460401"/>
                  </a:lnTo>
                  <a:lnTo>
                    <a:pt x="2475793" y="3407621"/>
                  </a:lnTo>
                  <a:lnTo>
                    <a:pt x="2499170" y="3355251"/>
                  </a:lnTo>
                  <a:lnTo>
                    <a:pt x="2521784" y="3303291"/>
                  </a:lnTo>
                  <a:lnTo>
                    <a:pt x="2543636" y="3251743"/>
                  </a:lnTo>
                  <a:lnTo>
                    <a:pt x="2564726" y="3200608"/>
                  </a:lnTo>
                  <a:lnTo>
                    <a:pt x="2585052" y="3149886"/>
                  </a:lnTo>
                  <a:lnTo>
                    <a:pt x="2604616" y="3099580"/>
                  </a:lnTo>
                  <a:lnTo>
                    <a:pt x="2623415" y="3049690"/>
                  </a:lnTo>
                  <a:lnTo>
                    <a:pt x="2641450" y="3000217"/>
                  </a:lnTo>
                  <a:lnTo>
                    <a:pt x="2658721" y="2951162"/>
                  </a:lnTo>
                  <a:lnTo>
                    <a:pt x="2675227" y="2902528"/>
                  </a:lnTo>
                  <a:lnTo>
                    <a:pt x="2690968" y="2854314"/>
                  </a:lnTo>
                  <a:lnTo>
                    <a:pt x="2705944" y="2806522"/>
                  </a:lnTo>
                  <a:lnTo>
                    <a:pt x="2720154" y="2759153"/>
                  </a:lnTo>
                  <a:lnTo>
                    <a:pt x="2733597" y="2712208"/>
                  </a:lnTo>
                  <a:lnTo>
                    <a:pt x="2746274" y="2665689"/>
                  </a:lnTo>
                  <a:lnTo>
                    <a:pt x="2758184" y="2619597"/>
                  </a:lnTo>
                  <a:lnTo>
                    <a:pt x="2769327" y="2573932"/>
                  </a:lnTo>
                  <a:lnTo>
                    <a:pt x="2779702" y="2528696"/>
                  </a:lnTo>
                  <a:lnTo>
                    <a:pt x="2789310" y="2483891"/>
                  </a:lnTo>
                  <a:lnTo>
                    <a:pt x="2798149" y="2439516"/>
                  </a:lnTo>
                  <a:lnTo>
                    <a:pt x="2806219" y="2395574"/>
                  </a:lnTo>
                  <a:lnTo>
                    <a:pt x="2813520" y="2352065"/>
                  </a:lnTo>
                  <a:lnTo>
                    <a:pt x="2820052" y="2308991"/>
                  </a:lnTo>
                  <a:lnTo>
                    <a:pt x="2825814" y="2266353"/>
                  </a:lnTo>
                  <a:lnTo>
                    <a:pt x="2830806" y="2224152"/>
                  </a:lnTo>
                  <a:lnTo>
                    <a:pt x="2835028" y="2182389"/>
                  </a:lnTo>
                  <a:lnTo>
                    <a:pt x="2838479" y="2141066"/>
                  </a:lnTo>
                  <a:lnTo>
                    <a:pt x="2841158" y="2100183"/>
                  </a:lnTo>
                  <a:lnTo>
                    <a:pt x="2843067" y="2059741"/>
                  </a:lnTo>
                  <a:lnTo>
                    <a:pt x="2844203" y="2019742"/>
                  </a:lnTo>
                  <a:lnTo>
                    <a:pt x="2844567" y="1980187"/>
                  </a:lnTo>
                  <a:lnTo>
                    <a:pt x="2844158" y="1941077"/>
                  </a:lnTo>
                  <a:lnTo>
                    <a:pt x="2842977" y="1902414"/>
                  </a:lnTo>
                  <a:lnTo>
                    <a:pt x="2841022" y="1864198"/>
                  </a:lnTo>
                  <a:lnTo>
                    <a:pt x="2834792" y="1789112"/>
                  </a:lnTo>
                  <a:lnTo>
                    <a:pt x="2828506" y="1734170"/>
                  </a:lnTo>
                  <a:lnTo>
                    <a:pt x="2821237" y="1679874"/>
                  </a:lnTo>
                  <a:lnTo>
                    <a:pt x="2812985" y="1626226"/>
                  </a:lnTo>
                  <a:lnTo>
                    <a:pt x="2803753" y="1573230"/>
                  </a:lnTo>
                  <a:lnTo>
                    <a:pt x="2793542" y="1520888"/>
                  </a:lnTo>
                  <a:lnTo>
                    <a:pt x="2782352" y="1469204"/>
                  </a:lnTo>
                  <a:lnTo>
                    <a:pt x="2770186" y="1418181"/>
                  </a:lnTo>
                  <a:lnTo>
                    <a:pt x="2757044" y="1367821"/>
                  </a:lnTo>
                  <a:lnTo>
                    <a:pt x="2742928" y="1318128"/>
                  </a:lnTo>
                  <a:lnTo>
                    <a:pt x="2727840" y="1269104"/>
                  </a:lnTo>
                  <a:lnTo>
                    <a:pt x="2711780" y="1220754"/>
                  </a:lnTo>
                  <a:lnTo>
                    <a:pt x="2694750" y="1173079"/>
                  </a:lnTo>
                  <a:lnTo>
                    <a:pt x="2676751" y="1126083"/>
                  </a:lnTo>
                  <a:lnTo>
                    <a:pt x="2657785" y="1079769"/>
                  </a:lnTo>
                  <a:lnTo>
                    <a:pt x="2637853" y="1034139"/>
                  </a:lnTo>
                  <a:lnTo>
                    <a:pt x="2616956" y="989198"/>
                  </a:lnTo>
                  <a:lnTo>
                    <a:pt x="2595096" y="944948"/>
                  </a:lnTo>
                  <a:lnTo>
                    <a:pt x="2572274" y="901391"/>
                  </a:lnTo>
                  <a:lnTo>
                    <a:pt x="2548490" y="858532"/>
                  </a:lnTo>
                  <a:lnTo>
                    <a:pt x="2523748" y="816373"/>
                  </a:lnTo>
                  <a:lnTo>
                    <a:pt x="2498047" y="774917"/>
                  </a:lnTo>
                  <a:lnTo>
                    <a:pt x="2471390" y="734167"/>
                  </a:lnTo>
                  <a:lnTo>
                    <a:pt x="2443777" y="694127"/>
                  </a:lnTo>
                  <a:lnTo>
                    <a:pt x="2415210" y="654799"/>
                  </a:lnTo>
                  <a:lnTo>
                    <a:pt x="2385690" y="616186"/>
                  </a:lnTo>
                  <a:lnTo>
                    <a:pt x="2355219" y="578291"/>
                  </a:lnTo>
                  <a:lnTo>
                    <a:pt x="2323798" y="541117"/>
                  </a:lnTo>
                  <a:lnTo>
                    <a:pt x="2291428" y="504669"/>
                  </a:lnTo>
                  <a:lnTo>
                    <a:pt x="2258110" y="468947"/>
                  </a:lnTo>
                  <a:lnTo>
                    <a:pt x="2224054" y="434156"/>
                  </a:lnTo>
                  <a:lnTo>
                    <a:pt x="2189069" y="400082"/>
                  </a:lnTo>
                  <a:lnTo>
                    <a:pt x="2153158" y="366730"/>
                  </a:lnTo>
                  <a:lnTo>
                    <a:pt x="2116328" y="334102"/>
                  </a:lnTo>
                  <a:lnTo>
                    <a:pt x="2078582" y="302200"/>
                  </a:lnTo>
                  <a:lnTo>
                    <a:pt x="2039925" y="271027"/>
                  </a:lnTo>
                  <a:lnTo>
                    <a:pt x="2000362" y="240586"/>
                  </a:lnTo>
                  <a:lnTo>
                    <a:pt x="1959897" y="210880"/>
                  </a:lnTo>
                  <a:lnTo>
                    <a:pt x="1918535" y="181911"/>
                  </a:lnTo>
                  <a:lnTo>
                    <a:pt x="1876281" y="153682"/>
                  </a:lnTo>
                  <a:lnTo>
                    <a:pt x="1833139" y="126195"/>
                  </a:lnTo>
                  <a:lnTo>
                    <a:pt x="1789114" y="99454"/>
                  </a:lnTo>
                  <a:lnTo>
                    <a:pt x="1744211" y="73462"/>
                  </a:lnTo>
                  <a:lnTo>
                    <a:pt x="1698434" y="48220"/>
                  </a:lnTo>
                  <a:lnTo>
                    <a:pt x="1651787" y="23731"/>
                  </a:lnTo>
                  <a:lnTo>
                    <a:pt x="1604276" y="0"/>
                  </a:lnTo>
                  <a:close/>
                </a:path>
              </a:pathLst>
            </a:custGeom>
            <a:solidFill>
              <a:srgbClr val="100A30">
                <a:alpha val="5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4E3714B9-868A-B544-A6F7-25087E472E46}"/>
                </a:ext>
              </a:extLst>
            </p:cNvPr>
            <p:cNvSpPr/>
            <p:nvPr/>
          </p:nvSpPr>
          <p:spPr>
            <a:xfrm>
              <a:off x="5275055" y="144"/>
              <a:ext cx="2783840" cy="6858000"/>
            </a:xfrm>
            <a:custGeom>
              <a:avLst/>
              <a:gdLst/>
              <a:ahLst/>
              <a:cxnLst/>
              <a:rect l="l" t="t" r="r" b="b"/>
              <a:pathLst>
                <a:path w="2783840" h="6858000">
                  <a:moveTo>
                    <a:pt x="1672399" y="0"/>
                  </a:moveTo>
                  <a:lnTo>
                    <a:pt x="1602867" y="0"/>
                  </a:lnTo>
                  <a:lnTo>
                    <a:pt x="1647432" y="25235"/>
                  </a:lnTo>
                  <a:lnTo>
                    <a:pt x="1691170" y="51172"/>
                  </a:lnTo>
                  <a:lnTo>
                    <a:pt x="1734076" y="77808"/>
                  </a:lnTo>
                  <a:lnTo>
                    <a:pt x="1776145" y="105142"/>
                  </a:lnTo>
                  <a:lnTo>
                    <a:pt x="1817373" y="133170"/>
                  </a:lnTo>
                  <a:lnTo>
                    <a:pt x="1857754" y="161892"/>
                  </a:lnTo>
                  <a:lnTo>
                    <a:pt x="1897284" y="191306"/>
                  </a:lnTo>
                  <a:lnTo>
                    <a:pt x="1935958" y="221409"/>
                  </a:lnTo>
                  <a:lnTo>
                    <a:pt x="1973771" y="252200"/>
                  </a:lnTo>
                  <a:lnTo>
                    <a:pt x="2010719" y="283678"/>
                  </a:lnTo>
                  <a:lnTo>
                    <a:pt x="2046795" y="315839"/>
                  </a:lnTo>
                  <a:lnTo>
                    <a:pt x="2081997" y="348682"/>
                  </a:lnTo>
                  <a:lnTo>
                    <a:pt x="2116318" y="382205"/>
                  </a:lnTo>
                  <a:lnTo>
                    <a:pt x="2149754" y="416407"/>
                  </a:lnTo>
                  <a:lnTo>
                    <a:pt x="2182683" y="451705"/>
                  </a:lnTo>
                  <a:lnTo>
                    <a:pt x="2214708" y="487703"/>
                  </a:lnTo>
                  <a:lnTo>
                    <a:pt x="2245827" y="524396"/>
                  </a:lnTo>
                  <a:lnTo>
                    <a:pt x="2276040" y="561783"/>
                  </a:lnTo>
                  <a:lnTo>
                    <a:pt x="2305345" y="599860"/>
                  </a:lnTo>
                  <a:lnTo>
                    <a:pt x="2333740" y="638626"/>
                  </a:lnTo>
                  <a:lnTo>
                    <a:pt x="2361226" y="678076"/>
                  </a:lnTo>
                  <a:lnTo>
                    <a:pt x="2387800" y="718208"/>
                  </a:lnTo>
                  <a:lnTo>
                    <a:pt x="2413461" y="759020"/>
                  </a:lnTo>
                  <a:lnTo>
                    <a:pt x="2438208" y="800508"/>
                  </a:lnTo>
                  <a:lnTo>
                    <a:pt x="2462039" y="842670"/>
                  </a:lnTo>
                  <a:lnTo>
                    <a:pt x="2484955" y="885502"/>
                  </a:lnTo>
                  <a:lnTo>
                    <a:pt x="2506952" y="929003"/>
                  </a:lnTo>
                  <a:lnTo>
                    <a:pt x="2528031" y="973169"/>
                  </a:lnTo>
                  <a:lnTo>
                    <a:pt x="2548189" y="1017998"/>
                  </a:lnTo>
                  <a:lnTo>
                    <a:pt x="2567427" y="1063487"/>
                  </a:lnTo>
                  <a:lnTo>
                    <a:pt x="2585741" y="1109632"/>
                  </a:lnTo>
                  <a:lnTo>
                    <a:pt x="2603132" y="1156431"/>
                  </a:lnTo>
                  <a:lnTo>
                    <a:pt x="2619597" y="1203882"/>
                  </a:lnTo>
                  <a:lnTo>
                    <a:pt x="2635137" y="1251981"/>
                  </a:lnTo>
                  <a:lnTo>
                    <a:pt x="2649748" y="1300725"/>
                  </a:lnTo>
                  <a:lnTo>
                    <a:pt x="2663431" y="1350113"/>
                  </a:lnTo>
                  <a:lnTo>
                    <a:pt x="2676184" y="1400140"/>
                  </a:lnTo>
                  <a:lnTo>
                    <a:pt x="2688006" y="1450805"/>
                  </a:lnTo>
                  <a:lnTo>
                    <a:pt x="2698896" y="1502104"/>
                  </a:lnTo>
                  <a:lnTo>
                    <a:pt x="2708851" y="1554035"/>
                  </a:lnTo>
                  <a:lnTo>
                    <a:pt x="2717872" y="1606594"/>
                  </a:lnTo>
                  <a:lnTo>
                    <a:pt x="2725957" y="1659780"/>
                  </a:lnTo>
                  <a:lnTo>
                    <a:pt x="2733104" y="1713588"/>
                  </a:lnTo>
                  <a:lnTo>
                    <a:pt x="2739313" y="1768017"/>
                  </a:lnTo>
                  <a:lnTo>
                    <a:pt x="2745514" y="1842068"/>
                  </a:lnTo>
                  <a:lnTo>
                    <a:pt x="2748767" y="1917847"/>
                  </a:lnTo>
                  <a:lnTo>
                    <a:pt x="2749289" y="1956382"/>
                  </a:lnTo>
                  <a:lnTo>
                    <a:pt x="2749076" y="1995346"/>
                  </a:lnTo>
                  <a:lnTo>
                    <a:pt x="2748127" y="2034738"/>
                  </a:lnTo>
                  <a:lnTo>
                    <a:pt x="2746443" y="2074556"/>
                  </a:lnTo>
                  <a:lnTo>
                    <a:pt x="2744024" y="2114801"/>
                  </a:lnTo>
                  <a:lnTo>
                    <a:pt x="2740870" y="2155470"/>
                  </a:lnTo>
                  <a:lnTo>
                    <a:pt x="2736982" y="2196562"/>
                  </a:lnTo>
                  <a:lnTo>
                    <a:pt x="2732361" y="2238077"/>
                  </a:lnTo>
                  <a:lnTo>
                    <a:pt x="2727006" y="2280014"/>
                  </a:lnTo>
                  <a:lnTo>
                    <a:pt x="2720917" y="2322371"/>
                  </a:lnTo>
                  <a:lnTo>
                    <a:pt x="2714096" y="2365147"/>
                  </a:lnTo>
                  <a:lnTo>
                    <a:pt x="2706542" y="2408342"/>
                  </a:lnTo>
                  <a:lnTo>
                    <a:pt x="2698256" y="2451954"/>
                  </a:lnTo>
                  <a:lnTo>
                    <a:pt x="2689238" y="2495982"/>
                  </a:lnTo>
                  <a:lnTo>
                    <a:pt x="2679489" y="2540426"/>
                  </a:lnTo>
                  <a:lnTo>
                    <a:pt x="2669008" y="2585283"/>
                  </a:lnTo>
                  <a:lnTo>
                    <a:pt x="2657796" y="2630554"/>
                  </a:lnTo>
                  <a:lnTo>
                    <a:pt x="2645854" y="2676237"/>
                  </a:lnTo>
                  <a:lnTo>
                    <a:pt x="2633181" y="2722331"/>
                  </a:lnTo>
                  <a:lnTo>
                    <a:pt x="2619778" y="2768834"/>
                  </a:lnTo>
                  <a:lnTo>
                    <a:pt x="2605646" y="2815747"/>
                  </a:lnTo>
                  <a:lnTo>
                    <a:pt x="2590784" y="2863067"/>
                  </a:lnTo>
                  <a:lnTo>
                    <a:pt x="2575193" y="2910794"/>
                  </a:lnTo>
                  <a:lnTo>
                    <a:pt x="2558874" y="2958927"/>
                  </a:lnTo>
                  <a:lnTo>
                    <a:pt x="2541826" y="3007464"/>
                  </a:lnTo>
                  <a:lnTo>
                    <a:pt x="2524051" y="3056405"/>
                  </a:lnTo>
                  <a:lnTo>
                    <a:pt x="2505547" y="3105749"/>
                  </a:lnTo>
                  <a:lnTo>
                    <a:pt x="2486317" y="3155494"/>
                  </a:lnTo>
                  <a:lnTo>
                    <a:pt x="2466359" y="3205639"/>
                  </a:lnTo>
                  <a:lnTo>
                    <a:pt x="2445674" y="3256184"/>
                  </a:lnTo>
                  <a:lnTo>
                    <a:pt x="2424263" y="3307127"/>
                  </a:lnTo>
                  <a:lnTo>
                    <a:pt x="2402126" y="3358467"/>
                  </a:lnTo>
                  <a:lnTo>
                    <a:pt x="2379263" y="3410204"/>
                  </a:lnTo>
                  <a:lnTo>
                    <a:pt x="2355675" y="3462336"/>
                  </a:lnTo>
                  <a:lnTo>
                    <a:pt x="2331362" y="3514862"/>
                  </a:lnTo>
                  <a:lnTo>
                    <a:pt x="2306323" y="3567780"/>
                  </a:lnTo>
                  <a:lnTo>
                    <a:pt x="2280561" y="3621091"/>
                  </a:lnTo>
                  <a:lnTo>
                    <a:pt x="2254074" y="3674793"/>
                  </a:lnTo>
                  <a:lnTo>
                    <a:pt x="2226863" y="3728885"/>
                  </a:lnTo>
                  <a:lnTo>
                    <a:pt x="2198929" y="3783366"/>
                  </a:lnTo>
                  <a:lnTo>
                    <a:pt x="2170272" y="3838234"/>
                  </a:lnTo>
                  <a:lnTo>
                    <a:pt x="2140892" y="3893489"/>
                  </a:lnTo>
                  <a:lnTo>
                    <a:pt x="2110789" y="3949130"/>
                  </a:lnTo>
                  <a:lnTo>
                    <a:pt x="2079965" y="4005155"/>
                  </a:lnTo>
                  <a:lnTo>
                    <a:pt x="2048418" y="4061564"/>
                  </a:lnTo>
                  <a:lnTo>
                    <a:pt x="2016150" y="4118355"/>
                  </a:lnTo>
                  <a:lnTo>
                    <a:pt x="1974045" y="4191180"/>
                  </a:lnTo>
                  <a:lnTo>
                    <a:pt x="1930777" y="4264621"/>
                  </a:lnTo>
                  <a:lnTo>
                    <a:pt x="1886349" y="4338674"/>
                  </a:lnTo>
                  <a:lnTo>
                    <a:pt x="1840766" y="4413334"/>
                  </a:lnTo>
                  <a:lnTo>
                    <a:pt x="1794030" y="4488597"/>
                  </a:lnTo>
                  <a:lnTo>
                    <a:pt x="1746145" y="4564459"/>
                  </a:lnTo>
                  <a:lnTo>
                    <a:pt x="1697114" y="4640913"/>
                  </a:lnTo>
                  <a:lnTo>
                    <a:pt x="1646941" y="4717957"/>
                  </a:lnTo>
                  <a:lnTo>
                    <a:pt x="1595629" y="4795585"/>
                  </a:lnTo>
                  <a:lnTo>
                    <a:pt x="1543180" y="4873793"/>
                  </a:lnTo>
                  <a:lnTo>
                    <a:pt x="1489600" y="4952576"/>
                  </a:lnTo>
                  <a:lnTo>
                    <a:pt x="1434890" y="5031929"/>
                  </a:lnTo>
                  <a:lnTo>
                    <a:pt x="1379054" y="5111848"/>
                  </a:lnTo>
                  <a:lnTo>
                    <a:pt x="1322097" y="5192328"/>
                  </a:lnTo>
                  <a:lnTo>
                    <a:pt x="1264020" y="5273366"/>
                  </a:lnTo>
                  <a:lnTo>
                    <a:pt x="1204827" y="5354955"/>
                  </a:lnTo>
                  <a:lnTo>
                    <a:pt x="1144522" y="5437091"/>
                  </a:lnTo>
                  <a:lnTo>
                    <a:pt x="1083109" y="5519771"/>
                  </a:lnTo>
                  <a:lnTo>
                    <a:pt x="1020589" y="5602988"/>
                  </a:lnTo>
                  <a:lnTo>
                    <a:pt x="956967" y="5686739"/>
                  </a:lnTo>
                  <a:lnTo>
                    <a:pt x="892247" y="5771020"/>
                  </a:lnTo>
                  <a:lnTo>
                    <a:pt x="826431" y="5855824"/>
                  </a:lnTo>
                  <a:lnTo>
                    <a:pt x="759523" y="5941149"/>
                  </a:lnTo>
                  <a:lnTo>
                    <a:pt x="691526" y="6026988"/>
                  </a:lnTo>
                  <a:lnTo>
                    <a:pt x="622443" y="6113338"/>
                  </a:lnTo>
                  <a:lnTo>
                    <a:pt x="552278" y="6200194"/>
                  </a:lnTo>
                  <a:lnTo>
                    <a:pt x="481035" y="6287552"/>
                  </a:lnTo>
                  <a:lnTo>
                    <a:pt x="408716" y="6375406"/>
                  </a:lnTo>
                  <a:lnTo>
                    <a:pt x="335325" y="6463752"/>
                  </a:lnTo>
                  <a:lnTo>
                    <a:pt x="223236" y="6597184"/>
                  </a:lnTo>
                  <a:lnTo>
                    <a:pt x="110408" y="6729758"/>
                  </a:lnTo>
                  <a:lnTo>
                    <a:pt x="0" y="6857860"/>
                  </a:lnTo>
                  <a:lnTo>
                    <a:pt x="45643" y="6857860"/>
                  </a:lnTo>
                  <a:lnTo>
                    <a:pt x="141320" y="6746669"/>
                  </a:lnTo>
                  <a:lnTo>
                    <a:pt x="249383" y="6619656"/>
                  </a:lnTo>
                  <a:lnTo>
                    <a:pt x="361676" y="6485984"/>
                  </a:lnTo>
                  <a:lnTo>
                    <a:pt x="435202" y="6397477"/>
                  </a:lnTo>
                  <a:lnTo>
                    <a:pt x="507654" y="6309462"/>
                  </a:lnTo>
                  <a:lnTo>
                    <a:pt x="579030" y="6221942"/>
                  </a:lnTo>
                  <a:lnTo>
                    <a:pt x="649326" y="6134922"/>
                  </a:lnTo>
                  <a:lnTo>
                    <a:pt x="718539" y="6048408"/>
                  </a:lnTo>
                  <a:lnTo>
                    <a:pt x="786666" y="5962403"/>
                  </a:lnTo>
                  <a:lnTo>
                    <a:pt x="853702" y="5876913"/>
                  </a:lnTo>
                  <a:lnTo>
                    <a:pt x="919646" y="5791942"/>
                  </a:lnTo>
                  <a:lnTo>
                    <a:pt x="984492" y="5707495"/>
                  </a:lnTo>
                  <a:lnTo>
                    <a:pt x="1048239" y="5623575"/>
                  </a:lnTo>
                  <a:lnTo>
                    <a:pt x="1110883" y="5540189"/>
                  </a:lnTo>
                  <a:lnTo>
                    <a:pt x="1172419" y="5457340"/>
                  </a:lnTo>
                  <a:lnTo>
                    <a:pt x="1232846" y="5375033"/>
                  </a:lnTo>
                  <a:lnTo>
                    <a:pt x="1292160" y="5293273"/>
                  </a:lnTo>
                  <a:lnTo>
                    <a:pt x="1350357" y="5212064"/>
                  </a:lnTo>
                  <a:lnTo>
                    <a:pt x="1407434" y="5131411"/>
                  </a:lnTo>
                  <a:lnTo>
                    <a:pt x="1463387" y="5051319"/>
                  </a:lnTo>
                  <a:lnTo>
                    <a:pt x="1518214" y="4971792"/>
                  </a:lnTo>
                  <a:lnTo>
                    <a:pt x="1571910" y="4892834"/>
                  </a:lnTo>
                  <a:lnTo>
                    <a:pt x="1624473" y="4814451"/>
                  </a:lnTo>
                  <a:lnTo>
                    <a:pt x="1675899" y="4736647"/>
                  </a:lnTo>
                  <a:lnTo>
                    <a:pt x="1726186" y="4659427"/>
                  </a:lnTo>
                  <a:lnTo>
                    <a:pt x="1775328" y="4582795"/>
                  </a:lnTo>
                  <a:lnTo>
                    <a:pt x="1823324" y="4506756"/>
                  </a:lnTo>
                  <a:lnTo>
                    <a:pt x="1870169" y="4431314"/>
                  </a:lnTo>
                  <a:lnTo>
                    <a:pt x="1915861" y="4356475"/>
                  </a:lnTo>
                  <a:lnTo>
                    <a:pt x="1960396" y="4282242"/>
                  </a:lnTo>
                  <a:lnTo>
                    <a:pt x="2003771" y="4208620"/>
                  </a:lnTo>
                  <a:lnTo>
                    <a:pt x="2045982" y="4135615"/>
                  </a:lnTo>
                  <a:lnTo>
                    <a:pt x="2078470" y="4078435"/>
                  </a:lnTo>
                  <a:lnTo>
                    <a:pt x="2110231" y="4021636"/>
                  </a:lnTo>
                  <a:lnTo>
                    <a:pt x="2141266" y="3965220"/>
                  </a:lnTo>
                  <a:lnTo>
                    <a:pt x="2171572" y="3909186"/>
                  </a:lnTo>
                  <a:lnTo>
                    <a:pt x="2201151" y="3853538"/>
                  </a:lnTo>
                  <a:lnTo>
                    <a:pt x="2230002" y="3798274"/>
                  </a:lnTo>
                  <a:lnTo>
                    <a:pt x="2258124" y="3743398"/>
                  </a:lnTo>
                  <a:lnTo>
                    <a:pt x="2285517" y="3688908"/>
                  </a:lnTo>
                  <a:lnTo>
                    <a:pt x="2312182" y="3634808"/>
                  </a:lnTo>
                  <a:lnTo>
                    <a:pt x="2338117" y="3581097"/>
                  </a:lnTo>
                  <a:lnTo>
                    <a:pt x="2363322" y="3527777"/>
                  </a:lnTo>
                  <a:lnTo>
                    <a:pt x="2387797" y="3474849"/>
                  </a:lnTo>
                  <a:lnTo>
                    <a:pt x="2411541" y="3422313"/>
                  </a:lnTo>
                  <a:lnTo>
                    <a:pt x="2434555" y="3370172"/>
                  </a:lnTo>
                  <a:lnTo>
                    <a:pt x="2456838" y="3318426"/>
                  </a:lnTo>
                  <a:lnTo>
                    <a:pt x="2478389" y="3267075"/>
                  </a:lnTo>
                  <a:lnTo>
                    <a:pt x="2499209" y="3216122"/>
                  </a:lnTo>
                  <a:lnTo>
                    <a:pt x="2519297" y="3165567"/>
                  </a:lnTo>
                  <a:lnTo>
                    <a:pt x="2538652" y="3115412"/>
                  </a:lnTo>
                  <a:lnTo>
                    <a:pt x="2557274" y="3065656"/>
                  </a:lnTo>
                  <a:lnTo>
                    <a:pt x="2575164" y="3016303"/>
                  </a:lnTo>
                  <a:lnTo>
                    <a:pt x="2592320" y="2967351"/>
                  </a:lnTo>
                  <a:lnTo>
                    <a:pt x="2608742" y="2918803"/>
                  </a:lnTo>
                  <a:lnTo>
                    <a:pt x="2624431" y="2870660"/>
                  </a:lnTo>
                  <a:lnTo>
                    <a:pt x="2639385" y="2822922"/>
                  </a:lnTo>
                  <a:lnTo>
                    <a:pt x="2653604" y="2775591"/>
                  </a:lnTo>
                  <a:lnTo>
                    <a:pt x="2667089" y="2728668"/>
                  </a:lnTo>
                  <a:lnTo>
                    <a:pt x="2679838" y="2682154"/>
                  </a:lnTo>
                  <a:lnTo>
                    <a:pt x="2691851" y="2636049"/>
                  </a:lnTo>
                  <a:lnTo>
                    <a:pt x="2703129" y="2590356"/>
                  </a:lnTo>
                  <a:lnTo>
                    <a:pt x="2713670" y="2545074"/>
                  </a:lnTo>
                  <a:lnTo>
                    <a:pt x="2723474" y="2500206"/>
                  </a:lnTo>
                  <a:lnTo>
                    <a:pt x="2732542" y="2455751"/>
                  </a:lnTo>
                  <a:lnTo>
                    <a:pt x="2740872" y="2411712"/>
                  </a:lnTo>
                  <a:lnTo>
                    <a:pt x="2748464" y="2368090"/>
                  </a:lnTo>
                  <a:lnTo>
                    <a:pt x="2755319" y="2324884"/>
                  </a:lnTo>
                  <a:lnTo>
                    <a:pt x="2761435" y="2282097"/>
                  </a:lnTo>
                  <a:lnTo>
                    <a:pt x="2766813" y="2239730"/>
                  </a:lnTo>
                  <a:lnTo>
                    <a:pt x="2771452" y="2197782"/>
                  </a:lnTo>
                  <a:lnTo>
                    <a:pt x="2775352" y="2156257"/>
                  </a:lnTo>
                  <a:lnTo>
                    <a:pt x="2778512" y="2115154"/>
                  </a:lnTo>
                  <a:lnTo>
                    <a:pt x="2780932" y="2074475"/>
                  </a:lnTo>
                  <a:lnTo>
                    <a:pt x="2782611" y="2034221"/>
                  </a:lnTo>
                  <a:lnTo>
                    <a:pt x="2783551" y="1994392"/>
                  </a:lnTo>
                  <a:lnTo>
                    <a:pt x="2783749" y="1954991"/>
                  </a:lnTo>
                  <a:lnTo>
                    <a:pt x="2783206" y="1916017"/>
                  </a:lnTo>
                  <a:lnTo>
                    <a:pt x="2781922" y="1877472"/>
                  </a:lnTo>
                  <a:lnTo>
                    <a:pt x="2779895" y="1839358"/>
                  </a:lnTo>
                  <a:lnTo>
                    <a:pt x="2773616" y="1764423"/>
                  </a:lnTo>
                  <a:lnTo>
                    <a:pt x="2767532" y="1710972"/>
                  </a:lnTo>
                  <a:lnTo>
                    <a:pt x="2760554" y="1658108"/>
                  </a:lnTo>
                  <a:lnTo>
                    <a:pt x="2752683" y="1605833"/>
                  </a:lnTo>
                  <a:lnTo>
                    <a:pt x="2743920" y="1554152"/>
                  </a:lnTo>
                  <a:lnTo>
                    <a:pt x="2734267" y="1503065"/>
                  </a:lnTo>
                  <a:lnTo>
                    <a:pt x="2723723" y="1452576"/>
                  </a:lnTo>
                  <a:lnTo>
                    <a:pt x="2712291" y="1402688"/>
                  </a:lnTo>
                  <a:lnTo>
                    <a:pt x="2699972" y="1353402"/>
                  </a:lnTo>
                  <a:lnTo>
                    <a:pt x="2686766" y="1304722"/>
                  </a:lnTo>
                  <a:lnTo>
                    <a:pt x="2672676" y="1256650"/>
                  </a:lnTo>
                  <a:lnTo>
                    <a:pt x="2657701" y="1209189"/>
                  </a:lnTo>
                  <a:lnTo>
                    <a:pt x="2641843" y="1162341"/>
                  </a:lnTo>
                  <a:lnTo>
                    <a:pt x="2625104" y="1116108"/>
                  </a:lnTo>
                  <a:lnTo>
                    <a:pt x="2607483" y="1070495"/>
                  </a:lnTo>
                  <a:lnTo>
                    <a:pt x="2588984" y="1025502"/>
                  </a:lnTo>
                  <a:lnTo>
                    <a:pt x="2569606" y="981133"/>
                  </a:lnTo>
                  <a:lnTo>
                    <a:pt x="2549350" y="937390"/>
                  </a:lnTo>
                  <a:lnTo>
                    <a:pt x="2528219" y="894276"/>
                  </a:lnTo>
                  <a:lnTo>
                    <a:pt x="2506212" y="851793"/>
                  </a:lnTo>
                  <a:lnTo>
                    <a:pt x="2483332" y="809944"/>
                  </a:lnTo>
                  <a:lnTo>
                    <a:pt x="2459578" y="768732"/>
                  </a:lnTo>
                  <a:lnTo>
                    <a:pt x="2434953" y="728158"/>
                  </a:lnTo>
                  <a:lnTo>
                    <a:pt x="2409458" y="688227"/>
                  </a:lnTo>
                  <a:lnTo>
                    <a:pt x="2383093" y="648940"/>
                  </a:lnTo>
                  <a:lnTo>
                    <a:pt x="2355860" y="610300"/>
                  </a:lnTo>
                  <a:lnTo>
                    <a:pt x="2327760" y="572309"/>
                  </a:lnTo>
                  <a:lnTo>
                    <a:pt x="2298793" y="534970"/>
                  </a:lnTo>
                  <a:lnTo>
                    <a:pt x="2268962" y="498286"/>
                  </a:lnTo>
                  <a:lnTo>
                    <a:pt x="2238267" y="462259"/>
                  </a:lnTo>
                  <a:lnTo>
                    <a:pt x="2206709" y="426893"/>
                  </a:lnTo>
                  <a:lnTo>
                    <a:pt x="2174290" y="392188"/>
                  </a:lnTo>
                  <a:lnTo>
                    <a:pt x="2140805" y="357945"/>
                  </a:lnTo>
                  <a:lnTo>
                    <a:pt x="2106446" y="324376"/>
                  </a:lnTo>
                  <a:lnTo>
                    <a:pt x="2071220" y="291483"/>
                  </a:lnTo>
                  <a:lnTo>
                    <a:pt x="2035131" y="259267"/>
                  </a:lnTo>
                  <a:lnTo>
                    <a:pt x="1998185" y="227729"/>
                  </a:lnTo>
                  <a:lnTo>
                    <a:pt x="1960387" y="196871"/>
                  </a:lnTo>
                  <a:lnTo>
                    <a:pt x="1921743" y="166693"/>
                  </a:lnTo>
                  <a:lnTo>
                    <a:pt x="1882258" y="137198"/>
                  </a:lnTo>
                  <a:lnTo>
                    <a:pt x="1841937" y="108386"/>
                  </a:lnTo>
                  <a:lnTo>
                    <a:pt x="1800785" y="80259"/>
                  </a:lnTo>
                  <a:lnTo>
                    <a:pt x="1758808" y="52818"/>
                  </a:lnTo>
                  <a:lnTo>
                    <a:pt x="1716011" y="26065"/>
                  </a:lnTo>
                  <a:lnTo>
                    <a:pt x="1672399" y="0"/>
                  </a:lnTo>
                  <a:close/>
                </a:path>
              </a:pathLst>
            </a:custGeom>
            <a:solidFill>
              <a:srgbClr val="100A30">
                <a:alpha val="4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42D92847-02CD-E540-B9B9-CF125C99C0A7}"/>
                </a:ext>
              </a:extLst>
            </p:cNvPr>
            <p:cNvSpPr/>
            <p:nvPr/>
          </p:nvSpPr>
          <p:spPr>
            <a:xfrm>
              <a:off x="5403753" y="137"/>
              <a:ext cx="2709545" cy="6858000"/>
            </a:xfrm>
            <a:custGeom>
              <a:avLst/>
              <a:gdLst/>
              <a:ahLst/>
              <a:cxnLst/>
              <a:rect l="l" t="t" r="r" b="b"/>
              <a:pathLst>
                <a:path w="2709545" h="6858000">
                  <a:moveTo>
                    <a:pt x="1702396" y="0"/>
                  </a:moveTo>
                  <a:lnTo>
                    <a:pt x="1667929" y="0"/>
                  </a:lnTo>
                  <a:lnTo>
                    <a:pt x="1711242" y="29445"/>
                  </a:lnTo>
                  <a:lnTo>
                    <a:pt x="1753677" y="59612"/>
                  </a:lnTo>
                  <a:lnTo>
                    <a:pt x="1795227" y="90500"/>
                  </a:lnTo>
                  <a:lnTo>
                    <a:pt x="1835883" y="122108"/>
                  </a:lnTo>
                  <a:lnTo>
                    <a:pt x="1875639" y="154436"/>
                  </a:lnTo>
                  <a:lnTo>
                    <a:pt x="1914487" y="187485"/>
                  </a:lnTo>
                  <a:lnTo>
                    <a:pt x="1952419" y="221255"/>
                  </a:lnTo>
                  <a:lnTo>
                    <a:pt x="1989429" y="255745"/>
                  </a:lnTo>
                  <a:lnTo>
                    <a:pt x="2025508" y="290955"/>
                  </a:lnTo>
                  <a:lnTo>
                    <a:pt x="2060651" y="326885"/>
                  </a:lnTo>
                  <a:lnTo>
                    <a:pt x="2093104" y="361612"/>
                  </a:lnTo>
                  <a:lnTo>
                    <a:pt x="2124723" y="396985"/>
                  </a:lnTo>
                  <a:lnTo>
                    <a:pt x="2155506" y="432999"/>
                  </a:lnTo>
                  <a:lnTo>
                    <a:pt x="2185453" y="469653"/>
                  </a:lnTo>
                  <a:lnTo>
                    <a:pt x="2214561" y="506945"/>
                  </a:lnTo>
                  <a:lnTo>
                    <a:pt x="2242830" y="544872"/>
                  </a:lnTo>
                  <a:lnTo>
                    <a:pt x="2270259" y="583432"/>
                  </a:lnTo>
                  <a:lnTo>
                    <a:pt x="2296847" y="622621"/>
                  </a:lnTo>
                  <a:lnTo>
                    <a:pt x="2322593" y="662438"/>
                  </a:lnTo>
                  <a:lnTo>
                    <a:pt x="2347495" y="702881"/>
                  </a:lnTo>
                  <a:lnTo>
                    <a:pt x="2371553" y="743946"/>
                  </a:lnTo>
                  <a:lnTo>
                    <a:pt x="2394766" y="785632"/>
                  </a:lnTo>
                  <a:lnTo>
                    <a:pt x="2417132" y="827936"/>
                  </a:lnTo>
                  <a:lnTo>
                    <a:pt x="2438651" y="870855"/>
                  </a:lnTo>
                  <a:lnTo>
                    <a:pt x="2459321" y="914387"/>
                  </a:lnTo>
                  <a:lnTo>
                    <a:pt x="2479141" y="958530"/>
                  </a:lnTo>
                  <a:lnTo>
                    <a:pt x="2498111" y="1003282"/>
                  </a:lnTo>
                  <a:lnTo>
                    <a:pt x="2516229" y="1048639"/>
                  </a:lnTo>
                  <a:lnTo>
                    <a:pt x="2533494" y="1094599"/>
                  </a:lnTo>
                  <a:lnTo>
                    <a:pt x="2549905" y="1141160"/>
                  </a:lnTo>
                  <a:lnTo>
                    <a:pt x="2565462" y="1188320"/>
                  </a:lnTo>
                  <a:lnTo>
                    <a:pt x="2580162" y="1236076"/>
                  </a:lnTo>
                  <a:lnTo>
                    <a:pt x="2594005" y="1284425"/>
                  </a:lnTo>
                  <a:lnTo>
                    <a:pt x="2606990" y="1333366"/>
                  </a:lnTo>
                  <a:lnTo>
                    <a:pt x="2619116" y="1382895"/>
                  </a:lnTo>
                  <a:lnTo>
                    <a:pt x="2630382" y="1433011"/>
                  </a:lnTo>
                  <a:lnTo>
                    <a:pt x="2640787" y="1483711"/>
                  </a:lnTo>
                  <a:lnTo>
                    <a:pt x="2650329" y="1534992"/>
                  </a:lnTo>
                  <a:lnTo>
                    <a:pt x="2659007" y="1586852"/>
                  </a:lnTo>
                  <a:lnTo>
                    <a:pt x="2666821" y="1639288"/>
                  </a:lnTo>
                  <a:lnTo>
                    <a:pt x="2673770" y="1692299"/>
                  </a:lnTo>
                  <a:lnTo>
                    <a:pt x="2679852" y="1745881"/>
                  </a:lnTo>
                  <a:lnTo>
                    <a:pt x="2686164" y="1820540"/>
                  </a:lnTo>
                  <a:lnTo>
                    <a:pt x="2689620" y="1896869"/>
                  </a:lnTo>
                  <a:lnTo>
                    <a:pt x="2690278" y="1935658"/>
                  </a:lnTo>
                  <a:lnTo>
                    <a:pt x="2690223" y="1974861"/>
                  </a:lnTo>
                  <a:lnTo>
                    <a:pt x="2689456" y="2014479"/>
                  </a:lnTo>
                  <a:lnTo>
                    <a:pt x="2687976" y="2054509"/>
                  </a:lnTo>
                  <a:lnTo>
                    <a:pt x="2685785" y="2094951"/>
                  </a:lnTo>
                  <a:lnTo>
                    <a:pt x="2682881" y="2135805"/>
                  </a:lnTo>
                  <a:lnTo>
                    <a:pt x="2679267" y="2177067"/>
                  </a:lnTo>
                  <a:lnTo>
                    <a:pt x="2674941" y="2218739"/>
                  </a:lnTo>
                  <a:lnTo>
                    <a:pt x="2669904" y="2260819"/>
                  </a:lnTo>
                  <a:lnTo>
                    <a:pt x="2664157" y="2303306"/>
                  </a:lnTo>
                  <a:lnTo>
                    <a:pt x="2657699" y="2346199"/>
                  </a:lnTo>
                  <a:lnTo>
                    <a:pt x="2650532" y="2389496"/>
                  </a:lnTo>
                  <a:lnTo>
                    <a:pt x="2642655" y="2433198"/>
                  </a:lnTo>
                  <a:lnTo>
                    <a:pt x="2634068" y="2477303"/>
                  </a:lnTo>
                  <a:lnTo>
                    <a:pt x="2624773" y="2521810"/>
                  </a:lnTo>
                  <a:lnTo>
                    <a:pt x="2614769" y="2566717"/>
                  </a:lnTo>
                  <a:lnTo>
                    <a:pt x="2604057" y="2612025"/>
                  </a:lnTo>
                  <a:lnTo>
                    <a:pt x="2592636" y="2657732"/>
                  </a:lnTo>
                  <a:lnTo>
                    <a:pt x="2580508" y="2703837"/>
                  </a:lnTo>
                  <a:lnTo>
                    <a:pt x="2567672" y="2750339"/>
                  </a:lnTo>
                  <a:lnTo>
                    <a:pt x="2554129" y="2797238"/>
                  </a:lnTo>
                  <a:lnTo>
                    <a:pt x="2539879" y="2844531"/>
                  </a:lnTo>
                  <a:lnTo>
                    <a:pt x="2524922" y="2892219"/>
                  </a:lnTo>
                  <a:lnTo>
                    <a:pt x="2509259" y="2940300"/>
                  </a:lnTo>
                  <a:lnTo>
                    <a:pt x="2492891" y="2988773"/>
                  </a:lnTo>
                  <a:lnTo>
                    <a:pt x="2475816" y="3037637"/>
                  </a:lnTo>
                  <a:lnTo>
                    <a:pt x="2458036" y="3086892"/>
                  </a:lnTo>
                  <a:lnTo>
                    <a:pt x="2439551" y="3136535"/>
                  </a:lnTo>
                  <a:lnTo>
                    <a:pt x="2420361" y="3186567"/>
                  </a:lnTo>
                  <a:lnTo>
                    <a:pt x="2400467" y="3236987"/>
                  </a:lnTo>
                  <a:lnTo>
                    <a:pt x="2379869" y="3287793"/>
                  </a:lnTo>
                  <a:lnTo>
                    <a:pt x="2358566" y="3338984"/>
                  </a:lnTo>
                  <a:lnTo>
                    <a:pt x="2336560" y="3390559"/>
                  </a:lnTo>
                  <a:lnTo>
                    <a:pt x="2313851" y="3442518"/>
                  </a:lnTo>
                  <a:lnTo>
                    <a:pt x="2290439" y="3494859"/>
                  </a:lnTo>
                  <a:lnTo>
                    <a:pt x="2266324" y="3547581"/>
                  </a:lnTo>
                  <a:lnTo>
                    <a:pt x="2241507" y="3600684"/>
                  </a:lnTo>
                  <a:lnTo>
                    <a:pt x="2215987" y="3654167"/>
                  </a:lnTo>
                  <a:lnTo>
                    <a:pt x="2189766" y="3708027"/>
                  </a:lnTo>
                  <a:lnTo>
                    <a:pt x="2162844" y="3762266"/>
                  </a:lnTo>
                  <a:lnTo>
                    <a:pt x="2135220" y="3816880"/>
                  </a:lnTo>
                  <a:lnTo>
                    <a:pt x="2106895" y="3871871"/>
                  </a:lnTo>
                  <a:lnTo>
                    <a:pt x="2077870" y="3927236"/>
                  </a:lnTo>
                  <a:lnTo>
                    <a:pt x="2048145" y="3982974"/>
                  </a:lnTo>
                  <a:lnTo>
                    <a:pt x="2017719" y="4039085"/>
                  </a:lnTo>
                  <a:lnTo>
                    <a:pt x="1986594" y="4095567"/>
                  </a:lnTo>
                  <a:lnTo>
                    <a:pt x="1954770" y="4152420"/>
                  </a:lnTo>
                  <a:lnTo>
                    <a:pt x="1922246" y="4209643"/>
                  </a:lnTo>
                  <a:lnTo>
                    <a:pt x="1880130" y="4282512"/>
                  </a:lnTo>
                  <a:lnTo>
                    <a:pt x="1836901" y="4355972"/>
                  </a:lnTo>
                  <a:lnTo>
                    <a:pt x="1792563" y="4430017"/>
                  </a:lnTo>
                  <a:lnTo>
                    <a:pt x="1747117" y="4504643"/>
                  </a:lnTo>
                  <a:lnTo>
                    <a:pt x="1700568" y="4579847"/>
                  </a:lnTo>
                  <a:lnTo>
                    <a:pt x="1652919" y="4655624"/>
                  </a:lnTo>
                  <a:lnTo>
                    <a:pt x="1604172" y="4731970"/>
                  </a:lnTo>
                  <a:lnTo>
                    <a:pt x="1554330" y="4808880"/>
                  </a:lnTo>
                  <a:lnTo>
                    <a:pt x="1503398" y="4886351"/>
                  </a:lnTo>
                  <a:lnTo>
                    <a:pt x="1451377" y="4964378"/>
                  </a:lnTo>
                  <a:lnTo>
                    <a:pt x="1398272" y="5042956"/>
                  </a:lnTo>
                  <a:lnTo>
                    <a:pt x="1344085" y="5122083"/>
                  </a:lnTo>
                  <a:lnTo>
                    <a:pt x="1288819" y="5201752"/>
                  </a:lnTo>
                  <a:lnTo>
                    <a:pt x="1232477" y="5281961"/>
                  </a:lnTo>
                  <a:lnTo>
                    <a:pt x="1175064" y="5362705"/>
                  </a:lnTo>
                  <a:lnTo>
                    <a:pt x="1116580" y="5443980"/>
                  </a:lnTo>
                  <a:lnTo>
                    <a:pt x="1057031" y="5525781"/>
                  </a:lnTo>
                  <a:lnTo>
                    <a:pt x="996418" y="5608104"/>
                  </a:lnTo>
                  <a:lnTo>
                    <a:pt x="934746" y="5690945"/>
                  </a:lnTo>
                  <a:lnTo>
                    <a:pt x="872016" y="5774300"/>
                  </a:lnTo>
                  <a:lnTo>
                    <a:pt x="808233" y="5858165"/>
                  </a:lnTo>
                  <a:lnTo>
                    <a:pt x="743400" y="5942535"/>
                  </a:lnTo>
                  <a:lnTo>
                    <a:pt x="677518" y="6027406"/>
                  </a:lnTo>
                  <a:lnTo>
                    <a:pt x="610593" y="6112773"/>
                  </a:lnTo>
                  <a:lnTo>
                    <a:pt x="542626" y="6198634"/>
                  </a:lnTo>
                  <a:lnTo>
                    <a:pt x="438730" y="6328339"/>
                  </a:lnTo>
                  <a:lnTo>
                    <a:pt x="332509" y="6459128"/>
                  </a:lnTo>
                  <a:lnTo>
                    <a:pt x="223973" y="6590987"/>
                  </a:lnTo>
                  <a:lnTo>
                    <a:pt x="113133" y="6723903"/>
                  </a:lnTo>
                  <a:lnTo>
                    <a:pt x="0" y="6857860"/>
                  </a:lnTo>
                  <a:lnTo>
                    <a:pt x="25133" y="6857860"/>
                  </a:lnTo>
                  <a:lnTo>
                    <a:pt x="63492" y="6812577"/>
                  </a:lnTo>
                  <a:lnTo>
                    <a:pt x="177006" y="6677437"/>
                  </a:lnTo>
                  <a:lnTo>
                    <a:pt x="288167" y="6543367"/>
                  </a:lnTo>
                  <a:lnTo>
                    <a:pt x="396966" y="6410382"/>
                  </a:lnTo>
                  <a:lnTo>
                    <a:pt x="468180" y="6322336"/>
                  </a:lnTo>
                  <a:lnTo>
                    <a:pt x="538336" y="6234784"/>
                  </a:lnTo>
                  <a:lnTo>
                    <a:pt x="607431" y="6147729"/>
                  </a:lnTo>
                  <a:lnTo>
                    <a:pt x="675461" y="6061176"/>
                  </a:lnTo>
                  <a:lnTo>
                    <a:pt x="742422" y="5975130"/>
                  </a:lnTo>
                  <a:lnTo>
                    <a:pt x="808313" y="5889595"/>
                  </a:lnTo>
                  <a:lnTo>
                    <a:pt x="873129" y="5804576"/>
                  </a:lnTo>
                  <a:lnTo>
                    <a:pt x="936868" y="5720076"/>
                  </a:lnTo>
                  <a:lnTo>
                    <a:pt x="999526" y="5636100"/>
                  </a:lnTo>
                  <a:lnTo>
                    <a:pt x="1061099" y="5552653"/>
                  </a:lnTo>
                  <a:lnTo>
                    <a:pt x="1121586" y="5469739"/>
                  </a:lnTo>
                  <a:lnTo>
                    <a:pt x="1180982" y="5387362"/>
                  </a:lnTo>
                  <a:lnTo>
                    <a:pt x="1239284" y="5305526"/>
                  </a:lnTo>
                  <a:lnTo>
                    <a:pt x="1296489" y="5224237"/>
                  </a:lnTo>
                  <a:lnTo>
                    <a:pt x="1352594" y="5143499"/>
                  </a:lnTo>
                  <a:lnTo>
                    <a:pt x="1407596" y="5063315"/>
                  </a:lnTo>
                  <a:lnTo>
                    <a:pt x="1461491" y="4983690"/>
                  </a:lnTo>
                  <a:lnTo>
                    <a:pt x="1514276" y="4904629"/>
                  </a:lnTo>
                  <a:lnTo>
                    <a:pt x="1565949" y="4826136"/>
                  </a:lnTo>
                  <a:lnTo>
                    <a:pt x="1616505" y="4748216"/>
                  </a:lnTo>
                  <a:lnTo>
                    <a:pt x="1665941" y="4670872"/>
                  </a:lnTo>
                  <a:lnTo>
                    <a:pt x="1714255" y="4594109"/>
                  </a:lnTo>
                  <a:lnTo>
                    <a:pt x="1761443" y="4517932"/>
                  </a:lnTo>
                  <a:lnTo>
                    <a:pt x="1807501" y="4442345"/>
                  </a:lnTo>
                  <a:lnTo>
                    <a:pt x="1852428" y="4367353"/>
                  </a:lnTo>
                  <a:lnTo>
                    <a:pt x="1896218" y="4292959"/>
                  </a:lnTo>
                  <a:lnTo>
                    <a:pt x="1938870" y="4219168"/>
                  </a:lnTo>
                  <a:lnTo>
                    <a:pt x="1970901" y="4162819"/>
                  </a:lnTo>
                  <a:lnTo>
                    <a:pt x="2002255" y="4106826"/>
                  </a:lnTo>
                  <a:lnTo>
                    <a:pt x="2032934" y="4051188"/>
                  </a:lnTo>
                  <a:lnTo>
                    <a:pt x="2062937" y="3995908"/>
                  </a:lnTo>
                  <a:lnTo>
                    <a:pt x="2092263" y="3940985"/>
                  </a:lnTo>
                  <a:lnTo>
                    <a:pt x="2120913" y="3886421"/>
                  </a:lnTo>
                  <a:lnTo>
                    <a:pt x="2148886" y="3832217"/>
                  </a:lnTo>
                  <a:lnTo>
                    <a:pt x="2176182" y="3778374"/>
                  </a:lnTo>
                  <a:lnTo>
                    <a:pt x="2202800" y="3724892"/>
                  </a:lnTo>
                  <a:lnTo>
                    <a:pt x="2228740" y="3671773"/>
                  </a:lnTo>
                  <a:lnTo>
                    <a:pt x="2254003" y="3619018"/>
                  </a:lnTo>
                  <a:lnTo>
                    <a:pt x="2278587" y="3566627"/>
                  </a:lnTo>
                  <a:lnTo>
                    <a:pt x="2302492" y="3514601"/>
                  </a:lnTo>
                  <a:lnTo>
                    <a:pt x="2325718" y="3462941"/>
                  </a:lnTo>
                  <a:lnTo>
                    <a:pt x="2348266" y="3411649"/>
                  </a:lnTo>
                  <a:lnTo>
                    <a:pt x="2370133" y="3360725"/>
                  </a:lnTo>
                  <a:lnTo>
                    <a:pt x="2391321" y="3310171"/>
                  </a:lnTo>
                  <a:lnTo>
                    <a:pt x="2411829" y="3259986"/>
                  </a:lnTo>
                  <a:lnTo>
                    <a:pt x="2431656" y="3210172"/>
                  </a:lnTo>
                  <a:lnTo>
                    <a:pt x="2450803" y="3160730"/>
                  </a:lnTo>
                  <a:lnTo>
                    <a:pt x="2469269" y="3111661"/>
                  </a:lnTo>
                  <a:lnTo>
                    <a:pt x="2487054" y="3062966"/>
                  </a:lnTo>
                  <a:lnTo>
                    <a:pt x="2504157" y="3014645"/>
                  </a:lnTo>
                  <a:lnTo>
                    <a:pt x="2520578" y="2966700"/>
                  </a:lnTo>
                  <a:lnTo>
                    <a:pt x="2536317" y="2919132"/>
                  </a:lnTo>
                  <a:lnTo>
                    <a:pt x="2551374" y="2871941"/>
                  </a:lnTo>
                  <a:lnTo>
                    <a:pt x="2565748" y="2825128"/>
                  </a:lnTo>
                  <a:lnTo>
                    <a:pt x="2579439" y="2778695"/>
                  </a:lnTo>
                  <a:lnTo>
                    <a:pt x="2592447" y="2732642"/>
                  </a:lnTo>
                  <a:lnTo>
                    <a:pt x="2604771" y="2686971"/>
                  </a:lnTo>
                  <a:lnTo>
                    <a:pt x="2616412" y="2641682"/>
                  </a:lnTo>
                  <a:lnTo>
                    <a:pt x="2627368" y="2596775"/>
                  </a:lnTo>
                  <a:lnTo>
                    <a:pt x="2637640" y="2552253"/>
                  </a:lnTo>
                  <a:lnTo>
                    <a:pt x="2647228" y="2508116"/>
                  </a:lnTo>
                  <a:lnTo>
                    <a:pt x="2656130" y="2464364"/>
                  </a:lnTo>
                  <a:lnTo>
                    <a:pt x="2664347" y="2420999"/>
                  </a:lnTo>
                  <a:lnTo>
                    <a:pt x="2671879" y="2378023"/>
                  </a:lnTo>
                  <a:lnTo>
                    <a:pt x="2678725" y="2335434"/>
                  </a:lnTo>
                  <a:lnTo>
                    <a:pt x="2684884" y="2293236"/>
                  </a:lnTo>
                  <a:lnTo>
                    <a:pt x="2690357" y="2251428"/>
                  </a:lnTo>
                  <a:lnTo>
                    <a:pt x="2695144" y="2210011"/>
                  </a:lnTo>
                  <a:lnTo>
                    <a:pt x="2699243" y="2168987"/>
                  </a:lnTo>
                  <a:lnTo>
                    <a:pt x="2702656" y="2128356"/>
                  </a:lnTo>
                  <a:lnTo>
                    <a:pt x="2705380" y="2088120"/>
                  </a:lnTo>
                  <a:lnTo>
                    <a:pt x="2707417" y="2048278"/>
                  </a:lnTo>
                  <a:lnTo>
                    <a:pt x="2708766" y="2008833"/>
                  </a:lnTo>
                  <a:lnTo>
                    <a:pt x="2709426" y="1969785"/>
                  </a:lnTo>
                  <a:lnTo>
                    <a:pt x="2709398" y="1931135"/>
                  </a:lnTo>
                  <a:lnTo>
                    <a:pt x="2708680" y="1892884"/>
                  </a:lnTo>
                  <a:lnTo>
                    <a:pt x="2705177" y="1817582"/>
                  </a:lnTo>
                  <a:lnTo>
                    <a:pt x="2698915" y="1743887"/>
                  </a:lnTo>
                  <a:lnTo>
                    <a:pt x="2692785" y="1689890"/>
                  </a:lnTo>
                  <a:lnTo>
                    <a:pt x="2685780" y="1636468"/>
                  </a:lnTo>
                  <a:lnTo>
                    <a:pt x="2677902" y="1583623"/>
                  </a:lnTo>
                  <a:lnTo>
                    <a:pt x="2669152" y="1531359"/>
                  </a:lnTo>
                  <a:lnTo>
                    <a:pt x="2659530" y="1479677"/>
                  </a:lnTo>
                  <a:lnTo>
                    <a:pt x="2649039" y="1428580"/>
                  </a:lnTo>
                  <a:lnTo>
                    <a:pt x="2637678" y="1378071"/>
                  </a:lnTo>
                  <a:lnTo>
                    <a:pt x="2625449" y="1328151"/>
                  </a:lnTo>
                  <a:lnTo>
                    <a:pt x="2612353" y="1278824"/>
                  </a:lnTo>
                  <a:lnTo>
                    <a:pt x="2598391" y="1230092"/>
                  </a:lnTo>
                  <a:lnTo>
                    <a:pt x="2583564" y="1181957"/>
                  </a:lnTo>
                  <a:lnTo>
                    <a:pt x="2567873" y="1134422"/>
                  </a:lnTo>
                  <a:lnTo>
                    <a:pt x="2551319" y="1087488"/>
                  </a:lnTo>
                  <a:lnTo>
                    <a:pt x="2533904" y="1041160"/>
                  </a:lnTo>
                  <a:lnTo>
                    <a:pt x="2515628" y="995438"/>
                  </a:lnTo>
                  <a:lnTo>
                    <a:pt x="2496492" y="950326"/>
                  </a:lnTo>
                  <a:lnTo>
                    <a:pt x="2476498" y="905826"/>
                  </a:lnTo>
                  <a:lnTo>
                    <a:pt x="2455647" y="861940"/>
                  </a:lnTo>
                  <a:lnTo>
                    <a:pt x="2433939" y="818672"/>
                  </a:lnTo>
                  <a:lnTo>
                    <a:pt x="2411376" y="776022"/>
                  </a:lnTo>
                  <a:lnTo>
                    <a:pt x="2387958" y="733994"/>
                  </a:lnTo>
                  <a:lnTo>
                    <a:pt x="2363688" y="692590"/>
                  </a:lnTo>
                  <a:lnTo>
                    <a:pt x="2338565" y="651813"/>
                  </a:lnTo>
                  <a:lnTo>
                    <a:pt x="2312591" y="611665"/>
                  </a:lnTo>
                  <a:lnTo>
                    <a:pt x="2285768" y="572149"/>
                  </a:lnTo>
                  <a:lnTo>
                    <a:pt x="2258095" y="533267"/>
                  </a:lnTo>
                  <a:lnTo>
                    <a:pt x="2229574" y="495021"/>
                  </a:lnTo>
                  <a:lnTo>
                    <a:pt x="2200207" y="457413"/>
                  </a:lnTo>
                  <a:lnTo>
                    <a:pt x="2169994" y="420448"/>
                  </a:lnTo>
                  <a:lnTo>
                    <a:pt x="2138936" y="384126"/>
                  </a:lnTo>
                  <a:lnTo>
                    <a:pt x="2107034" y="348450"/>
                  </a:lnTo>
                  <a:lnTo>
                    <a:pt x="2074291" y="313423"/>
                  </a:lnTo>
                  <a:lnTo>
                    <a:pt x="2040813" y="279160"/>
                  </a:lnTo>
                  <a:lnTo>
                    <a:pt x="2006495" y="245544"/>
                  </a:lnTo>
                  <a:lnTo>
                    <a:pt x="1971343" y="212578"/>
                  </a:lnTo>
                  <a:lnTo>
                    <a:pt x="1935363" y="180260"/>
                  </a:lnTo>
                  <a:lnTo>
                    <a:pt x="1898559" y="148591"/>
                  </a:lnTo>
                  <a:lnTo>
                    <a:pt x="1860938" y="117572"/>
                  </a:lnTo>
                  <a:lnTo>
                    <a:pt x="1822506" y="87203"/>
                  </a:lnTo>
                  <a:lnTo>
                    <a:pt x="1783267" y="57484"/>
                  </a:lnTo>
                  <a:lnTo>
                    <a:pt x="1743229" y="28416"/>
                  </a:lnTo>
                  <a:lnTo>
                    <a:pt x="1702396" y="0"/>
                  </a:lnTo>
                  <a:close/>
                </a:path>
              </a:pathLst>
            </a:custGeom>
            <a:solidFill>
              <a:srgbClr val="100A3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4662C95E-EDED-EB47-8EAB-915053EE86D0}"/>
                </a:ext>
              </a:extLst>
            </p:cNvPr>
            <p:cNvSpPr/>
            <p:nvPr/>
          </p:nvSpPr>
          <p:spPr>
            <a:xfrm>
              <a:off x="5481115" y="147"/>
              <a:ext cx="2671445" cy="6858000"/>
            </a:xfrm>
            <a:custGeom>
              <a:avLst/>
              <a:gdLst/>
              <a:ahLst/>
              <a:cxnLst/>
              <a:rect l="l" t="t" r="r" b="b"/>
              <a:pathLst>
                <a:path w="2671445" h="6858000">
                  <a:moveTo>
                    <a:pt x="1736801" y="0"/>
                  </a:moveTo>
                  <a:lnTo>
                    <a:pt x="1721053" y="0"/>
                  </a:lnTo>
                  <a:lnTo>
                    <a:pt x="1760214" y="29882"/>
                  </a:lnTo>
                  <a:lnTo>
                    <a:pt x="1798587" y="60400"/>
                  </a:lnTo>
                  <a:lnTo>
                    <a:pt x="1836167" y="91552"/>
                  </a:lnTo>
                  <a:lnTo>
                    <a:pt x="1872946" y="123339"/>
                  </a:lnTo>
                  <a:lnTo>
                    <a:pt x="1908919" y="155760"/>
                  </a:lnTo>
                  <a:lnTo>
                    <a:pt x="1944079" y="188816"/>
                  </a:lnTo>
                  <a:lnTo>
                    <a:pt x="1978419" y="222506"/>
                  </a:lnTo>
                  <a:lnTo>
                    <a:pt x="2011934" y="256832"/>
                  </a:lnTo>
                  <a:lnTo>
                    <a:pt x="2044421" y="291567"/>
                  </a:lnTo>
                  <a:lnTo>
                    <a:pt x="2076098" y="326927"/>
                  </a:lnTo>
                  <a:lnTo>
                    <a:pt x="2106964" y="362909"/>
                  </a:lnTo>
                  <a:lnTo>
                    <a:pt x="2137017" y="399513"/>
                  </a:lnTo>
                  <a:lnTo>
                    <a:pt x="2166258" y="436734"/>
                  </a:lnTo>
                  <a:lnTo>
                    <a:pt x="2194685" y="474572"/>
                  </a:lnTo>
                  <a:lnTo>
                    <a:pt x="2222297" y="513023"/>
                  </a:lnTo>
                  <a:lnTo>
                    <a:pt x="2249092" y="552086"/>
                  </a:lnTo>
                  <a:lnTo>
                    <a:pt x="2275071" y="591757"/>
                  </a:lnTo>
                  <a:lnTo>
                    <a:pt x="2300231" y="632036"/>
                  </a:lnTo>
                  <a:lnTo>
                    <a:pt x="2324572" y="672919"/>
                  </a:lnTo>
                  <a:lnTo>
                    <a:pt x="2348093" y="714404"/>
                  </a:lnTo>
                  <a:lnTo>
                    <a:pt x="2370794" y="756489"/>
                  </a:lnTo>
                  <a:lnTo>
                    <a:pt x="2392672" y="799172"/>
                  </a:lnTo>
                  <a:lnTo>
                    <a:pt x="2413727" y="842451"/>
                  </a:lnTo>
                  <a:lnTo>
                    <a:pt x="2433958" y="886322"/>
                  </a:lnTo>
                  <a:lnTo>
                    <a:pt x="2453363" y="930785"/>
                  </a:lnTo>
                  <a:lnTo>
                    <a:pt x="2471943" y="975835"/>
                  </a:lnTo>
                  <a:lnTo>
                    <a:pt x="2489696" y="1021473"/>
                  </a:lnTo>
                  <a:lnTo>
                    <a:pt x="2506621" y="1067694"/>
                  </a:lnTo>
                  <a:lnTo>
                    <a:pt x="2522716" y="1114497"/>
                  </a:lnTo>
                  <a:lnTo>
                    <a:pt x="2537982" y="1161879"/>
                  </a:lnTo>
                  <a:lnTo>
                    <a:pt x="2552416" y="1209838"/>
                  </a:lnTo>
                  <a:lnTo>
                    <a:pt x="2566018" y="1258372"/>
                  </a:lnTo>
                  <a:lnTo>
                    <a:pt x="2578788" y="1307479"/>
                  </a:lnTo>
                  <a:lnTo>
                    <a:pt x="2590723" y="1357156"/>
                  </a:lnTo>
                  <a:lnTo>
                    <a:pt x="2601823" y="1407401"/>
                  </a:lnTo>
                  <a:lnTo>
                    <a:pt x="2612087" y="1458212"/>
                  </a:lnTo>
                  <a:lnTo>
                    <a:pt x="2621515" y="1509586"/>
                  </a:lnTo>
                  <a:lnTo>
                    <a:pt x="2630104" y="1561522"/>
                  </a:lnTo>
                  <a:lnTo>
                    <a:pt x="2637854" y="1614016"/>
                  </a:lnTo>
                  <a:lnTo>
                    <a:pt x="2644764" y="1667067"/>
                  </a:lnTo>
                  <a:lnTo>
                    <a:pt x="2650832" y="1720672"/>
                  </a:lnTo>
                  <a:lnTo>
                    <a:pt x="2657155" y="1794768"/>
                  </a:lnTo>
                  <a:lnTo>
                    <a:pt x="2660749" y="1870458"/>
                  </a:lnTo>
                  <a:lnTo>
                    <a:pt x="2661524" y="1908900"/>
                  </a:lnTo>
                  <a:lnTo>
                    <a:pt x="2661617" y="1947737"/>
                  </a:lnTo>
                  <a:lnTo>
                    <a:pt x="2661029" y="1986970"/>
                  </a:lnTo>
                  <a:lnTo>
                    <a:pt x="2659760" y="2026596"/>
                  </a:lnTo>
                  <a:lnTo>
                    <a:pt x="2657811" y="2066617"/>
                  </a:lnTo>
                  <a:lnTo>
                    <a:pt x="2655182" y="2107029"/>
                  </a:lnTo>
                  <a:lnTo>
                    <a:pt x="2651872" y="2147833"/>
                  </a:lnTo>
                  <a:lnTo>
                    <a:pt x="2647883" y="2189028"/>
                  </a:lnTo>
                  <a:lnTo>
                    <a:pt x="2643215" y="2230612"/>
                  </a:lnTo>
                  <a:lnTo>
                    <a:pt x="2637868" y="2272585"/>
                  </a:lnTo>
                  <a:lnTo>
                    <a:pt x="2631842" y="2314946"/>
                  </a:lnTo>
                  <a:lnTo>
                    <a:pt x="2625137" y="2357694"/>
                  </a:lnTo>
                  <a:lnTo>
                    <a:pt x="2617754" y="2400828"/>
                  </a:lnTo>
                  <a:lnTo>
                    <a:pt x="2609693" y="2444348"/>
                  </a:lnTo>
                  <a:lnTo>
                    <a:pt x="2600954" y="2488251"/>
                  </a:lnTo>
                  <a:lnTo>
                    <a:pt x="2591538" y="2532538"/>
                  </a:lnTo>
                  <a:lnTo>
                    <a:pt x="2581445" y="2577208"/>
                  </a:lnTo>
                  <a:lnTo>
                    <a:pt x="2570675" y="2622259"/>
                  </a:lnTo>
                  <a:lnTo>
                    <a:pt x="2559228" y="2667690"/>
                  </a:lnTo>
                  <a:lnTo>
                    <a:pt x="2547105" y="2713502"/>
                  </a:lnTo>
                  <a:lnTo>
                    <a:pt x="2534306" y="2759692"/>
                  </a:lnTo>
                  <a:lnTo>
                    <a:pt x="2520831" y="2806260"/>
                  </a:lnTo>
                  <a:lnTo>
                    <a:pt x="2506681" y="2853205"/>
                  </a:lnTo>
                  <a:lnTo>
                    <a:pt x="2491856" y="2900527"/>
                  </a:lnTo>
                  <a:lnTo>
                    <a:pt x="2476355" y="2948223"/>
                  </a:lnTo>
                  <a:lnTo>
                    <a:pt x="2460180" y="2996294"/>
                  </a:lnTo>
                  <a:lnTo>
                    <a:pt x="2443331" y="3044738"/>
                  </a:lnTo>
                  <a:lnTo>
                    <a:pt x="2425808" y="3093555"/>
                  </a:lnTo>
                  <a:lnTo>
                    <a:pt x="2407610" y="3142743"/>
                  </a:lnTo>
                  <a:lnTo>
                    <a:pt x="2388740" y="3192302"/>
                  </a:lnTo>
                  <a:lnTo>
                    <a:pt x="2369196" y="3242231"/>
                  </a:lnTo>
                  <a:lnTo>
                    <a:pt x="2348979" y="3292529"/>
                  </a:lnTo>
                  <a:lnTo>
                    <a:pt x="2328089" y="3343195"/>
                  </a:lnTo>
                  <a:lnTo>
                    <a:pt x="2306527" y="3394228"/>
                  </a:lnTo>
                  <a:lnTo>
                    <a:pt x="2284293" y="3445627"/>
                  </a:lnTo>
                  <a:lnTo>
                    <a:pt x="2261387" y="3497391"/>
                  </a:lnTo>
                  <a:lnTo>
                    <a:pt x="2237810" y="3549519"/>
                  </a:lnTo>
                  <a:lnTo>
                    <a:pt x="2213561" y="3602011"/>
                  </a:lnTo>
                  <a:lnTo>
                    <a:pt x="2188641" y="3654866"/>
                  </a:lnTo>
                  <a:lnTo>
                    <a:pt x="2163050" y="3708082"/>
                  </a:lnTo>
                  <a:lnTo>
                    <a:pt x="2136789" y="3761659"/>
                  </a:lnTo>
                  <a:lnTo>
                    <a:pt x="2109858" y="3815596"/>
                  </a:lnTo>
                  <a:lnTo>
                    <a:pt x="2082257" y="3869891"/>
                  </a:lnTo>
                  <a:lnTo>
                    <a:pt x="2053986" y="3924545"/>
                  </a:lnTo>
                  <a:lnTo>
                    <a:pt x="2025046" y="3979556"/>
                  </a:lnTo>
                  <a:lnTo>
                    <a:pt x="1995437" y="4034923"/>
                  </a:lnTo>
                  <a:lnTo>
                    <a:pt x="1965159" y="4090645"/>
                  </a:lnTo>
                  <a:lnTo>
                    <a:pt x="1934213" y="4146722"/>
                  </a:lnTo>
                  <a:lnTo>
                    <a:pt x="1902598" y="4203152"/>
                  </a:lnTo>
                  <a:lnTo>
                    <a:pt x="1870316" y="4259935"/>
                  </a:lnTo>
                  <a:lnTo>
                    <a:pt x="1849052" y="4296899"/>
                  </a:lnTo>
                  <a:lnTo>
                    <a:pt x="1805687" y="4371273"/>
                  </a:lnTo>
                  <a:lnTo>
                    <a:pt x="1761206" y="4446236"/>
                  </a:lnTo>
                  <a:lnTo>
                    <a:pt x="1715613" y="4521784"/>
                  </a:lnTo>
                  <a:lnTo>
                    <a:pt x="1668911" y="4597914"/>
                  </a:lnTo>
                  <a:lnTo>
                    <a:pt x="1621104" y="4674621"/>
                  </a:lnTo>
                  <a:lnTo>
                    <a:pt x="1572193" y="4751901"/>
                  </a:lnTo>
                  <a:lnTo>
                    <a:pt x="1522183" y="4829749"/>
                  </a:lnTo>
                  <a:lnTo>
                    <a:pt x="1471076" y="4908162"/>
                  </a:lnTo>
                  <a:lnTo>
                    <a:pt x="1418876" y="4987136"/>
                  </a:lnTo>
                  <a:lnTo>
                    <a:pt x="1365584" y="5066665"/>
                  </a:lnTo>
                  <a:lnTo>
                    <a:pt x="1311206" y="5146747"/>
                  </a:lnTo>
                  <a:lnTo>
                    <a:pt x="1255743" y="5227376"/>
                  </a:lnTo>
                  <a:lnTo>
                    <a:pt x="1199199" y="5308549"/>
                  </a:lnTo>
                  <a:lnTo>
                    <a:pt x="1141576" y="5390262"/>
                  </a:lnTo>
                  <a:lnTo>
                    <a:pt x="1082878" y="5472509"/>
                  </a:lnTo>
                  <a:lnTo>
                    <a:pt x="1023108" y="5555288"/>
                  </a:lnTo>
                  <a:lnTo>
                    <a:pt x="962270" y="5638593"/>
                  </a:lnTo>
                  <a:lnTo>
                    <a:pt x="900365" y="5722422"/>
                  </a:lnTo>
                  <a:lnTo>
                    <a:pt x="837397" y="5806768"/>
                  </a:lnTo>
                  <a:lnTo>
                    <a:pt x="773370" y="5891629"/>
                  </a:lnTo>
                  <a:lnTo>
                    <a:pt x="708285" y="5977000"/>
                  </a:lnTo>
                  <a:lnTo>
                    <a:pt x="642147" y="6062877"/>
                  </a:lnTo>
                  <a:lnTo>
                    <a:pt x="574959" y="6149256"/>
                  </a:lnTo>
                  <a:lnTo>
                    <a:pt x="506723" y="6236133"/>
                  </a:lnTo>
                  <a:lnTo>
                    <a:pt x="437443" y="6323502"/>
                  </a:lnTo>
                  <a:lnTo>
                    <a:pt x="331571" y="6455473"/>
                  </a:lnTo>
                  <a:lnTo>
                    <a:pt x="223366" y="6588530"/>
                  </a:lnTo>
                  <a:lnTo>
                    <a:pt x="112839" y="6722659"/>
                  </a:lnTo>
                  <a:lnTo>
                    <a:pt x="0" y="6857847"/>
                  </a:lnTo>
                  <a:lnTo>
                    <a:pt x="12522" y="6857847"/>
                  </a:lnTo>
                  <a:lnTo>
                    <a:pt x="50292" y="6812761"/>
                  </a:lnTo>
                  <a:lnTo>
                    <a:pt x="162069" y="6678202"/>
                  </a:lnTo>
                  <a:lnTo>
                    <a:pt x="271540" y="6544701"/>
                  </a:lnTo>
                  <a:lnTo>
                    <a:pt x="378694" y="6412273"/>
                  </a:lnTo>
                  <a:lnTo>
                    <a:pt x="483521" y="6280931"/>
                  </a:lnTo>
                  <a:lnTo>
                    <a:pt x="552107" y="6193981"/>
                  </a:lnTo>
                  <a:lnTo>
                    <a:pt x="619652" y="6107524"/>
                  </a:lnTo>
                  <a:lnTo>
                    <a:pt x="686152" y="6021564"/>
                  </a:lnTo>
                  <a:lnTo>
                    <a:pt x="751603" y="5936106"/>
                  </a:lnTo>
                  <a:lnTo>
                    <a:pt x="816004" y="5851153"/>
                  </a:lnTo>
                  <a:lnTo>
                    <a:pt x="879351" y="5766711"/>
                  </a:lnTo>
                  <a:lnTo>
                    <a:pt x="941640" y="5682782"/>
                  </a:lnTo>
                  <a:lnTo>
                    <a:pt x="1002869" y="5599372"/>
                  </a:lnTo>
                  <a:lnTo>
                    <a:pt x="1063035" y="5516485"/>
                  </a:lnTo>
                  <a:lnTo>
                    <a:pt x="1122135" y="5434124"/>
                  </a:lnTo>
                  <a:lnTo>
                    <a:pt x="1180166" y="5352294"/>
                  </a:lnTo>
                  <a:lnTo>
                    <a:pt x="1237124" y="5270999"/>
                  </a:lnTo>
                  <a:lnTo>
                    <a:pt x="1293006" y="5190243"/>
                  </a:lnTo>
                  <a:lnTo>
                    <a:pt x="1347811" y="5110030"/>
                  </a:lnTo>
                  <a:lnTo>
                    <a:pt x="1401533" y="5030364"/>
                  </a:lnTo>
                  <a:lnTo>
                    <a:pt x="1454172" y="4951251"/>
                  </a:lnTo>
                  <a:lnTo>
                    <a:pt x="1505722" y="4872693"/>
                  </a:lnTo>
                  <a:lnTo>
                    <a:pt x="1556182" y="4794694"/>
                  </a:lnTo>
                  <a:lnTo>
                    <a:pt x="1605549" y="4717260"/>
                  </a:lnTo>
                  <a:lnTo>
                    <a:pt x="1653818" y="4640395"/>
                  </a:lnTo>
                  <a:lnTo>
                    <a:pt x="1700988" y="4564101"/>
                  </a:lnTo>
                  <a:lnTo>
                    <a:pt x="1747055" y="4488385"/>
                  </a:lnTo>
                  <a:lnTo>
                    <a:pt x="1792016" y="4413249"/>
                  </a:lnTo>
                  <a:lnTo>
                    <a:pt x="1835869" y="4338698"/>
                  </a:lnTo>
                  <a:lnTo>
                    <a:pt x="1878609" y="4264736"/>
                  </a:lnTo>
                  <a:lnTo>
                    <a:pt x="1910948" y="4207853"/>
                  </a:lnTo>
                  <a:lnTo>
                    <a:pt x="1942618" y="4151322"/>
                  </a:lnTo>
                  <a:lnTo>
                    <a:pt x="1973618" y="4095144"/>
                  </a:lnTo>
                  <a:lnTo>
                    <a:pt x="2003949" y="4039321"/>
                  </a:lnTo>
                  <a:lnTo>
                    <a:pt x="2033609" y="3983852"/>
                  </a:lnTo>
                  <a:lnTo>
                    <a:pt x="2062600" y="3928740"/>
                  </a:lnTo>
                  <a:lnTo>
                    <a:pt x="2090919" y="3873984"/>
                  </a:lnTo>
                  <a:lnTo>
                    <a:pt x="2118568" y="3819586"/>
                  </a:lnTo>
                  <a:lnTo>
                    <a:pt x="2145546" y="3765546"/>
                  </a:lnTo>
                  <a:lnTo>
                    <a:pt x="2171852" y="3711867"/>
                  </a:lnTo>
                  <a:lnTo>
                    <a:pt x="2197487" y="3658547"/>
                  </a:lnTo>
                  <a:lnTo>
                    <a:pt x="2222449" y="3605589"/>
                  </a:lnTo>
                  <a:lnTo>
                    <a:pt x="2246739" y="3552994"/>
                  </a:lnTo>
                  <a:lnTo>
                    <a:pt x="2270357" y="3500761"/>
                  </a:lnTo>
                  <a:lnTo>
                    <a:pt x="2293302" y="3448893"/>
                  </a:lnTo>
                  <a:lnTo>
                    <a:pt x="2315574" y="3397389"/>
                  </a:lnTo>
                  <a:lnTo>
                    <a:pt x="2337172" y="3346252"/>
                  </a:lnTo>
                  <a:lnTo>
                    <a:pt x="2358097" y="3295481"/>
                  </a:lnTo>
                  <a:lnTo>
                    <a:pt x="2378348" y="3245078"/>
                  </a:lnTo>
                  <a:lnTo>
                    <a:pt x="2397924" y="3195044"/>
                  </a:lnTo>
                  <a:lnTo>
                    <a:pt x="2416826" y="3145379"/>
                  </a:lnTo>
                  <a:lnTo>
                    <a:pt x="2435054" y="3096085"/>
                  </a:lnTo>
                  <a:lnTo>
                    <a:pt x="2452606" y="3047161"/>
                  </a:lnTo>
                  <a:lnTo>
                    <a:pt x="2469483" y="2998611"/>
                  </a:lnTo>
                  <a:lnTo>
                    <a:pt x="2485684" y="2950433"/>
                  </a:lnTo>
                  <a:lnTo>
                    <a:pt x="2501209" y="2902629"/>
                  </a:lnTo>
                  <a:lnTo>
                    <a:pt x="2516058" y="2855201"/>
                  </a:lnTo>
                  <a:lnTo>
                    <a:pt x="2530231" y="2808148"/>
                  </a:lnTo>
                  <a:lnTo>
                    <a:pt x="2543727" y="2761472"/>
                  </a:lnTo>
                  <a:lnTo>
                    <a:pt x="2556546" y="2715174"/>
                  </a:lnTo>
                  <a:lnTo>
                    <a:pt x="2568688" y="2669254"/>
                  </a:lnTo>
                  <a:lnTo>
                    <a:pt x="2580152" y="2623714"/>
                  </a:lnTo>
                  <a:lnTo>
                    <a:pt x="2590938" y="2578554"/>
                  </a:lnTo>
                  <a:lnTo>
                    <a:pt x="2601046" y="2533776"/>
                  </a:lnTo>
                  <a:lnTo>
                    <a:pt x="2610476" y="2489380"/>
                  </a:lnTo>
                  <a:lnTo>
                    <a:pt x="2619227" y="2445367"/>
                  </a:lnTo>
                  <a:lnTo>
                    <a:pt x="2627299" y="2401738"/>
                  </a:lnTo>
                  <a:lnTo>
                    <a:pt x="2634692" y="2358494"/>
                  </a:lnTo>
                  <a:lnTo>
                    <a:pt x="2641405" y="2315635"/>
                  </a:lnTo>
                  <a:lnTo>
                    <a:pt x="2647438" y="2273164"/>
                  </a:lnTo>
                  <a:lnTo>
                    <a:pt x="2652792" y="2231080"/>
                  </a:lnTo>
                  <a:lnTo>
                    <a:pt x="2657465" y="2189385"/>
                  </a:lnTo>
                  <a:lnTo>
                    <a:pt x="2661457" y="2148079"/>
                  </a:lnTo>
                  <a:lnTo>
                    <a:pt x="2664768" y="2107164"/>
                  </a:lnTo>
                  <a:lnTo>
                    <a:pt x="2667399" y="2066640"/>
                  </a:lnTo>
                  <a:lnTo>
                    <a:pt x="2669347" y="2026508"/>
                  </a:lnTo>
                  <a:lnTo>
                    <a:pt x="2670614" y="1986769"/>
                  </a:lnTo>
                  <a:lnTo>
                    <a:pt x="2671199" y="1947424"/>
                  </a:lnTo>
                  <a:lnTo>
                    <a:pt x="2671102" y="1908475"/>
                  </a:lnTo>
                  <a:lnTo>
                    <a:pt x="2670322" y="1869921"/>
                  </a:lnTo>
                  <a:lnTo>
                    <a:pt x="2668859" y="1831763"/>
                  </a:lnTo>
                  <a:lnTo>
                    <a:pt x="2663883" y="1756643"/>
                  </a:lnTo>
                  <a:lnTo>
                    <a:pt x="2654277" y="1665874"/>
                  </a:lnTo>
                  <a:lnTo>
                    <a:pt x="2647340" y="1612622"/>
                  </a:lnTo>
                  <a:lnTo>
                    <a:pt x="2639559" y="1559929"/>
                  </a:lnTo>
                  <a:lnTo>
                    <a:pt x="2630934" y="1507796"/>
                  </a:lnTo>
                  <a:lnTo>
                    <a:pt x="2621468" y="1456227"/>
                  </a:lnTo>
                  <a:lnTo>
                    <a:pt x="2611162" y="1405222"/>
                  </a:lnTo>
                  <a:lnTo>
                    <a:pt x="2600015" y="1354785"/>
                  </a:lnTo>
                  <a:lnTo>
                    <a:pt x="2588030" y="1304917"/>
                  </a:lnTo>
                  <a:lnTo>
                    <a:pt x="2575207" y="1255622"/>
                  </a:lnTo>
                  <a:lnTo>
                    <a:pt x="2561547" y="1206901"/>
                  </a:lnTo>
                  <a:lnTo>
                    <a:pt x="2547052" y="1158756"/>
                  </a:lnTo>
                  <a:lnTo>
                    <a:pt x="2531722" y="1111191"/>
                  </a:lnTo>
                  <a:lnTo>
                    <a:pt x="2515558" y="1064207"/>
                  </a:lnTo>
                  <a:lnTo>
                    <a:pt x="2498561" y="1017806"/>
                  </a:lnTo>
                  <a:lnTo>
                    <a:pt x="2480733" y="971991"/>
                  </a:lnTo>
                  <a:lnTo>
                    <a:pt x="2462074" y="926764"/>
                  </a:lnTo>
                  <a:lnTo>
                    <a:pt x="2442585" y="882127"/>
                  </a:lnTo>
                  <a:lnTo>
                    <a:pt x="2422268" y="838083"/>
                  </a:lnTo>
                  <a:lnTo>
                    <a:pt x="2401123" y="794634"/>
                  </a:lnTo>
                  <a:lnTo>
                    <a:pt x="2379151" y="751782"/>
                  </a:lnTo>
                  <a:lnTo>
                    <a:pt x="2356354" y="709530"/>
                  </a:lnTo>
                  <a:lnTo>
                    <a:pt x="2332732" y="667879"/>
                  </a:lnTo>
                  <a:lnTo>
                    <a:pt x="2308286" y="626833"/>
                  </a:lnTo>
                  <a:lnTo>
                    <a:pt x="2283018" y="586393"/>
                  </a:lnTo>
                  <a:lnTo>
                    <a:pt x="2256928" y="546562"/>
                  </a:lnTo>
                  <a:lnTo>
                    <a:pt x="2230018" y="507342"/>
                  </a:lnTo>
                  <a:lnTo>
                    <a:pt x="2202288" y="468735"/>
                  </a:lnTo>
                  <a:lnTo>
                    <a:pt x="2173739" y="430743"/>
                  </a:lnTo>
                  <a:lnTo>
                    <a:pt x="2144373" y="393370"/>
                  </a:lnTo>
                  <a:lnTo>
                    <a:pt x="2114191" y="356617"/>
                  </a:lnTo>
                  <a:lnTo>
                    <a:pt x="2083192" y="320486"/>
                  </a:lnTo>
                  <a:lnTo>
                    <a:pt x="2051380" y="284980"/>
                  </a:lnTo>
                  <a:lnTo>
                    <a:pt x="2018753" y="250101"/>
                  </a:lnTo>
                  <a:lnTo>
                    <a:pt x="1981477" y="212026"/>
                  </a:lnTo>
                  <a:lnTo>
                    <a:pt x="1943180" y="174739"/>
                  </a:lnTo>
                  <a:lnTo>
                    <a:pt x="1903873" y="138236"/>
                  </a:lnTo>
                  <a:lnTo>
                    <a:pt x="1863569" y="102515"/>
                  </a:lnTo>
                  <a:lnTo>
                    <a:pt x="1822281" y="67570"/>
                  </a:lnTo>
                  <a:lnTo>
                    <a:pt x="1780020" y="33400"/>
                  </a:lnTo>
                  <a:lnTo>
                    <a:pt x="1736801" y="0"/>
                  </a:lnTo>
                  <a:close/>
                </a:path>
              </a:pathLst>
            </a:custGeom>
            <a:solidFill>
              <a:srgbClr val="100A30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9" name="object 5">
            <a:extLst>
              <a:ext uri="{FF2B5EF4-FFF2-40B4-BE49-F238E27FC236}">
                <a16:creationId xmlns:a16="http://schemas.microsoft.com/office/drawing/2014/main" id="{B82CC18E-BA9B-3247-B081-3D945B8EF3A3}"/>
              </a:ext>
            </a:extLst>
          </p:cNvPr>
          <p:cNvSpPr/>
          <p:nvPr userDrawn="1"/>
        </p:nvSpPr>
        <p:spPr>
          <a:xfrm>
            <a:off x="9239516" y="0"/>
            <a:ext cx="2959100" cy="6858000"/>
          </a:xfrm>
          <a:custGeom>
            <a:avLst/>
            <a:gdLst/>
            <a:ahLst/>
            <a:cxnLst/>
            <a:rect l="l" t="t" r="r" b="b"/>
            <a:pathLst>
              <a:path w="2959100" h="6858000">
                <a:moveTo>
                  <a:pt x="2958744" y="0"/>
                </a:moveTo>
                <a:lnTo>
                  <a:pt x="0" y="0"/>
                </a:lnTo>
                <a:lnTo>
                  <a:pt x="0" y="6858000"/>
                </a:lnTo>
                <a:lnTo>
                  <a:pt x="2958744" y="6858000"/>
                </a:lnTo>
                <a:lnTo>
                  <a:pt x="295874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7000">
                <a:srgbClr val="100930">
                  <a:alpha val="71593"/>
                </a:srgb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DAD63CEA-99A4-4746-82CA-91FABC535F52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452" y="5834154"/>
            <a:ext cx="1168951" cy="5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2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C7E27CDF-19F8-7F4E-93BC-40B81B50DC32}"/>
              </a:ext>
            </a:extLst>
          </p:cNvPr>
          <p:cNvSpPr/>
          <p:nvPr userDrawn="1"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100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 descr="A group of ladybugs on a plant&#10;&#10;Description automatically generated with medium confidence">
            <a:extLst>
              <a:ext uri="{FF2B5EF4-FFF2-40B4-BE49-F238E27FC236}">
                <a16:creationId xmlns:a16="http://schemas.microsoft.com/office/drawing/2014/main" id="{FEEF5EAB-57BC-4245-AE50-6D216B97FA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1" b="11632"/>
          <a:stretch/>
        </p:blipFill>
        <p:spPr>
          <a:xfrm>
            <a:off x="3258363" y="147"/>
            <a:ext cx="8936871" cy="6857853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B82CC18E-BA9B-3247-B081-3D945B8EF3A3}"/>
              </a:ext>
            </a:extLst>
          </p:cNvPr>
          <p:cNvSpPr/>
          <p:nvPr userDrawn="1"/>
        </p:nvSpPr>
        <p:spPr>
          <a:xfrm>
            <a:off x="9239516" y="0"/>
            <a:ext cx="2959100" cy="6858000"/>
          </a:xfrm>
          <a:custGeom>
            <a:avLst/>
            <a:gdLst/>
            <a:ahLst/>
            <a:cxnLst/>
            <a:rect l="l" t="t" r="r" b="b"/>
            <a:pathLst>
              <a:path w="2959100" h="6858000">
                <a:moveTo>
                  <a:pt x="2958744" y="0"/>
                </a:moveTo>
                <a:lnTo>
                  <a:pt x="0" y="0"/>
                </a:lnTo>
                <a:lnTo>
                  <a:pt x="0" y="6858000"/>
                </a:lnTo>
                <a:lnTo>
                  <a:pt x="2958744" y="6858000"/>
                </a:lnTo>
                <a:lnTo>
                  <a:pt x="295874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7000">
                <a:srgbClr val="100930">
                  <a:alpha val="71593"/>
                </a:srgb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DAD63CEA-99A4-4746-82CA-91FABC535F52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452" y="5834154"/>
            <a:ext cx="1168951" cy="52259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B08E3CD-364A-A24C-BE89-177EABA3DF82}"/>
              </a:ext>
            </a:extLst>
          </p:cNvPr>
          <p:cNvGrpSpPr/>
          <p:nvPr userDrawn="1"/>
        </p:nvGrpSpPr>
        <p:grpSpPr>
          <a:xfrm>
            <a:off x="152976" y="0"/>
            <a:ext cx="6445976" cy="6858147"/>
            <a:chOff x="1706584" y="0"/>
            <a:chExt cx="6445976" cy="6858147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CB2D2C32-7E2C-384F-ADBC-EDD4AA0CBF78}"/>
                </a:ext>
              </a:extLst>
            </p:cNvPr>
            <p:cNvSpPr/>
            <p:nvPr/>
          </p:nvSpPr>
          <p:spPr>
            <a:xfrm>
              <a:off x="1706584" y="0"/>
              <a:ext cx="5938520" cy="6858000"/>
            </a:xfrm>
            <a:custGeom>
              <a:avLst/>
              <a:gdLst/>
              <a:ahLst/>
              <a:cxnLst/>
              <a:rect l="l" t="t" r="r" b="b"/>
              <a:pathLst>
                <a:path w="5938520" h="6858000">
                  <a:moveTo>
                    <a:pt x="3497978" y="0"/>
                  </a:moveTo>
                  <a:lnTo>
                    <a:pt x="3457498" y="285"/>
                  </a:lnTo>
                  <a:lnTo>
                    <a:pt x="0" y="285"/>
                  </a:lnTo>
                  <a:lnTo>
                    <a:pt x="0" y="6858006"/>
                  </a:lnTo>
                  <a:lnTo>
                    <a:pt x="3014802" y="6858006"/>
                  </a:lnTo>
                  <a:lnTo>
                    <a:pt x="3149977" y="6711027"/>
                  </a:lnTo>
                  <a:lnTo>
                    <a:pt x="3287001" y="6559705"/>
                  </a:lnTo>
                  <a:lnTo>
                    <a:pt x="3425397" y="6404368"/>
                  </a:lnTo>
                  <a:lnTo>
                    <a:pt x="3529806" y="6285426"/>
                  </a:lnTo>
                  <a:lnTo>
                    <a:pt x="3634515" y="6164545"/>
                  </a:lnTo>
                  <a:lnTo>
                    <a:pt x="3739324" y="6041864"/>
                  </a:lnTo>
                  <a:lnTo>
                    <a:pt x="3844029" y="5917519"/>
                  </a:lnTo>
                  <a:lnTo>
                    <a:pt x="3948429" y="5791649"/>
                  </a:lnTo>
                  <a:lnTo>
                    <a:pt x="4052323" y="5664391"/>
                  </a:lnTo>
                  <a:lnTo>
                    <a:pt x="4121204" y="5578849"/>
                  </a:lnTo>
                  <a:lnTo>
                    <a:pt x="4189711" y="5492792"/>
                  </a:lnTo>
                  <a:lnTo>
                    <a:pt x="4257783" y="5406261"/>
                  </a:lnTo>
                  <a:lnTo>
                    <a:pt x="4325361" y="5319296"/>
                  </a:lnTo>
                  <a:lnTo>
                    <a:pt x="4392385" y="5231938"/>
                  </a:lnTo>
                  <a:lnTo>
                    <a:pt x="4458795" y="5144228"/>
                  </a:lnTo>
                  <a:lnTo>
                    <a:pt x="4524531" y="5056207"/>
                  </a:lnTo>
                  <a:lnTo>
                    <a:pt x="4589534" y="4967916"/>
                  </a:lnTo>
                  <a:lnTo>
                    <a:pt x="4621742" y="4923681"/>
                  </a:lnTo>
                  <a:lnTo>
                    <a:pt x="4653744" y="4879394"/>
                  </a:lnTo>
                  <a:lnTo>
                    <a:pt x="4685533" y="4835060"/>
                  </a:lnTo>
                  <a:lnTo>
                    <a:pt x="4717101" y="4790684"/>
                  </a:lnTo>
                  <a:lnTo>
                    <a:pt x="4748441" y="4746271"/>
                  </a:lnTo>
                  <a:lnTo>
                    <a:pt x="4779545" y="4701825"/>
                  </a:lnTo>
                  <a:lnTo>
                    <a:pt x="4810406" y="4657353"/>
                  </a:lnTo>
                  <a:lnTo>
                    <a:pt x="4841016" y="4612859"/>
                  </a:lnTo>
                  <a:lnTo>
                    <a:pt x="4871368" y="4568348"/>
                  </a:lnTo>
                  <a:lnTo>
                    <a:pt x="4901455" y="4523826"/>
                  </a:lnTo>
                  <a:lnTo>
                    <a:pt x="4931269" y="4479297"/>
                  </a:lnTo>
                  <a:lnTo>
                    <a:pt x="4960802" y="4434767"/>
                  </a:lnTo>
                  <a:lnTo>
                    <a:pt x="4990047" y="4390240"/>
                  </a:lnTo>
                  <a:lnTo>
                    <a:pt x="5018997" y="4345722"/>
                  </a:lnTo>
                  <a:lnTo>
                    <a:pt x="5047644" y="4301219"/>
                  </a:lnTo>
                  <a:lnTo>
                    <a:pt x="5075980" y="4256733"/>
                  </a:lnTo>
                  <a:lnTo>
                    <a:pt x="5103999" y="4212273"/>
                  </a:lnTo>
                  <a:lnTo>
                    <a:pt x="5131692" y="4167841"/>
                  </a:lnTo>
                  <a:lnTo>
                    <a:pt x="5159052" y="4123443"/>
                  </a:lnTo>
                  <a:lnTo>
                    <a:pt x="5186072" y="4079085"/>
                  </a:lnTo>
                  <a:lnTo>
                    <a:pt x="5212744" y="4034771"/>
                  </a:lnTo>
                  <a:lnTo>
                    <a:pt x="5239061" y="3990507"/>
                  </a:lnTo>
                  <a:lnTo>
                    <a:pt x="5265016" y="3946297"/>
                  </a:lnTo>
                  <a:lnTo>
                    <a:pt x="5290600" y="3902147"/>
                  </a:lnTo>
                  <a:lnTo>
                    <a:pt x="5315806" y="3858062"/>
                  </a:lnTo>
                  <a:lnTo>
                    <a:pt x="5340627" y="3814046"/>
                  </a:lnTo>
                  <a:lnTo>
                    <a:pt x="5365056" y="3770106"/>
                  </a:lnTo>
                  <a:lnTo>
                    <a:pt x="5389084" y="3726246"/>
                  </a:lnTo>
                  <a:lnTo>
                    <a:pt x="5412705" y="3682471"/>
                  </a:lnTo>
                  <a:lnTo>
                    <a:pt x="5435911" y="3638786"/>
                  </a:lnTo>
                  <a:lnTo>
                    <a:pt x="5458694" y="3595196"/>
                  </a:lnTo>
                  <a:lnTo>
                    <a:pt x="5481048" y="3551707"/>
                  </a:lnTo>
                  <a:lnTo>
                    <a:pt x="5502964" y="3508324"/>
                  </a:lnTo>
                  <a:lnTo>
                    <a:pt x="5524435" y="3465051"/>
                  </a:lnTo>
                  <a:lnTo>
                    <a:pt x="5545453" y="3421894"/>
                  </a:lnTo>
                  <a:lnTo>
                    <a:pt x="5566012" y="3378858"/>
                  </a:lnTo>
                  <a:lnTo>
                    <a:pt x="5586103" y="3335947"/>
                  </a:lnTo>
                  <a:lnTo>
                    <a:pt x="5605720" y="3293168"/>
                  </a:lnTo>
                  <a:lnTo>
                    <a:pt x="5624854" y="3250525"/>
                  </a:lnTo>
                  <a:lnTo>
                    <a:pt x="5643498" y="3208023"/>
                  </a:lnTo>
                  <a:lnTo>
                    <a:pt x="5661645" y="3165667"/>
                  </a:lnTo>
                  <a:lnTo>
                    <a:pt x="5679288" y="3123463"/>
                  </a:lnTo>
                  <a:lnTo>
                    <a:pt x="5696418" y="3081415"/>
                  </a:lnTo>
                  <a:lnTo>
                    <a:pt x="5713028" y="3039529"/>
                  </a:lnTo>
                  <a:lnTo>
                    <a:pt x="5729111" y="2997809"/>
                  </a:lnTo>
                  <a:lnTo>
                    <a:pt x="5744660" y="2956261"/>
                  </a:lnTo>
                  <a:lnTo>
                    <a:pt x="5759667" y="2914890"/>
                  </a:lnTo>
                  <a:lnTo>
                    <a:pt x="5774124" y="2873701"/>
                  </a:lnTo>
                  <a:lnTo>
                    <a:pt x="5788024" y="2832699"/>
                  </a:lnTo>
                  <a:lnTo>
                    <a:pt x="5801359" y="2791889"/>
                  </a:lnTo>
                  <a:lnTo>
                    <a:pt x="5814123" y="2751277"/>
                  </a:lnTo>
                  <a:lnTo>
                    <a:pt x="5826307" y="2710866"/>
                  </a:lnTo>
                  <a:lnTo>
                    <a:pt x="5837904" y="2670663"/>
                  </a:lnTo>
                  <a:lnTo>
                    <a:pt x="5848906" y="2630673"/>
                  </a:lnTo>
                  <a:lnTo>
                    <a:pt x="5859307" y="2590900"/>
                  </a:lnTo>
                  <a:lnTo>
                    <a:pt x="5869098" y="2551350"/>
                  </a:lnTo>
                  <a:lnTo>
                    <a:pt x="5878273" y="2512028"/>
                  </a:lnTo>
                  <a:lnTo>
                    <a:pt x="5886823" y="2472938"/>
                  </a:lnTo>
                  <a:lnTo>
                    <a:pt x="5894741" y="2434087"/>
                  </a:lnTo>
                  <a:lnTo>
                    <a:pt x="5902020" y="2395479"/>
                  </a:lnTo>
                  <a:lnTo>
                    <a:pt x="5908653" y="2357118"/>
                  </a:lnTo>
                  <a:lnTo>
                    <a:pt x="5914631" y="2319012"/>
                  </a:lnTo>
                  <a:lnTo>
                    <a:pt x="5919948" y="2281163"/>
                  </a:lnTo>
                  <a:lnTo>
                    <a:pt x="5928566" y="2206261"/>
                  </a:lnTo>
                  <a:lnTo>
                    <a:pt x="5934447" y="2132454"/>
                  </a:lnTo>
                  <a:lnTo>
                    <a:pt x="5937533" y="2059782"/>
                  </a:lnTo>
                  <a:lnTo>
                    <a:pt x="5938008" y="2023885"/>
                  </a:lnTo>
                  <a:lnTo>
                    <a:pt x="5937762" y="1988287"/>
                  </a:lnTo>
                  <a:lnTo>
                    <a:pt x="5935076" y="1918008"/>
                  </a:lnTo>
                  <a:lnTo>
                    <a:pt x="5929414" y="1848986"/>
                  </a:lnTo>
                  <a:lnTo>
                    <a:pt x="5921851" y="1784782"/>
                  </a:lnTo>
                  <a:lnTo>
                    <a:pt x="5912807" y="1722067"/>
                  </a:lnTo>
                  <a:lnTo>
                    <a:pt x="5902317" y="1660824"/>
                  </a:lnTo>
                  <a:lnTo>
                    <a:pt x="5890415" y="1601035"/>
                  </a:lnTo>
                  <a:lnTo>
                    <a:pt x="5877134" y="1542683"/>
                  </a:lnTo>
                  <a:lnTo>
                    <a:pt x="5862510" y="1485751"/>
                  </a:lnTo>
                  <a:lnTo>
                    <a:pt x="5846576" y="1430222"/>
                  </a:lnTo>
                  <a:lnTo>
                    <a:pt x="5829367" y="1376078"/>
                  </a:lnTo>
                  <a:lnTo>
                    <a:pt x="5810917" y="1323302"/>
                  </a:lnTo>
                  <a:lnTo>
                    <a:pt x="5791261" y="1271877"/>
                  </a:lnTo>
                  <a:lnTo>
                    <a:pt x="5770432" y="1221785"/>
                  </a:lnTo>
                  <a:lnTo>
                    <a:pt x="5748465" y="1173010"/>
                  </a:lnTo>
                  <a:lnTo>
                    <a:pt x="5725394" y="1125534"/>
                  </a:lnTo>
                  <a:lnTo>
                    <a:pt x="5701253" y="1079341"/>
                  </a:lnTo>
                  <a:lnTo>
                    <a:pt x="5676077" y="1034411"/>
                  </a:lnTo>
                  <a:lnTo>
                    <a:pt x="5649900" y="990729"/>
                  </a:lnTo>
                  <a:lnTo>
                    <a:pt x="5622756" y="948277"/>
                  </a:lnTo>
                  <a:lnTo>
                    <a:pt x="5594680" y="907039"/>
                  </a:lnTo>
                  <a:lnTo>
                    <a:pt x="5565706" y="866995"/>
                  </a:lnTo>
                  <a:lnTo>
                    <a:pt x="5535867" y="828131"/>
                  </a:lnTo>
                  <a:lnTo>
                    <a:pt x="5505199" y="790427"/>
                  </a:lnTo>
                  <a:lnTo>
                    <a:pt x="5473736" y="753867"/>
                  </a:lnTo>
                  <a:lnTo>
                    <a:pt x="5441511" y="718434"/>
                  </a:lnTo>
                  <a:lnTo>
                    <a:pt x="5408559" y="684111"/>
                  </a:lnTo>
                  <a:lnTo>
                    <a:pt x="5374915" y="650879"/>
                  </a:lnTo>
                  <a:lnTo>
                    <a:pt x="5340613" y="618723"/>
                  </a:lnTo>
                  <a:lnTo>
                    <a:pt x="5305686" y="587624"/>
                  </a:lnTo>
                  <a:lnTo>
                    <a:pt x="5270170" y="557565"/>
                  </a:lnTo>
                  <a:lnTo>
                    <a:pt x="5234098" y="528530"/>
                  </a:lnTo>
                  <a:lnTo>
                    <a:pt x="5197505" y="500501"/>
                  </a:lnTo>
                  <a:lnTo>
                    <a:pt x="5160425" y="473460"/>
                  </a:lnTo>
                  <a:lnTo>
                    <a:pt x="5122892" y="447391"/>
                  </a:lnTo>
                  <a:lnTo>
                    <a:pt x="5084941" y="422276"/>
                  </a:lnTo>
                  <a:lnTo>
                    <a:pt x="5046605" y="398098"/>
                  </a:lnTo>
                  <a:lnTo>
                    <a:pt x="5007920" y="374840"/>
                  </a:lnTo>
                  <a:lnTo>
                    <a:pt x="4968919" y="352484"/>
                  </a:lnTo>
                  <a:lnTo>
                    <a:pt x="4929637" y="331014"/>
                  </a:lnTo>
                  <a:lnTo>
                    <a:pt x="4890108" y="310411"/>
                  </a:lnTo>
                  <a:lnTo>
                    <a:pt x="4850365" y="290659"/>
                  </a:lnTo>
                  <a:lnTo>
                    <a:pt x="4810445" y="271741"/>
                  </a:lnTo>
                  <a:lnTo>
                    <a:pt x="4770380" y="253639"/>
                  </a:lnTo>
                  <a:lnTo>
                    <a:pt x="4730205" y="236336"/>
                  </a:lnTo>
                  <a:lnTo>
                    <a:pt x="4689954" y="219814"/>
                  </a:lnTo>
                  <a:lnTo>
                    <a:pt x="4649662" y="204058"/>
                  </a:lnTo>
                  <a:lnTo>
                    <a:pt x="4609363" y="189048"/>
                  </a:lnTo>
                  <a:lnTo>
                    <a:pt x="4569091" y="174768"/>
                  </a:lnTo>
                  <a:lnTo>
                    <a:pt x="4528880" y="161201"/>
                  </a:lnTo>
                  <a:lnTo>
                    <a:pt x="4488765" y="148330"/>
                  </a:lnTo>
                  <a:lnTo>
                    <a:pt x="4448780" y="136137"/>
                  </a:lnTo>
                  <a:lnTo>
                    <a:pt x="4408959" y="124605"/>
                  </a:lnTo>
                  <a:lnTo>
                    <a:pt x="4369336" y="113716"/>
                  </a:lnTo>
                  <a:lnTo>
                    <a:pt x="4329947" y="103454"/>
                  </a:lnTo>
                  <a:lnTo>
                    <a:pt x="4290824" y="93802"/>
                  </a:lnTo>
                  <a:lnTo>
                    <a:pt x="4252002" y="84741"/>
                  </a:lnTo>
                  <a:lnTo>
                    <a:pt x="4213516" y="76256"/>
                  </a:lnTo>
                  <a:lnTo>
                    <a:pt x="4175400" y="68327"/>
                  </a:lnTo>
                  <a:lnTo>
                    <a:pt x="4137688" y="60939"/>
                  </a:lnTo>
                  <a:lnTo>
                    <a:pt x="4063613" y="47715"/>
                  </a:lnTo>
                  <a:lnTo>
                    <a:pt x="3991566" y="36446"/>
                  </a:lnTo>
                  <a:lnTo>
                    <a:pt x="3887896" y="22903"/>
                  </a:lnTo>
                  <a:lnTo>
                    <a:pt x="3822118" y="15915"/>
                  </a:lnTo>
                  <a:lnTo>
                    <a:pt x="3759326" y="10399"/>
                  </a:lnTo>
                  <a:lnTo>
                    <a:pt x="3699796" y="6215"/>
                  </a:lnTo>
                  <a:lnTo>
                    <a:pt x="3643801" y="3227"/>
                  </a:lnTo>
                  <a:lnTo>
                    <a:pt x="3591616" y="1297"/>
                  </a:lnTo>
                  <a:lnTo>
                    <a:pt x="3543515" y="285"/>
                  </a:lnTo>
                  <a:lnTo>
                    <a:pt x="3497978" y="0"/>
                  </a:lnTo>
                  <a:close/>
                </a:path>
              </a:pathLst>
            </a:custGeom>
            <a:solidFill>
              <a:srgbClr val="100A3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C604CB20-22D1-A94D-A57F-5233E6EF0A1C}"/>
                </a:ext>
              </a:extLst>
            </p:cNvPr>
            <p:cNvSpPr/>
            <p:nvPr/>
          </p:nvSpPr>
          <p:spPr>
            <a:xfrm>
              <a:off x="4815353" y="135"/>
              <a:ext cx="2953385" cy="6858000"/>
            </a:xfrm>
            <a:custGeom>
              <a:avLst/>
              <a:gdLst/>
              <a:ahLst/>
              <a:cxnLst/>
              <a:rect l="l" t="t" r="r" b="b"/>
              <a:pathLst>
                <a:path w="2953384" h="6858000">
                  <a:moveTo>
                    <a:pt x="1318437" y="0"/>
                  </a:moveTo>
                  <a:lnTo>
                    <a:pt x="1014780" y="0"/>
                  </a:lnTo>
                  <a:lnTo>
                    <a:pt x="1059782" y="8674"/>
                  </a:lnTo>
                  <a:lnTo>
                    <a:pt x="1105269" y="18060"/>
                  </a:lnTo>
                  <a:lnTo>
                    <a:pt x="1151187" y="28186"/>
                  </a:lnTo>
                  <a:lnTo>
                    <a:pt x="1197485" y="39077"/>
                  </a:lnTo>
                  <a:lnTo>
                    <a:pt x="1244110" y="50760"/>
                  </a:lnTo>
                  <a:lnTo>
                    <a:pt x="1291009" y="63261"/>
                  </a:lnTo>
                  <a:lnTo>
                    <a:pt x="1338130" y="76608"/>
                  </a:lnTo>
                  <a:lnTo>
                    <a:pt x="1385420" y="90826"/>
                  </a:lnTo>
                  <a:lnTo>
                    <a:pt x="1432826" y="105943"/>
                  </a:lnTo>
                  <a:lnTo>
                    <a:pt x="1484165" y="123329"/>
                  </a:lnTo>
                  <a:lnTo>
                    <a:pt x="1534655" y="141495"/>
                  </a:lnTo>
                  <a:lnTo>
                    <a:pt x="1584290" y="160439"/>
                  </a:lnTo>
                  <a:lnTo>
                    <a:pt x="1633066" y="180157"/>
                  </a:lnTo>
                  <a:lnTo>
                    <a:pt x="1680978" y="200648"/>
                  </a:lnTo>
                  <a:lnTo>
                    <a:pt x="1728021" y="221908"/>
                  </a:lnTo>
                  <a:lnTo>
                    <a:pt x="1774189" y="243933"/>
                  </a:lnTo>
                  <a:lnTo>
                    <a:pt x="1819479" y="266721"/>
                  </a:lnTo>
                  <a:lnTo>
                    <a:pt x="1863886" y="290270"/>
                  </a:lnTo>
                  <a:lnTo>
                    <a:pt x="1907403" y="314576"/>
                  </a:lnTo>
                  <a:lnTo>
                    <a:pt x="1950027" y="339636"/>
                  </a:lnTo>
                  <a:lnTo>
                    <a:pt x="1991753" y="365447"/>
                  </a:lnTo>
                  <a:lnTo>
                    <a:pt x="2032576" y="392006"/>
                  </a:lnTo>
                  <a:lnTo>
                    <a:pt x="2072490" y="419311"/>
                  </a:lnTo>
                  <a:lnTo>
                    <a:pt x="2111492" y="447359"/>
                  </a:lnTo>
                  <a:lnTo>
                    <a:pt x="2149576" y="476146"/>
                  </a:lnTo>
                  <a:lnTo>
                    <a:pt x="2186737" y="505670"/>
                  </a:lnTo>
                  <a:lnTo>
                    <a:pt x="2222970" y="535927"/>
                  </a:lnTo>
                  <a:lnTo>
                    <a:pt x="2258271" y="566915"/>
                  </a:lnTo>
                  <a:lnTo>
                    <a:pt x="2292634" y="598631"/>
                  </a:lnTo>
                  <a:lnTo>
                    <a:pt x="2326055" y="631072"/>
                  </a:lnTo>
                  <a:lnTo>
                    <a:pt x="2358529" y="664235"/>
                  </a:lnTo>
                  <a:lnTo>
                    <a:pt x="2391788" y="700040"/>
                  </a:lnTo>
                  <a:lnTo>
                    <a:pt x="2423990" y="736664"/>
                  </a:lnTo>
                  <a:lnTo>
                    <a:pt x="2455135" y="774102"/>
                  </a:lnTo>
                  <a:lnTo>
                    <a:pt x="2485221" y="812351"/>
                  </a:lnTo>
                  <a:lnTo>
                    <a:pt x="2514246" y="851407"/>
                  </a:lnTo>
                  <a:lnTo>
                    <a:pt x="2542208" y="891265"/>
                  </a:lnTo>
                  <a:lnTo>
                    <a:pt x="2569106" y="931924"/>
                  </a:lnTo>
                  <a:lnTo>
                    <a:pt x="2594939" y="973378"/>
                  </a:lnTo>
                  <a:lnTo>
                    <a:pt x="2619704" y="1015623"/>
                  </a:lnTo>
                  <a:lnTo>
                    <a:pt x="2643399" y="1058657"/>
                  </a:lnTo>
                  <a:lnTo>
                    <a:pt x="2666024" y="1102475"/>
                  </a:lnTo>
                  <a:lnTo>
                    <a:pt x="2687577" y="1147073"/>
                  </a:lnTo>
                  <a:lnTo>
                    <a:pt x="2708055" y="1192449"/>
                  </a:lnTo>
                  <a:lnTo>
                    <a:pt x="2727458" y="1238596"/>
                  </a:lnTo>
                  <a:lnTo>
                    <a:pt x="2745784" y="1285514"/>
                  </a:lnTo>
                  <a:lnTo>
                    <a:pt x="2763030" y="1333196"/>
                  </a:lnTo>
                  <a:lnTo>
                    <a:pt x="2779196" y="1381640"/>
                  </a:lnTo>
                  <a:lnTo>
                    <a:pt x="2794280" y="1430841"/>
                  </a:lnTo>
                  <a:lnTo>
                    <a:pt x="2808279" y="1480797"/>
                  </a:lnTo>
                  <a:lnTo>
                    <a:pt x="2821193" y="1531503"/>
                  </a:lnTo>
                  <a:lnTo>
                    <a:pt x="2833020" y="1582955"/>
                  </a:lnTo>
                  <a:lnTo>
                    <a:pt x="2843758" y="1635149"/>
                  </a:lnTo>
                  <a:lnTo>
                    <a:pt x="2853405" y="1688083"/>
                  </a:lnTo>
                  <a:lnTo>
                    <a:pt x="2861960" y="1741751"/>
                  </a:lnTo>
                  <a:lnTo>
                    <a:pt x="2869422" y="1796151"/>
                  </a:lnTo>
                  <a:lnTo>
                    <a:pt x="2875788" y="1851278"/>
                  </a:lnTo>
                  <a:lnTo>
                    <a:pt x="2881782" y="1925466"/>
                  </a:lnTo>
                  <a:lnTo>
                    <a:pt x="2884419" y="2001632"/>
                  </a:lnTo>
                  <a:lnTo>
                    <a:pt x="2884478" y="2040455"/>
                  </a:lnTo>
                  <a:lnTo>
                    <a:pt x="2883700" y="2079768"/>
                  </a:lnTo>
                  <a:lnTo>
                    <a:pt x="2882083" y="2119571"/>
                  </a:lnTo>
                  <a:lnTo>
                    <a:pt x="2879628" y="2159862"/>
                  </a:lnTo>
                  <a:lnTo>
                    <a:pt x="2876337" y="2200639"/>
                  </a:lnTo>
                  <a:lnTo>
                    <a:pt x="2872209" y="2241902"/>
                  </a:lnTo>
                  <a:lnTo>
                    <a:pt x="2867244" y="2283650"/>
                  </a:lnTo>
                  <a:lnTo>
                    <a:pt x="2861444" y="2325879"/>
                  </a:lnTo>
                  <a:lnTo>
                    <a:pt x="2854808" y="2368591"/>
                  </a:lnTo>
                  <a:lnTo>
                    <a:pt x="2847337" y="2411782"/>
                  </a:lnTo>
                  <a:lnTo>
                    <a:pt x="2839031" y="2455451"/>
                  </a:lnTo>
                  <a:lnTo>
                    <a:pt x="2829892" y="2499598"/>
                  </a:lnTo>
                  <a:lnTo>
                    <a:pt x="2819918" y="2544221"/>
                  </a:lnTo>
                  <a:lnTo>
                    <a:pt x="2809111" y="2589318"/>
                  </a:lnTo>
                  <a:lnTo>
                    <a:pt x="2797471" y="2634889"/>
                  </a:lnTo>
                  <a:lnTo>
                    <a:pt x="2784999" y="2680931"/>
                  </a:lnTo>
                  <a:lnTo>
                    <a:pt x="2771695" y="2727444"/>
                  </a:lnTo>
                  <a:lnTo>
                    <a:pt x="2757558" y="2774426"/>
                  </a:lnTo>
                  <a:lnTo>
                    <a:pt x="2742591" y="2821875"/>
                  </a:lnTo>
                  <a:lnTo>
                    <a:pt x="2726793" y="2869791"/>
                  </a:lnTo>
                  <a:lnTo>
                    <a:pt x="2710164" y="2918172"/>
                  </a:lnTo>
                  <a:lnTo>
                    <a:pt x="2692706" y="2967016"/>
                  </a:lnTo>
                  <a:lnTo>
                    <a:pt x="2674417" y="3016323"/>
                  </a:lnTo>
                  <a:lnTo>
                    <a:pt x="2655300" y="3066091"/>
                  </a:lnTo>
                  <a:lnTo>
                    <a:pt x="2635354" y="3116318"/>
                  </a:lnTo>
                  <a:lnTo>
                    <a:pt x="2614580" y="3167003"/>
                  </a:lnTo>
                  <a:lnTo>
                    <a:pt x="2592978" y="3218145"/>
                  </a:lnTo>
                  <a:lnTo>
                    <a:pt x="2570548" y="3269743"/>
                  </a:lnTo>
                  <a:lnTo>
                    <a:pt x="2547291" y="3321794"/>
                  </a:lnTo>
                  <a:lnTo>
                    <a:pt x="2523208" y="3374299"/>
                  </a:lnTo>
                  <a:lnTo>
                    <a:pt x="2498298" y="3427255"/>
                  </a:lnTo>
                  <a:lnTo>
                    <a:pt x="2472563" y="3480660"/>
                  </a:lnTo>
                  <a:lnTo>
                    <a:pt x="2446002" y="3534515"/>
                  </a:lnTo>
                  <a:lnTo>
                    <a:pt x="2418617" y="3588817"/>
                  </a:lnTo>
                  <a:lnTo>
                    <a:pt x="2390406" y="3643564"/>
                  </a:lnTo>
                  <a:lnTo>
                    <a:pt x="2361372" y="3698757"/>
                  </a:lnTo>
                  <a:lnTo>
                    <a:pt x="2331514" y="3754392"/>
                  </a:lnTo>
                  <a:lnTo>
                    <a:pt x="2300833" y="3810469"/>
                  </a:lnTo>
                  <a:lnTo>
                    <a:pt x="2269329" y="3866987"/>
                  </a:lnTo>
                  <a:lnTo>
                    <a:pt x="2237003" y="3923944"/>
                  </a:lnTo>
                  <a:lnTo>
                    <a:pt x="2216161" y="3960144"/>
                  </a:lnTo>
                  <a:lnTo>
                    <a:pt x="2173500" y="4033065"/>
                  </a:lnTo>
                  <a:lnTo>
                    <a:pt x="2129537" y="4106675"/>
                  </a:lnTo>
                  <a:lnTo>
                    <a:pt x="2084277" y="4180968"/>
                  </a:lnTo>
                  <a:lnTo>
                    <a:pt x="2037723" y="4255939"/>
                  </a:lnTo>
                  <a:lnTo>
                    <a:pt x="1989882" y="4331580"/>
                  </a:lnTo>
                  <a:lnTo>
                    <a:pt x="1940755" y="4407887"/>
                  </a:lnTo>
                  <a:lnTo>
                    <a:pt x="1890349" y="4484854"/>
                  </a:lnTo>
                  <a:lnTo>
                    <a:pt x="1838666" y="4562475"/>
                  </a:lnTo>
                  <a:lnTo>
                    <a:pt x="1785712" y="4640744"/>
                  </a:lnTo>
                  <a:lnTo>
                    <a:pt x="1731490" y="4719655"/>
                  </a:lnTo>
                  <a:lnTo>
                    <a:pt x="1676005" y="4799203"/>
                  </a:lnTo>
                  <a:lnTo>
                    <a:pt x="1619260" y="4879381"/>
                  </a:lnTo>
                  <a:lnTo>
                    <a:pt x="1561261" y="4960184"/>
                  </a:lnTo>
                  <a:lnTo>
                    <a:pt x="1502012" y="5041606"/>
                  </a:lnTo>
                  <a:lnTo>
                    <a:pt x="1441515" y="5123642"/>
                  </a:lnTo>
                  <a:lnTo>
                    <a:pt x="1379777" y="5206284"/>
                  </a:lnTo>
                  <a:lnTo>
                    <a:pt x="1316801" y="5289529"/>
                  </a:lnTo>
                  <a:lnTo>
                    <a:pt x="1252591" y="5373369"/>
                  </a:lnTo>
                  <a:lnTo>
                    <a:pt x="1187152" y="5457799"/>
                  </a:lnTo>
                  <a:lnTo>
                    <a:pt x="1120487" y="5542813"/>
                  </a:lnTo>
                  <a:lnTo>
                    <a:pt x="1052601" y="5628405"/>
                  </a:lnTo>
                  <a:lnTo>
                    <a:pt x="983499" y="5714570"/>
                  </a:lnTo>
                  <a:lnTo>
                    <a:pt x="913184" y="5801302"/>
                  </a:lnTo>
                  <a:lnTo>
                    <a:pt x="841661" y="5888594"/>
                  </a:lnTo>
                  <a:lnTo>
                    <a:pt x="768934" y="5976442"/>
                  </a:lnTo>
                  <a:lnTo>
                    <a:pt x="695007" y="6064838"/>
                  </a:lnTo>
                  <a:lnTo>
                    <a:pt x="619884" y="6153778"/>
                  </a:lnTo>
                  <a:lnTo>
                    <a:pt x="513174" y="6278651"/>
                  </a:lnTo>
                  <a:lnTo>
                    <a:pt x="410052" y="6397766"/>
                  </a:lnTo>
                  <a:lnTo>
                    <a:pt x="306999" y="6515356"/>
                  </a:lnTo>
                  <a:lnTo>
                    <a:pt x="204189" y="6631311"/>
                  </a:lnTo>
                  <a:lnTo>
                    <a:pt x="101798" y="6745516"/>
                  </a:lnTo>
                  <a:lnTo>
                    <a:pt x="0" y="6857860"/>
                  </a:lnTo>
                  <a:lnTo>
                    <a:pt x="92303" y="6857860"/>
                  </a:lnTo>
                  <a:lnTo>
                    <a:pt x="193061" y="6746199"/>
                  </a:lnTo>
                  <a:lnTo>
                    <a:pt x="294327" y="6632773"/>
                  </a:lnTo>
                  <a:lnTo>
                    <a:pt x="395935" y="6517688"/>
                  </a:lnTo>
                  <a:lnTo>
                    <a:pt x="497718" y="6401051"/>
                  </a:lnTo>
                  <a:lnTo>
                    <a:pt x="599509" y="6282970"/>
                  </a:lnTo>
                  <a:lnTo>
                    <a:pt x="709437" y="6153741"/>
                  </a:lnTo>
                  <a:lnTo>
                    <a:pt x="784266" y="6064714"/>
                  </a:lnTo>
                  <a:lnTo>
                    <a:pt x="857895" y="5976231"/>
                  </a:lnTo>
                  <a:lnTo>
                    <a:pt x="930320" y="5888299"/>
                  </a:lnTo>
                  <a:lnTo>
                    <a:pt x="1001535" y="5800922"/>
                  </a:lnTo>
                  <a:lnTo>
                    <a:pt x="1071538" y="5714108"/>
                  </a:lnTo>
                  <a:lnTo>
                    <a:pt x="1140324" y="5627861"/>
                  </a:lnTo>
                  <a:lnTo>
                    <a:pt x="1207888" y="5542188"/>
                  </a:lnTo>
                  <a:lnTo>
                    <a:pt x="1274226" y="5457094"/>
                  </a:lnTo>
                  <a:lnTo>
                    <a:pt x="1339334" y="5372585"/>
                  </a:lnTo>
                  <a:lnTo>
                    <a:pt x="1403208" y="5288668"/>
                  </a:lnTo>
                  <a:lnTo>
                    <a:pt x="1465844" y="5205347"/>
                  </a:lnTo>
                  <a:lnTo>
                    <a:pt x="1527237" y="5122629"/>
                  </a:lnTo>
                  <a:lnTo>
                    <a:pt x="1587384" y="5040520"/>
                  </a:lnTo>
                  <a:lnTo>
                    <a:pt x="1646279" y="4959025"/>
                  </a:lnTo>
                  <a:lnTo>
                    <a:pt x="1703918" y="4878150"/>
                  </a:lnTo>
                  <a:lnTo>
                    <a:pt x="1760299" y="4797902"/>
                  </a:lnTo>
                  <a:lnTo>
                    <a:pt x="1815415" y="4718285"/>
                  </a:lnTo>
                  <a:lnTo>
                    <a:pt x="1869263" y="4639306"/>
                  </a:lnTo>
                  <a:lnTo>
                    <a:pt x="1921839" y="4560971"/>
                  </a:lnTo>
                  <a:lnTo>
                    <a:pt x="1973138" y="4483285"/>
                  </a:lnTo>
                  <a:lnTo>
                    <a:pt x="2023157" y="4406254"/>
                  </a:lnTo>
                  <a:lnTo>
                    <a:pt x="2071890" y="4329885"/>
                  </a:lnTo>
                  <a:lnTo>
                    <a:pt x="2119335" y="4254182"/>
                  </a:lnTo>
                  <a:lnTo>
                    <a:pt x="2165485" y="4179152"/>
                  </a:lnTo>
                  <a:lnTo>
                    <a:pt x="2210338" y="4104801"/>
                  </a:lnTo>
                  <a:lnTo>
                    <a:pt x="2253889" y="4031134"/>
                  </a:lnTo>
                  <a:lnTo>
                    <a:pt x="2296134" y="3958158"/>
                  </a:lnTo>
                  <a:lnTo>
                    <a:pt x="2328237" y="3901607"/>
                  </a:lnTo>
                  <a:lnTo>
                    <a:pt x="2359541" y="3845472"/>
                  </a:lnTo>
                  <a:lnTo>
                    <a:pt x="2390045" y="3789755"/>
                  </a:lnTo>
                  <a:lnTo>
                    <a:pt x="2419749" y="3734458"/>
                  </a:lnTo>
                  <a:lnTo>
                    <a:pt x="2448652" y="3679581"/>
                  </a:lnTo>
                  <a:lnTo>
                    <a:pt x="2476755" y="3625125"/>
                  </a:lnTo>
                  <a:lnTo>
                    <a:pt x="2504056" y="3571093"/>
                  </a:lnTo>
                  <a:lnTo>
                    <a:pt x="2530555" y="3517485"/>
                  </a:lnTo>
                  <a:lnTo>
                    <a:pt x="2556252" y="3464302"/>
                  </a:lnTo>
                  <a:lnTo>
                    <a:pt x="2581147" y="3411546"/>
                  </a:lnTo>
                  <a:lnTo>
                    <a:pt x="2605238" y="3359219"/>
                  </a:lnTo>
                  <a:lnTo>
                    <a:pt x="2628527" y="3307321"/>
                  </a:lnTo>
                  <a:lnTo>
                    <a:pt x="2651011" y="3255854"/>
                  </a:lnTo>
                  <a:lnTo>
                    <a:pt x="2672692" y="3204819"/>
                  </a:lnTo>
                  <a:lnTo>
                    <a:pt x="2693567" y="3154218"/>
                  </a:lnTo>
                  <a:lnTo>
                    <a:pt x="2713638" y="3104051"/>
                  </a:lnTo>
                  <a:lnTo>
                    <a:pt x="2732904" y="3054320"/>
                  </a:lnTo>
                  <a:lnTo>
                    <a:pt x="2751364" y="3005027"/>
                  </a:lnTo>
                  <a:lnTo>
                    <a:pt x="2769017" y="2956172"/>
                  </a:lnTo>
                  <a:lnTo>
                    <a:pt x="2785864" y="2907757"/>
                  </a:lnTo>
                  <a:lnTo>
                    <a:pt x="2801905" y="2859783"/>
                  </a:lnTo>
                  <a:lnTo>
                    <a:pt x="2817137" y="2812252"/>
                  </a:lnTo>
                  <a:lnTo>
                    <a:pt x="2831562" y="2765165"/>
                  </a:lnTo>
                  <a:lnTo>
                    <a:pt x="2845179" y="2718523"/>
                  </a:lnTo>
                  <a:lnTo>
                    <a:pt x="2857988" y="2672327"/>
                  </a:lnTo>
                  <a:lnTo>
                    <a:pt x="2869987" y="2626579"/>
                  </a:lnTo>
                  <a:lnTo>
                    <a:pt x="2881177" y="2581280"/>
                  </a:lnTo>
                  <a:lnTo>
                    <a:pt x="2891558" y="2536431"/>
                  </a:lnTo>
                  <a:lnTo>
                    <a:pt x="2901128" y="2492034"/>
                  </a:lnTo>
                  <a:lnTo>
                    <a:pt x="2909887" y="2448090"/>
                  </a:lnTo>
                  <a:lnTo>
                    <a:pt x="2917836" y="2404600"/>
                  </a:lnTo>
                  <a:lnTo>
                    <a:pt x="2924974" y="2361566"/>
                  </a:lnTo>
                  <a:lnTo>
                    <a:pt x="2931299" y="2318989"/>
                  </a:lnTo>
                  <a:lnTo>
                    <a:pt x="2936813" y="2276869"/>
                  </a:lnTo>
                  <a:lnTo>
                    <a:pt x="2941514" y="2235209"/>
                  </a:lnTo>
                  <a:lnTo>
                    <a:pt x="2945402" y="2194010"/>
                  </a:lnTo>
                  <a:lnTo>
                    <a:pt x="2948476" y="2153273"/>
                  </a:lnTo>
                  <a:lnTo>
                    <a:pt x="2950737" y="2112999"/>
                  </a:lnTo>
                  <a:lnTo>
                    <a:pt x="2952184" y="2073190"/>
                  </a:lnTo>
                  <a:lnTo>
                    <a:pt x="2952816" y="2033847"/>
                  </a:lnTo>
                  <a:lnTo>
                    <a:pt x="2952633" y="1994971"/>
                  </a:lnTo>
                  <a:lnTo>
                    <a:pt x="2951635" y="1956564"/>
                  </a:lnTo>
                  <a:lnTo>
                    <a:pt x="2947192" y="1881160"/>
                  </a:lnTo>
                  <a:lnTo>
                    <a:pt x="2937430" y="1789318"/>
                  </a:lnTo>
                  <a:lnTo>
                    <a:pt x="2930059" y="1735162"/>
                  </a:lnTo>
                  <a:lnTo>
                    <a:pt x="2921634" y="1681700"/>
                  </a:lnTo>
                  <a:lnTo>
                    <a:pt x="2912156" y="1628937"/>
                  </a:lnTo>
                  <a:lnTo>
                    <a:pt x="2901627" y="1576877"/>
                  </a:lnTo>
                  <a:lnTo>
                    <a:pt x="2890049" y="1525521"/>
                  </a:lnTo>
                  <a:lnTo>
                    <a:pt x="2877423" y="1474875"/>
                  </a:lnTo>
                  <a:lnTo>
                    <a:pt x="2863750" y="1424942"/>
                  </a:lnTo>
                  <a:lnTo>
                    <a:pt x="2849032" y="1375724"/>
                  </a:lnTo>
                  <a:lnTo>
                    <a:pt x="2833271" y="1327226"/>
                  </a:lnTo>
                  <a:lnTo>
                    <a:pt x="2816468" y="1279451"/>
                  </a:lnTo>
                  <a:lnTo>
                    <a:pt x="2798625" y="1232403"/>
                  </a:lnTo>
                  <a:lnTo>
                    <a:pt x="2779743" y="1186085"/>
                  </a:lnTo>
                  <a:lnTo>
                    <a:pt x="2759823" y="1140500"/>
                  </a:lnTo>
                  <a:lnTo>
                    <a:pt x="2738868" y="1095652"/>
                  </a:lnTo>
                  <a:lnTo>
                    <a:pt x="2716878" y="1051545"/>
                  </a:lnTo>
                  <a:lnTo>
                    <a:pt x="2693856" y="1008182"/>
                  </a:lnTo>
                  <a:lnTo>
                    <a:pt x="2669802" y="965566"/>
                  </a:lnTo>
                  <a:lnTo>
                    <a:pt x="2644719" y="923702"/>
                  </a:lnTo>
                  <a:lnTo>
                    <a:pt x="2618608" y="882592"/>
                  </a:lnTo>
                  <a:lnTo>
                    <a:pt x="2591470" y="842240"/>
                  </a:lnTo>
                  <a:lnTo>
                    <a:pt x="2563307" y="802649"/>
                  </a:lnTo>
                  <a:lnTo>
                    <a:pt x="2534121" y="763824"/>
                  </a:lnTo>
                  <a:lnTo>
                    <a:pt x="2503912" y="725767"/>
                  </a:lnTo>
                  <a:lnTo>
                    <a:pt x="2472683" y="688482"/>
                  </a:lnTo>
                  <a:lnTo>
                    <a:pt x="2440436" y="651972"/>
                  </a:lnTo>
                  <a:lnTo>
                    <a:pt x="2407170" y="616242"/>
                  </a:lnTo>
                  <a:lnTo>
                    <a:pt x="2373572" y="581969"/>
                  </a:lnTo>
                  <a:lnTo>
                    <a:pt x="2339007" y="548448"/>
                  </a:lnTo>
                  <a:lnTo>
                    <a:pt x="2303479" y="515681"/>
                  </a:lnTo>
                  <a:lnTo>
                    <a:pt x="2266994" y="483671"/>
                  </a:lnTo>
                  <a:lnTo>
                    <a:pt x="2229556" y="452421"/>
                  </a:lnTo>
                  <a:lnTo>
                    <a:pt x="2191171" y="421934"/>
                  </a:lnTo>
                  <a:lnTo>
                    <a:pt x="2151843" y="392213"/>
                  </a:lnTo>
                  <a:lnTo>
                    <a:pt x="2111578" y="363262"/>
                  </a:lnTo>
                  <a:lnTo>
                    <a:pt x="2070381" y="335083"/>
                  </a:lnTo>
                  <a:lnTo>
                    <a:pt x="2028256" y="307679"/>
                  </a:lnTo>
                  <a:lnTo>
                    <a:pt x="1985208" y="281054"/>
                  </a:lnTo>
                  <a:lnTo>
                    <a:pt x="1941243" y="255210"/>
                  </a:lnTo>
                  <a:lnTo>
                    <a:pt x="1896365" y="230150"/>
                  </a:lnTo>
                  <a:lnTo>
                    <a:pt x="1850580" y="205878"/>
                  </a:lnTo>
                  <a:lnTo>
                    <a:pt x="1803893" y="182396"/>
                  </a:lnTo>
                  <a:lnTo>
                    <a:pt x="1756308" y="159707"/>
                  </a:lnTo>
                  <a:lnTo>
                    <a:pt x="1707831" y="137816"/>
                  </a:lnTo>
                  <a:lnTo>
                    <a:pt x="1658466" y="116723"/>
                  </a:lnTo>
                  <a:lnTo>
                    <a:pt x="1608218" y="96434"/>
                  </a:lnTo>
                  <a:lnTo>
                    <a:pt x="1557094" y="76950"/>
                  </a:lnTo>
                  <a:lnTo>
                    <a:pt x="1505096" y="58274"/>
                  </a:lnTo>
                  <a:lnTo>
                    <a:pt x="1452232" y="40411"/>
                  </a:lnTo>
                  <a:lnTo>
                    <a:pt x="1385196" y="19338"/>
                  </a:lnTo>
                  <a:lnTo>
                    <a:pt x="1351775" y="9461"/>
                  </a:lnTo>
                  <a:lnTo>
                    <a:pt x="1318437" y="0"/>
                  </a:lnTo>
                  <a:close/>
                </a:path>
              </a:pathLst>
            </a:custGeom>
            <a:solidFill>
              <a:srgbClr val="100A30">
                <a:alpha val="8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20544D6B-4CDF-CD4C-872B-402400BFA8DE}"/>
                </a:ext>
              </a:extLst>
            </p:cNvPr>
            <p:cNvSpPr/>
            <p:nvPr/>
          </p:nvSpPr>
          <p:spPr>
            <a:xfrm>
              <a:off x="5000341" y="139"/>
              <a:ext cx="2884805" cy="6858000"/>
            </a:xfrm>
            <a:custGeom>
              <a:avLst/>
              <a:gdLst/>
              <a:ahLst/>
              <a:cxnLst/>
              <a:rect l="l" t="t" r="r" b="b"/>
              <a:pathLst>
                <a:path w="2884804" h="6858000">
                  <a:moveTo>
                    <a:pt x="1523276" y="0"/>
                  </a:moveTo>
                  <a:lnTo>
                    <a:pt x="1367777" y="0"/>
                  </a:lnTo>
                  <a:lnTo>
                    <a:pt x="1419963" y="19113"/>
                  </a:lnTo>
                  <a:lnTo>
                    <a:pt x="1471274" y="39021"/>
                  </a:lnTo>
                  <a:lnTo>
                    <a:pt x="1521706" y="59722"/>
                  </a:lnTo>
                  <a:lnTo>
                    <a:pt x="1571253" y="81213"/>
                  </a:lnTo>
                  <a:lnTo>
                    <a:pt x="1619911" y="103491"/>
                  </a:lnTo>
                  <a:lnTo>
                    <a:pt x="1667674" y="126553"/>
                  </a:lnTo>
                  <a:lnTo>
                    <a:pt x="1714538" y="150395"/>
                  </a:lnTo>
                  <a:lnTo>
                    <a:pt x="1760497" y="175016"/>
                  </a:lnTo>
                  <a:lnTo>
                    <a:pt x="1805547" y="200411"/>
                  </a:lnTo>
                  <a:lnTo>
                    <a:pt x="1849683" y="226579"/>
                  </a:lnTo>
                  <a:lnTo>
                    <a:pt x="1892899" y="253516"/>
                  </a:lnTo>
                  <a:lnTo>
                    <a:pt x="1935192" y="281220"/>
                  </a:lnTo>
                  <a:lnTo>
                    <a:pt x="1976555" y="309686"/>
                  </a:lnTo>
                  <a:lnTo>
                    <a:pt x="2016984" y="338914"/>
                  </a:lnTo>
                  <a:lnTo>
                    <a:pt x="2056474" y="368898"/>
                  </a:lnTo>
                  <a:lnTo>
                    <a:pt x="2095020" y="399638"/>
                  </a:lnTo>
                  <a:lnTo>
                    <a:pt x="2132616" y="431129"/>
                  </a:lnTo>
                  <a:lnTo>
                    <a:pt x="2169259" y="463369"/>
                  </a:lnTo>
                  <a:lnTo>
                    <a:pt x="2204943" y="496355"/>
                  </a:lnTo>
                  <a:lnTo>
                    <a:pt x="2239663" y="530084"/>
                  </a:lnTo>
                  <a:lnTo>
                    <a:pt x="2273414" y="564553"/>
                  </a:lnTo>
                  <a:lnTo>
                    <a:pt x="2306053" y="599613"/>
                  </a:lnTo>
                  <a:lnTo>
                    <a:pt x="2337732" y="635418"/>
                  </a:lnTo>
                  <a:lnTo>
                    <a:pt x="2368447" y="671964"/>
                  </a:lnTo>
                  <a:lnTo>
                    <a:pt x="2398199" y="709247"/>
                  </a:lnTo>
                  <a:lnTo>
                    <a:pt x="2426985" y="747265"/>
                  </a:lnTo>
                  <a:lnTo>
                    <a:pt x="2454805" y="786015"/>
                  </a:lnTo>
                  <a:lnTo>
                    <a:pt x="2481656" y="825493"/>
                  </a:lnTo>
                  <a:lnTo>
                    <a:pt x="2507538" y="865696"/>
                  </a:lnTo>
                  <a:lnTo>
                    <a:pt x="2532449" y="906620"/>
                  </a:lnTo>
                  <a:lnTo>
                    <a:pt x="2556387" y="948264"/>
                  </a:lnTo>
                  <a:lnTo>
                    <a:pt x="2579352" y="990622"/>
                  </a:lnTo>
                  <a:lnTo>
                    <a:pt x="2601341" y="1033693"/>
                  </a:lnTo>
                  <a:lnTo>
                    <a:pt x="2622355" y="1077473"/>
                  </a:lnTo>
                  <a:lnTo>
                    <a:pt x="2642390" y="1121959"/>
                  </a:lnTo>
                  <a:lnTo>
                    <a:pt x="2661446" y="1167147"/>
                  </a:lnTo>
                  <a:lnTo>
                    <a:pt x="2679522" y="1213035"/>
                  </a:lnTo>
                  <a:lnTo>
                    <a:pt x="2696615" y="1259619"/>
                  </a:lnTo>
                  <a:lnTo>
                    <a:pt x="2712725" y="1306896"/>
                  </a:lnTo>
                  <a:lnTo>
                    <a:pt x="2727851" y="1354863"/>
                  </a:lnTo>
                  <a:lnTo>
                    <a:pt x="2741990" y="1403516"/>
                  </a:lnTo>
                  <a:lnTo>
                    <a:pt x="2755142" y="1452853"/>
                  </a:lnTo>
                  <a:lnTo>
                    <a:pt x="2767305" y="1502870"/>
                  </a:lnTo>
                  <a:lnTo>
                    <a:pt x="2778477" y="1553564"/>
                  </a:lnTo>
                  <a:lnTo>
                    <a:pt x="2788658" y="1604932"/>
                  </a:lnTo>
                  <a:lnTo>
                    <a:pt x="2797846" y="1656970"/>
                  </a:lnTo>
                  <a:lnTo>
                    <a:pt x="2806040" y="1709676"/>
                  </a:lnTo>
                  <a:lnTo>
                    <a:pt x="2813237" y="1763046"/>
                  </a:lnTo>
                  <a:lnTo>
                    <a:pt x="2819438" y="1817077"/>
                  </a:lnTo>
                  <a:lnTo>
                    <a:pt x="2825558" y="1891846"/>
                  </a:lnTo>
                  <a:lnTo>
                    <a:pt x="2827404" y="1929945"/>
                  </a:lnTo>
                  <a:lnTo>
                    <a:pt x="2828441" y="1968518"/>
                  </a:lnTo>
                  <a:lnTo>
                    <a:pt x="2828670" y="2007565"/>
                  </a:lnTo>
                  <a:lnTo>
                    <a:pt x="2828091" y="2047084"/>
                  </a:lnTo>
                  <a:lnTo>
                    <a:pt x="2826704" y="2087075"/>
                  </a:lnTo>
                  <a:lnTo>
                    <a:pt x="2824510" y="2127534"/>
                  </a:lnTo>
                  <a:lnTo>
                    <a:pt x="2821509" y="2168463"/>
                  </a:lnTo>
                  <a:lnTo>
                    <a:pt x="2817702" y="2209858"/>
                  </a:lnTo>
                  <a:lnTo>
                    <a:pt x="2813089" y="2251720"/>
                  </a:lnTo>
                  <a:lnTo>
                    <a:pt x="2807670" y="2294046"/>
                  </a:lnTo>
                  <a:lnTo>
                    <a:pt x="2801446" y="2336836"/>
                  </a:lnTo>
                  <a:lnTo>
                    <a:pt x="2794417" y="2380088"/>
                  </a:lnTo>
                  <a:lnTo>
                    <a:pt x="2786584" y="2423800"/>
                  </a:lnTo>
                  <a:lnTo>
                    <a:pt x="2777946" y="2467973"/>
                  </a:lnTo>
                  <a:lnTo>
                    <a:pt x="2768505" y="2512603"/>
                  </a:lnTo>
                  <a:lnTo>
                    <a:pt x="2758260" y="2557691"/>
                  </a:lnTo>
                  <a:lnTo>
                    <a:pt x="2747213" y="2603235"/>
                  </a:lnTo>
                  <a:lnTo>
                    <a:pt x="2735363" y="2649233"/>
                  </a:lnTo>
                  <a:lnTo>
                    <a:pt x="2722711" y="2695685"/>
                  </a:lnTo>
                  <a:lnTo>
                    <a:pt x="2709257" y="2742589"/>
                  </a:lnTo>
                  <a:lnTo>
                    <a:pt x="2695001" y="2789943"/>
                  </a:lnTo>
                  <a:lnTo>
                    <a:pt x="2679945" y="2837748"/>
                  </a:lnTo>
                  <a:lnTo>
                    <a:pt x="2664088" y="2886000"/>
                  </a:lnTo>
                  <a:lnTo>
                    <a:pt x="2647431" y="2934700"/>
                  </a:lnTo>
                  <a:lnTo>
                    <a:pt x="2629974" y="2983845"/>
                  </a:lnTo>
                  <a:lnTo>
                    <a:pt x="2611718" y="3033435"/>
                  </a:lnTo>
                  <a:lnTo>
                    <a:pt x="2592663" y="3083469"/>
                  </a:lnTo>
                  <a:lnTo>
                    <a:pt x="2572809" y="3133944"/>
                  </a:lnTo>
                  <a:lnTo>
                    <a:pt x="2552156" y="3184860"/>
                  </a:lnTo>
                  <a:lnTo>
                    <a:pt x="2530706" y="3236216"/>
                  </a:lnTo>
                  <a:lnTo>
                    <a:pt x="2508458" y="3288009"/>
                  </a:lnTo>
                  <a:lnTo>
                    <a:pt x="2485414" y="3340240"/>
                  </a:lnTo>
                  <a:lnTo>
                    <a:pt x="2461572" y="3392907"/>
                  </a:lnTo>
                  <a:lnTo>
                    <a:pt x="2436935" y="3446008"/>
                  </a:lnTo>
                  <a:lnTo>
                    <a:pt x="2411501" y="3499542"/>
                  </a:lnTo>
                  <a:lnTo>
                    <a:pt x="2385272" y="3553509"/>
                  </a:lnTo>
                  <a:lnTo>
                    <a:pt x="2358247" y="3607906"/>
                  </a:lnTo>
                  <a:lnTo>
                    <a:pt x="2330428" y="3662732"/>
                  </a:lnTo>
                  <a:lnTo>
                    <a:pt x="2301815" y="3717987"/>
                  </a:lnTo>
                  <a:lnTo>
                    <a:pt x="2272407" y="3773669"/>
                  </a:lnTo>
                  <a:lnTo>
                    <a:pt x="2242206" y="3829776"/>
                  </a:lnTo>
                  <a:lnTo>
                    <a:pt x="2211212" y="3886308"/>
                  </a:lnTo>
                  <a:lnTo>
                    <a:pt x="2179425" y="3943262"/>
                  </a:lnTo>
                  <a:lnTo>
                    <a:pt x="2146846" y="4000639"/>
                  </a:lnTo>
                  <a:lnTo>
                    <a:pt x="2104203" y="4074329"/>
                  </a:lnTo>
                  <a:lnTo>
                    <a:pt x="2060283" y="4148697"/>
                  </a:lnTo>
                  <a:lnTo>
                    <a:pt x="2015090" y="4223737"/>
                  </a:lnTo>
                  <a:lnTo>
                    <a:pt x="1968626" y="4299444"/>
                  </a:lnTo>
                  <a:lnTo>
                    <a:pt x="1920897" y="4375812"/>
                  </a:lnTo>
                  <a:lnTo>
                    <a:pt x="1871905" y="4452836"/>
                  </a:lnTo>
                  <a:lnTo>
                    <a:pt x="1821656" y="4530510"/>
                  </a:lnTo>
                  <a:lnTo>
                    <a:pt x="1770154" y="4608829"/>
                  </a:lnTo>
                  <a:lnTo>
                    <a:pt x="1717401" y="4687788"/>
                  </a:lnTo>
                  <a:lnTo>
                    <a:pt x="1663403" y="4767380"/>
                  </a:lnTo>
                  <a:lnTo>
                    <a:pt x="1608162" y="4847601"/>
                  </a:lnTo>
                  <a:lnTo>
                    <a:pt x="1551684" y="4928444"/>
                  </a:lnTo>
                  <a:lnTo>
                    <a:pt x="1493973" y="5009905"/>
                  </a:lnTo>
                  <a:lnTo>
                    <a:pt x="1435031" y="5091977"/>
                  </a:lnTo>
                  <a:lnTo>
                    <a:pt x="1374864" y="5174656"/>
                  </a:lnTo>
                  <a:lnTo>
                    <a:pt x="1313475" y="5257935"/>
                  </a:lnTo>
                  <a:lnTo>
                    <a:pt x="1250868" y="5341810"/>
                  </a:lnTo>
                  <a:lnTo>
                    <a:pt x="1187047" y="5426275"/>
                  </a:lnTo>
                  <a:lnTo>
                    <a:pt x="1122017" y="5511324"/>
                  </a:lnTo>
                  <a:lnTo>
                    <a:pt x="1055781" y="5596951"/>
                  </a:lnTo>
                  <a:lnTo>
                    <a:pt x="988343" y="5683152"/>
                  </a:lnTo>
                  <a:lnTo>
                    <a:pt x="919707" y="5769921"/>
                  </a:lnTo>
                  <a:lnTo>
                    <a:pt x="849878" y="5857251"/>
                  </a:lnTo>
                  <a:lnTo>
                    <a:pt x="778859" y="5945139"/>
                  </a:lnTo>
                  <a:lnTo>
                    <a:pt x="706654" y="6033578"/>
                  </a:lnTo>
                  <a:lnTo>
                    <a:pt x="633267" y="6122562"/>
                  </a:lnTo>
                  <a:lnTo>
                    <a:pt x="558703" y="6212087"/>
                  </a:lnTo>
                  <a:lnTo>
                    <a:pt x="482965" y="6302146"/>
                  </a:lnTo>
                  <a:lnTo>
                    <a:pt x="406057" y="6392735"/>
                  </a:lnTo>
                  <a:lnTo>
                    <a:pt x="304471" y="6511113"/>
                  </a:lnTo>
                  <a:lnTo>
                    <a:pt x="202833" y="6628155"/>
                  </a:lnTo>
                  <a:lnTo>
                    <a:pt x="101292" y="6743768"/>
                  </a:lnTo>
                  <a:lnTo>
                    <a:pt x="0" y="6857860"/>
                  </a:lnTo>
                  <a:lnTo>
                    <a:pt x="74739" y="6857860"/>
                  </a:lnTo>
                  <a:lnTo>
                    <a:pt x="176531" y="6742813"/>
                  </a:lnTo>
                  <a:lnTo>
                    <a:pt x="278520" y="6626270"/>
                  </a:lnTo>
                  <a:lnTo>
                    <a:pt x="380559" y="6508322"/>
                  </a:lnTo>
                  <a:lnTo>
                    <a:pt x="486600" y="6384229"/>
                  </a:lnTo>
                  <a:lnTo>
                    <a:pt x="561875" y="6295158"/>
                  </a:lnTo>
                  <a:lnTo>
                    <a:pt x="636016" y="6206599"/>
                  </a:lnTo>
                  <a:lnTo>
                    <a:pt x="709019" y="6118557"/>
                  </a:lnTo>
                  <a:lnTo>
                    <a:pt x="780881" y="6031039"/>
                  </a:lnTo>
                  <a:lnTo>
                    <a:pt x="851598" y="5944049"/>
                  </a:lnTo>
                  <a:lnTo>
                    <a:pt x="921165" y="5857592"/>
                  </a:lnTo>
                  <a:lnTo>
                    <a:pt x="989579" y="5771674"/>
                  </a:lnTo>
                  <a:lnTo>
                    <a:pt x="1056837" y="5686300"/>
                  </a:lnTo>
                  <a:lnTo>
                    <a:pt x="1122934" y="5601475"/>
                  </a:lnTo>
                  <a:lnTo>
                    <a:pt x="1187866" y="5517205"/>
                  </a:lnTo>
                  <a:lnTo>
                    <a:pt x="1251631" y="5433494"/>
                  </a:lnTo>
                  <a:lnTo>
                    <a:pt x="1314223" y="5350348"/>
                  </a:lnTo>
                  <a:lnTo>
                    <a:pt x="1375639" y="5267773"/>
                  </a:lnTo>
                  <a:lnTo>
                    <a:pt x="1435876" y="5185772"/>
                  </a:lnTo>
                  <a:lnTo>
                    <a:pt x="1494930" y="5104352"/>
                  </a:lnTo>
                  <a:lnTo>
                    <a:pt x="1552796" y="5023518"/>
                  </a:lnTo>
                  <a:lnTo>
                    <a:pt x="1609471" y="4943276"/>
                  </a:lnTo>
                  <a:lnTo>
                    <a:pt x="1664951" y="4863629"/>
                  </a:lnTo>
                  <a:lnTo>
                    <a:pt x="1719233" y="4784584"/>
                  </a:lnTo>
                  <a:lnTo>
                    <a:pt x="1772312" y="4706146"/>
                  </a:lnTo>
                  <a:lnTo>
                    <a:pt x="1824185" y="4628320"/>
                  </a:lnTo>
                  <a:lnTo>
                    <a:pt x="1874847" y="4551112"/>
                  </a:lnTo>
                  <a:lnTo>
                    <a:pt x="1924296" y="4474525"/>
                  </a:lnTo>
                  <a:lnTo>
                    <a:pt x="1972527" y="4398567"/>
                  </a:lnTo>
                  <a:lnTo>
                    <a:pt x="2019537" y="4323242"/>
                  </a:lnTo>
                  <a:lnTo>
                    <a:pt x="2065321" y="4248555"/>
                  </a:lnTo>
                  <a:lnTo>
                    <a:pt x="2109876" y="4174511"/>
                  </a:lnTo>
                  <a:lnTo>
                    <a:pt x="2153198" y="4101117"/>
                  </a:lnTo>
                  <a:lnTo>
                    <a:pt x="2195283" y="4028376"/>
                  </a:lnTo>
                  <a:lnTo>
                    <a:pt x="2227552" y="3971553"/>
                  </a:lnTo>
                  <a:lnTo>
                    <a:pt x="2259053" y="3915131"/>
                  </a:lnTo>
                  <a:lnTo>
                    <a:pt x="2289784" y="3859113"/>
                  </a:lnTo>
                  <a:lnTo>
                    <a:pt x="2319746" y="3803498"/>
                  </a:lnTo>
                  <a:lnTo>
                    <a:pt x="2348938" y="3748289"/>
                  </a:lnTo>
                  <a:lnTo>
                    <a:pt x="2377359" y="3693485"/>
                  </a:lnTo>
                  <a:lnTo>
                    <a:pt x="2405010" y="3639090"/>
                  </a:lnTo>
                  <a:lnTo>
                    <a:pt x="2431890" y="3585103"/>
                  </a:lnTo>
                  <a:lnTo>
                    <a:pt x="2457999" y="3531527"/>
                  </a:lnTo>
                  <a:lnTo>
                    <a:pt x="2483336" y="3478361"/>
                  </a:lnTo>
                  <a:lnTo>
                    <a:pt x="2507901" y="3425608"/>
                  </a:lnTo>
                  <a:lnTo>
                    <a:pt x="2531694" y="3373269"/>
                  </a:lnTo>
                  <a:lnTo>
                    <a:pt x="2554713" y="3321344"/>
                  </a:lnTo>
                  <a:lnTo>
                    <a:pt x="2576960" y="3269835"/>
                  </a:lnTo>
                  <a:lnTo>
                    <a:pt x="2598433" y="3218744"/>
                  </a:lnTo>
                  <a:lnTo>
                    <a:pt x="2619132" y="3168071"/>
                  </a:lnTo>
                  <a:lnTo>
                    <a:pt x="2639057" y="3117817"/>
                  </a:lnTo>
                  <a:lnTo>
                    <a:pt x="2658207" y="3067985"/>
                  </a:lnTo>
                  <a:lnTo>
                    <a:pt x="2676582" y="3018574"/>
                  </a:lnTo>
                  <a:lnTo>
                    <a:pt x="2694182" y="2969586"/>
                  </a:lnTo>
                  <a:lnTo>
                    <a:pt x="2711006" y="2921023"/>
                  </a:lnTo>
                  <a:lnTo>
                    <a:pt x="2727054" y="2872886"/>
                  </a:lnTo>
                  <a:lnTo>
                    <a:pt x="2742326" y="2825175"/>
                  </a:lnTo>
                  <a:lnTo>
                    <a:pt x="2756820" y="2777892"/>
                  </a:lnTo>
                  <a:lnTo>
                    <a:pt x="2770538" y="2731038"/>
                  </a:lnTo>
                  <a:lnTo>
                    <a:pt x="2783477" y="2684615"/>
                  </a:lnTo>
                  <a:lnTo>
                    <a:pt x="2795639" y="2638623"/>
                  </a:lnTo>
                  <a:lnTo>
                    <a:pt x="2807023" y="2593064"/>
                  </a:lnTo>
                  <a:lnTo>
                    <a:pt x="2817628" y="2547939"/>
                  </a:lnTo>
                  <a:lnTo>
                    <a:pt x="2827453" y="2503249"/>
                  </a:lnTo>
                  <a:lnTo>
                    <a:pt x="2836500" y="2458996"/>
                  </a:lnTo>
                  <a:lnTo>
                    <a:pt x="2844766" y="2415180"/>
                  </a:lnTo>
                  <a:lnTo>
                    <a:pt x="2852252" y="2371802"/>
                  </a:lnTo>
                  <a:lnTo>
                    <a:pt x="2858958" y="2328865"/>
                  </a:lnTo>
                  <a:lnTo>
                    <a:pt x="2864883" y="2286369"/>
                  </a:lnTo>
                  <a:lnTo>
                    <a:pt x="2870027" y="2244315"/>
                  </a:lnTo>
                  <a:lnTo>
                    <a:pt x="2874389" y="2202705"/>
                  </a:lnTo>
                  <a:lnTo>
                    <a:pt x="2877969" y="2161540"/>
                  </a:lnTo>
                  <a:lnTo>
                    <a:pt x="2880766" y="2120820"/>
                  </a:lnTo>
                  <a:lnTo>
                    <a:pt x="2882781" y="2080547"/>
                  </a:lnTo>
                  <a:lnTo>
                    <a:pt x="2884013" y="2040723"/>
                  </a:lnTo>
                  <a:lnTo>
                    <a:pt x="2884461" y="2001349"/>
                  </a:lnTo>
                  <a:lnTo>
                    <a:pt x="2884125" y="1962425"/>
                  </a:lnTo>
                  <a:lnTo>
                    <a:pt x="2883005" y="1923953"/>
                  </a:lnTo>
                  <a:lnTo>
                    <a:pt x="2878411" y="1848370"/>
                  </a:lnTo>
                  <a:lnTo>
                    <a:pt x="2868814" y="1757750"/>
                  </a:lnTo>
                  <a:lnTo>
                    <a:pt x="2861734" y="1704869"/>
                  </a:lnTo>
                  <a:lnTo>
                    <a:pt x="2853697" y="1652618"/>
                  </a:lnTo>
                  <a:lnTo>
                    <a:pt x="2844705" y="1601001"/>
                  </a:lnTo>
                  <a:lnTo>
                    <a:pt x="2834758" y="1550022"/>
                  </a:lnTo>
                  <a:lnTo>
                    <a:pt x="2823859" y="1499683"/>
                  </a:lnTo>
                  <a:lnTo>
                    <a:pt x="2812008" y="1449987"/>
                  </a:lnTo>
                  <a:lnTo>
                    <a:pt x="2799206" y="1400937"/>
                  </a:lnTo>
                  <a:lnTo>
                    <a:pt x="2785456" y="1352536"/>
                  </a:lnTo>
                  <a:lnTo>
                    <a:pt x="2770758" y="1304786"/>
                  </a:lnTo>
                  <a:lnTo>
                    <a:pt x="2755113" y="1257692"/>
                  </a:lnTo>
                  <a:lnTo>
                    <a:pt x="2738524" y="1211256"/>
                  </a:lnTo>
                  <a:lnTo>
                    <a:pt x="2720990" y="1165480"/>
                  </a:lnTo>
                  <a:lnTo>
                    <a:pt x="2702514" y="1120368"/>
                  </a:lnTo>
                  <a:lnTo>
                    <a:pt x="2683097" y="1075923"/>
                  </a:lnTo>
                  <a:lnTo>
                    <a:pt x="2662740" y="1032148"/>
                  </a:lnTo>
                  <a:lnTo>
                    <a:pt x="2641444" y="989045"/>
                  </a:lnTo>
                  <a:lnTo>
                    <a:pt x="2619211" y="946617"/>
                  </a:lnTo>
                  <a:lnTo>
                    <a:pt x="2596042" y="904868"/>
                  </a:lnTo>
                  <a:lnTo>
                    <a:pt x="2571938" y="863801"/>
                  </a:lnTo>
                  <a:lnTo>
                    <a:pt x="2546901" y="823418"/>
                  </a:lnTo>
                  <a:lnTo>
                    <a:pt x="2520931" y="783723"/>
                  </a:lnTo>
                  <a:lnTo>
                    <a:pt x="2494031" y="744717"/>
                  </a:lnTo>
                  <a:lnTo>
                    <a:pt x="2466201" y="706405"/>
                  </a:lnTo>
                  <a:lnTo>
                    <a:pt x="2437443" y="668789"/>
                  </a:lnTo>
                  <a:lnTo>
                    <a:pt x="2407757" y="631873"/>
                  </a:lnTo>
                  <a:lnTo>
                    <a:pt x="2377146" y="595658"/>
                  </a:lnTo>
                  <a:lnTo>
                    <a:pt x="2345611" y="560149"/>
                  </a:lnTo>
                  <a:lnTo>
                    <a:pt x="2313152" y="525348"/>
                  </a:lnTo>
                  <a:lnTo>
                    <a:pt x="2279646" y="491130"/>
                  </a:lnTo>
                  <a:lnTo>
                    <a:pt x="2245217" y="457627"/>
                  </a:lnTo>
                  <a:lnTo>
                    <a:pt x="2209869" y="424843"/>
                  </a:lnTo>
                  <a:lnTo>
                    <a:pt x="2173607" y="392778"/>
                  </a:lnTo>
                  <a:lnTo>
                    <a:pt x="2136436" y="361437"/>
                  </a:lnTo>
                  <a:lnTo>
                    <a:pt x="2098362" y="330822"/>
                  </a:lnTo>
                  <a:lnTo>
                    <a:pt x="2059387" y="300934"/>
                  </a:lnTo>
                  <a:lnTo>
                    <a:pt x="2019518" y="271777"/>
                  </a:lnTo>
                  <a:lnTo>
                    <a:pt x="1978759" y="243353"/>
                  </a:lnTo>
                  <a:lnTo>
                    <a:pt x="1937115" y="215665"/>
                  </a:lnTo>
                  <a:lnTo>
                    <a:pt x="1894591" y="188715"/>
                  </a:lnTo>
                  <a:lnTo>
                    <a:pt x="1851191" y="162506"/>
                  </a:lnTo>
                  <a:lnTo>
                    <a:pt x="1806920" y="137041"/>
                  </a:lnTo>
                  <a:lnTo>
                    <a:pt x="1761783" y="112321"/>
                  </a:lnTo>
                  <a:lnTo>
                    <a:pt x="1715785" y="88350"/>
                  </a:lnTo>
                  <a:lnTo>
                    <a:pt x="1668930" y="65129"/>
                  </a:lnTo>
                  <a:lnTo>
                    <a:pt x="1621224" y="42662"/>
                  </a:lnTo>
                  <a:lnTo>
                    <a:pt x="1572671" y="20952"/>
                  </a:lnTo>
                  <a:lnTo>
                    <a:pt x="1523276" y="0"/>
                  </a:lnTo>
                  <a:close/>
                </a:path>
              </a:pathLst>
            </a:custGeom>
            <a:solidFill>
              <a:srgbClr val="100A30">
                <a:alpha val="7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2D7CB728-CCC3-B54C-A4A6-BE7069EEBFA6}"/>
                </a:ext>
              </a:extLst>
            </p:cNvPr>
            <p:cNvSpPr/>
            <p:nvPr/>
          </p:nvSpPr>
          <p:spPr>
            <a:xfrm>
              <a:off x="5139578" y="137"/>
              <a:ext cx="2844800" cy="6858000"/>
            </a:xfrm>
            <a:custGeom>
              <a:avLst/>
              <a:gdLst/>
              <a:ahLst/>
              <a:cxnLst/>
              <a:rect l="l" t="t" r="r" b="b"/>
              <a:pathLst>
                <a:path w="2844800" h="6858000">
                  <a:moveTo>
                    <a:pt x="1604276" y="0"/>
                  </a:moveTo>
                  <a:lnTo>
                    <a:pt x="1494764" y="0"/>
                  </a:lnTo>
                  <a:lnTo>
                    <a:pt x="1542627" y="21744"/>
                  </a:lnTo>
                  <a:lnTo>
                    <a:pt x="1589661" y="44218"/>
                  </a:lnTo>
                  <a:lnTo>
                    <a:pt x="1635859" y="67421"/>
                  </a:lnTo>
                  <a:lnTo>
                    <a:pt x="1681217" y="91349"/>
                  </a:lnTo>
                  <a:lnTo>
                    <a:pt x="1725731" y="116000"/>
                  </a:lnTo>
                  <a:lnTo>
                    <a:pt x="1769395" y="141373"/>
                  </a:lnTo>
                  <a:lnTo>
                    <a:pt x="1812206" y="167464"/>
                  </a:lnTo>
                  <a:lnTo>
                    <a:pt x="1854158" y="194271"/>
                  </a:lnTo>
                  <a:lnTo>
                    <a:pt x="1895246" y="221792"/>
                  </a:lnTo>
                  <a:lnTo>
                    <a:pt x="1935466" y="250025"/>
                  </a:lnTo>
                  <a:lnTo>
                    <a:pt x="1974813" y="278968"/>
                  </a:lnTo>
                  <a:lnTo>
                    <a:pt x="2013282" y="308617"/>
                  </a:lnTo>
                  <a:lnTo>
                    <a:pt x="2050868" y="338971"/>
                  </a:lnTo>
                  <a:lnTo>
                    <a:pt x="2087567" y="370028"/>
                  </a:lnTo>
                  <a:lnTo>
                    <a:pt x="2123374" y="401784"/>
                  </a:lnTo>
                  <a:lnTo>
                    <a:pt x="2158284" y="434238"/>
                  </a:lnTo>
                  <a:lnTo>
                    <a:pt x="2192293" y="467388"/>
                  </a:lnTo>
                  <a:lnTo>
                    <a:pt x="2225395" y="501230"/>
                  </a:lnTo>
                  <a:lnTo>
                    <a:pt x="2257947" y="536159"/>
                  </a:lnTo>
                  <a:lnTo>
                    <a:pt x="2289574" y="571804"/>
                  </a:lnTo>
                  <a:lnTo>
                    <a:pt x="2320275" y="608161"/>
                  </a:lnTo>
                  <a:lnTo>
                    <a:pt x="2350048" y="645228"/>
                  </a:lnTo>
                  <a:lnTo>
                    <a:pt x="2378892" y="683002"/>
                  </a:lnTo>
                  <a:lnTo>
                    <a:pt x="2406806" y="721480"/>
                  </a:lnTo>
                  <a:lnTo>
                    <a:pt x="2433788" y="760659"/>
                  </a:lnTo>
                  <a:lnTo>
                    <a:pt x="2459837" y="800536"/>
                  </a:lnTo>
                  <a:lnTo>
                    <a:pt x="2484952" y="841108"/>
                  </a:lnTo>
                  <a:lnTo>
                    <a:pt x="2509131" y="882372"/>
                  </a:lnTo>
                  <a:lnTo>
                    <a:pt x="2532374" y="924324"/>
                  </a:lnTo>
                  <a:lnTo>
                    <a:pt x="2554679" y="966963"/>
                  </a:lnTo>
                  <a:lnTo>
                    <a:pt x="2576044" y="1010285"/>
                  </a:lnTo>
                  <a:lnTo>
                    <a:pt x="2596469" y="1054287"/>
                  </a:lnTo>
                  <a:lnTo>
                    <a:pt x="2615952" y="1098966"/>
                  </a:lnTo>
                  <a:lnTo>
                    <a:pt x="2634492" y="1144319"/>
                  </a:lnTo>
                  <a:lnTo>
                    <a:pt x="2652087" y="1190343"/>
                  </a:lnTo>
                  <a:lnTo>
                    <a:pt x="2668736" y="1237036"/>
                  </a:lnTo>
                  <a:lnTo>
                    <a:pt x="2684438" y="1284393"/>
                  </a:lnTo>
                  <a:lnTo>
                    <a:pt x="2699192" y="1332413"/>
                  </a:lnTo>
                  <a:lnTo>
                    <a:pt x="2712996" y="1381092"/>
                  </a:lnTo>
                  <a:lnTo>
                    <a:pt x="2725849" y="1430428"/>
                  </a:lnTo>
                  <a:lnTo>
                    <a:pt x="2737750" y="1480416"/>
                  </a:lnTo>
                  <a:lnTo>
                    <a:pt x="2748697" y="1531055"/>
                  </a:lnTo>
                  <a:lnTo>
                    <a:pt x="2758690" y="1582341"/>
                  </a:lnTo>
                  <a:lnTo>
                    <a:pt x="2767726" y="1634272"/>
                  </a:lnTo>
                  <a:lnTo>
                    <a:pt x="2775805" y="1686844"/>
                  </a:lnTo>
                  <a:lnTo>
                    <a:pt x="2782925" y="1740054"/>
                  </a:lnTo>
                  <a:lnTo>
                    <a:pt x="2789085" y="1793900"/>
                  </a:lnTo>
                  <a:lnTo>
                    <a:pt x="2795202" y="1867759"/>
                  </a:lnTo>
                  <a:lnTo>
                    <a:pt x="2798257" y="1943418"/>
                  </a:lnTo>
                  <a:lnTo>
                    <a:pt x="2798637" y="1981919"/>
                  </a:lnTo>
                  <a:lnTo>
                    <a:pt x="2798251" y="2020867"/>
                  </a:lnTo>
                  <a:lnTo>
                    <a:pt x="2797102" y="2060260"/>
                  </a:lnTo>
                  <a:lnTo>
                    <a:pt x="2795188" y="2100097"/>
                  </a:lnTo>
                  <a:lnTo>
                    <a:pt x="2792511" y="2140377"/>
                  </a:lnTo>
                  <a:lnTo>
                    <a:pt x="2789071" y="2181099"/>
                  </a:lnTo>
                  <a:lnTo>
                    <a:pt x="2784867" y="2222261"/>
                  </a:lnTo>
                  <a:lnTo>
                    <a:pt x="2779901" y="2263863"/>
                  </a:lnTo>
                  <a:lnTo>
                    <a:pt x="2774173" y="2305903"/>
                  </a:lnTo>
                  <a:lnTo>
                    <a:pt x="2767683" y="2348381"/>
                  </a:lnTo>
                  <a:lnTo>
                    <a:pt x="2760431" y="2391295"/>
                  </a:lnTo>
                  <a:lnTo>
                    <a:pt x="2752418" y="2434644"/>
                  </a:lnTo>
                  <a:lnTo>
                    <a:pt x="2743645" y="2478426"/>
                  </a:lnTo>
                  <a:lnTo>
                    <a:pt x="2734110" y="2522641"/>
                  </a:lnTo>
                  <a:lnTo>
                    <a:pt x="2723816" y="2567288"/>
                  </a:lnTo>
                  <a:lnTo>
                    <a:pt x="2712762" y="2612365"/>
                  </a:lnTo>
                  <a:lnTo>
                    <a:pt x="2700948" y="2657872"/>
                  </a:lnTo>
                  <a:lnTo>
                    <a:pt x="2688376" y="2703806"/>
                  </a:lnTo>
                  <a:lnTo>
                    <a:pt x="2675044" y="2750168"/>
                  </a:lnTo>
                  <a:lnTo>
                    <a:pt x="2660954" y="2796955"/>
                  </a:lnTo>
                  <a:lnTo>
                    <a:pt x="2646106" y="2844168"/>
                  </a:lnTo>
                  <a:lnTo>
                    <a:pt x="2630501" y="2891803"/>
                  </a:lnTo>
                  <a:lnTo>
                    <a:pt x="2614138" y="2939861"/>
                  </a:lnTo>
                  <a:lnTo>
                    <a:pt x="2597018" y="2988340"/>
                  </a:lnTo>
                  <a:lnTo>
                    <a:pt x="2579142" y="3037240"/>
                  </a:lnTo>
                  <a:lnTo>
                    <a:pt x="2560509" y="3086558"/>
                  </a:lnTo>
                  <a:lnTo>
                    <a:pt x="2541121" y="3136294"/>
                  </a:lnTo>
                  <a:lnTo>
                    <a:pt x="2520976" y="3186447"/>
                  </a:lnTo>
                  <a:lnTo>
                    <a:pt x="2500077" y="3237016"/>
                  </a:lnTo>
                  <a:lnTo>
                    <a:pt x="2478423" y="3287999"/>
                  </a:lnTo>
                  <a:lnTo>
                    <a:pt x="2456014" y="3339395"/>
                  </a:lnTo>
                  <a:lnTo>
                    <a:pt x="2432851" y="3391203"/>
                  </a:lnTo>
                  <a:lnTo>
                    <a:pt x="2408934" y="3443422"/>
                  </a:lnTo>
                  <a:lnTo>
                    <a:pt x="2384264" y="3496051"/>
                  </a:lnTo>
                  <a:lnTo>
                    <a:pt x="2358840" y="3549089"/>
                  </a:lnTo>
                  <a:lnTo>
                    <a:pt x="2332664" y="3602535"/>
                  </a:lnTo>
                  <a:lnTo>
                    <a:pt x="2305736" y="3656386"/>
                  </a:lnTo>
                  <a:lnTo>
                    <a:pt x="2278055" y="3710643"/>
                  </a:lnTo>
                  <a:lnTo>
                    <a:pt x="2249623" y="3765304"/>
                  </a:lnTo>
                  <a:lnTo>
                    <a:pt x="2220439" y="3820369"/>
                  </a:lnTo>
                  <a:lnTo>
                    <a:pt x="2190504" y="3875834"/>
                  </a:lnTo>
                  <a:lnTo>
                    <a:pt x="2159819" y="3931701"/>
                  </a:lnTo>
                  <a:lnTo>
                    <a:pt x="2128384" y="3987967"/>
                  </a:lnTo>
                  <a:lnTo>
                    <a:pt x="2096198" y="4044632"/>
                  </a:lnTo>
                  <a:lnTo>
                    <a:pt x="2053779" y="4117966"/>
                  </a:lnTo>
                  <a:lnTo>
                    <a:pt x="2010130" y="4191951"/>
                  </a:lnTo>
                  <a:lnTo>
                    <a:pt x="1965257" y="4266583"/>
                  </a:lnTo>
                  <a:lnTo>
                    <a:pt x="1919161" y="4341857"/>
                  </a:lnTo>
                  <a:lnTo>
                    <a:pt x="1871848" y="4417768"/>
                  </a:lnTo>
                  <a:lnTo>
                    <a:pt x="1823320" y="4494310"/>
                  </a:lnTo>
                  <a:lnTo>
                    <a:pt x="1773581" y="4571478"/>
                  </a:lnTo>
                  <a:lnTo>
                    <a:pt x="1722636" y="4649267"/>
                  </a:lnTo>
                  <a:lnTo>
                    <a:pt x="1670488" y="4727673"/>
                  </a:lnTo>
                  <a:lnTo>
                    <a:pt x="1617140" y="4806689"/>
                  </a:lnTo>
                  <a:lnTo>
                    <a:pt x="1562596" y="4886312"/>
                  </a:lnTo>
                  <a:lnTo>
                    <a:pt x="1506861" y="4966535"/>
                  </a:lnTo>
                  <a:lnTo>
                    <a:pt x="1449938" y="5047353"/>
                  </a:lnTo>
                  <a:lnTo>
                    <a:pt x="1391829" y="5128763"/>
                  </a:lnTo>
                  <a:lnTo>
                    <a:pt x="1332541" y="5210757"/>
                  </a:lnTo>
                  <a:lnTo>
                    <a:pt x="1272075" y="5293332"/>
                  </a:lnTo>
                  <a:lnTo>
                    <a:pt x="1210436" y="5376482"/>
                  </a:lnTo>
                  <a:lnTo>
                    <a:pt x="1147627" y="5460202"/>
                  </a:lnTo>
                  <a:lnTo>
                    <a:pt x="1083652" y="5544487"/>
                  </a:lnTo>
                  <a:lnTo>
                    <a:pt x="1018516" y="5629331"/>
                  </a:lnTo>
                  <a:lnTo>
                    <a:pt x="952220" y="5714731"/>
                  </a:lnTo>
                  <a:lnTo>
                    <a:pt x="884771" y="5800680"/>
                  </a:lnTo>
                  <a:lnTo>
                    <a:pt x="816170" y="5887173"/>
                  </a:lnTo>
                  <a:lnTo>
                    <a:pt x="746422" y="5974206"/>
                  </a:lnTo>
                  <a:lnTo>
                    <a:pt x="675530" y="6061773"/>
                  </a:lnTo>
                  <a:lnTo>
                    <a:pt x="603499" y="6149869"/>
                  </a:lnTo>
                  <a:lnTo>
                    <a:pt x="530331" y="6238489"/>
                  </a:lnTo>
                  <a:lnTo>
                    <a:pt x="456032" y="6327628"/>
                  </a:lnTo>
                  <a:lnTo>
                    <a:pt x="380603" y="6417280"/>
                  </a:lnTo>
                  <a:lnTo>
                    <a:pt x="304050" y="6507441"/>
                  </a:lnTo>
                  <a:lnTo>
                    <a:pt x="202709" y="6625562"/>
                  </a:lnTo>
                  <a:lnTo>
                    <a:pt x="101315" y="6742398"/>
                  </a:lnTo>
                  <a:lnTo>
                    <a:pt x="0" y="6857860"/>
                  </a:lnTo>
                  <a:lnTo>
                    <a:pt x="61201" y="6857860"/>
                  </a:lnTo>
                  <a:lnTo>
                    <a:pt x="95873" y="6818374"/>
                  </a:lnTo>
                  <a:lnTo>
                    <a:pt x="199966" y="6698967"/>
                  </a:lnTo>
                  <a:lnTo>
                    <a:pt x="304054" y="6578177"/>
                  </a:lnTo>
                  <a:lnTo>
                    <a:pt x="415467" y="6447231"/>
                  </a:lnTo>
                  <a:lnTo>
                    <a:pt x="491086" y="6357354"/>
                  </a:lnTo>
                  <a:lnTo>
                    <a:pt x="565575" y="6267988"/>
                  </a:lnTo>
                  <a:lnTo>
                    <a:pt x="638930" y="6179141"/>
                  </a:lnTo>
                  <a:lnTo>
                    <a:pt x="711148" y="6090817"/>
                  </a:lnTo>
                  <a:lnTo>
                    <a:pt x="782225" y="6003020"/>
                  </a:lnTo>
                  <a:lnTo>
                    <a:pt x="852156" y="5915757"/>
                  </a:lnTo>
                  <a:lnTo>
                    <a:pt x="920939" y="5829032"/>
                  </a:lnTo>
                  <a:lnTo>
                    <a:pt x="988569" y="5742851"/>
                  </a:lnTo>
                  <a:lnTo>
                    <a:pt x="1055044" y="5657218"/>
                  </a:lnTo>
                  <a:lnTo>
                    <a:pt x="1120358" y="5572139"/>
                  </a:lnTo>
                  <a:lnTo>
                    <a:pt x="1184508" y="5487619"/>
                  </a:lnTo>
                  <a:lnTo>
                    <a:pt x="1247491" y="5403662"/>
                  </a:lnTo>
                  <a:lnTo>
                    <a:pt x="1309303" y="5320275"/>
                  </a:lnTo>
                  <a:lnTo>
                    <a:pt x="1369941" y="5237462"/>
                  </a:lnTo>
                  <a:lnTo>
                    <a:pt x="1429399" y="5155228"/>
                  </a:lnTo>
                  <a:lnTo>
                    <a:pt x="1487675" y="5073579"/>
                  </a:lnTo>
                  <a:lnTo>
                    <a:pt x="1544765" y="4992519"/>
                  </a:lnTo>
                  <a:lnTo>
                    <a:pt x="1600666" y="4912054"/>
                  </a:lnTo>
                  <a:lnTo>
                    <a:pt x="1655373" y="4832189"/>
                  </a:lnTo>
                  <a:lnTo>
                    <a:pt x="1708882" y="4752929"/>
                  </a:lnTo>
                  <a:lnTo>
                    <a:pt x="1761191" y="4674279"/>
                  </a:lnTo>
                  <a:lnTo>
                    <a:pt x="1812294" y="4596244"/>
                  </a:lnTo>
                  <a:lnTo>
                    <a:pt x="1862190" y="4518829"/>
                  </a:lnTo>
                  <a:lnTo>
                    <a:pt x="1910873" y="4442040"/>
                  </a:lnTo>
                  <a:lnTo>
                    <a:pt x="1958340" y="4365882"/>
                  </a:lnTo>
                  <a:lnTo>
                    <a:pt x="2004587" y="4290359"/>
                  </a:lnTo>
                  <a:lnTo>
                    <a:pt x="2049611" y="4215478"/>
                  </a:lnTo>
                  <a:lnTo>
                    <a:pt x="2093408" y="4141242"/>
                  </a:lnTo>
                  <a:lnTo>
                    <a:pt x="2135974" y="4067657"/>
                  </a:lnTo>
                  <a:lnTo>
                    <a:pt x="2168466" y="4010452"/>
                  </a:lnTo>
                  <a:lnTo>
                    <a:pt x="2200201" y="3953643"/>
                  </a:lnTo>
                  <a:lnTo>
                    <a:pt x="2231177" y="3897232"/>
                  </a:lnTo>
                  <a:lnTo>
                    <a:pt x="2261395" y="3841220"/>
                  </a:lnTo>
                  <a:lnTo>
                    <a:pt x="2290854" y="3785608"/>
                  </a:lnTo>
                  <a:lnTo>
                    <a:pt x="2319554" y="3730397"/>
                  </a:lnTo>
                  <a:lnTo>
                    <a:pt x="2347495" y="3675588"/>
                  </a:lnTo>
                  <a:lnTo>
                    <a:pt x="2374676" y="3621183"/>
                  </a:lnTo>
                  <a:lnTo>
                    <a:pt x="2401096" y="3567183"/>
                  </a:lnTo>
                  <a:lnTo>
                    <a:pt x="2426756" y="3513588"/>
                  </a:lnTo>
                  <a:lnTo>
                    <a:pt x="2451655" y="3460401"/>
                  </a:lnTo>
                  <a:lnTo>
                    <a:pt x="2475793" y="3407621"/>
                  </a:lnTo>
                  <a:lnTo>
                    <a:pt x="2499170" y="3355251"/>
                  </a:lnTo>
                  <a:lnTo>
                    <a:pt x="2521784" y="3303291"/>
                  </a:lnTo>
                  <a:lnTo>
                    <a:pt x="2543636" y="3251743"/>
                  </a:lnTo>
                  <a:lnTo>
                    <a:pt x="2564726" y="3200608"/>
                  </a:lnTo>
                  <a:lnTo>
                    <a:pt x="2585052" y="3149886"/>
                  </a:lnTo>
                  <a:lnTo>
                    <a:pt x="2604616" y="3099580"/>
                  </a:lnTo>
                  <a:lnTo>
                    <a:pt x="2623415" y="3049690"/>
                  </a:lnTo>
                  <a:lnTo>
                    <a:pt x="2641450" y="3000217"/>
                  </a:lnTo>
                  <a:lnTo>
                    <a:pt x="2658721" y="2951162"/>
                  </a:lnTo>
                  <a:lnTo>
                    <a:pt x="2675227" y="2902528"/>
                  </a:lnTo>
                  <a:lnTo>
                    <a:pt x="2690968" y="2854314"/>
                  </a:lnTo>
                  <a:lnTo>
                    <a:pt x="2705944" y="2806522"/>
                  </a:lnTo>
                  <a:lnTo>
                    <a:pt x="2720154" y="2759153"/>
                  </a:lnTo>
                  <a:lnTo>
                    <a:pt x="2733597" y="2712208"/>
                  </a:lnTo>
                  <a:lnTo>
                    <a:pt x="2746274" y="2665689"/>
                  </a:lnTo>
                  <a:lnTo>
                    <a:pt x="2758184" y="2619597"/>
                  </a:lnTo>
                  <a:lnTo>
                    <a:pt x="2769327" y="2573932"/>
                  </a:lnTo>
                  <a:lnTo>
                    <a:pt x="2779702" y="2528696"/>
                  </a:lnTo>
                  <a:lnTo>
                    <a:pt x="2789310" y="2483891"/>
                  </a:lnTo>
                  <a:lnTo>
                    <a:pt x="2798149" y="2439516"/>
                  </a:lnTo>
                  <a:lnTo>
                    <a:pt x="2806219" y="2395574"/>
                  </a:lnTo>
                  <a:lnTo>
                    <a:pt x="2813520" y="2352065"/>
                  </a:lnTo>
                  <a:lnTo>
                    <a:pt x="2820052" y="2308991"/>
                  </a:lnTo>
                  <a:lnTo>
                    <a:pt x="2825814" y="2266353"/>
                  </a:lnTo>
                  <a:lnTo>
                    <a:pt x="2830806" y="2224152"/>
                  </a:lnTo>
                  <a:lnTo>
                    <a:pt x="2835028" y="2182389"/>
                  </a:lnTo>
                  <a:lnTo>
                    <a:pt x="2838479" y="2141066"/>
                  </a:lnTo>
                  <a:lnTo>
                    <a:pt x="2841158" y="2100183"/>
                  </a:lnTo>
                  <a:lnTo>
                    <a:pt x="2843067" y="2059741"/>
                  </a:lnTo>
                  <a:lnTo>
                    <a:pt x="2844203" y="2019742"/>
                  </a:lnTo>
                  <a:lnTo>
                    <a:pt x="2844567" y="1980187"/>
                  </a:lnTo>
                  <a:lnTo>
                    <a:pt x="2844158" y="1941077"/>
                  </a:lnTo>
                  <a:lnTo>
                    <a:pt x="2842977" y="1902414"/>
                  </a:lnTo>
                  <a:lnTo>
                    <a:pt x="2841022" y="1864198"/>
                  </a:lnTo>
                  <a:lnTo>
                    <a:pt x="2834792" y="1789112"/>
                  </a:lnTo>
                  <a:lnTo>
                    <a:pt x="2828506" y="1734170"/>
                  </a:lnTo>
                  <a:lnTo>
                    <a:pt x="2821237" y="1679874"/>
                  </a:lnTo>
                  <a:lnTo>
                    <a:pt x="2812985" y="1626226"/>
                  </a:lnTo>
                  <a:lnTo>
                    <a:pt x="2803753" y="1573230"/>
                  </a:lnTo>
                  <a:lnTo>
                    <a:pt x="2793542" y="1520888"/>
                  </a:lnTo>
                  <a:lnTo>
                    <a:pt x="2782352" y="1469204"/>
                  </a:lnTo>
                  <a:lnTo>
                    <a:pt x="2770186" y="1418181"/>
                  </a:lnTo>
                  <a:lnTo>
                    <a:pt x="2757044" y="1367821"/>
                  </a:lnTo>
                  <a:lnTo>
                    <a:pt x="2742928" y="1318128"/>
                  </a:lnTo>
                  <a:lnTo>
                    <a:pt x="2727840" y="1269104"/>
                  </a:lnTo>
                  <a:lnTo>
                    <a:pt x="2711780" y="1220754"/>
                  </a:lnTo>
                  <a:lnTo>
                    <a:pt x="2694750" y="1173079"/>
                  </a:lnTo>
                  <a:lnTo>
                    <a:pt x="2676751" y="1126083"/>
                  </a:lnTo>
                  <a:lnTo>
                    <a:pt x="2657785" y="1079769"/>
                  </a:lnTo>
                  <a:lnTo>
                    <a:pt x="2637853" y="1034139"/>
                  </a:lnTo>
                  <a:lnTo>
                    <a:pt x="2616956" y="989198"/>
                  </a:lnTo>
                  <a:lnTo>
                    <a:pt x="2595096" y="944948"/>
                  </a:lnTo>
                  <a:lnTo>
                    <a:pt x="2572274" y="901391"/>
                  </a:lnTo>
                  <a:lnTo>
                    <a:pt x="2548490" y="858532"/>
                  </a:lnTo>
                  <a:lnTo>
                    <a:pt x="2523748" y="816373"/>
                  </a:lnTo>
                  <a:lnTo>
                    <a:pt x="2498047" y="774917"/>
                  </a:lnTo>
                  <a:lnTo>
                    <a:pt x="2471390" y="734167"/>
                  </a:lnTo>
                  <a:lnTo>
                    <a:pt x="2443777" y="694127"/>
                  </a:lnTo>
                  <a:lnTo>
                    <a:pt x="2415210" y="654799"/>
                  </a:lnTo>
                  <a:lnTo>
                    <a:pt x="2385690" y="616186"/>
                  </a:lnTo>
                  <a:lnTo>
                    <a:pt x="2355219" y="578291"/>
                  </a:lnTo>
                  <a:lnTo>
                    <a:pt x="2323798" y="541117"/>
                  </a:lnTo>
                  <a:lnTo>
                    <a:pt x="2291428" y="504669"/>
                  </a:lnTo>
                  <a:lnTo>
                    <a:pt x="2258110" y="468947"/>
                  </a:lnTo>
                  <a:lnTo>
                    <a:pt x="2224054" y="434156"/>
                  </a:lnTo>
                  <a:lnTo>
                    <a:pt x="2189069" y="400082"/>
                  </a:lnTo>
                  <a:lnTo>
                    <a:pt x="2153158" y="366730"/>
                  </a:lnTo>
                  <a:lnTo>
                    <a:pt x="2116328" y="334102"/>
                  </a:lnTo>
                  <a:lnTo>
                    <a:pt x="2078582" y="302200"/>
                  </a:lnTo>
                  <a:lnTo>
                    <a:pt x="2039925" y="271027"/>
                  </a:lnTo>
                  <a:lnTo>
                    <a:pt x="2000362" y="240586"/>
                  </a:lnTo>
                  <a:lnTo>
                    <a:pt x="1959897" y="210880"/>
                  </a:lnTo>
                  <a:lnTo>
                    <a:pt x="1918535" y="181911"/>
                  </a:lnTo>
                  <a:lnTo>
                    <a:pt x="1876281" y="153682"/>
                  </a:lnTo>
                  <a:lnTo>
                    <a:pt x="1833139" y="126195"/>
                  </a:lnTo>
                  <a:lnTo>
                    <a:pt x="1789114" y="99454"/>
                  </a:lnTo>
                  <a:lnTo>
                    <a:pt x="1744211" y="73462"/>
                  </a:lnTo>
                  <a:lnTo>
                    <a:pt x="1698434" y="48220"/>
                  </a:lnTo>
                  <a:lnTo>
                    <a:pt x="1651787" y="23731"/>
                  </a:lnTo>
                  <a:lnTo>
                    <a:pt x="1604276" y="0"/>
                  </a:lnTo>
                  <a:close/>
                </a:path>
              </a:pathLst>
            </a:custGeom>
            <a:solidFill>
              <a:srgbClr val="100A30">
                <a:alpha val="5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4E3714B9-868A-B544-A6F7-25087E472E46}"/>
                </a:ext>
              </a:extLst>
            </p:cNvPr>
            <p:cNvSpPr/>
            <p:nvPr/>
          </p:nvSpPr>
          <p:spPr>
            <a:xfrm>
              <a:off x="5275055" y="144"/>
              <a:ext cx="2783840" cy="6858000"/>
            </a:xfrm>
            <a:custGeom>
              <a:avLst/>
              <a:gdLst/>
              <a:ahLst/>
              <a:cxnLst/>
              <a:rect l="l" t="t" r="r" b="b"/>
              <a:pathLst>
                <a:path w="2783840" h="6858000">
                  <a:moveTo>
                    <a:pt x="1672399" y="0"/>
                  </a:moveTo>
                  <a:lnTo>
                    <a:pt x="1602867" y="0"/>
                  </a:lnTo>
                  <a:lnTo>
                    <a:pt x="1647432" y="25235"/>
                  </a:lnTo>
                  <a:lnTo>
                    <a:pt x="1691170" y="51172"/>
                  </a:lnTo>
                  <a:lnTo>
                    <a:pt x="1734076" y="77808"/>
                  </a:lnTo>
                  <a:lnTo>
                    <a:pt x="1776145" y="105142"/>
                  </a:lnTo>
                  <a:lnTo>
                    <a:pt x="1817373" y="133170"/>
                  </a:lnTo>
                  <a:lnTo>
                    <a:pt x="1857754" y="161892"/>
                  </a:lnTo>
                  <a:lnTo>
                    <a:pt x="1897284" y="191306"/>
                  </a:lnTo>
                  <a:lnTo>
                    <a:pt x="1935958" y="221409"/>
                  </a:lnTo>
                  <a:lnTo>
                    <a:pt x="1973771" y="252200"/>
                  </a:lnTo>
                  <a:lnTo>
                    <a:pt x="2010719" y="283678"/>
                  </a:lnTo>
                  <a:lnTo>
                    <a:pt x="2046795" y="315839"/>
                  </a:lnTo>
                  <a:lnTo>
                    <a:pt x="2081997" y="348682"/>
                  </a:lnTo>
                  <a:lnTo>
                    <a:pt x="2116318" y="382205"/>
                  </a:lnTo>
                  <a:lnTo>
                    <a:pt x="2149754" y="416407"/>
                  </a:lnTo>
                  <a:lnTo>
                    <a:pt x="2182683" y="451705"/>
                  </a:lnTo>
                  <a:lnTo>
                    <a:pt x="2214708" y="487703"/>
                  </a:lnTo>
                  <a:lnTo>
                    <a:pt x="2245827" y="524396"/>
                  </a:lnTo>
                  <a:lnTo>
                    <a:pt x="2276040" y="561783"/>
                  </a:lnTo>
                  <a:lnTo>
                    <a:pt x="2305345" y="599860"/>
                  </a:lnTo>
                  <a:lnTo>
                    <a:pt x="2333740" y="638626"/>
                  </a:lnTo>
                  <a:lnTo>
                    <a:pt x="2361226" y="678076"/>
                  </a:lnTo>
                  <a:lnTo>
                    <a:pt x="2387800" y="718208"/>
                  </a:lnTo>
                  <a:lnTo>
                    <a:pt x="2413461" y="759020"/>
                  </a:lnTo>
                  <a:lnTo>
                    <a:pt x="2438208" y="800508"/>
                  </a:lnTo>
                  <a:lnTo>
                    <a:pt x="2462039" y="842670"/>
                  </a:lnTo>
                  <a:lnTo>
                    <a:pt x="2484955" y="885502"/>
                  </a:lnTo>
                  <a:lnTo>
                    <a:pt x="2506952" y="929003"/>
                  </a:lnTo>
                  <a:lnTo>
                    <a:pt x="2528031" y="973169"/>
                  </a:lnTo>
                  <a:lnTo>
                    <a:pt x="2548189" y="1017998"/>
                  </a:lnTo>
                  <a:lnTo>
                    <a:pt x="2567427" y="1063487"/>
                  </a:lnTo>
                  <a:lnTo>
                    <a:pt x="2585741" y="1109632"/>
                  </a:lnTo>
                  <a:lnTo>
                    <a:pt x="2603132" y="1156431"/>
                  </a:lnTo>
                  <a:lnTo>
                    <a:pt x="2619597" y="1203882"/>
                  </a:lnTo>
                  <a:lnTo>
                    <a:pt x="2635137" y="1251981"/>
                  </a:lnTo>
                  <a:lnTo>
                    <a:pt x="2649748" y="1300725"/>
                  </a:lnTo>
                  <a:lnTo>
                    <a:pt x="2663431" y="1350113"/>
                  </a:lnTo>
                  <a:lnTo>
                    <a:pt x="2676184" y="1400140"/>
                  </a:lnTo>
                  <a:lnTo>
                    <a:pt x="2688006" y="1450805"/>
                  </a:lnTo>
                  <a:lnTo>
                    <a:pt x="2698896" y="1502104"/>
                  </a:lnTo>
                  <a:lnTo>
                    <a:pt x="2708851" y="1554035"/>
                  </a:lnTo>
                  <a:lnTo>
                    <a:pt x="2717872" y="1606594"/>
                  </a:lnTo>
                  <a:lnTo>
                    <a:pt x="2725957" y="1659780"/>
                  </a:lnTo>
                  <a:lnTo>
                    <a:pt x="2733104" y="1713588"/>
                  </a:lnTo>
                  <a:lnTo>
                    <a:pt x="2739313" y="1768017"/>
                  </a:lnTo>
                  <a:lnTo>
                    <a:pt x="2745514" y="1842068"/>
                  </a:lnTo>
                  <a:lnTo>
                    <a:pt x="2748767" y="1917847"/>
                  </a:lnTo>
                  <a:lnTo>
                    <a:pt x="2749289" y="1956382"/>
                  </a:lnTo>
                  <a:lnTo>
                    <a:pt x="2749076" y="1995346"/>
                  </a:lnTo>
                  <a:lnTo>
                    <a:pt x="2748127" y="2034738"/>
                  </a:lnTo>
                  <a:lnTo>
                    <a:pt x="2746443" y="2074556"/>
                  </a:lnTo>
                  <a:lnTo>
                    <a:pt x="2744024" y="2114801"/>
                  </a:lnTo>
                  <a:lnTo>
                    <a:pt x="2740870" y="2155470"/>
                  </a:lnTo>
                  <a:lnTo>
                    <a:pt x="2736982" y="2196562"/>
                  </a:lnTo>
                  <a:lnTo>
                    <a:pt x="2732361" y="2238077"/>
                  </a:lnTo>
                  <a:lnTo>
                    <a:pt x="2727006" y="2280014"/>
                  </a:lnTo>
                  <a:lnTo>
                    <a:pt x="2720917" y="2322371"/>
                  </a:lnTo>
                  <a:lnTo>
                    <a:pt x="2714096" y="2365147"/>
                  </a:lnTo>
                  <a:lnTo>
                    <a:pt x="2706542" y="2408342"/>
                  </a:lnTo>
                  <a:lnTo>
                    <a:pt x="2698256" y="2451954"/>
                  </a:lnTo>
                  <a:lnTo>
                    <a:pt x="2689238" y="2495982"/>
                  </a:lnTo>
                  <a:lnTo>
                    <a:pt x="2679489" y="2540426"/>
                  </a:lnTo>
                  <a:lnTo>
                    <a:pt x="2669008" y="2585283"/>
                  </a:lnTo>
                  <a:lnTo>
                    <a:pt x="2657796" y="2630554"/>
                  </a:lnTo>
                  <a:lnTo>
                    <a:pt x="2645854" y="2676237"/>
                  </a:lnTo>
                  <a:lnTo>
                    <a:pt x="2633181" y="2722331"/>
                  </a:lnTo>
                  <a:lnTo>
                    <a:pt x="2619778" y="2768834"/>
                  </a:lnTo>
                  <a:lnTo>
                    <a:pt x="2605646" y="2815747"/>
                  </a:lnTo>
                  <a:lnTo>
                    <a:pt x="2590784" y="2863067"/>
                  </a:lnTo>
                  <a:lnTo>
                    <a:pt x="2575193" y="2910794"/>
                  </a:lnTo>
                  <a:lnTo>
                    <a:pt x="2558874" y="2958927"/>
                  </a:lnTo>
                  <a:lnTo>
                    <a:pt x="2541826" y="3007464"/>
                  </a:lnTo>
                  <a:lnTo>
                    <a:pt x="2524051" y="3056405"/>
                  </a:lnTo>
                  <a:lnTo>
                    <a:pt x="2505547" y="3105749"/>
                  </a:lnTo>
                  <a:lnTo>
                    <a:pt x="2486317" y="3155494"/>
                  </a:lnTo>
                  <a:lnTo>
                    <a:pt x="2466359" y="3205639"/>
                  </a:lnTo>
                  <a:lnTo>
                    <a:pt x="2445674" y="3256184"/>
                  </a:lnTo>
                  <a:lnTo>
                    <a:pt x="2424263" y="3307127"/>
                  </a:lnTo>
                  <a:lnTo>
                    <a:pt x="2402126" y="3358467"/>
                  </a:lnTo>
                  <a:lnTo>
                    <a:pt x="2379263" y="3410204"/>
                  </a:lnTo>
                  <a:lnTo>
                    <a:pt x="2355675" y="3462336"/>
                  </a:lnTo>
                  <a:lnTo>
                    <a:pt x="2331362" y="3514862"/>
                  </a:lnTo>
                  <a:lnTo>
                    <a:pt x="2306323" y="3567780"/>
                  </a:lnTo>
                  <a:lnTo>
                    <a:pt x="2280561" y="3621091"/>
                  </a:lnTo>
                  <a:lnTo>
                    <a:pt x="2254074" y="3674793"/>
                  </a:lnTo>
                  <a:lnTo>
                    <a:pt x="2226863" y="3728885"/>
                  </a:lnTo>
                  <a:lnTo>
                    <a:pt x="2198929" y="3783366"/>
                  </a:lnTo>
                  <a:lnTo>
                    <a:pt x="2170272" y="3838234"/>
                  </a:lnTo>
                  <a:lnTo>
                    <a:pt x="2140892" y="3893489"/>
                  </a:lnTo>
                  <a:lnTo>
                    <a:pt x="2110789" y="3949130"/>
                  </a:lnTo>
                  <a:lnTo>
                    <a:pt x="2079965" y="4005155"/>
                  </a:lnTo>
                  <a:lnTo>
                    <a:pt x="2048418" y="4061564"/>
                  </a:lnTo>
                  <a:lnTo>
                    <a:pt x="2016150" y="4118355"/>
                  </a:lnTo>
                  <a:lnTo>
                    <a:pt x="1974045" y="4191180"/>
                  </a:lnTo>
                  <a:lnTo>
                    <a:pt x="1930777" y="4264621"/>
                  </a:lnTo>
                  <a:lnTo>
                    <a:pt x="1886349" y="4338674"/>
                  </a:lnTo>
                  <a:lnTo>
                    <a:pt x="1840766" y="4413334"/>
                  </a:lnTo>
                  <a:lnTo>
                    <a:pt x="1794030" y="4488597"/>
                  </a:lnTo>
                  <a:lnTo>
                    <a:pt x="1746145" y="4564459"/>
                  </a:lnTo>
                  <a:lnTo>
                    <a:pt x="1697114" y="4640913"/>
                  </a:lnTo>
                  <a:lnTo>
                    <a:pt x="1646941" y="4717957"/>
                  </a:lnTo>
                  <a:lnTo>
                    <a:pt x="1595629" y="4795585"/>
                  </a:lnTo>
                  <a:lnTo>
                    <a:pt x="1543180" y="4873793"/>
                  </a:lnTo>
                  <a:lnTo>
                    <a:pt x="1489600" y="4952576"/>
                  </a:lnTo>
                  <a:lnTo>
                    <a:pt x="1434890" y="5031929"/>
                  </a:lnTo>
                  <a:lnTo>
                    <a:pt x="1379054" y="5111848"/>
                  </a:lnTo>
                  <a:lnTo>
                    <a:pt x="1322097" y="5192328"/>
                  </a:lnTo>
                  <a:lnTo>
                    <a:pt x="1264020" y="5273366"/>
                  </a:lnTo>
                  <a:lnTo>
                    <a:pt x="1204827" y="5354955"/>
                  </a:lnTo>
                  <a:lnTo>
                    <a:pt x="1144522" y="5437091"/>
                  </a:lnTo>
                  <a:lnTo>
                    <a:pt x="1083109" y="5519771"/>
                  </a:lnTo>
                  <a:lnTo>
                    <a:pt x="1020589" y="5602988"/>
                  </a:lnTo>
                  <a:lnTo>
                    <a:pt x="956967" y="5686739"/>
                  </a:lnTo>
                  <a:lnTo>
                    <a:pt x="892247" y="5771020"/>
                  </a:lnTo>
                  <a:lnTo>
                    <a:pt x="826431" y="5855824"/>
                  </a:lnTo>
                  <a:lnTo>
                    <a:pt x="759523" y="5941149"/>
                  </a:lnTo>
                  <a:lnTo>
                    <a:pt x="691526" y="6026988"/>
                  </a:lnTo>
                  <a:lnTo>
                    <a:pt x="622443" y="6113338"/>
                  </a:lnTo>
                  <a:lnTo>
                    <a:pt x="552278" y="6200194"/>
                  </a:lnTo>
                  <a:lnTo>
                    <a:pt x="481035" y="6287552"/>
                  </a:lnTo>
                  <a:lnTo>
                    <a:pt x="408716" y="6375406"/>
                  </a:lnTo>
                  <a:lnTo>
                    <a:pt x="335325" y="6463752"/>
                  </a:lnTo>
                  <a:lnTo>
                    <a:pt x="223236" y="6597184"/>
                  </a:lnTo>
                  <a:lnTo>
                    <a:pt x="110408" y="6729758"/>
                  </a:lnTo>
                  <a:lnTo>
                    <a:pt x="0" y="6857860"/>
                  </a:lnTo>
                  <a:lnTo>
                    <a:pt x="45643" y="6857860"/>
                  </a:lnTo>
                  <a:lnTo>
                    <a:pt x="141320" y="6746669"/>
                  </a:lnTo>
                  <a:lnTo>
                    <a:pt x="249383" y="6619656"/>
                  </a:lnTo>
                  <a:lnTo>
                    <a:pt x="361676" y="6485984"/>
                  </a:lnTo>
                  <a:lnTo>
                    <a:pt x="435202" y="6397477"/>
                  </a:lnTo>
                  <a:lnTo>
                    <a:pt x="507654" y="6309462"/>
                  </a:lnTo>
                  <a:lnTo>
                    <a:pt x="579030" y="6221942"/>
                  </a:lnTo>
                  <a:lnTo>
                    <a:pt x="649326" y="6134922"/>
                  </a:lnTo>
                  <a:lnTo>
                    <a:pt x="718539" y="6048408"/>
                  </a:lnTo>
                  <a:lnTo>
                    <a:pt x="786666" y="5962403"/>
                  </a:lnTo>
                  <a:lnTo>
                    <a:pt x="853702" y="5876913"/>
                  </a:lnTo>
                  <a:lnTo>
                    <a:pt x="919646" y="5791942"/>
                  </a:lnTo>
                  <a:lnTo>
                    <a:pt x="984492" y="5707495"/>
                  </a:lnTo>
                  <a:lnTo>
                    <a:pt x="1048239" y="5623575"/>
                  </a:lnTo>
                  <a:lnTo>
                    <a:pt x="1110883" y="5540189"/>
                  </a:lnTo>
                  <a:lnTo>
                    <a:pt x="1172419" y="5457340"/>
                  </a:lnTo>
                  <a:lnTo>
                    <a:pt x="1232846" y="5375033"/>
                  </a:lnTo>
                  <a:lnTo>
                    <a:pt x="1292160" y="5293273"/>
                  </a:lnTo>
                  <a:lnTo>
                    <a:pt x="1350357" y="5212064"/>
                  </a:lnTo>
                  <a:lnTo>
                    <a:pt x="1407434" y="5131411"/>
                  </a:lnTo>
                  <a:lnTo>
                    <a:pt x="1463387" y="5051319"/>
                  </a:lnTo>
                  <a:lnTo>
                    <a:pt x="1518214" y="4971792"/>
                  </a:lnTo>
                  <a:lnTo>
                    <a:pt x="1571910" y="4892834"/>
                  </a:lnTo>
                  <a:lnTo>
                    <a:pt x="1624473" y="4814451"/>
                  </a:lnTo>
                  <a:lnTo>
                    <a:pt x="1675899" y="4736647"/>
                  </a:lnTo>
                  <a:lnTo>
                    <a:pt x="1726186" y="4659427"/>
                  </a:lnTo>
                  <a:lnTo>
                    <a:pt x="1775328" y="4582795"/>
                  </a:lnTo>
                  <a:lnTo>
                    <a:pt x="1823324" y="4506756"/>
                  </a:lnTo>
                  <a:lnTo>
                    <a:pt x="1870169" y="4431314"/>
                  </a:lnTo>
                  <a:lnTo>
                    <a:pt x="1915861" y="4356475"/>
                  </a:lnTo>
                  <a:lnTo>
                    <a:pt x="1960396" y="4282242"/>
                  </a:lnTo>
                  <a:lnTo>
                    <a:pt x="2003771" y="4208620"/>
                  </a:lnTo>
                  <a:lnTo>
                    <a:pt x="2045982" y="4135615"/>
                  </a:lnTo>
                  <a:lnTo>
                    <a:pt x="2078470" y="4078435"/>
                  </a:lnTo>
                  <a:lnTo>
                    <a:pt x="2110231" y="4021636"/>
                  </a:lnTo>
                  <a:lnTo>
                    <a:pt x="2141266" y="3965220"/>
                  </a:lnTo>
                  <a:lnTo>
                    <a:pt x="2171572" y="3909186"/>
                  </a:lnTo>
                  <a:lnTo>
                    <a:pt x="2201151" y="3853538"/>
                  </a:lnTo>
                  <a:lnTo>
                    <a:pt x="2230002" y="3798274"/>
                  </a:lnTo>
                  <a:lnTo>
                    <a:pt x="2258124" y="3743398"/>
                  </a:lnTo>
                  <a:lnTo>
                    <a:pt x="2285517" y="3688908"/>
                  </a:lnTo>
                  <a:lnTo>
                    <a:pt x="2312182" y="3634808"/>
                  </a:lnTo>
                  <a:lnTo>
                    <a:pt x="2338117" y="3581097"/>
                  </a:lnTo>
                  <a:lnTo>
                    <a:pt x="2363322" y="3527777"/>
                  </a:lnTo>
                  <a:lnTo>
                    <a:pt x="2387797" y="3474849"/>
                  </a:lnTo>
                  <a:lnTo>
                    <a:pt x="2411541" y="3422313"/>
                  </a:lnTo>
                  <a:lnTo>
                    <a:pt x="2434555" y="3370172"/>
                  </a:lnTo>
                  <a:lnTo>
                    <a:pt x="2456838" y="3318426"/>
                  </a:lnTo>
                  <a:lnTo>
                    <a:pt x="2478389" y="3267075"/>
                  </a:lnTo>
                  <a:lnTo>
                    <a:pt x="2499209" y="3216122"/>
                  </a:lnTo>
                  <a:lnTo>
                    <a:pt x="2519297" y="3165567"/>
                  </a:lnTo>
                  <a:lnTo>
                    <a:pt x="2538652" y="3115412"/>
                  </a:lnTo>
                  <a:lnTo>
                    <a:pt x="2557274" y="3065656"/>
                  </a:lnTo>
                  <a:lnTo>
                    <a:pt x="2575164" y="3016303"/>
                  </a:lnTo>
                  <a:lnTo>
                    <a:pt x="2592320" y="2967351"/>
                  </a:lnTo>
                  <a:lnTo>
                    <a:pt x="2608742" y="2918803"/>
                  </a:lnTo>
                  <a:lnTo>
                    <a:pt x="2624431" y="2870660"/>
                  </a:lnTo>
                  <a:lnTo>
                    <a:pt x="2639385" y="2822922"/>
                  </a:lnTo>
                  <a:lnTo>
                    <a:pt x="2653604" y="2775591"/>
                  </a:lnTo>
                  <a:lnTo>
                    <a:pt x="2667089" y="2728668"/>
                  </a:lnTo>
                  <a:lnTo>
                    <a:pt x="2679838" y="2682154"/>
                  </a:lnTo>
                  <a:lnTo>
                    <a:pt x="2691851" y="2636049"/>
                  </a:lnTo>
                  <a:lnTo>
                    <a:pt x="2703129" y="2590356"/>
                  </a:lnTo>
                  <a:lnTo>
                    <a:pt x="2713670" y="2545074"/>
                  </a:lnTo>
                  <a:lnTo>
                    <a:pt x="2723474" y="2500206"/>
                  </a:lnTo>
                  <a:lnTo>
                    <a:pt x="2732542" y="2455751"/>
                  </a:lnTo>
                  <a:lnTo>
                    <a:pt x="2740872" y="2411712"/>
                  </a:lnTo>
                  <a:lnTo>
                    <a:pt x="2748464" y="2368090"/>
                  </a:lnTo>
                  <a:lnTo>
                    <a:pt x="2755319" y="2324884"/>
                  </a:lnTo>
                  <a:lnTo>
                    <a:pt x="2761435" y="2282097"/>
                  </a:lnTo>
                  <a:lnTo>
                    <a:pt x="2766813" y="2239730"/>
                  </a:lnTo>
                  <a:lnTo>
                    <a:pt x="2771452" y="2197782"/>
                  </a:lnTo>
                  <a:lnTo>
                    <a:pt x="2775352" y="2156257"/>
                  </a:lnTo>
                  <a:lnTo>
                    <a:pt x="2778512" y="2115154"/>
                  </a:lnTo>
                  <a:lnTo>
                    <a:pt x="2780932" y="2074475"/>
                  </a:lnTo>
                  <a:lnTo>
                    <a:pt x="2782611" y="2034221"/>
                  </a:lnTo>
                  <a:lnTo>
                    <a:pt x="2783551" y="1994392"/>
                  </a:lnTo>
                  <a:lnTo>
                    <a:pt x="2783749" y="1954991"/>
                  </a:lnTo>
                  <a:lnTo>
                    <a:pt x="2783206" y="1916017"/>
                  </a:lnTo>
                  <a:lnTo>
                    <a:pt x="2781922" y="1877472"/>
                  </a:lnTo>
                  <a:lnTo>
                    <a:pt x="2779895" y="1839358"/>
                  </a:lnTo>
                  <a:lnTo>
                    <a:pt x="2773616" y="1764423"/>
                  </a:lnTo>
                  <a:lnTo>
                    <a:pt x="2767532" y="1710972"/>
                  </a:lnTo>
                  <a:lnTo>
                    <a:pt x="2760554" y="1658108"/>
                  </a:lnTo>
                  <a:lnTo>
                    <a:pt x="2752683" y="1605833"/>
                  </a:lnTo>
                  <a:lnTo>
                    <a:pt x="2743920" y="1554152"/>
                  </a:lnTo>
                  <a:lnTo>
                    <a:pt x="2734267" y="1503065"/>
                  </a:lnTo>
                  <a:lnTo>
                    <a:pt x="2723723" y="1452576"/>
                  </a:lnTo>
                  <a:lnTo>
                    <a:pt x="2712291" y="1402688"/>
                  </a:lnTo>
                  <a:lnTo>
                    <a:pt x="2699972" y="1353402"/>
                  </a:lnTo>
                  <a:lnTo>
                    <a:pt x="2686766" y="1304722"/>
                  </a:lnTo>
                  <a:lnTo>
                    <a:pt x="2672676" y="1256650"/>
                  </a:lnTo>
                  <a:lnTo>
                    <a:pt x="2657701" y="1209189"/>
                  </a:lnTo>
                  <a:lnTo>
                    <a:pt x="2641843" y="1162341"/>
                  </a:lnTo>
                  <a:lnTo>
                    <a:pt x="2625104" y="1116108"/>
                  </a:lnTo>
                  <a:lnTo>
                    <a:pt x="2607483" y="1070495"/>
                  </a:lnTo>
                  <a:lnTo>
                    <a:pt x="2588984" y="1025502"/>
                  </a:lnTo>
                  <a:lnTo>
                    <a:pt x="2569606" y="981133"/>
                  </a:lnTo>
                  <a:lnTo>
                    <a:pt x="2549350" y="937390"/>
                  </a:lnTo>
                  <a:lnTo>
                    <a:pt x="2528219" y="894276"/>
                  </a:lnTo>
                  <a:lnTo>
                    <a:pt x="2506212" y="851793"/>
                  </a:lnTo>
                  <a:lnTo>
                    <a:pt x="2483332" y="809944"/>
                  </a:lnTo>
                  <a:lnTo>
                    <a:pt x="2459578" y="768732"/>
                  </a:lnTo>
                  <a:lnTo>
                    <a:pt x="2434953" y="728158"/>
                  </a:lnTo>
                  <a:lnTo>
                    <a:pt x="2409458" y="688227"/>
                  </a:lnTo>
                  <a:lnTo>
                    <a:pt x="2383093" y="648940"/>
                  </a:lnTo>
                  <a:lnTo>
                    <a:pt x="2355860" y="610300"/>
                  </a:lnTo>
                  <a:lnTo>
                    <a:pt x="2327760" y="572309"/>
                  </a:lnTo>
                  <a:lnTo>
                    <a:pt x="2298793" y="534970"/>
                  </a:lnTo>
                  <a:lnTo>
                    <a:pt x="2268962" y="498286"/>
                  </a:lnTo>
                  <a:lnTo>
                    <a:pt x="2238267" y="462259"/>
                  </a:lnTo>
                  <a:lnTo>
                    <a:pt x="2206709" y="426893"/>
                  </a:lnTo>
                  <a:lnTo>
                    <a:pt x="2174290" y="392188"/>
                  </a:lnTo>
                  <a:lnTo>
                    <a:pt x="2140805" y="357945"/>
                  </a:lnTo>
                  <a:lnTo>
                    <a:pt x="2106446" y="324376"/>
                  </a:lnTo>
                  <a:lnTo>
                    <a:pt x="2071220" y="291483"/>
                  </a:lnTo>
                  <a:lnTo>
                    <a:pt x="2035131" y="259267"/>
                  </a:lnTo>
                  <a:lnTo>
                    <a:pt x="1998185" y="227729"/>
                  </a:lnTo>
                  <a:lnTo>
                    <a:pt x="1960387" y="196871"/>
                  </a:lnTo>
                  <a:lnTo>
                    <a:pt x="1921743" y="166693"/>
                  </a:lnTo>
                  <a:lnTo>
                    <a:pt x="1882258" y="137198"/>
                  </a:lnTo>
                  <a:lnTo>
                    <a:pt x="1841937" y="108386"/>
                  </a:lnTo>
                  <a:lnTo>
                    <a:pt x="1800785" y="80259"/>
                  </a:lnTo>
                  <a:lnTo>
                    <a:pt x="1758808" y="52818"/>
                  </a:lnTo>
                  <a:lnTo>
                    <a:pt x="1716011" y="26065"/>
                  </a:lnTo>
                  <a:lnTo>
                    <a:pt x="1672399" y="0"/>
                  </a:lnTo>
                  <a:close/>
                </a:path>
              </a:pathLst>
            </a:custGeom>
            <a:solidFill>
              <a:srgbClr val="100A30">
                <a:alpha val="4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42D92847-02CD-E540-B9B9-CF125C99C0A7}"/>
                </a:ext>
              </a:extLst>
            </p:cNvPr>
            <p:cNvSpPr/>
            <p:nvPr/>
          </p:nvSpPr>
          <p:spPr>
            <a:xfrm>
              <a:off x="5403753" y="137"/>
              <a:ext cx="2709545" cy="6858000"/>
            </a:xfrm>
            <a:custGeom>
              <a:avLst/>
              <a:gdLst/>
              <a:ahLst/>
              <a:cxnLst/>
              <a:rect l="l" t="t" r="r" b="b"/>
              <a:pathLst>
                <a:path w="2709545" h="6858000">
                  <a:moveTo>
                    <a:pt x="1702396" y="0"/>
                  </a:moveTo>
                  <a:lnTo>
                    <a:pt x="1667929" y="0"/>
                  </a:lnTo>
                  <a:lnTo>
                    <a:pt x="1711242" y="29445"/>
                  </a:lnTo>
                  <a:lnTo>
                    <a:pt x="1753677" y="59612"/>
                  </a:lnTo>
                  <a:lnTo>
                    <a:pt x="1795227" y="90500"/>
                  </a:lnTo>
                  <a:lnTo>
                    <a:pt x="1835883" y="122108"/>
                  </a:lnTo>
                  <a:lnTo>
                    <a:pt x="1875639" y="154436"/>
                  </a:lnTo>
                  <a:lnTo>
                    <a:pt x="1914487" y="187485"/>
                  </a:lnTo>
                  <a:lnTo>
                    <a:pt x="1952419" y="221255"/>
                  </a:lnTo>
                  <a:lnTo>
                    <a:pt x="1989429" y="255745"/>
                  </a:lnTo>
                  <a:lnTo>
                    <a:pt x="2025508" y="290955"/>
                  </a:lnTo>
                  <a:lnTo>
                    <a:pt x="2060651" y="326885"/>
                  </a:lnTo>
                  <a:lnTo>
                    <a:pt x="2093104" y="361612"/>
                  </a:lnTo>
                  <a:lnTo>
                    <a:pt x="2124723" y="396985"/>
                  </a:lnTo>
                  <a:lnTo>
                    <a:pt x="2155506" y="432999"/>
                  </a:lnTo>
                  <a:lnTo>
                    <a:pt x="2185453" y="469653"/>
                  </a:lnTo>
                  <a:lnTo>
                    <a:pt x="2214561" y="506945"/>
                  </a:lnTo>
                  <a:lnTo>
                    <a:pt x="2242830" y="544872"/>
                  </a:lnTo>
                  <a:lnTo>
                    <a:pt x="2270259" y="583432"/>
                  </a:lnTo>
                  <a:lnTo>
                    <a:pt x="2296847" y="622621"/>
                  </a:lnTo>
                  <a:lnTo>
                    <a:pt x="2322593" y="662438"/>
                  </a:lnTo>
                  <a:lnTo>
                    <a:pt x="2347495" y="702881"/>
                  </a:lnTo>
                  <a:lnTo>
                    <a:pt x="2371553" y="743946"/>
                  </a:lnTo>
                  <a:lnTo>
                    <a:pt x="2394766" y="785632"/>
                  </a:lnTo>
                  <a:lnTo>
                    <a:pt x="2417132" y="827936"/>
                  </a:lnTo>
                  <a:lnTo>
                    <a:pt x="2438651" y="870855"/>
                  </a:lnTo>
                  <a:lnTo>
                    <a:pt x="2459321" y="914387"/>
                  </a:lnTo>
                  <a:lnTo>
                    <a:pt x="2479141" y="958530"/>
                  </a:lnTo>
                  <a:lnTo>
                    <a:pt x="2498111" y="1003282"/>
                  </a:lnTo>
                  <a:lnTo>
                    <a:pt x="2516229" y="1048639"/>
                  </a:lnTo>
                  <a:lnTo>
                    <a:pt x="2533494" y="1094599"/>
                  </a:lnTo>
                  <a:lnTo>
                    <a:pt x="2549905" y="1141160"/>
                  </a:lnTo>
                  <a:lnTo>
                    <a:pt x="2565462" y="1188320"/>
                  </a:lnTo>
                  <a:lnTo>
                    <a:pt x="2580162" y="1236076"/>
                  </a:lnTo>
                  <a:lnTo>
                    <a:pt x="2594005" y="1284425"/>
                  </a:lnTo>
                  <a:lnTo>
                    <a:pt x="2606990" y="1333366"/>
                  </a:lnTo>
                  <a:lnTo>
                    <a:pt x="2619116" y="1382895"/>
                  </a:lnTo>
                  <a:lnTo>
                    <a:pt x="2630382" y="1433011"/>
                  </a:lnTo>
                  <a:lnTo>
                    <a:pt x="2640787" y="1483711"/>
                  </a:lnTo>
                  <a:lnTo>
                    <a:pt x="2650329" y="1534992"/>
                  </a:lnTo>
                  <a:lnTo>
                    <a:pt x="2659007" y="1586852"/>
                  </a:lnTo>
                  <a:lnTo>
                    <a:pt x="2666821" y="1639288"/>
                  </a:lnTo>
                  <a:lnTo>
                    <a:pt x="2673770" y="1692299"/>
                  </a:lnTo>
                  <a:lnTo>
                    <a:pt x="2679852" y="1745881"/>
                  </a:lnTo>
                  <a:lnTo>
                    <a:pt x="2686164" y="1820540"/>
                  </a:lnTo>
                  <a:lnTo>
                    <a:pt x="2689620" y="1896869"/>
                  </a:lnTo>
                  <a:lnTo>
                    <a:pt x="2690278" y="1935658"/>
                  </a:lnTo>
                  <a:lnTo>
                    <a:pt x="2690223" y="1974861"/>
                  </a:lnTo>
                  <a:lnTo>
                    <a:pt x="2689456" y="2014479"/>
                  </a:lnTo>
                  <a:lnTo>
                    <a:pt x="2687976" y="2054509"/>
                  </a:lnTo>
                  <a:lnTo>
                    <a:pt x="2685785" y="2094951"/>
                  </a:lnTo>
                  <a:lnTo>
                    <a:pt x="2682881" y="2135805"/>
                  </a:lnTo>
                  <a:lnTo>
                    <a:pt x="2679267" y="2177067"/>
                  </a:lnTo>
                  <a:lnTo>
                    <a:pt x="2674941" y="2218739"/>
                  </a:lnTo>
                  <a:lnTo>
                    <a:pt x="2669904" y="2260819"/>
                  </a:lnTo>
                  <a:lnTo>
                    <a:pt x="2664157" y="2303306"/>
                  </a:lnTo>
                  <a:lnTo>
                    <a:pt x="2657699" y="2346199"/>
                  </a:lnTo>
                  <a:lnTo>
                    <a:pt x="2650532" y="2389496"/>
                  </a:lnTo>
                  <a:lnTo>
                    <a:pt x="2642655" y="2433198"/>
                  </a:lnTo>
                  <a:lnTo>
                    <a:pt x="2634068" y="2477303"/>
                  </a:lnTo>
                  <a:lnTo>
                    <a:pt x="2624773" y="2521810"/>
                  </a:lnTo>
                  <a:lnTo>
                    <a:pt x="2614769" y="2566717"/>
                  </a:lnTo>
                  <a:lnTo>
                    <a:pt x="2604057" y="2612025"/>
                  </a:lnTo>
                  <a:lnTo>
                    <a:pt x="2592636" y="2657732"/>
                  </a:lnTo>
                  <a:lnTo>
                    <a:pt x="2580508" y="2703837"/>
                  </a:lnTo>
                  <a:lnTo>
                    <a:pt x="2567672" y="2750339"/>
                  </a:lnTo>
                  <a:lnTo>
                    <a:pt x="2554129" y="2797238"/>
                  </a:lnTo>
                  <a:lnTo>
                    <a:pt x="2539879" y="2844531"/>
                  </a:lnTo>
                  <a:lnTo>
                    <a:pt x="2524922" y="2892219"/>
                  </a:lnTo>
                  <a:lnTo>
                    <a:pt x="2509259" y="2940300"/>
                  </a:lnTo>
                  <a:lnTo>
                    <a:pt x="2492891" y="2988773"/>
                  </a:lnTo>
                  <a:lnTo>
                    <a:pt x="2475816" y="3037637"/>
                  </a:lnTo>
                  <a:lnTo>
                    <a:pt x="2458036" y="3086892"/>
                  </a:lnTo>
                  <a:lnTo>
                    <a:pt x="2439551" y="3136535"/>
                  </a:lnTo>
                  <a:lnTo>
                    <a:pt x="2420361" y="3186567"/>
                  </a:lnTo>
                  <a:lnTo>
                    <a:pt x="2400467" y="3236987"/>
                  </a:lnTo>
                  <a:lnTo>
                    <a:pt x="2379869" y="3287793"/>
                  </a:lnTo>
                  <a:lnTo>
                    <a:pt x="2358566" y="3338984"/>
                  </a:lnTo>
                  <a:lnTo>
                    <a:pt x="2336560" y="3390559"/>
                  </a:lnTo>
                  <a:lnTo>
                    <a:pt x="2313851" y="3442518"/>
                  </a:lnTo>
                  <a:lnTo>
                    <a:pt x="2290439" y="3494859"/>
                  </a:lnTo>
                  <a:lnTo>
                    <a:pt x="2266324" y="3547581"/>
                  </a:lnTo>
                  <a:lnTo>
                    <a:pt x="2241507" y="3600684"/>
                  </a:lnTo>
                  <a:lnTo>
                    <a:pt x="2215987" y="3654167"/>
                  </a:lnTo>
                  <a:lnTo>
                    <a:pt x="2189766" y="3708027"/>
                  </a:lnTo>
                  <a:lnTo>
                    <a:pt x="2162844" y="3762266"/>
                  </a:lnTo>
                  <a:lnTo>
                    <a:pt x="2135220" y="3816880"/>
                  </a:lnTo>
                  <a:lnTo>
                    <a:pt x="2106895" y="3871871"/>
                  </a:lnTo>
                  <a:lnTo>
                    <a:pt x="2077870" y="3927236"/>
                  </a:lnTo>
                  <a:lnTo>
                    <a:pt x="2048145" y="3982974"/>
                  </a:lnTo>
                  <a:lnTo>
                    <a:pt x="2017719" y="4039085"/>
                  </a:lnTo>
                  <a:lnTo>
                    <a:pt x="1986594" y="4095567"/>
                  </a:lnTo>
                  <a:lnTo>
                    <a:pt x="1954770" y="4152420"/>
                  </a:lnTo>
                  <a:lnTo>
                    <a:pt x="1922246" y="4209643"/>
                  </a:lnTo>
                  <a:lnTo>
                    <a:pt x="1880130" y="4282512"/>
                  </a:lnTo>
                  <a:lnTo>
                    <a:pt x="1836901" y="4355972"/>
                  </a:lnTo>
                  <a:lnTo>
                    <a:pt x="1792563" y="4430017"/>
                  </a:lnTo>
                  <a:lnTo>
                    <a:pt x="1747117" y="4504643"/>
                  </a:lnTo>
                  <a:lnTo>
                    <a:pt x="1700568" y="4579847"/>
                  </a:lnTo>
                  <a:lnTo>
                    <a:pt x="1652919" y="4655624"/>
                  </a:lnTo>
                  <a:lnTo>
                    <a:pt x="1604172" y="4731970"/>
                  </a:lnTo>
                  <a:lnTo>
                    <a:pt x="1554330" y="4808880"/>
                  </a:lnTo>
                  <a:lnTo>
                    <a:pt x="1503398" y="4886351"/>
                  </a:lnTo>
                  <a:lnTo>
                    <a:pt x="1451377" y="4964378"/>
                  </a:lnTo>
                  <a:lnTo>
                    <a:pt x="1398272" y="5042956"/>
                  </a:lnTo>
                  <a:lnTo>
                    <a:pt x="1344085" y="5122083"/>
                  </a:lnTo>
                  <a:lnTo>
                    <a:pt x="1288819" y="5201752"/>
                  </a:lnTo>
                  <a:lnTo>
                    <a:pt x="1232477" y="5281961"/>
                  </a:lnTo>
                  <a:lnTo>
                    <a:pt x="1175064" y="5362705"/>
                  </a:lnTo>
                  <a:lnTo>
                    <a:pt x="1116580" y="5443980"/>
                  </a:lnTo>
                  <a:lnTo>
                    <a:pt x="1057031" y="5525781"/>
                  </a:lnTo>
                  <a:lnTo>
                    <a:pt x="996418" y="5608104"/>
                  </a:lnTo>
                  <a:lnTo>
                    <a:pt x="934746" y="5690945"/>
                  </a:lnTo>
                  <a:lnTo>
                    <a:pt x="872016" y="5774300"/>
                  </a:lnTo>
                  <a:lnTo>
                    <a:pt x="808233" y="5858165"/>
                  </a:lnTo>
                  <a:lnTo>
                    <a:pt x="743400" y="5942535"/>
                  </a:lnTo>
                  <a:lnTo>
                    <a:pt x="677518" y="6027406"/>
                  </a:lnTo>
                  <a:lnTo>
                    <a:pt x="610593" y="6112773"/>
                  </a:lnTo>
                  <a:lnTo>
                    <a:pt x="542626" y="6198634"/>
                  </a:lnTo>
                  <a:lnTo>
                    <a:pt x="438730" y="6328339"/>
                  </a:lnTo>
                  <a:lnTo>
                    <a:pt x="332509" y="6459128"/>
                  </a:lnTo>
                  <a:lnTo>
                    <a:pt x="223973" y="6590987"/>
                  </a:lnTo>
                  <a:lnTo>
                    <a:pt x="113133" y="6723903"/>
                  </a:lnTo>
                  <a:lnTo>
                    <a:pt x="0" y="6857860"/>
                  </a:lnTo>
                  <a:lnTo>
                    <a:pt x="25133" y="6857860"/>
                  </a:lnTo>
                  <a:lnTo>
                    <a:pt x="63492" y="6812577"/>
                  </a:lnTo>
                  <a:lnTo>
                    <a:pt x="177006" y="6677437"/>
                  </a:lnTo>
                  <a:lnTo>
                    <a:pt x="288167" y="6543367"/>
                  </a:lnTo>
                  <a:lnTo>
                    <a:pt x="396966" y="6410382"/>
                  </a:lnTo>
                  <a:lnTo>
                    <a:pt x="468180" y="6322336"/>
                  </a:lnTo>
                  <a:lnTo>
                    <a:pt x="538336" y="6234784"/>
                  </a:lnTo>
                  <a:lnTo>
                    <a:pt x="607431" y="6147729"/>
                  </a:lnTo>
                  <a:lnTo>
                    <a:pt x="675461" y="6061176"/>
                  </a:lnTo>
                  <a:lnTo>
                    <a:pt x="742422" y="5975130"/>
                  </a:lnTo>
                  <a:lnTo>
                    <a:pt x="808313" y="5889595"/>
                  </a:lnTo>
                  <a:lnTo>
                    <a:pt x="873129" y="5804576"/>
                  </a:lnTo>
                  <a:lnTo>
                    <a:pt x="936868" y="5720076"/>
                  </a:lnTo>
                  <a:lnTo>
                    <a:pt x="999526" y="5636100"/>
                  </a:lnTo>
                  <a:lnTo>
                    <a:pt x="1061099" y="5552653"/>
                  </a:lnTo>
                  <a:lnTo>
                    <a:pt x="1121586" y="5469739"/>
                  </a:lnTo>
                  <a:lnTo>
                    <a:pt x="1180982" y="5387362"/>
                  </a:lnTo>
                  <a:lnTo>
                    <a:pt x="1239284" y="5305526"/>
                  </a:lnTo>
                  <a:lnTo>
                    <a:pt x="1296489" y="5224237"/>
                  </a:lnTo>
                  <a:lnTo>
                    <a:pt x="1352594" y="5143499"/>
                  </a:lnTo>
                  <a:lnTo>
                    <a:pt x="1407596" y="5063315"/>
                  </a:lnTo>
                  <a:lnTo>
                    <a:pt x="1461491" y="4983690"/>
                  </a:lnTo>
                  <a:lnTo>
                    <a:pt x="1514276" y="4904629"/>
                  </a:lnTo>
                  <a:lnTo>
                    <a:pt x="1565949" y="4826136"/>
                  </a:lnTo>
                  <a:lnTo>
                    <a:pt x="1616505" y="4748216"/>
                  </a:lnTo>
                  <a:lnTo>
                    <a:pt x="1665941" y="4670872"/>
                  </a:lnTo>
                  <a:lnTo>
                    <a:pt x="1714255" y="4594109"/>
                  </a:lnTo>
                  <a:lnTo>
                    <a:pt x="1761443" y="4517932"/>
                  </a:lnTo>
                  <a:lnTo>
                    <a:pt x="1807501" y="4442345"/>
                  </a:lnTo>
                  <a:lnTo>
                    <a:pt x="1852428" y="4367353"/>
                  </a:lnTo>
                  <a:lnTo>
                    <a:pt x="1896218" y="4292959"/>
                  </a:lnTo>
                  <a:lnTo>
                    <a:pt x="1938870" y="4219168"/>
                  </a:lnTo>
                  <a:lnTo>
                    <a:pt x="1970901" y="4162819"/>
                  </a:lnTo>
                  <a:lnTo>
                    <a:pt x="2002255" y="4106826"/>
                  </a:lnTo>
                  <a:lnTo>
                    <a:pt x="2032934" y="4051188"/>
                  </a:lnTo>
                  <a:lnTo>
                    <a:pt x="2062937" y="3995908"/>
                  </a:lnTo>
                  <a:lnTo>
                    <a:pt x="2092263" y="3940985"/>
                  </a:lnTo>
                  <a:lnTo>
                    <a:pt x="2120913" y="3886421"/>
                  </a:lnTo>
                  <a:lnTo>
                    <a:pt x="2148886" y="3832217"/>
                  </a:lnTo>
                  <a:lnTo>
                    <a:pt x="2176182" y="3778374"/>
                  </a:lnTo>
                  <a:lnTo>
                    <a:pt x="2202800" y="3724892"/>
                  </a:lnTo>
                  <a:lnTo>
                    <a:pt x="2228740" y="3671773"/>
                  </a:lnTo>
                  <a:lnTo>
                    <a:pt x="2254003" y="3619018"/>
                  </a:lnTo>
                  <a:lnTo>
                    <a:pt x="2278587" y="3566627"/>
                  </a:lnTo>
                  <a:lnTo>
                    <a:pt x="2302492" y="3514601"/>
                  </a:lnTo>
                  <a:lnTo>
                    <a:pt x="2325718" y="3462941"/>
                  </a:lnTo>
                  <a:lnTo>
                    <a:pt x="2348266" y="3411649"/>
                  </a:lnTo>
                  <a:lnTo>
                    <a:pt x="2370133" y="3360725"/>
                  </a:lnTo>
                  <a:lnTo>
                    <a:pt x="2391321" y="3310171"/>
                  </a:lnTo>
                  <a:lnTo>
                    <a:pt x="2411829" y="3259986"/>
                  </a:lnTo>
                  <a:lnTo>
                    <a:pt x="2431656" y="3210172"/>
                  </a:lnTo>
                  <a:lnTo>
                    <a:pt x="2450803" y="3160730"/>
                  </a:lnTo>
                  <a:lnTo>
                    <a:pt x="2469269" y="3111661"/>
                  </a:lnTo>
                  <a:lnTo>
                    <a:pt x="2487054" y="3062966"/>
                  </a:lnTo>
                  <a:lnTo>
                    <a:pt x="2504157" y="3014645"/>
                  </a:lnTo>
                  <a:lnTo>
                    <a:pt x="2520578" y="2966700"/>
                  </a:lnTo>
                  <a:lnTo>
                    <a:pt x="2536317" y="2919132"/>
                  </a:lnTo>
                  <a:lnTo>
                    <a:pt x="2551374" y="2871941"/>
                  </a:lnTo>
                  <a:lnTo>
                    <a:pt x="2565748" y="2825128"/>
                  </a:lnTo>
                  <a:lnTo>
                    <a:pt x="2579439" y="2778695"/>
                  </a:lnTo>
                  <a:lnTo>
                    <a:pt x="2592447" y="2732642"/>
                  </a:lnTo>
                  <a:lnTo>
                    <a:pt x="2604771" y="2686971"/>
                  </a:lnTo>
                  <a:lnTo>
                    <a:pt x="2616412" y="2641682"/>
                  </a:lnTo>
                  <a:lnTo>
                    <a:pt x="2627368" y="2596775"/>
                  </a:lnTo>
                  <a:lnTo>
                    <a:pt x="2637640" y="2552253"/>
                  </a:lnTo>
                  <a:lnTo>
                    <a:pt x="2647228" y="2508116"/>
                  </a:lnTo>
                  <a:lnTo>
                    <a:pt x="2656130" y="2464364"/>
                  </a:lnTo>
                  <a:lnTo>
                    <a:pt x="2664347" y="2420999"/>
                  </a:lnTo>
                  <a:lnTo>
                    <a:pt x="2671879" y="2378023"/>
                  </a:lnTo>
                  <a:lnTo>
                    <a:pt x="2678725" y="2335434"/>
                  </a:lnTo>
                  <a:lnTo>
                    <a:pt x="2684884" y="2293236"/>
                  </a:lnTo>
                  <a:lnTo>
                    <a:pt x="2690357" y="2251428"/>
                  </a:lnTo>
                  <a:lnTo>
                    <a:pt x="2695144" y="2210011"/>
                  </a:lnTo>
                  <a:lnTo>
                    <a:pt x="2699243" y="2168987"/>
                  </a:lnTo>
                  <a:lnTo>
                    <a:pt x="2702656" y="2128356"/>
                  </a:lnTo>
                  <a:lnTo>
                    <a:pt x="2705380" y="2088120"/>
                  </a:lnTo>
                  <a:lnTo>
                    <a:pt x="2707417" y="2048278"/>
                  </a:lnTo>
                  <a:lnTo>
                    <a:pt x="2708766" y="2008833"/>
                  </a:lnTo>
                  <a:lnTo>
                    <a:pt x="2709426" y="1969785"/>
                  </a:lnTo>
                  <a:lnTo>
                    <a:pt x="2709398" y="1931135"/>
                  </a:lnTo>
                  <a:lnTo>
                    <a:pt x="2708680" y="1892884"/>
                  </a:lnTo>
                  <a:lnTo>
                    <a:pt x="2705177" y="1817582"/>
                  </a:lnTo>
                  <a:lnTo>
                    <a:pt x="2698915" y="1743887"/>
                  </a:lnTo>
                  <a:lnTo>
                    <a:pt x="2692785" y="1689890"/>
                  </a:lnTo>
                  <a:lnTo>
                    <a:pt x="2685780" y="1636468"/>
                  </a:lnTo>
                  <a:lnTo>
                    <a:pt x="2677902" y="1583623"/>
                  </a:lnTo>
                  <a:lnTo>
                    <a:pt x="2669152" y="1531359"/>
                  </a:lnTo>
                  <a:lnTo>
                    <a:pt x="2659530" y="1479677"/>
                  </a:lnTo>
                  <a:lnTo>
                    <a:pt x="2649039" y="1428580"/>
                  </a:lnTo>
                  <a:lnTo>
                    <a:pt x="2637678" y="1378071"/>
                  </a:lnTo>
                  <a:lnTo>
                    <a:pt x="2625449" y="1328151"/>
                  </a:lnTo>
                  <a:lnTo>
                    <a:pt x="2612353" y="1278824"/>
                  </a:lnTo>
                  <a:lnTo>
                    <a:pt x="2598391" y="1230092"/>
                  </a:lnTo>
                  <a:lnTo>
                    <a:pt x="2583564" y="1181957"/>
                  </a:lnTo>
                  <a:lnTo>
                    <a:pt x="2567873" y="1134422"/>
                  </a:lnTo>
                  <a:lnTo>
                    <a:pt x="2551319" y="1087488"/>
                  </a:lnTo>
                  <a:lnTo>
                    <a:pt x="2533904" y="1041160"/>
                  </a:lnTo>
                  <a:lnTo>
                    <a:pt x="2515628" y="995438"/>
                  </a:lnTo>
                  <a:lnTo>
                    <a:pt x="2496492" y="950326"/>
                  </a:lnTo>
                  <a:lnTo>
                    <a:pt x="2476498" y="905826"/>
                  </a:lnTo>
                  <a:lnTo>
                    <a:pt x="2455647" y="861940"/>
                  </a:lnTo>
                  <a:lnTo>
                    <a:pt x="2433939" y="818672"/>
                  </a:lnTo>
                  <a:lnTo>
                    <a:pt x="2411376" y="776022"/>
                  </a:lnTo>
                  <a:lnTo>
                    <a:pt x="2387958" y="733994"/>
                  </a:lnTo>
                  <a:lnTo>
                    <a:pt x="2363688" y="692590"/>
                  </a:lnTo>
                  <a:lnTo>
                    <a:pt x="2338565" y="651813"/>
                  </a:lnTo>
                  <a:lnTo>
                    <a:pt x="2312591" y="611665"/>
                  </a:lnTo>
                  <a:lnTo>
                    <a:pt x="2285768" y="572149"/>
                  </a:lnTo>
                  <a:lnTo>
                    <a:pt x="2258095" y="533267"/>
                  </a:lnTo>
                  <a:lnTo>
                    <a:pt x="2229574" y="495021"/>
                  </a:lnTo>
                  <a:lnTo>
                    <a:pt x="2200207" y="457413"/>
                  </a:lnTo>
                  <a:lnTo>
                    <a:pt x="2169994" y="420448"/>
                  </a:lnTo>
                  <a:lnTo>
                    <a:pt x="2138936" y="384126"/>
                  </a:lnTo>
                  <a:lnTo>
                    <a:pt x="2107034" y="348450"/>
                  </a:lnTo>
                  <a:lnTo>
                    <a:pt x="2074291" y="313423"/>
                  </a:lnTo>
                  <a:lnTo>
                    <a:pt x="2040813" y="279160"/>
                  </a:lnTo>
                  <a:lnTo>
                    <a:pt x="2006495" y="245544"/>
                  </a:lnTo>
                  <a:lnTo>
                    <a:pt x="1971343" y="212578"/>
                  </a:lnTo>
                  <a:lnTo>
                    <a:pt x="1935363" y="180260"/>
                  </a:lnTo>
                  <a:lnTo>
                    <a:pt x="1898559" y="148591"/>
                  </a:lnTo>
                  <a:lnTo>
                    <a:pt x="1860938" y="117572"/>
                  </a:lnTo>
                  <a:lnTo>
                    <a:pt x="1822506" y="87203"/>
                  </a:lnTo>
                  <a:lnTo>
                    <a:pt x="1783267" y="57484"/>
                  </a:lnTo>
                  <a:lnTo>
                    <a:pt x="1743229" y="28416"/>
                  </a:lnTo>
                  <a:lnTo>
                    <a:pt x="1702396" y="0"/>
                  </a:lnTo>
                  <a:close/>
                </a:path>
              </a:pathLst>
            </a:custGeom>
            <a:solidFill>
              <a:srgbClr val="100A3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4662C95E-EDED-EB47-8EAB-915053EE86D0}"/>
                </a:ext>
              </a:extLst>
            </p:cNvPr>
            <p:cNvSpPr/>
            <p:nvPr/>
          </p:nvSpPr>
          <p:spPr>
            <a:xfrm>
              <a:off x="5481115" y="147"/>
              <a:ext cx="2671445" cy="6858000"/>
            </a:xfrm>
            <a:custGeom>
              <a:avLst/>
              <a:gdLst/>
              <a:ahLst/>
              <a:cxnLst/>
              <a:rect l="l" t="t" r="r" b="b"/>
              <a:pathLst>
                <a:path w="2671445" h="6858000">
                  <a:moveTo>
                    <a:pt x="1736801" y="0"/>
                  </a:moveTo>
                  <a:lnTo>
                    <a:pt x="1721053" y="0"/>
                  </a:lnTo>
                  <a:lnTo>
                    <a:pt x="1760214" y="29882"/>
                  </a:lnTo>
                  <a:lnTo>
                    <a:pt x="1798587" y="60400"/>
                  </a:lnTo>
                  <a:lnTo>
                    <a:pt x="1836167" y="91552"/>
                  </a:lnTo>
                  <a:lnTo>
                    <a:pt x="1872946" y="123339"/>
                  </a:lnTo>
                  <a:lnTo>
                    <a:pt x="1908919" y="155760"/>
                  </a:lnTo>
                  <a:lnTo>
                    <a:pt x="1944079" y="188816"/>
                  </a:lnTo>
                  <a:lnTo>
                    <a:pt x="1978419" y="222506"/>
                  </a:lnTo>
                  <a:lnTo>
                    <a:pt x="2011934" y="256832"/>
                  </a:lnTo>
                  <a:lnTo>
                    <a:pt x="2044421" y="291567"/>
                  </a:lnTo>
                  <a:lnTo>
                    <a:pt x="2076098" y="326927"/>
                  </a:lnTo>
                  <a:lnTo>
                    <a:pt x="2106964" y="362909"/>
                  </a:lnTo>
                  <a:lnTo>
                    <a:pt x="2137017" y="399513"/>
                  </a:lnTo>
                  <a:lnTo>
                    <a:pt x="2166258" y="436734"/>
                  </a:lnTo>
                  <a:lnTo>
                    <a:pt x="2194685" y="474572"/>
                  </a:lnTo>
                  <a:lnTo>
                    <a:pt x="2222297" y="513023"/>
                  </a:lnTo>
                  <a:lnTo>
                    <a:pt x="2249092" y="552086"/>
                  </a:lnTo>
                  <a:lnTo>
                    <a:pt x="2275071" y="591757"/>
                  </a:lnTo>
                  <a:lnTo>
                    <a:pt x="2300231" y="632036"/>
                  </a:lnTo>
                  <a:lnTo>
                    <a:pt x="2324572" y="672919"/>
                  </a:lnTo>
                  <a:lnTo>
                    <a:pt x="2348093" y="714404"/>
                  </a:lnTo>
                  <a:lnTo>
                    <a:pt x="2370794" y="756489"/>
                  </a:lnTo>
                  <a:lnTo>
                    <a:pt x="2392672" y="799172"/>
                  </a:lnTo>
                  <a:lnTo>
                    <a:pt x="2413727" y="842451"/>
                  </a:lnTo>
                  <a:lnTo>
                    <a:pt x="2433958" y="886322"/>
                  </a:lnTo>
                  <a:lnTo>
                    <a:pt x="2453363" y="930785"/>
                  </a:lnTo>
                  <a:lnTo>
                    <a:pt x="2471943" y="975835"/>
                  </a:lnTo>
                  <a:lnTo>
                    <a:pt x="2489696" y="1021473"/>
                  </a:lnTo>
                  <a:lnTo>
                    <a:pt x="2506621" y="1067694"/>
                  </a:lnTo>
                  <a:lnTo>
                    <a:pt x="2522716" y="1114497"/>
                  </a:lnTo>
                  <a:lnTo>
                    <a:pt x="2537982" y="1161879"/>
                  </a:lnTo>
                  <a:lnTo>
                    <a:pt x="2552416" y="1209838"/>
                  </a:lnTo>
                  <a:lnTo>
                    <a:pt x="2566018" y="1258372"/>
                  </a:lnTo>
                  <a:lnTo>
                    <a:pt x="2578788" y="1307479"/>
                  </a:lnTo>
                  <a:lnTo>
                    <a:pt x="2590723" y="1357156"/>
                  </a:lnTo>
                  <a:lnTo>
                    <a:pt x="2601823" y="1407401"/>
                  </a:lnTo>
                  <a:lnTo>
                    <a:pt x="2612087" y="1458212"/>
                  </a:lnTo>
                  <a:lnTo>
                    <a:pt x="2621515" y="1509586"/>
                  </a:lnTo>
                  <a:lnTo>
                    <a:pt x="2630104" y="1561522"/>
                  </a:lnTo>
                  <a:lnTo>
                    <a:pt x="2637854" y="1614016"/>
                  </a:lnTo>
                  <a:lnTo>
                    <a:pt x="2644764" y="1667067"/>
                  </a:lnTo>
                  <a:lnTo>
                    <a:pt x="2650832" y="1720672"/>
                  </a:lnTo>
                  <a:lnTo>
                    <a:pt x="2657155" y="1794768"/>
                  </a:lnTo>
                  <a:lnTo>
                    <a:pt x="2660749" y="1870458"/>
                  </a:lnTo>
                  <a:lnTo>
                    <a:pt x="2661524" y="1908900"/>
                  </a:lnTo>
                  <a:lnTo>
                    <a:pt x="2661617" y="1947737"/>
                  </a:lnTo>
                  <a:lnTo>
                    <a:pt x="2661029" y="1986970"/>
                  </a:lnTo>
                  <a:lnTo>
                    <a:pt x="2659760" y="2026596"/>
                  </a:lnTo>
                  <a:lnTo>
                    <a:pt x="2657811" y="2066617"/>
                  </a:lnTo>
                  <a:lnTo>
                    <a:pt x="2655182" y="2107029"/>
                  </a:lnTo>
                  <a:lnTo>
                    <a:pt x="2651872" y="2147833"/>
                  </a:lnTo>
                  <a:lnTo>
                    <a:pt x="2647883" y="2189028"/>
                  </a:lnTo>
                  <a:lnTo>
                    <a:pt x="2643215" y="2230612"/>
                  </a:lnTo>
                  <a:lnTo>
                    <a:pt x="2637868" y="2272585"/>
                  </a:lnTo>
                  <a:lnTo>
                    <a:pt x="2631842" y="2314946"/>
                  </a:lnTo>
                  <a:lnTo>
                    <a:pt x="2625137" y="2357694"/>
                  </a:lnTo>
                  <a:lnTo>
                    <a:pt x="2617754" y="2400828"/>
                  </a:lnTo>
                  <a:lnTo>
                    <a:pt x="2609693" y="2444348"/>
                  </a:lnTo>
                  <a:lnTo>
                    <a:pt x="2600954" y="2488251"/>
                  </a:lnTo>
                  <a:lnTo>
                    <a:pt x="2591538" y="2532538"/>
                  </a:lnTo>
                  <a:lnTo>
                    <a:pt x="2581445" y="2577208"/>
                  </a:lnTo>
                  <a:lnTo>
                    <a:pt x="2570675" y="2622259"/>
                  </a:lnTo>
                  <a:lnTo>
                    <a:pt x="2559228" y="2667690"/>
                  </a:lnTo>
                  <a:lnTo>
                    <a:pt x="2547105" y="2713502"/>
                  </a:lnTo>
                  <a:lnTo>
                    <a:pt x="2534306" y="2759692"/>
                  </a:lnTo>
                  <a:lnTo>
                    <a:pt x="2520831" y="2806260"/>
                  </a:lnTo>
                  <a:lnTo>
                    <a:pt x="2506681" y="2853205"/>
                  </a:lnTo>
                  <a:lnTo>
                    <a:pt x="2491856" y="2900527"/>
                  </a:lnTo>
                  <a:lnTo>
                    <a:pt x="2476355" y="2948223"/>
                  </a:lnTo>
                  <a:lnTo>
                    <a:pt x="2460180" y="2996294"/>
                  </a:lnTo>
                  <a:lnTo>
                    <a:pt x="2443331" y="3044738"/>
                  </a:lnTo>
                  <a:lnTo>
                    <a:pt x="2425808" y="3093555"/>
                  </a:lnTo>
                  <a:lnTo>
                    <a:pt x="2407610" y="3142743"/>
                  </a:lnTo>
                  <a:lnTo>
                    <a:pt x="2388740" y="3192302"/>
                  </a:lnTo>
                  <a:lnTo>
                    <a:pt x="2369196" y="3242231"/>
                  </a:lnTo>
                  <a:lnTo>
                    <a:pt x="2348979" y="3292529"/>
                  </a:lnTo>
                  <a:lnTo>
                    <a:pt x="2328089" y="3343195"/>
                  </a:lnTo>
                  <a:lnTo>
                    <a:pt x="2306527" y="3394228"/>
                  </a:lnTo>
                  <a:lnTo>
                    <a:pt x="2284293" y="3445627"/>
                  </a:lnTo>
                  <a:lnTo>
                    <a:pt x="2261387" y="3497391"/>
                  </a:lnTo>
                  <a:lnTo>
                    <a:pt x="2237810" y="3549519"/>
                  </a:lnTo>
                  <a:lnTo>
                    <a:pt x="2213561" y="3602011"/>
                  </a:lnTo>
                  <a:lnTo>
                    <a:pt x="2188641" y="3654866"/>
                  </a:lnTo>
                  <a:lnTo>
                    <a:pt x="2163050" y="3708082"/>
                  </a:lnTo>
                  <a:lnTo>
                    <a:pt x="2136789" y="3761659"/>
                  </a:lnTo>
                  <a:lnTo>
                    <a:pt x="2109858" y="3815596"/>
                  </a:lnTo>
                  <a:lnTo>
                    <a:pt x="2082257" y="3869891"/>
                  </a:lnTo>
                  <a:lnTo>
                    <a:pt x="2053986" y="3924545"/>
                  </a:lnTo>
                  <a:lnTo>
                    <a:pt x="2025046" y="3979556"/>
                  </a:lnTo>
                  <a:lnTo>
                    <a:pt x="1995437" y="4034923"/>
                  </a:lnTo>
                  <a:lnTo>
                    <a:pt x="1965159" y="4090645"/>
                  </a:lnTo>
                  <a:lnTo>
                    <a:pt x="1934213" y="4146722"/>
                  </a:lnTo>
                  <a:lnTo>
                    <a:pt x="1902598" y="4203152"/>
                  </a:lnTo>
                  <a:lnTo>
                    <a:pt x="1870316" y="4259935"/>
                  </a:lnTo>
                  <a:lnTo>
                    <a:pt x="1849052" y="4296899"/>
                  </a:lnTo>
                  <a:lnTo>
                    <a:pt x="1805687" y="4371273"/>
                  </a:lnTo>
                  <a:lnTo>
                    <a:pt x="1761206" y="4446236"/>
                  </a:lnTo>
                  <a:lnTo>
                    <a:pt x="1715613" y="4521784"/>
                  </a:lnTo>
                  <a:lnTo>
                    <a:pt x="1668911" y="4597914"/>
                  </a:lnTo>
                  <a:lnTo>
                    <a:pt x="1621104" y="4674621"/>
                  </a:lnTo>
                  <a:lnTo>
                    <a:pt x="1572193" y="4751901"/>
                  </a:lnTo>
                  <a:lnTo>
                    <a:pt x="1522183" y="4829749"/>
                  </a:lnTo>
                  <a:lnTo>
                    <a:pt x="1471076" y="4908162"/>
                  </a:lnTo>
                  <a:lnTo>
                    <a:pt x="1418876" y="4987136"/>
                  </a:lnTo>
                  <a:lnTo>
                    <a:pt x="1365584" y="5066665"/>
                  </a:lnTo>
                  <a:lnTo>
                    <a:pt x="1311206" y="5146747"/>
                  </a:lnTo>
                  <a:lnTo>
                    <a:pt x="1255743" y="5227376"/>
                  </a:lnTo>
                  <a:lnTo>
                    <a:pt x="1199199" y="5308549"/>
                  </a:lnTo>
                  <a:lnTo>
                    <a:pt x="1141576" y="5390262"/>
                  </a:lnTo>
                  <a:lnTo>
                    <a:pt x="1082878" y="5472509"/>
                  </a:lnTo>
                  <a:lnTo>
                    <a:pt x="1023108" y="5555288"/>
                  </a:lnTo>
                  <a:lnTo>
                    <a:pt x="962270" y="5638593"/>
                  </a:lnTo>
                  <a:lnTo>
                    <a:pt x="900365" y="5722422"/>
                  </a:lnTo>
                  <a:lnTo>
                    <a:pt x="837397" y="5806768"/>
                  </a:lnTo>
                  <a:lnTo>
                    <a:pt x="773370" y="5891629"/>
                  </a:lnTo>
                  <a:lnTo>
                    <a:pt x="708285" y="5977000"/>
                  </a:lnTo>
                  <a:lnTo>
                    <a:pt x="642147" y="6062877"/>
                  </a:lnTo>
                  <a:lnTo>
                    <a:pt x="574959" y="6149256"/>
                  </a:lnTo>
                  <a:lnTo>
                    <a:pt x="506723" y="6236133"/>
                  </a:lnTo>
                  <a:lnTo>
                    <a:pt x="437443" y="6323502"/>
                  </a:lnTo>
                  <a:lnTo>
                    <a:pt x="331571" y="6455473"/>
                  </a:lnTo>
                  <a:lnTo>
                    <a:pt x="223366" y="6588530"/>
                  </a:lnTo>
                  <a:lnTo>
                    <a:pt x="112839" y="6722659"/>
                  </a:lnTo>
                  <a:lnTo>
                    <a:pt x="0" y="6857847"/>
                  </a:lnTo>
                  <a:lnTo>
                    <a:pt x="12522" y="6857847"/>
                  </a:lnTo>
                  <a:lnTo>
                    <a:pt x="50292" y="6812761"/>
                  </a:lnTo>
                  <a:lnTo>
                    <a:pt x="162069" y="6678202"/>
                  </a:lnTo>
                  <a:lnTo>
                    <a:pt x="271540" y="6544701"/>
                  </a:lnTo>
                  <a:lnTo>
                    <a:pt x="378694" y="6412273"/>
                  </a:lnTo>
                  <a:lnTo>
                    <a:pt x="483521" y="6280931"/>
                  </a:lnTo>
                  <a:lnTo>
                    <a:pt x="552107" y="6193981"/>
                  </a:lnTo>
                  <a:lnTo>
                    <a:pt x="619652" y="6107524"/>
                  </a:lnTo>
                  <a:lnTo>
                    <a:pt x="686152" y="6021564"/>
                  </a:lnTo>
                  <a:lnTo>
                    <a:pt x="751603" y="5936106"/>
                  </a:lnTo>
                  <a:lnTo>
                    <a:pt x="816004" y="5851153"/>
                  </a:lnTo>
                  <a:lnTo>
                    <a:pt x="879351" y="5766711"/>
                  </a:lnTo>
                  <a:lnTo>
                    <a:pt x="941640" y="5682782"/>
                  </a:lnTo>
                  <a:lnTo>
                    <a:pt x="1002869" y="5599372"/>
                  </a:lnTo>
                  <a:lnTo>
                    <a:pt x="1063035" y="5516485"/>
                  </a:lnTo>
                  <a:lnTo>
                    <a:pt x="1122135" y="5434124"/>
                  </a:lnTo>
                  <a:lnTo>
                    <a:pt x="1180166" y="5352294"/>
                  </a:lnTo>
                  <a:lnTo>
                    <a:pt x="1237124" y="5270999"/>
                  </a:lnTo>
                  <a:lnTo>
                    <a:pt x="1293006" y="5190243"/>
                  </a:lnTo>
                  <a:lnTo>
                    <a:pt x="1347811" y="5110030"/>
                  </a:lnTo>
                  <a:lnTo>
                    <a:pt x="1401533" y="5030364"/>
                  </a:lnTo>
                  <a:lnTo>
                    <a:pt x="1454172" y="4951251"/>
                  </a:lnTo>
                  <a:lnTo>
                    <a:pt x="1505722" y="4872693"/>
                  </a:lnTo>
                  <a:lnTo>
                    <a:pt x="1556182" y="4794694"/>
                  </a:lnTo>
                  <a:lnTo>
                    <a:pt x="1605549" y="4717260"/>
                  </a:lnTo>
                  <a:lnTo>
                    <a:pt x="1653818" y="4640395"/>
                  </a:lnTo>
                  <a:lnTo>
                    <a:pt x="1700988" y="4564101"/>
                  </a:lnTo>
                  <a:lnTo>
                    <a:pt x="1747055" y="4488385"/>
                  </a:lnTo>
                  <a:lnTo>
                    <a:pt x="1792016" y="4413249"/>
                  </a:lnTo>
                  <a:lnTo>
                    <a:pt x="1835869" y="4338698"/>
                  </a:lnTo>
                  <a:lnTo>
                    <a:pt x="1878609" y="4264736"/>
                  </a:lnTo>
                  <a:lnTo>
                    <a:pt x="1910948" y="4207853"/>
                  </a:lnTo>
                  <a:lnTo>
                    <a:pt x="1942618" y="4151322"/>
                  </a:lnTo>
                  <a:lnTo>
                    <a:pt x="1973618" y="4095144"/>
                  </a:lnTo>
                  <a:lnTo>
                    <a:pt x="2003949" y="4039321"/>
                  </a:lnTo>
                  <a:lnTo>
                    <a:pt x="2033609" y="3983852"/>
                  </a:lnTo>
                  <a:lnTo>
                    <a:pt x="2062600" y="3928740"/>
                  </a:lnTo>
                  <a:lnTo>
                    <a:pt x="2090919" y="3873984"/>
                  </a:lnTo>
                  <a:lnTo>
                    <a:pt x="2118568" y="3819586"/>
                  </a:lnTo>
                  <a:lnTo>
                    <a:pt x="2145546" y="3765546"/>
                  </a:lnTo>
                  <a:lnTo>
                    <a:pt x="2171852" y="3711867"/>
                  </a:lnTo>
                  <a:lnTo>
                    <a:pt x="2197487" y="3658547"/>
                  </a:lnTo>
                  <a:lnTo>
                    <a:pt x="2222449" y="3605589"/>
                  </a:lnTo>
                  <a:lnTo>
                    <a:pt x="2246739" y="3552994"/>
                  </a:lnTo>
                  <a:lnTo>
                    <a:pt x="2270357" y="3500761"/>
                  </a:lnTo>
                  <a:lnTo>
                    <a:pt x="2293302" y="3448893"/>
                  </a:lnTo>
                  <a:lnTo>
                    <a:pt x="2315574" y="3397389"/>
                  </a:lnTo>
                  <a:lnTo>
                    <a:pt x="2337172" y="3346252"/>
                  </a:lnTo>
                  <a:lnTo>
                    <a:pt x="2358097" y="3295481"/>
                  </a:lnTo>
                  <a:lnTo>
                    <a:pt x="2378348" y="3245078"/>
                  </a:lnTo>
                  <a:lnTo>
                    <a:pt x="2397924" y="3195044"/>
                  </a:lnTo>
                  <a:lnTo>
                    <a:pt x="2416826" y="3145379"/>
                  </a:lnTo>
                  <a:lnTo>
                    <a:pt x="2435054" y="3096085"/>
                  </a:lnTo>
                  <a:lnTo>
                    <a:pt x="2452606" y="3047161"/>
                  </a:lnTo>
                  <a:lnTo>
                    <a:pt x="2469483" y="2998611"/>
                  </a:lnTo>
                  <a:lnTo>
                    <a:pt x="2485684" y="2950433"/>
                  </a:lnTo>
                  <a:lnTo>
                    <a:pt x="2501209" y="2902629"/>
                  </a:lnTo>
                  <a:lnTo>
                    <a:pt x="2516058" y="2855201"/>
                  </a:lnTo>
                  <a:lnTo>
                    <a:pt x="2530231" y="2808148"/>
                  </a:lnTo>
                  <a:lnTo>
                    <a:pt x="2543727" y="2761472"/>
                  </a:lnTo>
                  <a:lnTo>
                    <a:pt x="2556546" y="2715174"/>
                  </a:lnTo>
                  <a:lnTo>
                    <a:pt x="2568688" y="2669254"/>
                  </a:lnTo>
                  <a:lnTo>
                    <a:pt x="2580152" y="2623714"/>
                  </a:lnTo>
                  <a:lnTo>
                    <a:pt x="2590938" y="2578554"/>
                  </a:lnTo>
                  <a:lnTo>
                    <a:pt x="2601046" y="2533776"/>
                  </a:lnTo>
                  <a:lnTo>
                    <a:pt x="2610476" y="2489380"/>
                  </a:lnTo>
                  <a:lnTo>
                    <a:pt x="2619227" y="2445367"/>
                  </a:lnTo>
                  <a:lnTo>
                    <a:pt x="2627299" y="2401738"/>
                  </a:lnTo>
                  <a:lnTo>
                    <a:pt x="2634692" y="2358494"/>
                  </a:lnTo>
                  <a:lnTo>
                    <a:pt x="2641405" y="2315635"/>
                  </a:lnTo>
                  <a:lnTo>
                    <a:pt x="2647438" y="2273164"/>
                  </a:lnTo>
                  <a:lnTo>
                    <a:pt x="2652792" y="2231080"/>
                  </a:lnTo>
                  <a:lnTo>
                    <a:pt x="2657465" y="2189385"/>
                  </a:lnTo>
                  <a:lnTo>
                    <a:pt x="2661457" y="2148079"/>
                  </a:lnTo>
                  <a:lnTo>
                    <a:pt x="2664768" y="2107164"/>
                  </a:lnTo>
                  <a:lnTo>
                    <a:pt x="2667399" y="2066640"/>
                  </a:lnTo>
                  <a:lnTo>
                    <a:pt x="2669347" y="2026508"/>
                  </a:lnTo>
                  <a:lnTo>
                    <a:pt x="2670614" y="1986769"/>
                  </a:lnTo>
                  <a:lnTo>
                    <a:pt x="2671199" y="1947424"/>
                  </a:lnTo>
                  <a:lnTo>
                    <a:pt x="2671102" y="1908475"/>
                  </a:lnTo>
                  <a:lnTo>
                    <a:pt x="2670322" y="1869921"/>
                  </a:lnTo>
                  <a:lnTo>
                    <a:pt x="2668859" y="1831763"/>
                  </a:lnTo>
                  <a:lnTo>
                    <a:pt x="2663883" y="1756643"/>
                  </a:lnTo>
                  <a:lnTo>
                    <a:pt x="2654277" y="1665874"/>
                  </a:lnTo>
                  <a:lnTo>
                    <a:pt x="2647340" y="1612622"/>
                  </a:lnTo>
                  <a:lnTo>
                    <a:pt x="2639559" y="1559929"/>
                  </a:lnTo>
                  <a:lnTo>
                    <a:pt x="2630934" y="1507796"/>
                  </a:lnTo>
                  <a:lnTo>
                    <a:pt x="2621468" y="1456227"/>
                  </a:lnTo>
                  <a:lnTo>
                    <a:pt x="2611162" y="1405222"/>
                  </a:lnTo>
                  <a:lnTo>
                    <a:pt x="2600015" y="1354785"/>
                  </a:lnTo>
                  <a:lnTo>
                    <a:pt x="2588030" y="1304917"/>
                  </a:lnTo>
                  <a:lnTo>
                    <a:pt x="2575207" y="1255622"/>
                  </a:lnTo>
                  <a:lnTo>
                    <a:pt x="2561547" y="1206901"/>
                  </a:lnTo>
                  <a:lnTo>
                    <a:pt x="2547052" y="1158756"/>
                  </a:lnTo>
                  <a:lnTo>
                    <a:pt x="2531722" y="1111191"/>
                  </a:lnTo>
                  <a:lnTo>
                    <a:pt x="2515558" y="1064207"/>
                  </a:lnTo>
                  <a:lnTo>
                    <a:pt x="2498561" y="1017806"/>
                  </a:lnTo>
                  <a:lnTo>
                    <a:pt x="2480733" y="971991"/>
                  </a:lnTo>
                  <a:lnTo>
                    <a:pt x="2462074" y="926764"/>
                  </a:lnTo>
                  <a:lnTo>
                    <a:pt x="2442585" y="882127"/>
                  </a:lnTo>
                  <a:lnTo>
                    <a:pt x="2422268" y="838083"/>
                  </a:lnTo>
                  <a:lnTo>
                    <a:pt x="2401123" y="794634"/>
                  </a:lnTo>
                  <a:lnTo>
                    <a:pt x="2379151" y="751782"/>
                  </a:lnTo>
                  <a:lnTo>
                    <a:pt x="2356354" y="709530"/>
                  </a:lnTo>
                  <a:lnTo>
                    <a:pt x="2332732" y="667879"/>
                  </a:lnTo>
                  <a:lnTo>
                    <a:pt x="2308286" y="626833"/>
                  </a:lnTo>
                  <a:lnTo>
                    <a:pt x="2283018" y="586393"/>
                  </a:lnTo>
                  <a:lnTo>
                    <a:pt x="2256928" y="546562"/>
                  </a:lnTo>
                  <a:lnTo>
                    <a:pt x="2230018" y="507342"/>
                  </a:lnTo>
                  <a:lnTo>
                    <a:pt x="2202288" y="468735"/>
                  </a:lnTo>
                  <a:lnTo>
                    <a:pt x="2173739" y="430743"/>
                  </a:lnTo>
                  <a:lnTo>
                    <a:pt x="2144373" y="393370"/>
                  </a:lnTo>
                  <a:lnTo>
                    <a:pt x="2114191" y="356617"/>
                  </a:lnTo>
                  <a:lnTo>
                    <a:pt x="2083192" y="320486"/>
                  </a:lnTo>
                  <a:lnTo>
                    <a:pt x="2051380" y="284980"/>
                  </a:lnTo>
                  <a:lnTo>
                    <a:pt x="2018753" y="250101"/>
                  </a:lnTo>
                  <a:lnTo>
                    <a:pt x="1981477" y="212026"/>
                  </a:lnTo>
                  <a:lnTo>
                    <a:pt x="1943180" y="174739"/>
                  </a:lnTo>
                  <a:lnTo>
                    <a:pt x="1903873" y="138236"/>
                  </a:lnTo>
                  <a:lnTo>
                    <a:pt x="1863569" y="102515"/>
                  </a:lnTo>
                  <a:lnTo>
                    <a:pt x="1822281" y="67570"/>
                  </a:lnTo>
                  <a:lnTo>
                    <a:pt x="1780020" y="33400"/>
                  </a:lnTo>
                  <a:lnTo>
                    <a:pt x="1736801" y="0"/>
                  </a:lnTo>
                  <a:close/>
                </a:path>
              </a:pathLst>
            </a:custGeom>
            <a:solidFill>
              <a:srgbClr val="100A30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</p:spTree>
    <p:extLst>
      <p:ext uri="{BB962C8B-B14F-4D97-AF65-F5344CB8AC3E}">
        <p14:creationId xmlns:p14="http://schemas.microsoft.com/office/powerpoint/2010/main" val="307555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C7E27CDF-19F8-7F4E-93BC-40B81B50DC32}"/>
              </a:ext>
            </a:extLst>
          </p:cNvPr>
          <p:cNvSpPr/>
          <p:nvPr userDrawn="1"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100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F4C648EA-9872-4348-8298-B7E411E62C2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384003" y="0"/>
            <a:ext cx="8809189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B08E3CD-364A-A24C-BE89-177EABA3DF82}"/>
              </a:ext>
            </a:extLst>
          </p:cNvPr>
          <p:cNvGrpSpPr/>
          <p:nvPr userDrawn="1"/>
        </p:nvGrpSpPr>
        <p:grpSpPr>
          <a:xfrm>
            <a:off x="412024" y="0"/>
            <a:ext cx="6445976" cy="6858147"/>
            <a:chOff x="1706584" y="0"/>
            <a:chExt cx="6445976" cy="6858147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CB2D2C32-7E2C-384F-ADBC-EDD4AA0CBF78}"/>
                </a:ext>
              </a:extLst>
            </p:cNvPr>
            <p:cNvSpPr/>
            <p:nvPr/>
          </p:nvSpPr>
          <p:spPr>
            <a:xfrm>
              <a:off x="1706584" y="0"/>
              <a:ext cx="5938520" cy="6858000"/>
            </a:xfrm>
            <a:custGeom>
              <a:avLst/>
              <a:gdLst/>
              <a:ahLst/>
              <a:cxnLst/>
              <a:rect l="l" t="t" r="r" b="b"/>
              <a:pathLst>
                <a:path w="5938520" h="6858000">
                  <a:moveTo>
                    <a:pt x="3497978" y="0"/>
                  </a:moveTo>
                  <a:lnTo>
                    <a:pt x="3457498" y="285"/>
                  </a:lnTo>
                  <a:lnTo>
                    <a:pt x="0" y="285"/>
                  </a:lnTo>
                  <a:lnTo>
                    <a:pt x="0" y="6858006"/>
                  </a:lnTo>
                  <a:lnTo>
                    <a:pt x="3014802" y="6858006"/>
                  </a:lnTo>
                  <a:lnTo>
                    <a:pt x="3149977" y="6711027"/>
                  </a:lnTo>
                  <a:lnTo>
                    <a:pt x="3287001" y="6559705"/>
                  </a:lnTo>
                  <a:lnTo>
                    <a:pt x="3425397" y="6404368"/>
                  </a:lnTo>
                  <a:lnTo>
                    <a:pt x="3529806" y="6285426"/>
                  </a:lnTo>
                  <a:lnTo>
                    <a:pt x="3634515" y="6164545"/>
                  </a:lnTo>
                  <a:lnTo>
                    <a:pt x="3739324" y="6041864"/>
                  </a:lnTo>
                  <a:lnTo>
                    <a:pt x="3844029" y="5917519"/>
                  </a:lnTo>
                  <a:lnTo>
                    <a:pt x="3948429" y="5791649"/>
                  </a:lnTo>
                  <a:lnTo>
                    <a:pt x="4052323" y="5664391"/>
                  </a:lnTo>
                  <a:lnTo>
                    <a:pt x="4121204" y="5578849"/>
                  </a:lnTo>
                  <a:lnTo>
                    <a:pt x="4189711" y="5492792"/>
                  </a:lnTo>
                  <a:lnTo>
                    <a:pt x="4257783" y="5406261"/>
                  </a:lnTo>
                  <a:lnTo>
                    <a:pt x="4325361" y="5319296"/>
                  </a:lnTo>
                  <a:lnTo>
                    <a:pt x="4392385" y="5231938"/>
                  </a:lnTo>
                  <a:lnTo>
                    <a:pt x="4458795" y="5144228"/>
                  </a:lnTo>
                  <a:lnTo>
                    <a:pt x="4524531" y="5056207"/>
                  </a:lnTo>
                  <a:lnTo>
                    <a:pt x="4589534" y="4967916"/>
                  </a:lnTo>
                  <a:lnTo>
                    <a:pt x="4621742" y="4923681"/>
                  </a:lnTo>
                  <a:lnTo>
                    <a:pt x="4653744" y="4879394"/>
                  </a:lnTo>
                  <a:lnTo>
                    <a:pt x="4685533" y="4835060"/>
                  </a:lnTo>
                  <a:lnTo>
                    <a:pt x="4717101" y="4790684"/>
                  </a:lnTo>
                  <a:lnTo>
                    <a:pt x="4748441" y="4746271"/>
                  </a:lnTo>
                  <a:lnTo>
                    <a:pt x="4779545" y="4701825"/>
                  </a:lnTo>
                  <a:lnTo>
                    <a:pt x="4810406" y="4657353"/>
                  </a:lnTo>
                  <a:lnTo>
                    <a:pt x="4841016" y="4612859"/>
                  </a:lnTo>
                  <a:lnTo>
                    <a:pt x="4871368" y="4568348"/>
                  </a:lnTo>
                  <a:lnTo>
                    <a:pt x="4901455" y="4523826"/>
                  </a:lnTo>
                  <a:lnTo>
                    <a:pt x="4931269" y="4479297"/>
                  </a:lnTo>
                  <a:lnTo>
                    <a:pt x="4960802" y="4434767"/>
                  </a:lnTo>
                  <a:lnTo>
                    <a:pt x="4990047" y="4390240"/>
                  </a:lnTo>
                  <a:lnTo>
                    <a:pt x="5018997" y="4345722"/>
                  </a:lnTo>
                  <a:lnTo>
                    <a:pt x="5047644" y="4301219"/>
                  </a:lnTo>
                  <a:lnTo>
                    <a:pt x="5075980" y="4256733"/>
                  </a:lnTo>
                  <a:lnTo>
                    <a:pt x="5103999" y="4212273"/>
                  </a:lnTo>
                  <a:lnTo>
                    <a:pt x="5131692" y="4167841"/>
                  </a:lnTo>
                  <a:lnTo>
                    <a:pt x="5159052" y="4123443"/>
                  </a:lnTo>
                  <a:lnTo>
                    <a:pt x="5186072" y="4079085"/>
                  </a:lnTo>
                  <a:lnTo>
                    <a:pt x="5212744" y="4034771"/>
                  </a:lnTo>
                  <a:lnTo>
                    <a:pt x="5239061" y="3990507"/>
                  </a:lnTo>
                  <a:lnTo>
                    <a:pt x="5265016" y="3946297"/>
                  </a:lnTo>
                  <a:lnTo>
                    <a:pt x="5290600" y="3902147"/>
                  </a:lnTo>
                  <a:lnTo>
                    <a:pt x="5315806" y="3858062"/>
                  </a:lnTo>
                  <a:lnTo>
                    <a:pt x="5340627" y="3814046"/>
                  </a:lnTo>
                  <a:lnTo>
                    <a:pt x="5365056" y="3770106"/>
                  </a:lnTo>
                  <a:lnTo>
                    <a:pt x="5389084" y="3726246"/>
                  </a:lnTo>
                  <a:lnTo>
                    <a:pt x="5412705" y="3682471"/>
                  </a:lnTo>
                  <a:lnTo>
                    <a:pt x="5435911" y="3638786"/>
                  </a:lnTo>
                  <a:lnTo>
                    <a:pt x="5458694" y="3595196"/>
                  </a:lnTo>
                  <a:lnTo>
                    <a:pt x="5481048" y="3551707"/>
                  </a:lnTo>
                  <a:lnTo>
                    <a:pt x="5502964" y="3508324"/>
                  </a:lnTo>
                  <a:lnTo>
                    <a:pt x="5524435" y="3465051"/>
                  </a:lnTo>
                  <a:lnTo>
                    <a:pt x="5545453" y="3421894"/>
                  </a:lnTo>
                  <a:lnTo>
                    <a:pt x="5566012" y="3378858"/>
                  </a:lnTo>
                  <a:lnTo>
                    <a:pt x="5586103" y="3335947"/>
                  </a:lnTo>
                  <a:lnTo>
                    <a:pt x="5605720" y="3293168"/>
                  </a:lnTo>
                  <a:lnTo>
                    <a:pt x="5624854" y="3250525"/>
                  </a:lnTo>
                  <a:lnTo>
                    <a:pt x="5643498" y="3208023"/>
                  </a:lnTo>
                  <a:lnTo>
                    <a:pt x="5661645" y="3165667"/>
                  </a:lnTo>
                  <a:lnTo>
                    <a:pt x="5679288" y="3123463"/>
                  </a:lnTo>
                  <a:lnTo>
                    <a:pt x="5696418" y="3081415"/>
                  </a:lnTo>
                  <a:lnTo>
                    <a:pt x="5713028" y="3039529"/>
                  </a:lnTo>
                  <a:lnTo>
                    <a:pt x="5729111" y="2997809"/>
                  </a:lnTo>
                  <a:lnTo>
                    <a:pt x="5744660" y="2956261"/>
                  </a:lnTo>
                  <a:lnTo>
                    <a:pt x="5759667" y="2914890"/>
                  </a:lnTo>
                  <a:lnTo>
                    <a:pt x="5774124" y="2873701"/>
                  </a:lnTo>
                  <a:lnTo>
                    <a:pt x="5788024" y="2832699"/>
                  </a:lnTo>
                  <a:lnTo>
                    <a:pt x="5801359" y="2791889"/>
                  </a:lnTo>
                  <a:lnTo>
                    <a:pt x="5814123" y="2751277"/>
                  </a:lnTo>
                  <a:lnTo>
                    <a:pt x="5826307" y="2710866"/>
                  </a:lnTo>
                  <a:lnTo>
                    <a:pt x="5837904" y="2670663"/>
                  </a:lnTo>
                  <a:lnTo>
                    <a:pt x="5848906" y="2630673"/>
                  </a:lnTo>
                  <a:lnTo>
                    <a:pt x="5859307" y="2590900"/>
                  </a:lnTo>
                  <a:lnTo>
                    <a:pt x="5869098" y="2551350"/>
                  </a:lnTo>
                  <a:lnTo>
                    <a:pt x="5878273" y="2512028"/>
                  </a:lnTo>
                  <a:lnTo>
                    <a:pt x="5886823" y="2472938"/>
                  </a:lnTo>
                  <a:lnTo>
                    <a:pt x="5894741" y="2434087"/>
                  </a:lnTo>
                  <a:lnTo>
                    <a:pt x="5902020" y="2395479"/>
                  </a:lnTo>
                  <a:lnTo>
                    <a:pt x="5908653" y="2357118"/>
                  </a:lnTo>
                  <a:lnTo>
                    <a:pt x="5914631" y="2319012"/>
                  </a:lnTo>
                  <a:lnTo>
                    <a:pt x="5919948" y="2281163"/>
                  </a:lnTo>
                  <a:lnTo>
                    <a:pt x="5928566" y="2206261"/>
                  </a:lnTo>
                  <a:lnTo>
                    <a:pt x="5934447" y="2132454"/>
                  </a:lnTo>
                  <a:lnTo>
                    <a:pt x="5937533" y="2059782"/>
                  </a:lnTo>
                  <a:lnTo>
                    <a:pt x="5938008" y="2023885"/>
                  </a:lnTo>
                  <a:lnTo>
                    <a:pt x="5937762" y="1988287"/>
                  </a:lnTo>
                  <a:lnTo>
                    <a:pt x="5935076" y="1918008"/>
                  </a:lnTo>
                  <a:lnTo>
                    <a:pt x="5929414" y="1848986"/>
                  </a:lnTo>
                  <a:lnTo>
                    <a:pt x="5921851" y="1784782"/>
                  </a:lnTo>
                  <a:lnTo>
                    <a:pt x="5912807" y="1722067"/>
                  </a:lnTo>
                  <a:lnTo>
                    <a:pt x="5902317" y="1660824"/>
                  </a:lnTo>
                  <a:lnTo>
                    <a:pt x="5890415" y="1601035"/>
                  </a:lnTo>
                  <a:lnTo>
                    <a:pt x="5877134" y="1542683"/>
                  </a:lnTo>
                  <a:lnTo>
                    <a:pt x="5862510" y="1485751"/>
                  </a:lnTo>
                  <a:lnTo>
                    <a:pt x="5846576" y="1430222"/>
                  </a:lnTo>
                  <a:lnTo>
                    <a:pt x="5829367" y="1376078"/>
                  </a:lnTo>
                  <a:lnTo>
                    <a:pt x="5810917" y="1323302"/>
                  </a:lnTo>
                  <a:lnTo>
                    <a:pt x="5791261" y="1271877"/>
                  </a:lnTo>
                  <a:lnTo>
                    <a:pt x="5770432" y="1221785"/>
                  </a:lnTo>
                  <a:lnTo>
                    <a:pt x="5748465" y="1173010"/>
                  </a:lnTo>
                  <a:lnTo>
                    <a:pt x="5725394" y="1125534"/>
                  </a:lnTo>
                  <a:lnTo>
                    <a:pt x="5701253" y="1079341"/>
                  </a:lnTo>
                  <a:lnTo>
                    <a:pt x="5676077" y="1034411"/>
                  </a:lnTo>
                  <a:lnTo>
                    <a:pt x="5649900" y="990729"/>
                  </a:lnTo>
                  <a:lnTo>
                    <a:pt x="5622756" y="948277"/>
                  </a:lnTo>
                  <a:lnTo>
                    <a:pt x="5594680" y="907039"/>
                  </a:lnTo>
                  <a:lnTo>
                    <a:pt x="5565706" y="866995"/>
                  </a:lnTo>
                  <a:lnTo>
                    <a:pt x="5535867" y="828131"/>
                  </a:lnTo>
                  <a:lnTo>
                    <a:pt x="5505199" y="790427"/>
                  </a:lnTo>
                  <a:lnTo>
                    <a:pt x="5473736" y="753867"/>
                  </a:lnTo>
                  <a:lnTo>
                    <a:pt x="5441511" y="718434"/>
                  </a:lnTo>
                  <a:lnTo>
                    <a:pt x="5408559" y="684111"/>
                  </a:lnTo>
                  <a:lnTo>
                    <a:pt x="5374915" y="650879"/>
                  </a:lnTo>
                  <a:lnTo>
                    <a:pt x="5340613" y="618723"/>
                  </a:lnTo>
                  <a:lnTo>
                    <a:pt x="5305686" y="587624"/>
                  </a:lnTo>
                  <a:lnTo>
                    <a:pt x="5270170" y="557565"/>
                  </a:lnTo>
                  <a:lnTo>
                    <a:pt x="5234098" y="528530"/>
                  </a:lnTo>
                  <a:lnTo>
                    <a:pt x="5197505" y="500501"/>
                  </a:lnTo>
                  <a:lnTo>
                    <a:pt x="5160425" y="473460"/>
                  </a:lnTo>
                  <a:lnTo>
                    <a:pt x="5122892" y="447391"/>
                  </a:lnTo>
                  <a:lnTo>
                    <a:pt x="5084941" y="422276"/>
                  </a:lnTo>
                  <a:lnTo>
                    <a:pt x="5046605" y="398098"/>
                  </a:lnTo>
                  <a:lnTo>
                    <a:pt x="5007920" y="374840"/>
                  </a:lnTo>
                  <a:lnTo>
                    <a:pt x="4968919" y="352484"/>
                  </a:lnTo>
                  <a:lnTo>
                    <a:pt x="4929637" y="331014"/>
                  </a:lnTo>
                  <a:lnTo>
                    <a:pt x="4890108" y="310411"/>
                  </a:lnTo>
                  <a:lnTo>
                    <a:pt x="4850365" y="290659"/>
                  </a:lnTo>
                  <a:lnTo>
                    <a:pt x="4810445" y="271741"/>
                  </a:lnTo>
                  <a:lnTo>
                    <a:pt x="4770380" y="253639"/>
                  </a:lnTo>
                  <a:lnTo>
                    <a:pt x="4730205" y="236336"/>
                  </a:lnTo>
                  <a:lnTo>
                    <a:pt x="4689954" y="219814"/>
                  </a:lnTo>
                  <a:lnTo>
                    <a:pt x="4649662" y="204058"/>
                  </a:lnTo>
                  <a:lnTo>
                    <a:pt x="4609363" y="189048"/>
                  </a:lnTo>
                  <a:lnTo>
                    <a:pt x="4569091" y="174768"/>
                  </a:lnTo>
                  <a:lnTo>
                    <a:pt x="4528880" y="161201"/>
                  </a:lnTo>
                  <a:lnTo>
                    <a:pt x="4488765" y="148330"/>
                  </a:lnTo>
                  <a:lnTo>
                    <a:pt x="4448780" y="136137"/>
                  </a:lnTo>
                  <a:lnTo>
                    <a:pt x="4408959" y="124605"/>
                  </a:lnTo>
                  <a:lnTo>
                    <a:pt x="4369336" y="113716"/>
                  </a:lnTo>
                  <a:lnTo>
                    <a:pt x="4329947" y="103454"/>
                  </a:lnTo>
                  <a:lnTo>
                    <a:pt x="4290824" y="93802"/>
                  </a:lnTo>
                  <a:lnTo>
                    <a:pt x="4252002" y="84741"/>
                  </a:lnTo>
                  <a:lnTo>
                    <a:pt x="4213516" y="76256"/>
                  </a:lnTo>
                  <a:lnTo>
                    <a:pt x="4175400" y="68327"/>
                  </a:lnTo>
                  <a:lnTo>
                    <a:pt x="4137688" y="60939"/>
                  </a:lnTo>
                  <a:lnTo>
                    <a:pt x="4063613" y="47715"/>
                  </a:lnTo>
                  <a:lnTo>
                    <a:pt x="3991566" y="36446"/>
                  </a:lnTo>
                  <a:lnTo>
                    <a:pt x="3887896" y="22903"/>
                  </a:lnTo>
                  <a:lnTo>
                    <a:pt x="3822118" y="15915"/>
                  </a:lnTo>
                  <a:lnTo>
                    <a:pt x="3759326" y="10399"/>
                  </a:lnTo>
                  <a:lnTo>
                    <a:pt x="3699796" y="6215"/>
                  </a:lnTo>
                  <a:lnTo>
                    <a:pt x="3643801" y="3227"/>
                  </a:lnTo>
                  <a:lnTo>
                    <a:pt x="3591616" y="1297"/>
                  </a:lnTo>
                  <a:lnTo>
                    <a:pt x="3543515" y="285"/>
                  </a:lnTo>
                  <a:lnTo>
                    <a:pt x="3497978" y="0"/>
                  </a:lnTo>
                  <a:close/>
                </a:path>
              </a:pathLst>
            </a:custGeom>
            <a:solidFill>
              <a:srgbClr val="100A3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C604CB20-22D1-A94D-A57F-5233E6EF0A1C}"/>
                </a:ext>
              </a:extLst>
            </p:cNvPr>
            <p:cNvSpPr/>
            <p:nvPr/>
          </p:nvSpPr>
          <p:spPr>
            <a:xfrm>
              <a:off x="4815353" y="135"/>
              <a:ext cx="2953385" cy="6858000"/>
            </a:xfrm>
            <a:custGeom>
              <a:avLst/>
              <a:gdLst/>
              <a:ahLst/>
              <a:cxnLst/>
              <a:rect l="l" t="t" r="r" b="b"/>
              <a:pathLst>
                <a:path w="2953384" h="6858000">
                  <a:moveTo>
                    <a:pt x="1318437" y="0"/>
                  </a:moveTo>
                  <a:lnTo>
                    <a:pt x="1014780" y="0"/>
                  </a:lnTo>
                  <a:lnTo>
                    <a:pt x="1059782" y="8674"/>
                  </a:lnTo>
                  <a:lnTo>
                    <a:pt x="1105269" y="18060"/>
                  </a:lnTo>
                  <a:lnTo>
                    <a:pt x="1151187" y="28186"/>
                  </a:lnTo>
                  <a:lnTo>
                    <a:pt x="1197485" y="39077"/>
                  </a:lnTo>
                  <a:lnTo>
                    <a:pt x="1244110" y="50760"/>
                  </a:lnTo>
                  <a:lnTo>
                    <a:pt x="1291009" y="63261"/>
                  </a:lnTo>
                  <a:lnTo>
                    <a:pt x="1338130" y="76608"/>
                  </a:lnTo>
                  <a:lnTo>
                    <a:pt x="1385420" y="90826"/>
                  </a:lnTo>
                  <a:lnTo>
                    <a:pt x="1432826" y="105943"/>
                  </a:lnTo>
                  <a:lnTo>
                    <a:pt x="1484165" y="123329"/>
                  </a:lnTo>
                  <a:lnTo>
                    <a:pt x="1534655" y="141495"/>
                  </a:lnTo>
                  <a:lnTo>
                    <a:pt x="1584290" y="160439"/>
                  </a:lnTo>
                  <a:lnTo>
                    <a:pt x="1633066" y="180157"/>
                  </a:lnTo>
                  <a:lnTo>
                    <a:pt x="1680978" y="200648"/>
                  </a:lnTo>
                  <a:lnTo>
                    <a:pt x="1728021" y="221908"/>
                  </a:lnTo>
                  <a:lnTo>
                    <a:pt x="1774189" y="243933"/>
                  </a:lnTo>
                  <a:lnTo>
                    <a:pt x="1819479" y="266721"/>
                  </a:lnTo>
                  <a:lnTo>
                    <a:pt x="1863886" y="290270"/>
                  </a:lnTo>
                  <a:lnTo>
                    <a:pt x="1907403" y="314576"/>
                  </a:lnTo>
                  <a:lnTo>
                    <a:pt x="1950027" y="339636"/>
                  </a:lnTo>
                  <a:lnTo>
                    <a:pt x="1991753" y="365447"/>
                  </a:lnTo>
                  <a:lnTo>
                    <a:pt x="2032576" y="392006"/>
                  </a:lnTo>
                  <a:lnTo>
                    <a:pt x="2072490" y="419311"/>
                  </a:lnTo>
                  <a:lnTo>
                    <a:pt x="2111492" y="447359"/>
                  </a:lnTo>
                  <a:lnTo>
                    <a:pt x="2149576" y="476146"/>
                  </a:lnTo>
                  <a:lnTo>
                    <a:pt x="2186737" y="505670"/>
                  </a:lnTo>
                  <a:lnTo>
                    <a:pt x="2222970" y="535927"/>
                  </a:lnTo>
                  <a:lnTo>
                    <a:pt x="2258271" y="566915"/>
                  </a:lnTo>
                  <a:lnTo>
                    <a:pt x="2292634" y="598631"/>
                  </a:lnTo>
                  <a:lnTo>
                    <a:pt x="2326055" y="631072"/>
                  </a:lnTo>
                  <a:lnTo>
                    <a:pt x="2358529" y="664235"/>
                  </a:lnTo>
                  <a:lnTo>
                    <a:pt x="2391788" y="700040"/>
                  </a:lnTo>
                  <a:lnTo>
                    <a:pt x="2423990" y="736664"/>
                  </a:lnTo>
                  <a:lnTo>
                    <a:pt x="2455135" y="774102"/>
                  </a:lnTo>
                  <a:lnTo>
                    <a:pt x="2485221" y="812351"/>
                  </a:lnTo>
                  <a:lnTo>
                    <a:pt x="2514246" y="851407"/>
                  </a:lnTo>
                  <a:lnTo>
                    <a:pt x="2542208" y="891265"/>
                  </a:lnTo>
                  <a:lnTo>
                    <a:pt x="2569106" y="931924"/>
                  </a:lnTo>
                  <a:lnTo>
                    <a:pt x="2594939" y="973378"/>
                  </a:lnTo>
                  <a:lnTo>
                    <a:pt x="2619704" y="1015623"/>
                  </a:lnTo>
                  <a:lnTo>
                    <a:pt x="2643399" y="1058657"/>
                  </a:lnTo>
                  <a:lnTo>
                    <a:pt x="2666024" y="1102475"/>
                  </a:lnTo>
                  <a:lnTo>
                    <a:pt x="2687577" y="1147073"/>
                  </a:lnTo>
                  <a:lnTo>
                    <a:pt x="2708055" y="1192449"/>
                  </a:lnTo>
                  <a:lnTo>
                    <a:pt x="2727458" y="1238596"/>
                  </a:lnTo>
                  <a:lnTo>
                    <a:pt x="2745784" y="1285514"/>
                  </a:lnTo>
                  <a:lnTo>
                    <a:pt x="2763030" y="1333196"/>
                  </a:lnTo>
                  <a:lnTo>
                    <a:pt x="2779196" y="1381640"/>
                  </a:lnTo>
                  <a:lnTo>
                    <a:pt x="2794280" y="1430841"/>
                  </a:lnTo>
                  <a:lnTo>
                    <a:pt x="2808279" y="1480797"/>
                  </a:lnTo>
                  <a:lnTo>
                    <a:pt x="2821193" y="1531503"/>
                  </a:lnTo>
                  <a:lnTo>
                    <a:pt x="2833020" y="1582955"/>
                  </a:lnTo>
                  <a:lnTo>
                    <a:pt x="2843758" y="1635149"/>
                  </a:lnTo>
                  <a:lnTo>
                    <a:pt x="2853405" y="1688083"/>
                  </a:lnTo>
                  <a:lnTo>
                    <a:pt x="2861960" y="1741751"/>
                  </a:lnTo>
                  <a:lnTo>
                    <a:pt x="2869422" y="1796151"/>
                  </a:lnTo>
                  <a:lnTo>
                    <a:pt x="2875788" y="1851278"/>
                  </a:lnTo>
                  <a:lnTo>
                    <a:pt x="2881782" y="1925466"/>
                  </a:lnTo>
                  <a:lnTo>
                    <a:pt x="2884419" y="2001632"/>
                  </a:lnTo>
                  <a:lnTo>
                    <a:pt x="2884478" y="2040455"/>
                  </a:lnTo>
                  <a:lnTo>
                    <a:pt x="2883700" y="2079768"/>
                  </a:lnTo>
                  <a:lnTo>
                    <a:pt x="2882083" y="2119571"/>
                  </a:lnTo>
                  <a:lnTo>
                    <a:pt x="2879628" y="2159862"/>
                  </a:lnTo>
                  <a:lnTo>
                    <a:pt x="2876337" y="2200639"/>
                  </a:lnTo>
                  <a:lnTo>
                    <a:pt x="2872209" y="2241902"/>
                  </a:lnTo>
                  <a:lnTo>
                    <a:pt x="2867244" y="2283650"/>
                  </a:lnTo>
                  <a:lnTo>
                    <a:pt x="2861444" y="2325879"/>
                  </a:lnTo>
                  <a:lnTo>
                    <a:pt x="2854808" y="2368591"/>
                  </a:lnTo>
                  <a:lnTo>
                    <a:pt x="2847337" y="2411782"/>
                  </a:lnTo>
                  <a:lnTo>
                    <a:pt x="2839031" y="2455451"/>
                  </a:lnTo>
                  <a:lnTo>
                    <a:pt x="2829892" y="2499598"/>
                  </a:lnTo>
                  <a:lnTo>
                    <a:pt x="2819918" y="2544221"/>
                  </a:lnTo>
                  <a:lnTo>
                    <a:pt x="2809111" y="2589318"/>
                  </a:lnTo>
                  <a:lnTo>
                    <a:pt x="2797471" y="2634889"/>
                  </a:lnTo>
                  <a:lnTo>
                    <a:pt x="2784999" y="2680931"/>
                  </a:lnTo>
                  <a:lnTo>
                    <a:pt x="2771695" y="2727444"/>
                  </a:lnTo>
                  <a:lnTo>
                    <a:pt x="2757558" y="2774426"/>
                  </a:lnTo>
                  <a:lnTo>
                    <a:pt x="2742591" y="2821875"/>
                  </a:lnTo>
                  <a:lnTo>
                    <a:pt x="2726793" y="2869791"/>
                  </a:lnTo>
                  <a:lnTo>
                    <a:pt x="2710164" y="2918172"/>
                  </a:lnTo>
                  <a:lnTo>
                    <a:pt x="2692706" y="2967016"/>
                  </a:lnTo>
                  <a:lnTo>
                    <a:pt x="2674417" y="3016323"/>
                  </a:lnTo>
                  <a:lnTo>
                    <a:pt x="2655300" y="3066091"/>
                  </a:lnTo>
                  <a:lnTo>
                    <a:pt x="2635354" y="3116318"/>
                  </a:lnTo>
                  <a:lnTo>
                    <a:pt x="2614580" y="3167003"/>
                  </a:lnTo>
                  <a:lnTo>
                    <a:pt x="2592978" y="3218145"/>
                  </a:lnTo>
                  <a:lnTo>
                    <a:pt x="2570548" y="3269743"/>
                  </a:lnTo>
                  <a:lnTo>
                    <a:pt x="2547291" y="3321794"/>
                  </a:lnTo>
                  <a:lnTo>
                    <a:pt x="2523208" y="3374299"/>
                  </a:lnTo>
                  <a:lnTo>
                    <a:pt x="2498298" y="3427255"/>
                  </a:lnTo>
                  <a:lnTo>
                    <a:pt x="2472563" y="3480660"/>
                  </a:lnTo>
                  <a:lnTo>
                    <a:pt x="2446002" y="3534515"/>
                  </a:lnTo>
                  <a:lnTo>
                    <a:pt x="2418617" y="3588817"/>
                  </a:lnTo>
                  <a:lnTo>
                    <a:pt x="2390406" y="3643564"/>
                  </a:lnTo>
                  <a:lnTo>
                    <a:pt x="2361372" y="3698757"/>
                  </a:lnTo>
                  <a:lnTo>
                    <a:pt x="2331514" y="3754392"/>
                  </a:lnTo>
                  <a:lnTo>
                    <a:pt x="2300833" y="3810469"/>
                  </a:lnTo>
                  <a:lnTo>
                    <a:pt x="2269329" y="3866987"/>
                  </a:lnTo>
                  <a:lnTo>
                    <a:pt x="2237003" y="3923944"/>
                  </a:lnTo>
                  <a:lnTo>
                    <a:pt x="2216161" y="3960144"/>
                  </a:lnTo>
                  <a:lnTo>
                    <a:pt x="2173500" y="4033065"/>
                  </a:lnTo>
                  <a:lnTo>
                    <a:pt x="2129537" y="4106675"/>
                  </a:lnTo>
                  <a:lnTo>
                    <a:pt x="2084277" y="4180968"/>
                  </a:lnTo>
                  <a:lnTo>
                    <a:pt x="2037723" y="4255939"/>
                  </a:lnTo>
                  <a:lnTo>
                    <a:pt x="1989882" y="4331580"/>
                  </a:lnTo>
                  <a:lnTo>
                    <a:pt x="1940755" y="4407887"/>
                  </a:lnTo>
                  <a:lnTo>
                    <a:pt x="1890349" y="4484854"/>
                  </a:lnTo>
                  <a:lnTo>
                    <a:pt x="1838666" y="4562475"/>
                  </a:lnTo>
                  <a:lnTo>
                    <a:pt x="1785712" y="4640744"/>
                  </a:lnTo>
                  <a:lnTo>
                    <a:pt x="1731490" y="4719655"/>
                  </a:lnTo>
                  <a:lnTo>
                    <a:pt x="1676005" y="4799203"/>
                  </a:lnTo>
                  <a:lnTo>
                    <a:pt x="1619260" y="4879381"/>
                  </a:lnTo>
                  <a:lnTo>
                    <a:pt x="1561261" y="4960184"/>
                  </a:lnTo>
                  <a:lnTo>
                    <a:pt x="1502012" y="5041606"/>
                  </a:lnTo>
                  <a:lnTo>
                    <a:pt x="1441515" y="5123642"/>
                  </a:lnTo>
                  <a:lnTo>
                    <a:pt x="1379777" y="5206284"/>
                  </a:lnTo>
                  <a:lnTo>
                    <a:pt x="1316801" y="5289529"/>
                  </a:lnTo>
                  <a:lnTo>
                    <a:pt x="1252591" y="5373369"/>
                  </a:lnTo>
                  <a:lnTo>
                    <a:pt x="1187152" y="5457799"/>
                  </a:lnTo>
                  <a:lnTo>
                    <a:pt x="1120487" y="5542813"/>
                  </a:lnTo>
                  <a:lnTo>
                    <a:pt x="1052601" y="5628405"/>
                  </a:lnTo>
                  <a:lnTo>
                    <a:pt x="983499" y="5714570"/>
                  </a:lnTo>
                  <a:lnTo>
                    <a:pt x="913184" y="5801302"/>
                  </a:lnTo>
                  <a:lnTo>
                    <a:pt x="841661" y="5888594"/>
                  </a:lnTo>
                  <a:lnTo>
                    <a:pt x="768934" y="5976442"/>
                  </a:lnTo>
                  <a:lnTo>
                    <a:pt x="695007" y="6064838"/>
                  </a:lnTo>
                  <a:lnTo>
                    <a:pt x="619884" y="6153778"/>
                  </a:lnTo>
                  <a:lnTo>
                    <a:pt x="513174" y="6278651"/>
                  </a:lnTo>
                  <a:lnTo>
                    <a:pt x="410052" y="6397766"/>
                  </a:lnTo>
                  <a:lnTo>
                    <a:pt x="306999" y="6515356"/>
                  </a:lnTo>
                  <a:lnTo>
                    <a:pt x="204189" y="6631311"/>
                  </a:lnTo>
                  <a:lnTo>
                    <a:pt x="101798" y="6745516"/>
                  </a:lnTo>
                  <a:lnTo>
                    <a:pt x="0" y="6857860"/>
                  </a:lnTo>
                  <a:lnTo>
                    <a:pt x="92303" y="6857860"/>
                  </a:lnTo>
                  <a:lnTo>
                    <a:pt x="193061" y="6746199"/>
                  </a:lnTo>
                  <a:lnTo>
                    <a:pt x="294327" y="6632773"/>
                  </a:lnTo>
                  <a:lnTo>
                    <a:pt x="395935" y="6517688"/>
                  </a:lnTo>
                  <a:lnTo>
                    <a:pt x="497718" y="6401051"/>
                  </a:lnTo>
                  <a:lnTo>
                    <a:pt x="599509" y="6282970"/>
                  </a:lnTo>
                  <a:lnTo>
                    <a:pt x="709437" y="6153741"/>
                  </a:lnTo>
                  <a:lnTo>
                    <a:pt x="784266" y="6064714"/>
                  </a:lnTo>
                  <a:lnTo>
                    <a:pt x="857895" y="5976231"/>
                  </a:lnTo>
                  <a:lnTo>
                    <a:pt x="930320" y="5888299"/>
                  </a:lnTo>
                  <a:lnTo>
                    <a:pt x="1001535" y="5800922"/>
                  </a:lnTo>
                  <a:lnTo>
                    <a:pt x="1071538" y="5714108"/>
                  </a:lnTo>
                  <a:lnTo>
                    <a:pt x="1140324" y="5627861"/>
                  </a:lnTo>
                  <a:lnTo>
                    <a:pt x="1207888" y="5542188"/>
                  </a:lnTo>
                  <a:lnTo>
                    <a:pt x="1274226" y="5457094"/>
                  </a:lnTo>
                  <a:lnTo>
                    <a:pt x="1339334" y="5372585"/>
                  </a:lnTo>
                  <a:lnTo>
                    <a:pt x="1403208" y="5288668"/>
                  </a:lnTo>
                  <a:lnTo>
                    <a:pt x="1465844" y="5205347"/>
                  </a:lnTo>
                  <a:lnTo>
                    <a:pt x="1527237" y="5122629"/>
                  </a:lnTo>
                  <a:lnTo>
                    <a:pt x="1587384" y="5040520"/>
                  </a:lnTo>
                  <a:lnTo>
                    <a:pt x="1646279" y="4959025"/>
                  </a:lnTo>
                  <a:lnTo>
                    <a:pt x="1703918" y="4878150"/>
                  </a:lnTo>
                  <a:lnTo>
                    <a:pt x="1760299" y="4797902"/>
                  </a:lnTo>
                  <a:lnTo>
                    <a:pt x="1815415" y="4718285"/>
                  </a:lnTo>
                  <a:lnTo>
                    <a:pt x="1869263" y="4639306"/>
                  </a:lnTo>
                  <a:lnTo>
                    <a:pt x="1921839" y="4560971"/>
                  </a:lnTo>
                  <a:lnTo>
                    <a:pt x="1973138" y="4483285"/>
                  </a:lnTo>
                  <a:lnTo>
                    <a:pt x="2023157" y="4406254"/>
                  </a:lnTo>
                  <a:lnTo>
                    <a:pt x="2071890" y="4329885"/>
                  </a:lnTo>
                  <a:lnTo>
                    <a:pt x="2119335" y="4254182"/>
                  </a:lnTo>
                  <a:lnTo>
                    <a:pt x="2165485" y="4179152"/>
                  </a:lnTo>
                  <a:lnTo>
                    <a:pt x="2210338" y="4104801"/>
                  </a:lnTo>
                  <a:lnTo>
                    <a:pt x="2253889" y="4031134"/>
                  </a:lnTo>
                  <a:lnTo>
                    <a:pt x="2296134" y="3958158"/>
                  </a:lnTo>
                  <a:lnTo>
                    <a:pt x="2328237" y="3901607"/>
                  </a:lnTo>
                  <a:lnTo>
                    <a:pt x="2359541" y="3845472"/>
                  </a:lnTo>
                  <a:lnTo>
                    <a:pt x="2390045" y="3789755"/>
                  </a:lnTo>
                  <a:lnTo>
                    <a:pt x="2419749" y="3734458"/>
                  </a:lnTo>
                  <a:lnTo>
                    <a:pt x="2448652" y="3679581"/>
                  </a:lnTo>
                  <a:lnTo>
                    <a:pt x="2476755" y="3625125"/>
                  </a:lnTo>
                  <a:lnTo>
                    <a:pt x="2504056" y="3571093"/>
                  </a:lnTo>
                  <a:lnTo>
                    <a:pt x="2530555" y="3517485"/>
                  </a:lnTo>
                  <a:lnTo>
                    <a:pt x="2556252" y="3464302"/>
                  </a:lnTo>
                  <a:lnTo>
                    <a:pt x="2581147" y="3411546"/>
                  </a:lnTo>
                  <a:lnTo>
                    <a:pt x="2605238" y="3359219"/>
                  </a:lnTo>
                  <a:lnTo>
                    <a:pt x="2628527" y="3307321"/>
                  </a:lnTo>
                  <a:lnTo>
                    <a:pt x="2651011" y="3255854"/>
                  </a:lnTo>
                  <a:lnTo>
                    <a:pt x="2672692" y="3204819"/>
                  </a:lnTo>
                  <a:lnTo>
                    <a:pt x="2693567" y="3154218"/>
                  </a:lnTo>
                  <a:lnTo>
                    <a:pt x="2713638" y="3104051"/>
                  </a:lnTo>
                  <a:lnTo>
                    <a:pt x="2732904" y="3054320"/>
                  </a:lnTo>
                  <a:lnTo>
                    <a:pt x="2751364" y="3005027"/>
                  </a:lnTo>
                  <a:lnTo>
                    <a:pt x="2769017" y="2956172"/>
                  </a:lnTo>
                  <a:lnTo>
                    <a:pt x="2785864" y="2907757"/>
                  </a:lnTo>
                  <a:lnTo>
                    <a:pt x="2801905" y="2859783"/>
                  </a:lnTo>
                  <a:lnTo>
                    <a:pt x="2817137" y="2812252"/>
                  </a:lnTo>
                  <a:lnTo>
                    <a:pt x="2831562" y="2765165"/>
                  </a:lnTo>
                  <a:lnTo>
                    <a:pt x="2845179" y="2718523"/>
                  </a:lnTo>
                  <a:lnTo>
                    <a:pt x="2857988" y="2672327"/>
                  </a:lnTo>
                  <a:lnTo>
                    <a:pt x="2869987" y="2626579"/>
                  </a:lnTo>
                  <a:lnTo>
                    <a:pt x="2881177" y="2581280"/>
                  </a:lnTo>
                  <a:lnTo>
                    <a:pt x="2891558" y="2536431"/>
                  </a:lnTo>
                  <a:lnTo>
                    <a:pt x="2901128" y="2492034"/>
                  </a:lnTo>
                  <a:lnTo>
                    <a:pt x="2909887" y="2448090"/>
                  </a:lnTo>
                  <a:lnTo>
                    <a:pt x="2917836" y="2404600"/>
                  </a:lnTo>
                  <a:lnTo>
                    <a:pt x="2924974" y="2361566"/>
                  </a:lnTo>
                  <a:lnTo>
                    <a:pt x="2931299" y="2318989"/>
                  </a:lnTo>
                  <a:lnTo>
                    <a:pt x="2936813" y="2276869"/>
                  </a:lnTo>
                  <a:lnTo>
                    <a:pt x="2941514" y="2235209"/>
                  </a:lnTo>
                  <a:lnTo>
                    <a:pt x="2945402" y="2194010"/>
                  </a:lnTo>
                  <a:lnTo>
                    <a:pt x="2948476" y="2153273"/>
                  </a:lnTo>
                  <a:lnTo>
                    <a:pt x="2950737" y="2112999"/>
                  </a:lnTo>
                  <a:lnTo>
                    <a:pt x="2952184" y="2073190"/>
                  </a:lnTo>
                  <a:lnTo>
                    <a:pt x="2952816" y="2033847"/>
                  </a:lnTo>
                  <a:lnTo>
                    <a:pt x="2952633" y="1994971"/>
                  </a:lnTo>
                  <a:lnTo>
                    <a:pt x="2951635" y="1956564"/>
                  </a:lnTo>
                  <a:lnTo>
                    <a:pt x="2947192" y="1881160"/>
                  </a:lnTo>
                  <a:lnTo>
                    <a:pt x="2937430" y="1789318"/>
                  </a:lnTo>
                  <a:lnTo>
                    <a:pt x="2930059" y="1735162"/>
                  </a:lnTo>
                  <a:lnTo>
                    <a:pt x="2921634" y="1681700"/>
                  </a:lnTo>
                  <a:lnTo>
                    <a:pt x="2912156" y="1628937"/>
                  </a:lnTo>
                  <a:lnTo>
                    <a:pt x="2901627" y="1576877"/>
                  </a:lnTo>
                  <a:lnTo>
                    <a:pt x="2890049" y="1525521"/>
                  </a:lnTo>
                  <a:lnTo>
                    <a:pt x="2877423" y="1474875"/>
                  </a:lnTo>
                  <a:lnTo>
                    <a:pt x="2863750" y="1424942"/>
                  </a:lnTo>
                  <a:lnTo>
                    <a:pt x="2849032" y="1375724"/>
                  </a:lnTo>
                  <a:lnTo>
                    <a:pt x="2833271" y="1327226"/>
                  </a:lnTo>
                  <a:lnTo>
                    <a:pt x="2816468" y="1279451"/>
                  </a:lnTo>
                  <a:lnTo>
                    <a:pt x="2798625" y="1232403"/>
                  </a:lnTo>
                  <a:lnTo>
                    <a:pt x="2779743" y="1186085"/>
                  </a:lnTo>
                  <a:lnTo>
                    <a:pt x="2759823" y="1140500"/>
                  </a:lnTo>
                  <a:lnTo>
                    <a:pt x="2738868" y="1095652"/>
                  </a:lnTo>
                  <a:lnTo>
                    <a:pt x="2716878" y="1051545"/>
                  </a:lnTo>
                  <a:lnTo>
                    <a:pt x="2693856" y="1008182"/>
                  </a:lnTo>
                  <a:lnTo>
                    <a:pt x="2669802" y="965566"/>
                  </a:lnTo>
                  <a:lnTo>
                    <a:pt x="2644719" y="923702"/>
                  </a:lnTo>
                  <a:lnTo>
                    <a:pt x="2618608" y="882592"/>
                  </a:lnTo>
                  <a:lnTo>
                    <a:pt x="2591470" y="842240"/>
                  </a:lnTo>
                  <a:lnTo>
                    <a:pt x="2563307" y="802649"/>
                  </a:lnTo>
                  <a:lnTo>
                    <a:pt x="2534121" y="763824"/>
                  </a:lnTo>
                  <a:lnTo>
                    <a:pt x="2503912" y="725767"/>
                  </a:lnTo>
                  <a:lnTo>
                    <a:pt x="2472683" y="688482"/>
                  </a:lnTo>
                  <a:lnTo>
                    <a:pt x="2440436" y="651972"/>
                  </a:lnTo>
                  <a:lnTo>
                    <a:pt x="2407170" y="616242"/>
                  </a:lnTo>
                  <a:lnTo>
                    <a:pt x="2373572" y="581969"/>
                  </a:lnTo>
                  <a:lnTo>
                    <a:pt x="2339007" y="548448"/>
                  </a:lnTo>
                  <a:lnTo>
                    <a:pt x="2303479" y="515681"/>
                  </a:lnTo>
                  <a:lnTo>
                    <a:pt x="2266994" y="483671"/>
                  </a:lnTo>
                  <a:lnTo>
                    <a:pt x="2229556" y="452421"/>
                  </a:lnTo>
                  <a:lnTo>
                    <a:pt x="2191171" y="421934"/>
                  </a:lnTo>
                  <a:lnTo>
                    <a:pt x="2151843" y="392213"/>
                  </a:lnTo>
                  <a:lnTo>
                    <a:pt x="2111578" y="363262"/>
                  </a:lnTo>
                  <a:lnTo>
                    <a:pt x="2070381" y="335083"/>
                  </a:lnTo>
                  <a:lnTo>
                    <a:pt x="2028256" y="307679"/>
                  </a:lnTo>
                  <a:lnTo>
                    <a:pt x="1985208" y="281054"/>
                  </a:lnTo>
                  <a:lnTo>
                    <a:pt x="1941243" y="255210"/>
                  </a:lnTo>
                  <a:lnTo>
                    <a:pt x="1896365" y="230150"/>
                  </a:lnTo>
                  <a:lnTo>
                    <a:pt x="1850580" y="205878"/>
                  </a:lnTo>
                  <a:lnTo>
                    <a:pt x="1803893" y="182396"/>
                  </a:lnTo>
                  <a:lnTo>
                    <a:pt x="1756308" y="159707"/>
                  </a:lnTo>
                  <a:lnTo>
                    <a:pt x="1707831" y="137816"/>
                  </a:lnTo>
                  <a:lnTo>
                    <a:pt x="1658466" y="116723"/>
                  </a:lnTo>
                  <a:lnTo>
                    <a:pt x="1608218" y="96434"/>
                  </a:lnTo>
                  <a:lnTo>
                    <a:pt x="1557094" y="76950"/>
                  </a:lnTo>
                  <a:lnTo>
                    <a:pt x="1505096" y="58274"/>
                  </a:lnTo>
                  <a:lnTo>
                    <a:pt x="1452232" y="40411"/>
                  </a:lnTo>
                  <a:lnTo>
                    <a:pt x="1385196" y="19338"/>
                  </a:lnTo>
                  <a:lnTo>
                    <a:pt x="1351775" y="9461"/>
                  </a:lnTo>
                  <a:lnTo>
                    <a:pt x="1318437" y="0"/>
                  </a:lnTo>
                  <a:close/>
                </a:path>
              </a:pathLst>
            </a:custGeom>
            <a:solidFill>
              <a:srgbClr val="100A30">
                <a:alpha val="8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20544D6B-4CDF-CD4C-872B-402400BFA8DE}"/>
                </a:ext>
              </a:extLst>
            </p:cNvPr>
            <p:cNvSpPr/>
            <p:nvPr/>
          </p:nvSpPr>
          <p:spPr>
            <a:xfrm>
              <a:off x="5000341" y="139"/>
              <a:ext cx="2884805" cy="6858000"/>
            </a:xfrm>
            <a:custGeom>
              <a:avLst/>
              <a:gdLst/>
              <a:ahLst/>
              <a:cxnLst/>
              <a:rect l="l" t="t" r="r" b="b"/>
              <a:pathLst>
                <a:path w="2884804" h="6858000">
                  <a:moveTo>
                    <a:pt x="1523276" y="0"/>
                  </a:moveTo>
                  <a:lnTo>
                    <a:pt x="1367777" y="0"/>
                  </a:lnTo>
                  <a:lnTo>
                    <a:pt x="1419963" y="19113"/>
                  </a:lnTo>
                  <a:lnTo>
                    <a:pt x="1471274" y="39021"/>
                  </a:lnTo>
                  <a:lnTo>
                    <a:pt x="1521706" y="59722"/>
                  </a:lnTo>
                  <a:lnTo>
                    <a:pt x="1571253" y="81213"/>
                  </a:lnTo>
                  <a:lnTo>
                    <a:pt x="1619911" y="103491"/>
                  </a:lnTo>
                  <a:lnTo>
                    <a:pt x="1667674" y="126553"/>
                  </a:lnTo>
                  <a:lnTo>
                    <a:pt x="1714538" y="150395"/>
                  </a:lnTo>
                  <a:lnTo>
                    <a:pt x="1760497" y="175016"/>
                  </a:lnTo>
                  <a:lnTo>
                    <a:pt x="1805547" y="200411"/>
                  </a:lnTo>
                  <a:lnTo>
                    <a:pt x="1849683" y="226579"/>
                  </a:lnTo>
                  <a:lnTo>
                    <a:pt x="1892899" y="253516"/>
                  </a:lnTo>
                  <a:lnTo>
                    <a:pt x="1935192" y="281220"/>
                  </a:lnTo>
                  <a:lnTo>
                    <a:pt x="1976555" y="309686"/>
                  </a:lnTo>
                  <a:lnTo>
                    <a:pt x="2016984" y="338914"/>
                  </a:lnTo>
                  <a:lnTo>
                    <a:pt x="2056474" y="368898"/>
                  </a:lnTo>
                  <a:lnTo>
                    <a:pt x="2095020" y="399638"/>
                  </a:lnTo>
                  <a:lnTo>
                    <a:pt x="2132616" y="431129"/>
                  </a:lnTo>
                  <a:lnTo>
                    <a:pt x="2169259" y="463369"/>
                  </a:lnTo>
                  <a:lnTo>
                    <a:pt x="2204943" y="496355"/>
                  </a:lnTo>
                  <a:lnTo>
                    <a:pt x="2239663" y="530084"/>
                  </a:lnTo>
                  <a:lnTo>
                    <a:pt x="2273414" y="564553"/>
                  </a:lnTo>
                  <a:lnTo>
                    <a:pt x="2306053" y="599613"/>
                  </a:lnTo>
                  <a:lnTo>
                    <a:pt x="2337732" y="635418"/>
                  </a:lnTo>
                  <a:lnTo>
                    <a:pt x="2368447" y="671964"/>
                  </a:lnTo>
                  <a:lnTo>
                    <a:pt x="2398199" y="709247"/>
                  </a:lnTo>
                  <a:lnTo>
                    <a:pt x="2426985" y="747265"/>
                  </a:lnTo>
                  <a:lnTo>
                    <a:pt x="2454805" y="786015"/>
                  </a:lnTo>
                  <a:lnTo>
                    <a:pt x="2481656" y="825493"/>
                  </a:lnTo>
                  <a:lnTo>
                    <a:pt x="2507538" y="865696"/>
                  </a:lnTo>
                  <a:lnTo>
                    <a:pt x="2532449" y="906620"/>
                  </a:lnTo>
                  <a:lnTo>
                    <a:pt x="2556387" y="948264"/>
                  </a:lnTo>
                  <a:lnTo>
                    <a:pt x="2579352" y="990622"/>
                  </a:lnTo>
                  <a:lnTo>
                    <a:pt x="2601341" y="1033693"/>
                  </a:lnTo>
                  <a:lnTo>
                    <a:pt x="2622355" y="1077473"/>
                  </a:lnTo>
                  <a:lnTo>
                    <a:pt x="2642390" y="1121959"/>
                  </a:lnTo>
                  <a:lnTo>
                    <a:pt x="2661446" y="1167147"/>
                  </a:lnTo>
                  <a:lnTo>
                    <a:pt x="2679522" y="1213035"/>
                  </a:lnTo>
                  <a:lnTo>
                    <a:pt x="2696615" y="1259619"/>
                  </a:lnTo>
                  <a:lnTo>
                    <a:pt x="2712725" y="1306896"/>
                  </a:lnTo>
                  <a:lnTo>
                    <a:pt x="2727851" y="1354863"/>
                  </a:lnTo>
                  <a:lnTo>
                    <a:pt x="2741990" y="1403516"/>
                  </a:lnTo>
                  <a:lnTo>
                    <a:pt x="2755142" y="1452853"/>
                  </a:lnTo>
                  <a:lnTo>
                    <a:pt x="2767305" y="1502870"/>
                  </a:lnTo>
                  <a:lnTo>
                    <a:pt x="2778477" y="1553564"/>
                  </a:lnTo>
                  <a:lnTo>
                    <a:pt x="2788658" y="1604932"/>
                  </a:lnTo>
                  <a:lnTo>
                    <a:pt x="2797846" y="1656970"/>
                  </a:lnTo>
                  <a:lnTo>
                    <a:pt x="2806040" y="1709676"/>
                  </a:lnTo>
                  <a:lnTo>
                    <a:pt x="2813237" y="1763046"/>
                  </a:lnTo>
                  <a:lnTo>
                    <a:pt x="2819438" y="1817077"/>
                  </a:lnTo>
                  <a:lnTo>
                    <a:pt x="2825558" y="1891846"/>
                  </a:lnTo>
                  <a:lnTo>
                    <a:pt x="2827404" y="1929945"/>
                  </a:lnTo>
                  <a:lnTo>
                    <a:pt x="2828441" y="1968518"/>
                  </a:lnTo>
                  <a:lnTo>
                    <a:pt x="2828670" y="2007565"/>
                  </a:lnTo>
                  <a:lnTo>
                    <a:pt x="2828091" y="2047084"/>
                  </a:lnTo>
                  <a:lnTo>
                    <a:pt x="2826704" y="2087075"/>
                  </a:lnTo>
                  <a:lnTo>
                    <a:pt x="2824510" y="2127534"/>
                  </a:lnTo>
                  <a:lnTo>
                    <a:pt x="2821509" y="2168463"/>
                  </a:lnTo>
                  <a:lnTo>
                    <a:pt x="2817702" y="2209858"/>
                  </a:lnTo>
                  <a:lnTo>
                    <a:pt x="2813089" y="2251720"/>
                  </a:lnTo>
                  <a:lnTo>
                    <a:pt x="2807670" y="2294046"/>
                  </a:lnTo>
                  <a:lnTo>
                    <a:pt x="2801446" y="2336836"/>
                  </a:lnTo>
                  <a:lnTo>
                    <a:pt x="2794417" y="2380088"/>
                  </a:lnTo>
                  <a:lnTo>
                    <a:pt x="2786584" y="2423800"/>
                  </a:lnTo>
                  <a:lnTo>
                    <a:pt x="2777946" y="2467973"/>
                  </a:lnTo>
                  <a:lnTo>
                    <a:pt x="2768505" y="2512603"/>
                  </a:lnTo>
                  <a:lnTo>
                    <a:pt x="2758260" y="2557691"/>
                  </a:lnTo>
                  <a:lnTo>
                    <a:pt x="2747213" y="2603235"/>
                  </a:lnTo>
                  <a:lnTo>
                    <a:pt x="2735363" y="2649233"/>
                  </a:lnTo>
                  <a:lnTo>
                    <a:pt x="2722711" y="2695685"/>
                  </a:lnTo>
                  <a:lnTo>
                    <a:pt x="2709257" y="2742589"/>
                  </a:lnTo>
                  <a:lnTo>
                    <a:pt x="2695001" y="2789943"/>
                  </a:lnTo>
                  <a:lnTo>
                    <a:pt x="2679945" y="2837748"/>
                  </a:lnTo>
                  <a:lnTo>
                    <a:pt x="2664088" y="2886000"/>
                  </a:lnTo>
                  <a:lnTo>
                    <a:pt x="2647431" y="2934700"/>
                  </a:lnTo>
                  <a:lnTo>
                    <a:pt x="2629974" y="2983845"/>
                  </a:lnTo>
                  <a:lnTo>
                    <a:pt x="2611718" y="3033435"/>
                  </a:lnTo>
                  <a:lnTo>
                    <a:pt x="2592663" y="3083469"/>
                  </a:lnTo>
                  <a:lnTo>
                    <a:pt x="2572809" y="3133944"/>
                  </a:lnTo>
                  <a:lnTo>
                    <a:pt x="2552156" y="3184860"/>
                  </a:lnTo>
                  <a:lnTo>
                    <a:pt x="2530706" y="3236216"/>
                  </a:lnTo>
                  <a:lnTo>
                    <a:pt x="2508458" y="3288009"/>
                  </a:lnTo>
                  <a:lnTo>
                    <a:pt x="2485414" y="3340240"/>
                  </a:lnTo>
                  <a:lnTo>
                    <a:pt x="2461572" y="3392907"/>
                  </a:lnTo>
                  <a:lnTo>
                    <a:pt x="2436935" y="3446008"/>
                  </a:lnTo>
                  <a:lnTo>
                    <a:pt x="2411501" y="3499542"/>
                  </a:lnTo>
                  <a:lnTo>
                    <a:pt x="2385272" y="3553509"/>
                  </a:lnTo>
                  <a:lnTo>
                    <a:pt x="2358247" y="3607906"/>
                  </a:lnTo>
                  <a:lnTo>
                    <a:pt x="2330428" y="3662732"/>
                  </a:lnTo>
                  <a:lnTo>
                    <a:pt x="2301815" y="3717987"/>
                  </a:lnTo>
                  <a:lnTo>
                    <a:pt x="2272407" y="3773669"/>
                  </a:lnTo>
                  <a:lnTo>
                    <a:pt x="2242206" y="3829776"/>
                  </a:lnTo>
                  <a:lnTo>
                    <a:pt x="2211212" y="3886308"/>
                  </a:lnTo>
                  <a:lnTo>
                    <a:pt x="2179425" y="3943262"/>
                  </a:lnTo>
                  <a:lnTo>
                    <a:pt x="2146846" y="4000639"/>
                  </a:lnTo>
                  <a:lnTo>
                    <a:pt x="2104203" y="4074329"/>
                  </a:lnTo>
                  <a:lnTo>
                    <a:pt x="2060283" y="4148697"/>
                  </a:lnTo>
                  <a:lnTo>
                    <a:pt x="2015090" y="4223737"/>
                  </a:lnTo>
                  <a:lnTo>
                    <a:pt x="1968626" y="4299444"/>
                  </a:lnTo>
                  <a:lnTo>
                    <a:pt x="1920897" y="4375812"/>
                  </a:lnTo>
                  <a:lnTo>
                    <a:pt x="1871905" y="4452836"/>
                  </a:lnTo>
                  <a:lnTo>
                    <a:pt x="1821656" y="4530510"/>
                  </a:lnTo>
                  <a:lnTo>
                    <a:pt x="1770154" y="4608829"/>
                  </a:lnTo>
                  <a:lnTo>
                    <a:pt x="1717401" y="4687788"/>
                  </a:lnTo>
                  <a:lnTo>
                    <a:pt x="1663403" y="4767380"/>
                  </a:lnTo>
                  <a:lnTo>
                    <a:pt x="1608162" y="4847601"/>
                  </a:lnTo>
                  <a:lnTo>
                    <a:pt x="1551684" y="4928444"/>
                  </a:lnTo>
                  <a:lnTo>
                    <a:pt x="1493973" y="5009905"/>
                  </a:lnTo>
                  <a:lnTo>
                    <a:pt x="1435031" y="5091977"/>
                  </a:lnTo>
                  <a:lnTo>
                    <a:pt x="1374864" y="5174656"/>
                  </a:lnTo>
                  <a:lnTo>
                    <a:pt x="1313475" y="5257935"/>
                  </a:lnTo>
                  <a:lnTo>
                    <a:pt x="1250868" y="5341810"/>
                  </a:lnTo>
                  <a:lnTo>
                    <a:pt x="1187047" y="5426275"/>
                  </a:lnTo>
                  <a:lnTo>
                    <a:pt x="1122017" y="5511324"/>
                  </a:lnTo>
                  <a:lnTo>
                    <a:pt x="1055781" y="5596951"/>
                  </a:lnTo>
                  <a:lnTo>
                    <a:pt x="988343" y="5683152"/>
                  </a:lnTo>
                  <a:lnTo>
                    <a:pt x="919707" y="5769921"/>
                  </a:lnTo>
                  <a:lnTo>
                    <a:pt x="849878" y="5857251"/>
                  </a:lnTo>
                  <a:lnTo>
                    <a:pt x="778859" y="5945139"/>
                  </a:lnTo>
                  <a:lnTo>
                    <a:pt x="706654" y="6033578"/>
                  </a:lnTo>
                  <a:lnTo>
                    <a:pt x="633267" y="6122562"/>
                  </a:lnTo>
                  <a:lnTo>
                    <a:pt x="558703" y="6212087"/>
                  </a:lnTo>
                  <a:lnTo>
                    <a:pt x="482965" y="6302146"/>
                  </a:lnTo>
                  <a:lnTo>
                    <a:pt x="406057" y="6392735"/>
                  </a:lnTo>
                  <a:lnTo>
                    <a:pt x="304471" y="6511113"/>
                  </a:lnTo>
                  <a:lnTo>
                    <a:pt x="202833" y="6628155"/>
                  </a:lnTo>
                  <a:lnTo>
                    <a:pt x="101292" y="6743768"/>
                  </a:lnTo>
                  <a:lnTo>
                    <a:pt x="0" y="6857860"/>
                  </a:lnTo>
                  <a:lnTo>
                    <a:pt x="74739" y="6857860"/>
                  </a:lnTo>
                  <a:lnTo>
                    <a:pt x="176531" y="6742813"/>
                  </a:lnTo>
                  <a:lnTo>
                    <a:pt x="278520" y="6626270"/>
                  </a:lnTo>
                  <a:lnTo>
                    <a:pt x="380559" y="6508322"/>
                  </a:lnTo>
                  <a:lnTo>
                    <a:pt x="486600" y="6384229"/>
                  </a:lnTo>
                  <a:lnTo>
                    <a:pt x="561875" y="6295158"/>
                  </a:lnTo>
                  <a:lnTo>
                    <a:pt x="636016" y="6206599"/>
                  </a:lnTo>
                  <a:lnTo>
                    <a:pt x="709019" y="6118557"/>
                  </a:lnTo>
                  <a:lnTo>
                    <a:pt x="780881" y="6031039"/>
                  </a:lnTo>
                  <a:lnTo>
                    <a:pt x="851598" y="5944049"/>
                  </a:lnTo>
                  <a:lnTo>
                    <a:pt x="921165" y="5857592"/>
                  </a:lnTo>
                  <a:lnTo>
                    <a:pt x="989579" y="5771674"/>
                  </a:lnTo>
                  <a:lnTo>
                    <a:pt x="1056837" y="5686300"/>
                  </a:lnTo>
                  <a:lnTo>
                    <a:pt x="1122934" y="5601475"/>
                  </a:lnTo>
                  <a:lnTo>
                    <a:pt x="1187866" y="5517205"/>
                  </a:lnTo>
                  <a:lnTo>
                    <a:pt x="1251631" y="5433494"/>
                  </a:lnTo>
                  <a:lnTo>
                    <a:pt x="1314223" y="5350348"/>
                  </a:lnTo>
                  <a:lnTo>
                    <a:pt x="1375639" y="5267773"/>
                  </a:lnTo>
                  <a:lnTo>
                    <a:pt x="1435876" y="5185772"/>
                  </a:lnTo>
                  <a:lnTo>
                    <a:pt x="1494930" y="5104352"/>
                  </a:lnTo>
                  <a:lnTo>
                    <a:pt x="1552796" y="5023518"/>
                  </a:lnTo>
                  <a:lnTo>
                    <a:pt x="1609471" y="4943276"/>
                  </a:lnTo>
                  <a:lnTo>
                    <a:pt x="1664951" y="4863629"/>
                  </a:lnTo>
                  <a:lnTo>
                    <a:pt x="1719233" y="4784584"/>
                  </a:lnTo>
                  <a:lnTo>
                    <a:pt x="1772312" y="4706146"/>
                  </a:lnTo>
                  <a:lnTo>
                    <a:pt x="1824185" y="4628320"/>
                  </a:lnTo>
                  <a:lnTo>
                    <a:pt x="1874847" y="4551112"/>
                  </a:lnTo>
                  <a:lnTo>
                    <a:pt x="1924296" y="4474525"/>
                  </a:lnTo>
                  <a:lnTo>
                    <a:pt x="1972527" y="4398567"/>
                  </a:lnTo>
                  <a:lnTo>
                    <a:pt x="2019537" y="4323242"/>
                  </a:lnTo>
                  <a:lnTo>
                    <a:pt x="2065321" y="4248555"/>
                  </a:lnTo>
                  <a:lnTo>
                    <a:pt x="2109876" y="4174511"/>
                  </a:lnTo>
                  <a:lnTo>
                    <a:pt x="2153198" y="4101117"/>
                  </a:lnTo>
                  <a:lnTo>
                    <a:pt x="2195283" y="4028376"/>
                  </a:lnTo>
                  <a:lnTo>
                    <a:pt x="2227552" y="3971553"/>
                  </a:lnTo>
                  <a:lnTo>
                    <a:pt x="2259053" y="3915131"/>
                  </a:lnTo>
                  <a:lnTo>
                    <a:pt x="2289784" y="3859113"/>
                  </a:lnTo>
                  <a:lnTo>
                    <a:pt x="2319746" y="3803498"/>
                  </a:lnTo>
                  <a:lnTo>
                    <a:pt x="2348938" y="3748289"/>
                  </a:lnTo>
                  <a:lnTo>
                    <a:pt x="2377359" y="3693485"/>
                  </a:lnTo>
                  <a:lnTo>
                    <a:pt x="2405010" y="3639090"/>
                  </a:lnTo>
                  <a:lnTo>
                    <a:pt x="2431890" y="3585103"/>
                  </a:lnTo>
                  <a:lnTo>
                    <a:pt x="2457999" y="3531527"/>
                  </a:lnTo>
                  <a:lnTo>
                    <a:pt x="2483336" y="3478361"/>
                  </a:lnTo>
                  <a:lnTo>
                    <a:pt x="2507901" y="3425608"/>
                  </a:lnTo>
                  <a:lnTo>
                    <a:pt x="2531694" y="3373269"/>
                  </a:lnTo>
                  <a:lnTo>
                    <a:pt x="2554713" y="3321344"/>
                  </a:lnTo>
                  <a:lnTo>
                    <a:pt x="2576960" y="3269835"/>
                  </a:lnTo>
                  <a:lnTo>
                    <a:pt x="2598433" y="3218744"/>
                  </a:lnTo>
                  <a:lnTo>
                    <a:pt x="2619132" y="3168071"/>
                  </a:lnTo>
                  <a:lnTo>
                    <a:pt x="2639057" y="3117817"/>
                  </a:lnTo>
                  <a:lnTo>
                    <a:pt x="2658207" y="3067985"/>
                  </a:lnTo>
                  <a:lnTo>
                    <a:pt x="2676582" y="3018574"/>
                  </a:lnTo>
                  <a:lnTo>
                    <a:pt x="2694182" y="2969586"/>
                  </a:lnTo>
                  <a:lnTo>
                    <a:pt x="2711006" y="2921023"/>
                  </a:lnTo>
                  <a:lnTo>
                    <a:pt x="2727054" y="2872886"/>
                  </a:lnTo>
                  <a:lnTo>
                    <a:pt x="2742326" y="2825175"/>
                  </a:lnTo>
                  <a:lnTo>
                    <a:pt x="2756820" y="2777892"/>
                  </a:lnTo>
                  <a:lnTo>
                    <a:pt x="2770538" y="2731038"/>
                  </a:lnTo>
                  <a:lnTo>
                    <a:pt x="2783477" y="2684615"/>
                  </a:lnTo>
                  <a:lnTo>
                    <a:pt x="2795639" y="2638623"/>
                  </a:lnTo>
                  <a:lnTo>
                    <a:pt x="2807023" y="2593064"/>
                  </a:lnTo>
                  <a:lnTo>
                    <a:pt x="2817628" y="2547939"/>
                  </a:lnTo>
                  <a:lnTo>
                    <a:pt x="2827453" y="2503249"/>
                  </a:lnTo>
                  <a:lnTo>
                    <a:pt x="2836500" y="2458996"/>
                  </a:lnTo>
                  <a:lnTo>
                    <a:pt x="2844766" y="2415180"/>
                  </a:lnTo>
                  <a:lnTo>
                    <a:pt x="2852252" y="2371802"/>
                  </a:lnTo>
                  <a:lnTo>
                    <a:pt x="2858958" y="2328865"/>
                  </a:lnTo>
                  <a:lnTo>
                    <a:pt x="2864883" y="2286369"/>
                  </a:lnTo>
                  <a:lnTo>
                    <a:pt x="2870027" y="2244315"/>
                  </a:lnTo>
                  <a:lnTo>
                    <a:pt x="2874389" y="2202705"/>
                  </a:lnTo>
                  <a:lnTo>
                    <a:pt x="2877969" y="2161540"/>
                  </a:lnTo>
                  <a:lnTo>
                    <a:pt x="2880766" y="2120820"/>
                  </a:lnTo>
                  <a:lnTo>
                    <a:pt x="2882781" y="2080547"/>
                  </a:lnTo>
                  <a:lnTo>
                    <a:pt x="2884013" y="2040723"/>
                  </a:lnTo>
                  <a:lnTo>
                    <a:pt x="2884461" y="2001349"/>
                  </a:lnTo>
                  <a:lnTo>
                    <a:pt x="2884125" y="1962425"/>
                  </a:lnTo>
                  <a:lnTo>
                    <a:pt x="2883005" y="1923953"/>
                  </a:lnTo>
                  <a:lnTo>
                    <a:pt x="2878411" y="1848370"/>
                  </a:lnTo>
                  <a:lnTo>
                    <a:pt x="2868814" y="1757750"/>
                  </a:lnTo>
                  <a:lnTo>
                    <a:pt x="2861734" y="1704869"/>
                  </a:lnTo>
                  <a:lnTo>
                    <a:pt x="2853697" y="1652618"/>
                  </a:lnTo>
                  <a:lnTo>
                    <a:pt x="2844705" y="1601001"/>
                  </a:lnTo>
                  <a:lnTo>
                    <a:pt x="2834758" y="1550022"/>
                  </a:lnTo>
                  <a:lnTo>
                    <a:pt x="2823859" y="1499683"/>
                  </a:lnTo>
                  <a:lnTo>
                    <a:pt x="2812008" y="1449987"/>
                  </a:lnTo>
                  <a:lnTo>
                    <a:pt x="2799206" y="1400937"/>
                  </a:lnTo>
                  <a:lnTo>
                    <a:pt x="2785456" y="1352536"/>
                  </a:lnTo>
                  <a:lnTo>
                    <a:pt x="2770758" y="1304786"/>
                  </a:lnTo>
                  <a:lnTo>
                    <a:pt x="2755113" y="1257692"/>
                  </a:lnTo>
                  <a:lnTo>
                    <a:pt x="2738524" y="1211256"/>
                  </a:lnTo>
                  <a:lnTo>
                    <a:pt x="2720990" y="1165480"/>
                  </a:lnTo>
                  <a:lnTo>
                    <a:pt x="2702514" y="1120368"/>
                  </a:lnTo>
                  <a:lnTo>
                    <a:pt x="2683097" y="1075923"/>
                  </a:lnTo>
                  <a:lnTo>
                    <a:pt x="2662740" y="1032148"/>
                  </a:lnTo>
                  <a:lnTo>
                    <a:pt x="2641444" y="989045"/>
                  </a:lnTo>
                  <a:lnTo>
                    <a:pt x="2619211" y="946617"/>
                  </a:lnTo>
                  <a:lnTo>
                    <a:pt x="2596042" y="904868"/>
                  </a:lnTo>
                  <a:lnTo>
                    <a:pt x="2571938" y="863801"/>
                  </a:lnTo>
                  <a:lnTo>
                    <a:pt x="2546901" y="823418"/>
                  </a:lnTo>
                  <a:lnTo>
                    <a:pt x="2520931" y="783723"/>
                  </a:lnTo>
                  <a:lnTo>
                    <a:pt x="2494031" y="744717"/>
                  </a:lnTo>
                  <a:lnTo>
                    <a:pt x="2466201" y="706405"/>
                  </a:lnTo>
                  <a:lnTo>
                    <a:pt x="2437443" y="668789"/>
                  </a:lnTo>
                  <a:lnTo>
                    <a:pt x="2407757" y="631873"/>
                  </a:lnTo>
                  <a:lnTo>
                    <a:pt x="2377146" y="595658"/>
                  </a:lnTo>
                  <a:lnTo>
                    <a:pt x="2345611" y="560149"/>
                  </a:lnTo>
                  <a:lnTo>
                    <a:pt x="2313152" y="525348"/>
                  </a:lnTo>
                  <a:lnTo>
                    <a:pt x="2279646" y="491130"/>
                  </a:lnTo>
                  <a:lnTo>
                    <a:pt x="2245217" y="457627"/>
                  </a:lnTo>
                  <a:lnTo>
                    <a:pt x="2209869" y="424843"/>
                  </a:lnTo>
                  <a:lnTo>
                    <a:pt x="2173607" y="392778"/>
                  </a:lnTo>
                  <a:lnTo>
                    <a:pt x="2136436" y="361437"/>
                  </a:lnTo>
                  <a:lnTo>
                    <a:pt x="2098362" y="330822"/>
                  </a:lnTo>
                  <a:lnTo>
                    <a:pt x="2059387" y="300934"/>
                  </a:lnTo>
                  <a:lnTo>
                    <a:pt x="2019518" y="271777"/>
                  </a:lnTo>
                  <a:lnTo>
                    <a:pt x="1978759" y="243353"/>
                  </a:lnTo>
                  <a:lnTo>
                    <a:pt x="1937115" y="215665"/>
                  </a:lnTo>
                  <a:lnTo>
                    <a:pt x="1894591" y="188715"/>
                  </a:lnTo>
                  <a:lnTo>
                    <a:pt x="1851191" y="162506"/>
                  </a:lnTo>
                  <a:lnTo>
                    <a:pt x="1806920" y="137041"/>
                  </a:lnTo>
                  <a:lnTo>
                    <a:pt x="1761783" y="112321"/>
                  </a:lnTo>
                  <a:lnTo>
                    <a:pt x="1715785" y="88350"/>
                  </a:lnTo>
                  <a:lnTo>
                    <a:pt x="1668930" y="65129"/>
                  </a:lnTo>
                  <a:lnTo>
                    <a:pt x="1621224" y="42662"/>
                  </a:lnTo>
                  <a:lnTo>
                    <a:pt x="1572671" y="20952"/>
                  </a:lnTo>
                  <a:lnTo>
                    <a:pt x="1523276" y="0"/>
                  </a:lnTo>
                  <a:close/>
                </a:path>
              </a:pathLst>
            </a:custGeom>
            <a:solidFill>
              <a:srgbClr val="100A30">
                <a:alpha val="7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2D7CB728-CCC3-B54C-A4A6-BE7069EEBFA6}"/>
                </a:ext>
              </a:extLst>
            </p:cNvPr>
            <p:cNvSpPr/>
            <p:nvPr/>
          </p:nvSpPr>
          <p:spPr>
            <a:xfrm>
              <a:off x="5139578" y="137"/>
              <a:ext cx="2844800" cy="6858000"/>
            </a:xfrm>
            <a:custGeom>
              <a:avLst/>
              <a:gdLst/>
              <a:ahLst/>
              <a:cxnLst/>
              <a:rect l="l" t="t" r="r" b="b"/>
              <a:pathLst>
                <a:path w="2844800" h="6858000">
                  <a:moveTo>
                    <a:pt x="1604276" y="0"/>
                  </a:moveTo>
                  <a:lnTo>
                    <a:pt x="1494764" y="0"/>
                  </a:lnTo>
                  <a:lnTo>
                    <a:pt x="1542627" y="21744"/>
                  </a:lnTo>
                  <a:lnTo>
                    <a:pt x="1589661" y="44218"/>
                  </a:lnTo>
                  <a:lnTo>
                    <a:pt x="1635859" y="67421"/>
                  </a:lnTo>
                  <a:lnTo>
                    <a:pt x="1681217" y="91349"/>
                  </a:lnTo>
                  <a:lnTo>
                    <a:pt x="1725731" y="116000"/>
                  </a:lnTo>
                  <a:lnTo>
                    <a:pt x="1769395" y="141373"/>
                  </a:lnTo>
                  <a:lnTo>
                    <a:pt x="1812206" y="167464"/>
                  </a:lnTo>
                  <a:lnTo>
                    <a:pt x="1854158" y="194271"/>
                  </a:lnTo>
                  <a:lnTo>
                    <a:pt x="1895246" y="221792"/>
                  </a:lnTo>
                  <a:lnTo>
                    <a:pt x="1935466" y="250025"/>
                  </a:lnTo>
                  <a:lnTo>
                    <a:pt x="1974813" y="278968"/>
                  </a:lnTo>
                  <a:lnTo>
                    <a:pt x="2013282" y="308617"/>
                  </a:lnTo>
                  <a:lnTo>
                    <a:pt x="2050868" y="338971"/>
                  </a:lnTo>
                  <a:lnTo>
                    <a:pt x="2087567" y="370028"/>
                  </a:lnTo>
                  <a:lnTo>
                    <a:pt x="2123374" y="401784"/>
                  </a:lnTo>
                  <a:lnTo>
                    <a:pt x="2158284" y="434238"/>
                  </a:lnTo>
                  <a:lnTo>
                    <a:pt x="2192293" y="467388"/>
                  </a:lnTo>
                  <a:lnTo>
                    <a:pt x="2225395" y="501230"/>
                  </a:lnTo>
                  <a:lnTo>
                    <a:pt x="2257947" y="536159"/>
                  </a:lnTo>
                  <a:lnTo>
                    <a:pt x="2289574" y="571804"/>
                  </a:lnTo>
                  <a:lnTo>
                    <a:pt x="2320275" y="608161"/>
                  </a:lnTo>
                  <a:lnTo>
                    <a:pt x="2350048" y="645228"/>
                  </a:lnTo>
                  <a:lnTo>
                    <a:pt x="2378892" y="683002"/>
                  </a:lnTo>
                  <a:lnTo>
                    <a:pt x="2406806" y="721480"/>
                  </a:lnTo>
                  <a:lnTo>
                    <a:pt x="2433788" y="760659"/>
                  </a:lnTo>
                  <a:lnTo>
                    <a:pt x="2459837" y="800536"/>
                  </a:lnTo>
                  <a:lnTo>
                    <a:pt x="2484952" y="841108"/>
                  </a:lnTo>
                  <a:lnTo>
                    <a:pt x="2509131" y="882372"/>
                  </a:lnTo>
                  <a:lnTo>
                    <a:pt x="2532374" y="924324"/>
                  </a:lnTo>
                  <a:lnTo>
                    <a:pt x="2554679" y="966963"/>
                  </a:lnTo>
                  <a:lnTo>
                    <a:pt x="2576044" y="1010285"/>
                  </a:lnTo>
                  <a:lnTo>
                    <a:pt x="2596469" y="1054287"/>
                  </a:lnTo>
                  <a:lnTo>
                    <a:pt x="2615952" y="1098966"/>
                  </a:lnTo>
                  <a:lnTo>
                    <a:pt x="2634492" y="1144319"/>
                  </a:lnTo>
                  <a:lnTo>
                    <a:pt x="2652087" y="1190343"/>
                  </a:lnTo>
                  <a:lnTo>
                    <a:pt x="2668736" y="1237036"/>
                  </a:lnTo>
                  <a:lnTo>
                    <a:pt x="2684438" y="1284393"/>
                  </a:lnTo>
                  <a:lnTo>
                    <a:pt x="2699192" y="1332413"/>
                  </a:lnTo>
                  <a:lnTo>
                    <a:pt x="2712996" y="1381092"/>
                  </a:lnTo>
                  <a:lnTo>
                    <a:pt x="2725849" y="1430428"/>
                  </a:lnTo>
                  <a:lnTo>
                    <a:pt x="2737750" y="1480416"/>
                  </a:lnTo>
                  <a:lnTo>
                    <a:pt x="2748697" y="1531055"/>
                  </a:lnTo>
                  <a:lnTo>
                    <a:pt x="2758690" y="1582341"/>
                  </a:lnTo>
                  <a:lnTo>
                    <a:pt x="2767726" y="1634272"/>
                  </a:lnTo>
                  <a:lnTo>
                    <a:pt x="2775805" y="1686844"/>
                  </a:lnTo>
                  <a:lnTo>
                    <a:pt x="2782925" y="1740054"/>
                  </a:lnTo>
                  <a:lnTo>
                    <a:pt x="2789085" y="1793900"/>
                  </a:lnTo>
                  <a:lnTo>
                    <a:pt x="2795202" y="1867759"/>
                  </a:lnTo>
                  <a:lnTo>
                    <a:pt x="2798257" y="1943418"/>
                  </a:lnTo>
                  <a:lnTo>
                    <a:pt x="2798637" y="1981919"/>
                  </a:lnTo>
                  <a:lnTo>
                    <a:pt x="2798251" y="2020867"/>
                  </a:lnTo>
                  <a:lnTo>
                    <a:pt x="2797102" y="2060260"/>
                  </a:lnTo>
                  <a:lnTo>
                    <a:pt x="2795188" y="2100097"/>
                  </a:lnTo>
                  <a:lnTo>
                    <a:pt x="2792511" y="2140377"/>
                  </a:lnTo>
                  <a:lnTo>
                    <a:pt x="2789071" y="2181099"/>
                  </a:lnTo>
                  <a:lnTo>
                    <a:pt x="2784867" y="2222261"/>
                  </a:lnTo>
                  <a:lnTo>
                    <a:pt x="2779901" y="2263863"/>
                  </a:lnTo>
                  <a:lnTo>
                    <a:pt x="2774173" y="2305903"/>
                  </a:lnTo>
                  <a:lnTo>
                    <a:pt x="2767683" y="2348381"/>
                  </a:lnTo>
                  <a:lnTo>
                    <a:pt x="2760431" y="2391295"/>
                  </a:lnTo>
                  <a:lnTo>
                    <a:pt x="2752418" y="2434644"/>
                  </a:lnTo>
                  <a:lnTo>
                    <a:pt x="2743645" y="2478426"/>
                  </a:lnTo>
                  <a:lnTo>
                    <a:pt x="2734110" y="2522641"/>
                  </a:lnTo>
                  <a:lnTo>
                    <a:pt x="2723816" y="2567288"/>
                  </a:lnTo>
                  <a:lnTo>
                    <a:pt x="2712762" y="2612365"/>
                  </a:lnTo>
                  <a:lnTo>
                    <a:pt x="2700948" y="2657872"/>
                  </a:lnTo>
                  <a:lnTo>
                    <a:pt x="2688376" y="2703806"/>
                  </a:lnTo>
                  <a:lnTo>
                    <a:pt x="2675044" y="2750168"/>
                  </a:lnTo>
                  <a:lnTo>
                    <a:pt x="2660954" y="2796955"/>
                  </a:lnTo>
                  <a:lnTo>
                    <a:pt x="2646106" y="2844168"/>
                  </a:lnTo>
                  <a:lnTo>
                    <a:pt x="2630501" y="2891803"/>
                  </a:lnTo>
                  <a:lnTo>
                    <a:pt x="2614138" y="2939861"/>
                  </a:lnTo>
                  <a:lnTo>
                    <a:pt x="2597018" y="2988340"/>
                  </a:lnTo>
                  <a:lnTo>
                    <a:pt x="2579142" y="3037240"/>
                  </a:lnTo>
                  <a:lnTo>
                    <a:pt x="2560509" y="3086558"/>
                  </a:lnTo>
                  <a:lnTo>
                    <a:pt x="2541121" y="3136294"/>
                  </a:lnTo>
                  <a:lnTo>
                    <a:pt x="2520976" y="3186447"/>
                  </a:lnTo>
                  <a:lnTo>
                    <a:pt x="2500077" y="3237016"/>
                  </a:lnTo>
                  <a:lnTo>
                    <a:pt x="2478423" y="3287999"/>
                  </a:lnTo>
                  <a:lnTo>
                    <a:pt x="2456014" y="3339395"/>
                  </a:lnTo>
                  <a:lnTo>
                    <a:pt x="2432851" y="3391203"/>
                  </a:lnTo>
                  <a:lnTo>
                    <a:pt x="2408934" y="3443422"/>
                  </a:lnTo>
                  <a:lnTo>
                    <a:pt x="2384264" y="3496051"/>
                  </a:lnTo>
                  <a:lnTo>
                    <a:pt x="2358840" y="3549089"/>
                  </a:lnTo>
                  <a:lnTo>
                    <a:pt x="2332664" y="3602535"/>
                  </a:lnTo>
                  <a:lnTo>
                    <a:pt x="2305736" y="3656386"/>
                  </a:lnTo>
                  <a:lnTo>
                    <a:pt x="2278055" y="3710643"/>
                  </a:lnTo>
                  <a:lnTo>
                    <a:pt x="2249623" y="3765304"/>
                  </a:lnTo>
                  <a:lnTo>
                    <a:pt x="2220439" y="3820369"/>
                  </a:lnTo>
                  <a:lnTo>
                    <a:pt x="2190504" y="3875834"/>
                  </a:lnTo>
                  <a:lnTo>
                    <a:pt x="2159819" y="3931701"/>
                  </a:lnTo>
                  <a:lnTo>
                    <a:pt x="2128384" y="3987967"/>
                  </a:lnTo>
                  <a:lnTo>
                    <a:pt x="2096198" y="4044632"/>
                  </a:lnTo>
                  <a:lnTo>
                    <a:pt x="2053779" y="4117966"/>
                  </a:lnTo>
                  <a:lnTo>
                    <a:pt x="2010130" y="4191951"/>
                  </a:lnTo>
                  <a:lnTo>
                    <a:pt x="1965257" y="4266583"/>
                  </a:lnTo>
                  <a:lnTo>
                    <a:pt x="1919161" y="4341857"/>
                  </a:lnTo>
                  <a:lnTo>
                    <a:pt x="1871848" y="4417768"/>
                  </a:lnTo>
                  <a:lnTo>
                    <a:pt x="1823320" y="4494310"/>
                  </a:lnTo>
                  <a:lnTo>
                    <a:pt x="1773581" y="4571478"/>
                  </a:lnTo>
                  <a:lnTo>
                    <a:pt x="1722636" y="4649267"/>
                  </a:lnTo>
                  <a:lnTo>
                    <a:pt x="1670488" y="4727673"/>
                  </a:lnTo>
                  <a:lnTo>
                    <a:pt x="1617140" y="4806689"/>
                  </a:lnTo>
                  <a:lnTo>
                    <a:pt x="1562596" y="4886312"/>
                  </a:lnTo>
                  <a:lnTo>
                    <a:pt x="1506861" y="4966535"/>
                  </a:lnTo>
                  <a:lnTo>
                    <a:pt x="1449938" y="5047353"/>
                  </a:lnTo>
                  <a:lnTo>
                    <a:pt x="1391829" y="5128763"/>
                  </a:lnTo>
                  <a:lnTo>
                    <a:pt x="1332541" y="5210757"/>
                  </a:lnTo>
                  <a:lnTo>
                    <a:pt x="1272075" y="5293332"/>
                  </a:lnTo>
                  <a:lnTo>
                    <a:pt x="1210436" y="5376482"/>
                  </a:lnTo>
                  <a:lnTo>
                    <a:pt x="1147627" y="5460202"/>
                  </a:lnTo>
                  <a:lnTo>
                    <a:pt x="1083652" y="5544487"/>
                  </a:lnTo>
                  <a:lnTo>
                    <a:pt x="1018516" y="5629331"/>
                  </a:lnTo>
                  <a:lnTo>
                    <a:pt x="952220" y="5714731"/>
                  </a:lnTo>
                  <a:lnTo>
                    <a:pt x="884771" y="5800680"/>
                  </a:lnTo>
                  <a:lnTo>
                    <a:pt x="816170" y="5887173"/>
                  </a:lnTo>
                  <a:lnTo>
                    <a:pt x="746422" y="5974206"/>
                  </a:lnTo>
                  <a:lnTo>
                    <a:pt x="675530" y="6061773"/>
                  </a:lnTo>
                  <a:lnTo>
                    <a:pt x="603499" y="6149869"/>
                  </a:lnTo>
                  <a:lnTo>
                    <a:pt x="530331" y="6238489"/>
                  </a:lnTo>
                  <a:lnTo>
                    <a:pt x="456032" y="6327628"/>
                  </a:lnTo>
                  <a:lnTo>
                    <a:pt x="380603" y="6417280"/>
                  </a:lnTo>
                  <a:lnTo>
                    <a:pt x="304050" y="6507441"/>
                  </a:lnTo>
                  <a:lnTo>
                    <a:pt x="202709" y="6625562"/>
                  </a:lnTo>
                  <a:lnTo>
                    <a:pt x="101315" y="6742398"/>
                  </a:lnTo>
                  <a:lnTo>
                    <a:pt x="0" y="6857860"/>
                  </a:lnTo>
                  <a:lnTo>
                    <a:pt x="61201" y="6857860"/>
                  </a:lnTo>
                  <a:lnTo>
                    <a:pt x="95873" y="6818374"/>
                  </a:lnTo>
                  <a:lnTo>
                    <a:pt x="199966" y="6698967"/>
                  </a:lnTo>
                  <a:lnTo>
                    <a:pt x="304054" y="6578177"/>
                  </a:lnTo>
                  <a:lnTo>
                    <a:pt x="415467" y="6447231"/>
                  </a:lnTo>
                  <a:lnTo>
                    <a:pt x="491086" y="6357354"/>
                  </a:lnTo>
                  <a:lnTo>
                    <a:pt x="565575" y="6267988"/>
                  </a:lnTo>
                  <a:lnTo>
                    <a:pt x="638930" y="6179141"/>
                  </a:lnTo>
                  <a:lnTo>
                    <a:pt x="711148" y="6090817"/>
                  </a:lnTo>
                  <a:lnTo>
                    <a:pt x="782225" y="6003020"/>
                  </a:lnTo>
                  <a:lnTo>
                    <a:pt x="852156" y="5915757"/>
                  </a:lnTo>
                  <a:lnTo>
                    <a:pt x="920939" y="5829032"/>
                  </a:lnTo>
                  <a:lnTo>
                    <a:pt x="988569" y="5742851"/>
                  </a:lnTo>
                  <a:lnTo>
                    <a:pt x="1055044" y="5657218"/>
                  </a:lnTo>
                  <a:lnTo>
                    <a:pt x="1120358" y="5572139"/>
                  </a:lnTo>
                  <a:lnTo>
                    <a:pt x="1184508" y="5487619"/>
                  </a:lnTo>
                  <a:lnTo>
                    <a:pt x="1247491" y="5403662"/>
                  </a:lnTo>
                  <a:lnTo>
                    <a:pt x="1309303" y="5320275"/>
                  </a:lnTo>
                  <a:lnTo>
                    <a:pt x="1369941" y="5237462"/>
                  </a:lnTo>
                  <a:lnTo>
                    <a:pt x="1429399" y="5155228"/>
                  </a:lnTo>
                  <a:lnTo>
                    <a:pt x="1487675" y="5073579"/>
                  </a:lnTo>
                  <a:lnTo>
                    <a:pt x="1544765" y="4992519"/>
                  </a:lnTo>
                  <a:lnTo>
                    <a:pt x="1600666" y="4912054"/>
                  </a:lnTo>
                  <a:lnTo>
                    <a:pt x="1655373" y="4832189"/>
                  </a:lnTo>
                  <a:lnTo>
                    <a:pt x="1708882" y="4752929"/>
                  </a:lnTo>
                  <a:lnTo>
                    <a:pt x="1761191" y="4674279"/>
                  </a:lnTo>
                  <a:lnTo>
                    <a:pt x="1812294" y="4596244"/>
                  </a:lnTo>
                  <a:lnTo>
                    <a:pt x="1862190" y="4518829"/>
                  </a:lnTo>
                  <a:lnTo>
                    <a:pt x="1910873" y="4442040"/>
                  </a:lnTo>
                  <a:lnTo>
                    <a:pt x="1958340" y="4365882"/>
                  </a:lnTo>
                  <a:lnTo>
                    <a:pt x="2004587" y="4290359"/>
                  </a:lnTo>
                  <a:lnTo>
                    <a:pt x="2049611" y="4215478"/>
                  </a:lnTo>
                  <a:lnTo>
                    <a:pt x="2093408" y="4141242"/>
                  </a:lnTo>
                  <a:lnTo>
                    <a:pt x="2135974" y="4067657"/>
                  </a:lnTo>
                  <a:lnTo>
                    <a:pt x="2168466" y="4010452"/>
                  </a:lnTo>
                  <a:lnTo>
                    <a:pt x="2200201" y="3953643"/>
                  </a:lnTo>
                  <a:lnTo>
                    <a:pt x="2231177" y="3897232"/>
                  </a:lnTo>
                  <a:lnTo>
                    <a:pt x="2261395" y="3841220"/>
                  </a:lnTo>
                  <a:lnTo>
                    <a:pt x="2290854" y="3785608"/>
                  </a:lnTo>
                  <a:lnTo>
                    <a:pt x="2319554" y="3730397"/>
                  </a:lnTo>
                  <a:lnTo>
                    <a:pt x="2347495" y="3675588"/>
                  </a:lnTo>
                  <a:lnTo>
                    <a:pt x="2374676" y="3621183"/>
                  </a:lnTo>
                  <a:lnTo>
                    <a:pt x="2401096" y="3567183"/>
                  </a:lnTo>
                  <a:lnTo>
                    <a:pt x="2426756" y="3513588"/>
                  </a:lnTo>
                  <a:lnTo>
                    <a:pt x="2451655" y="3460401"/>
                  </a:lnTo>
                  <a:lnTo>
                    <a:pt x="2475793" y="3407621"/>
                  </a:lnTo>
                  <a:lnTo>
                    <a:pt x="2499170" y="3355251"/>
                  </a:lnTo>
                  <a:lnTo>
                    <a:pt x="2521784" y="3303291"/>
                  </a:lnTo>
                  <a:lnTo>
                    <a:pt x="2543636" y="3251743"/>
                  </a:lnTo>
                  <a:lnTo>
                    <a:pt x="2564726" y="3200608"/>
                  </a:lnTo>
                  <a:lnTo>
                    <a:pt x="2585052" y="3149886"/>
                  </a:lnTo>
                  <a:lnTo>
                    <a:pt x="2604616" y="3099580"/>
                  </a:lnTo>
                  <a:lnTo>
                    <a:pt x="2623415" y="3049690"/>
                  </a:lnTo>
                  <a:lnTo>
                    <a:pt x="2641450" y="3000217"/>
                  </a:lnTo>
                  <a:lnTo>
                    <a:pt x="2658721" y="2951162"/>
                  </a:lnTo>
                  <a:lnTo>
                    <a:pt x="2675227" y="2902528"/>
                  </a:lnTo>
                  <a:lnTo>
                    <a:pt x="2690968" y="2854314"/>
                  </a:lnTo>
                  <a:lnTo>
                    <a:pt x="2705944" y="2806522"/>
                  </a:lnTo>
                  <a:lnTo>
                    <a:pt x="2720154" y="2759153"/>
                  </a:lnTo>
                  <a:lnTo>
                    <a:pt x="2733597" y="2712208"/>
                  </a:lnTo>
                  <a:lnTo>
                    <a:pt x="2746274" y="2665689"/>
                  </a:lnTo>
                  <a:lnTo>
                    <a:pt x="2758184" y="2619597"/>
                  </a:lnTo>
                  <a:lnTo>
                    <a:pt x="2769327" y="2573932"/>
                  </a:lnTo>
                  <a:lnTo>
                    <a:pt x="2779702" y="2528696"/>
                  </a:lnTo>
                  <a:lnTo>
                    <a:pt x="2789310" y="2483891"/>
                  </a:lnTo>
                  <a:lnTo>
                    <a:pt x="2798149" y="2439516"/>
                  </a:lnTo>
                  <a:lnTo>
                    <a:pt x="2806219" y="2395574"/>
                  </a:lnTo>
                  <a:lnTo>
                    <a:pt x="2813520" y="2352065"/>
                  </a:lnTo>
                  <a:lnTo>
                    <a:pt x="2820052" y="2308991"/>
                  </a:lnTo>
                  <a:lnTo>
                    <a:pt x="2825814" y="2266353"/>
                  </a:lnTo>
                  <a:lnTo>
                    <a:pt x="2830806" y="2224152"/>
                  </a:lnTo>
                  <a:lnTo>
                    <a:pt x="2835028" y="2182389"/>
                  </a:lnTo>
                  <a:lnTo>
                    <a:pt x="2838479" y="2141066"/>
                  </a:lnTo>
                  <a:lnTo>
                    <a:pt x="2841158" y="2100183"/>
                  </a:lnTo>
                  <a:lnTo>
                    <a:pt x="2843067" y="2059741"/>
                  </a:lnTo>
                  <a:lnTo>
                    <a:pt x="2844203" y="2019742"/>
                  </a:lnTo>
                  <a:lnTo>
                    <a:pt x="2844567" y="1980187"/>
                  </a:lnTo>
                  <a:lnTo>
                    <a:pt x="2844158" y="1941077"/>
                  </a:lnTo>
                  <a:lnTo>
                    <a:pt x="2842977" y="1902414"/>
                  </a:lnTo>
                  <a:lnTo>
                    <a:pt x="2841022" y="1864198"/>
                  </a:lnTo>
                  <a:lnTo>
                    <a:pt x="2834792" y="1789112"/>
                  </a:lnTo>
                  <a:lnTo>
                    <a:pt x="2828506" y="1734170"/>
                  </a:lnTo>
                  <a:lnTo>
                    <a:pt x="2821237" y="1679874"/>
                  </a:lnTo>
                  <a:lnTo>
                    <a:pt x="2812985" y="1626226"/>
                  </a:lnTo>
                  <a:lnTo>
                    <a:pt x="2803753" y="1573230"/>
                  </a:lnTo>
                  <a:lnTo>
                    <a:pt x="2793542" y="1520888"/>
                  </a:lnTo>
                  <a:lnTo>
                    <a:pt x="2782352" y="1469204"/>
                  </a:lnTo>
                  <a:lnTo>
                    <a:pt x="2770186" y="1418181"/>
                  </a:lnTo>
                  <a:lnTo>
                    <a:pt x="2757044" y="1367821"/>
                  </a:lnTo>
                  <a:lnTo>
                    <a:pt x="2742928" y="1318128"/>
                  </a:lnTo>
                  <a:lnTo>
                    <a:pt x="2727840" y="1269104"/>
                  </a:lnTo>
                  <a:lnTo>
                    <a:pt x="2711780" y="1220754"/>
                  </a:lnTo>
                  <a:lnTo>
                    <a:pt x="2694750" y="1173079"/>
                  </a:lnTo>
                  <a:lnTo>
                    <a:pt x="2676751" y="1126083"/>
                  </a:lnTo>
                  <a:lnTo>
                    <a:pt x="2657785" y="1079769"/>
                  </a:lnTo>
                  <a:lnTo>
                    <a:pt x="2637853" y="1034139"/>
                  </a:lnTo>
                  <a:lnTo>
                    <a:pt x="2616956" y="989198"/>
                  </a:lnTo>
                  <a:lnTo>
                    <a:pt x="2595096" y="944948"/>
                  </a:lnTo>
                  <a:lnTo>
                    <a:pt x="2572274" y="901391"/>
                  </a:lnTo>
                  <a:lnTo>
                    <a:pt x="2548490" y="858532"/>
                  </a:lnTo>
                  <a:lnTo>
                    <a:pt x="2523748" y="816373"/>
                  </a:lnTo>
                  <a:lnTo>
                    <a:pt x="2498047" y="774917"/>
                  </a:lnTo>
                  <a:lnTo>
                    <a:pt x="2471390" y="734167"/>
                  </a:lnTo>
                  <a:lnTo>
                    <a:pt x="2443777" y="694127"/>
                  </a:lnTo>
                  <a:lnTo>
                    <a:pt x="2415210" y="654799"/>
                  </a:lnTo>
                  <a:lnTo>
                    <a:pt x="2385690" y="616186"/>
                  </a:lnTo>
                  <a:lnTo>
                    <a:pt x="2355219" y="578291"/>
                  </a:lnTo>
                  <a:lnTo>
                    <a:pt x="2323798" y="541117"/>
                  </a:lnTo>
                  <a:lnTo>
                    <a:pt x="2291428" y="504669"/>
                  </a:lnTo>
                  <a:lnTo>
                    <a:pt x="2258110" y="468947"/>
                  </a:lnTo>
                  <a:lnTo>
                    <a:pt x="2224054" y="434156"/>
                  </a:lnTo>
                  <a:lnTo>
                    <a:pt x="2189069" y="400082"/>
                  </a:lnTo>
                  <a:lnTo>
                    <a:pt x="2153158" y="366730"/>
                  </a:lnTo>
                  <a:lnTo>
                    <a:pt x="2116328" y="334102"/>
                  </a:lnTo>
                  <a:lnTo>
                    <a:pt x="2078582" y="302200"/>
                  </a:lnTo>
                  <a:lnTo>
                    <a:pt x="2039925" y="271027"/>
                  </a:lnTo>
                  <a:lnTo>
                    <a:pt x="2000362" y="240586"/>
                  </a:lnTo>
                  <a:lnTo>
                    <a:pt x="1959897" y="210880"/>
                  </a:lnTo>
                  <a:lnTo>
                    <a:pt x="1918535" y="181911"/>
                  </a:lnTo>
                  <a:lnTo>
                    <a:pt x="1876281" y="153682"/>
                  </a:lnTo>
                  <a:lnTo>
                    <a:pt x="1833139" y="126195"/>
                  </a:lnTo>
                  <a:lnTo>
                    <a:pt x="1789114" y="99454"/>
                  </a:lnTo>
                  <a:lnTo>
                    <a:pt x="1744211" y="73462"/>
                  </a:lnTo>
                  <a:lnTo>
                    <a:pt x="1698434" y="48220"/>
                  </a:lnTo>
                  <a:lnTo>
                    <a:pt x="1651787" y="23731"/>
                  </a:lnTo>
                  <a:lnTo>
                    <a:pt x="1604276" y="0"/>
                  </a:lnTo>
                  <a:close/>
                </a:path>
              </a:pathLst>
            </a:custGeom>
            <a:solidFill>
              <a:srgbClr val="100A30">
                <a:alpha val="5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4E3714B9-868A-B544-A6F7-25087E472E46}"/>
                </a:ext>
              </a:extLst>
            </p:cNvPr>
            <p:cNvSpPr/>
            <p:nvPr/>
          </p:nvSpPr>
          <p:spPr>
            <a:xfrm>
              <a:off x="5275055" y="144"/>
              <a:ext cx="2783840" cy="6858000"/>
            </a:xfrm>
            <a:custGeom>
              <a:avLst/>
              <a:gdLst/>
              <a:ahLst/>
              <a:cxnLst/>
              <a:rect l="l" t="t" r="r" b="b"/>
              <a:pathLst>
                <a:path w="2783840" h="6858000">
                  <a:moveTo>
                    <a:pt x="1672399" y="0"/>
                  </a:moveTo>
                  <a:lnTo>
                    <a:pt x="1602867" y="0"/>
                  </a:lnTo>
                  <a:lnTo>
                    <a:pt x="1647432" y="25235"/>
                  </a:lnTo>
                  <a:lnTo>
                    <a:pt x="1691170" y="51172"/>
                  </a:lnTo>
                  <a:lnTo>
                    <a:pt x="1734076" y="77808"/>
                  </a:lnTo>
                  <a:lnTo>
                    <a:pt x="1776145" y="105142"/>
                  </a:lnTo>
                  <a:lnTo>
                    <a:pt x="1817373" y="133170"/>
                  </a:lnTo>
                  <a:lnTo>
                    <a:pt x="1857754" y="161892"/>
                  </a:lnTo>
                  <a:lnTo>
                    <a:pt x="1897284" y="191306"/>
                  </a:lnTo>
                  <a:lnTo>
                    <a:pt x="1935958" y="221409"/>
                  </a:lnTo>
                  <a:lnTo>
                    <a:pt x="1973771" y="252200"/>
                  </a:lnTo>
                  <a:lnTo>
                    <a:pt x="2010719" y="283678"/>
                  </a:lnTo>
                  <a:lnTo>
                    <a:pt x="2046795" y="315839"/>
                  </a:lnTo>
                  <a:lnTo>
                    <a:pt x="2081997" y="348682"/>
                  </a:lnTo>
                  <a:lnTo>
                    <a:pt x="2116318" y="382205"/>
                  </a:lnTo>
                  <a:lnTo>
                    <a:pt x="2149754" y="416407"/>
                  </a:lnTo>
                  <a:lnTo>
                    <a:pt x="2182683" y="451705"/>
                  </a:lnTo>
                  <a:lnTo>
                    <a:pt x="2214708" y="487703"/>
                  </a:lnTo>
                  <a:lnTo>
                    <a:pt x="2245827" y="524396"/>
                  </a:lnTo>
                  <a:lnTo>
                    <a:pt x="2276040" y="561783"/>
                  </a:lnTo>
                  <a:lnTo>
                    <a:pt x="2305345" y="599860"/>
                  </a:lnTo>
                  <a:lnTo>
                    <a:pt x="2333740" y="638626"/>
                  </a:lnTo>
                  <a:lnTo>
                    <a:pt x="2361226" y="678076"/>
                  </a:lnTo>
                  <a:lnTo>
                    <a:pt x="2387800" y="718208"/>
                  </a:lnTo>
                  <a:lnTo>
                    <a:pt x="2413461" y="759020"/>
                  </a:lnTo>
                  <a:lnTo>
                    <a:pt x="2438208" y="800508"/>
                  </a:lnTo>
                  <a:lnTo>
                    <a:pt x="2462039" y="842670"/>
                  </a:lnTo>
                  <a:lnTo>
                    <a:pt x="2484955" y="885502"/>
                  </a:lnTo>
                  <a:lnTo>
                    <a:pt x="2506952" y="929003"/>
                  </a:lnTo>
                  <a:lnTo>
                    <a:pt x="2528031" y="973169"/>
                  </a:lnTo>
                  <a:lnTo>
                    <a:pt x="2548189" y="1017998"/>
                  </a:lnTo>
                  <a:lnTo>
                    <a:pt x="2567427" y="1063487"/>
                  </a:lnTo>
                  <a:lnTo>
                    <a:pt x="2585741" y="1109632"/>
                  </a:lnTo>
                  <a:lnTo>
                    <a:pt x="2603132" y="1156431"/>
                  </a:lnTo>
                  <a:lnTo>
                    <a:pt x="2619597" y="1203882"/>
                  </a:lnTo>
                  <a:lnTo>
                    <a:pt x="2635137" y="1251981"/>
                  </a:lnTo>
                  <a:lnTo>
                    <a:pt x="2649748" y="1300725"/>
                  </a:lnTo>
                  <a:lnTo>
                    <a:pt x="2663431" y="1350113"/>
                  </a:lnTo>
                  <a:lnTo>
                    <a:pt x="2676184" y="1400140"/>
                  </a:lnTo>
                  <a:lnTo>
                    <a:pt x="2688006" y="1450805"/>
                  </a:lnTo>
                  <a:lnTo>
                    <a:pt x="2698896" y="1502104"/>
                  </a:lnTo>
                  <a:lnTo>
                    <a:pt x="2708851" y="1554035"/>
                  </a:lnTo>
                  <a:lnTo>
                    <a:pt x="2717872" y="1606594"/>
                  </a:lnTo>
                  <a:lnTo>
                    <a:pt x="2725957" y="1659780"/>
                  </a:lnTo>
                  <a:lnTo>
                    <a:pt x="2733104" y="1713588"/>
                  </a:lnTo>
                  <a:lnTo>
                    <a:pt x="2739313" y="1768017"/>
                  </a:lnTo>
                  <a:lnTo>
                    <a:pt x="2745514" y="1842068"/>
                  </a:lnTo>
                  <a:lnTo>
                    <a:pt x="2748767" y="1917847"/>
                  </a:lnTo>
                  <a:lnTo>
                    <a:pt x="2749289" y="1956382"/>
                  </a:lnTo>
                  <a:lnTo>
                    <a:pt x="2749076" y="1995346"/>
                  </a:lnTo>
                  <a:lnTo>
                    <a:pt x="2748127" y="2034738"/>
                  </a:lnTo>
                  <a:lnTo>
                    <a:pt x="2746443" y="2074556"/>
                  </a:lnTo>
                  <a:lnTo>
                    <a:pt x="2744024" y="2114801"/>
                  </a:lnTo>
                  <a:lnTo>
                    <a:pt x="2740870" y="2155470"/>
                  </a:lnTo>
                  <a:lnTo>
                    <a:pt x="2736982" y="2196562"/>
                  </a:lnTo>
                  <a:lnTo>
                    <a:pt x="2732361" y="2238077"/>
                  </a:lnTo>
                  <a:lnTo>
                    <a:pt x="2727006" y="2280014"/>
                  </a:lnTo>
                  <a:lnTo>
                    <a:pt x="2720917" y="2322371"/>
                  </a:lnTo>
                  <a:lnTo>
                    <a:pt x="2714096" y="2365147"/>
                  </a:lnTo>
                  <a:lnTo>
                    <a:pt x="2706542" y="2408342"/>
                  </a:lnTo>
                  <a:lnTo>
                    <a:pt x="2698256" y="2451954"/>
                  </a:lnTo>
                  <a:lnTo>
                    <a:pt x="2689238" y="2495982"/>
                  </a:lnTo>
                  <a:lnTo>
                    <a:pt x="2679489" y="2540426"/>
                  </a:lnTo>
                  <a:lnTo>
                    <a:pt x="2669008" y="2585283"/>
                  </a:lnTo>
                  <a:lnTo>
                    <a:pt x="2657796" y="2630554"/>
                  </a:lnTo>
                  <a:lnTo>
                    <a:pt x="2645854" y="2676237"/>
                  </a:lnTo>
                  <a:lnTo>
                    <a:pt x="2633181" y="2722331"/>
                  </a:lnTo>
                  <a:lnTo>
                    <a:pt x="2619778" y="2768834"/>
                  </a:lnTo>
                  <a:lnTo>
                    <a:pt x="2605646" y="2815747"/>
                  </a:lnTo>
                  <a:lnTo>
                    <a:pt x="2590784" y="2863067"/>
                  </a:lnTo>
                  <a:lnTo>
                    <a:pt x="2575193" y="2910794"/>
                  </a:lnTo>
                  <a:lnTo>
                    <a:pt x="2558874" y="2958927"/>
                  </a:lnTo>
                  <a:lnTo>
                    <a:pt x="2541826" y="3007464"/>
                  </a:lnTo>
                  <a:lnTo>
                    <a:pt x="2524051" y="3056405"/>
                  </a:lnTo>
                  <a:lnTo>
                    <a:pt x="2505547" y="3105749"/>
                  </a:lnTo>
                  <a:lnTo>
                    <a:pt x="2486317" y="3155494"/>
                  </a:lnTo>
                  <a:lnTo>
                    <a:pt x="2466359" y="3205639"/>
                  </a:lnTo>
                  <a:lnTo>
                    <a:pt x="2445674" y="3256184"/>
                  </a:lnTo>
                  <a:lnTo>
                    <a:pt x="2424263" y="3307127"/>
                  </a:lnTo>
                  <a:lnTo>
                    <a:pt x="2402126" y="3358467"/>
                  </a:lnTo>
                  <a:lnTo>
                    <a:pt x="2379263" y="3410204"/>
                  </a:lnTo>
                  <a:lnTo>
                    <a:pt x="2355675" y="3462336"/>
                  </a:lnTo>
                  <a:lnTo>
                    <a:pt x="2331362" y="3514862"/>
                  </a:lnTo>
                  <a:lnTo>
                    <a:pt x="2306323" y="3567780"/>
                  </a:lnTo>
                  <a:lnTo>
                    <a:pt x="2280561" y="3621091"/>
                  </a:lnTo>
                  <a:lnTo>
                    <a:pt x="2254074" y="3674793"/>
                  </a:lnTo>
                  <a:lnTo>
                    <a:pt x="2226863" y="3728885"/>
                  </a:lnTo>
                  <a:lnTo>
                    <a:pt x="2198929" y="3783366"/>
                  </a:lnTo>
                  <a:lnTo>
                    <a:pt x="2170272" y="3838234"/>
                  </a:lnTo>
                  <a:lnTo>
                    <a:pt x="2140892" y="3893489"/>
                  </a:lnTo>
                  <a:lnTo>
                    <a:pt x="2110789" y="3949130"/>
                  </a:lnTo>
                  <a:lnTo>
                    <a:pt x="2079965" y="4005155"/>
                  </a:lnTo>
                  <a:lnTo>
                    <a:pt x="2048418" y="4061564"/>
                  </a:lnTo>
                  <a:lnTo>
                    <a:pt x="2016150" y="4118355"/>
                  </a:lnTo>
                  <a:lnTo>
                    <a:pt x="1974045" y="4191180"/>
                  </a:lnTo>
                  <a:lnTo>
                    <a:pt x="1930777" y="4264621"/>
                  </a:lnTo>
                  <a:lnTo>
                    <a:pt x="1886349" y="4338674"/>
                  </a:lnTo>
                  <a:lnTo>
                    <a:pt x="1840766" y="4413334"/>
                  </a:lnTo>
                  <a:lnTo>
                    <a:pt x="1794030" y="4488597"/>
                  </a:lnTo>
                  <a:lnTo>
                    <a:pt x="1746145" y="4564459"/>
                  </a:lnTo>
                  <a:lnTo>
                    <a:pt x="1697114" y="4640913"/>
                  </a:lnTo>
                  <a:lnTo>
                    <a:pt x="1646941" y="4717957"/>
                  </a:lnTo>
                  <a:lnTo>
                    <a:pt x="1595629" y="4795585"/>
                  </a:lnTo>
                  <a:lnTo>
                    <a:pt x="1543180" y="4873793"/>
                  </a:lnTo>
                  <a:lnTo>
                    <a:pt x="1489600" y="4952576"/>
                  </a:lnTo>
                  <a:lnTo>
                    <a:pt x="1434890" y="5031929"/>
                  </a:lnTo>
                  <a:lnTo>
                    <a:pt x="1379054" y="5111848"/>
                  </a:lnTo>
                  <a:lnTo>
                    <a:pt x="1322097" y="5192328"/>
                  </a:lnTo>
                  <a:lnTo>
                    <a:pt x="1264020" y="5273366"/>
                  </a:lnTo>
                  <a:lnTo>
                    <a:pt x="1204827" y="5354955"/>
                  </a:lnTo>
                  <a:lnTo>
                    <a:pt x="1144522" y="5437091"/>
                  </a:lnTo>
                  <a:lnTo>
                    <a:pt x="1083109" y="5519771"/>
                  </a:lnTo>
                  <a:lnTo>
                    <a:pt x="1020589" y="5602988"/>
                  </a:lnTo>
                  <a:lnTo>
                    <a:pt x="956967" y="5686739"/>
                  </a:lnTo>
                  <a:lnTo>
                    <a:pt x="892247" y="5771020"/>
                  </a:lnTo>
                  <a:lnTo>
                    <a:pt x="826431" y="5855824"/>
                  </a:lnTo>
                  <a:lnTo>
                    <a:pt x="759523" y="5941149"/>
                  </a:lnTo>
                  <a:lnTo>
                    <a:pt x="691526" y="6026988"/>
                  </a:lnTo>
                  <a:lnTo>
                    <a:pt x="622443" y="6113338"/>
                  </a:lnTo>
                  <a:lnTo>
                    <a:pt x="552278" y="6200194"/>
                  </a:lnTo>
                  <a:lnTo>
                    <a:pt x="481035" y="6287552"/>
                  </a:lnTo>
                  <a:lnTo>
                    <a:pt x="408716" y="6375406"/>
                  </a:lnTo>
                  <a:lnTo>
                    <a:pt x="335325" y="6463752"/>
                  </a:lnTo>
                  <a:lnTo>
                    <a:pt x="223236" y="6597184"/>
                  </a:lnTo>
                  <a:lnTo>
                    <a:pt x="110408" y="6729758"/>
                  </a:lnTo>
                  <a:lnTo>
                    <a:pt x="0" y="6857860"/>
                  </a:lnTo>
                  <a:lnTo>
                    <a:pt x="45643" y="6857860"/>
                  </a:lnTo>
                  <a:lnTo>
                    <a:pt x="141320" y="6746669"/>
                  </a:lnTo>
                  <a:lnTo>
                    <a:pt x="249383" y="6619656"/>
                  </a:lnTo>
                  <a:lnTo>
                    <a:pt x="361676" y="6485984"/>
                  </a:lnTo>
                  <a:lnTo>
                    <a:pt x="435202" y="6397477"/>
                  </a:lnTo>
                  <a:lnTo>
                    <a:pt x="507654" y="6309462"/>
                  </a:lnTo>
                  <a:lnTo>
                    <a:pt x="579030" y="6221942"/>
                  </a:lnTo>
                  <a:lnTo>
                    <a:pt x="649326" y="6134922"/>
                  </a:lnTo>
                  <a:lnTo>
                    <a:pt x="718539" y="6048408"/>
                  </a:lnTo>
                  <a:lnTo>
                    <a:pt x="786666" y="5962403"/>
                  </a:lnTo>
                  <a:lnTo>
                    <a:pt x="853702" y="5876913"/>
                  </a:lnTo>
                  <a:lnTo>
                    <a:pt x="919646" y="5791942"/>
                  </a:lnTo>
                  <a:lnTo>
                    <a:pt x="984492" y="5707495"/>
                  </a:lnTo>
                  <a:lnTo>
                    <a:pt x="1048239" y="5623575"/>
                  </a:lnTo>
                  <a:lnTo>
                    <a:pt x="1110883" y="5540189"/>
                  </a:lnTo>
                  <a:lnTo>
                    <a:pt x="1172419" y="5457340"/>
                  </a:lnTo>
                  <a:lnTo>
                    <a:pt x="1232846" y="5375033"/>
                  </a:lnTo>
                  <a:lnTo>
                    <a:pt x="1292160" y="5293273"/>
                  </a:lnTo>
                  <a:lnTo>
                    <a:pt x="1350357" y="5212064"/>
                  </a:lnTo>
                  <a:lnTo>
                    <a:pt x="1407434" y="5131411"/>
                  </a:lnTo>
                  <a:lnTo>
                    <a:pt x="1463387" y="5051319"/>
                  </a:lnTo>
                  <a:lnTo>
                    <a:pt x="1518214" y="4971792"/>
                  </a:lnTo>
                  <a:lnTo>
                    <a:pt x="1571910" y="4892834"/>
                  </a:lnTo>
                  <a:lnTo>
                    <a:pt x="1624473" y="4814451"/>
                  </a:lnTo>
                  <a:lnTo>
                    <a:pt x="1675899" y="4736647"/>
                  </a:lnTo>
                  <a:lnTo>
                    <a:pt x="1726186" y="4659427"/>
                  </a:lnTo>
                  <a:lnTo>
                    <a:pt x="1775328" y="4582795"/>
                  </a:lnTo>
                  <a:lnTo>
                    <a:pt x="1823324" y="4506756"/>
                  </a:lnTo>
                  <a:lnTo>
                    <a:pt x="1870169" y="4431314"/>
                  </a:lnTo>
                  <a:lnTo>
                    <a:pt x="1915861" y="4356475"/>
                  </a:lnTo>
                  <a:lnTo>
                    <a:pt x="1960396" y="4282242"/>
                  </a:lnTo>
                  <a:lnTo>
                    <a:pt x="2003771" y="4208620"/>
                  </a:lnTo>
                  <a:lnTo>
                    <a:pt x="2045982" y="4135615"/>
                  </a:lnTo>
                  <a:lnTo>
                    <a:pt x="2078470" y="4078435"/>
                  </a:lnTo>
                  <a:lnTo>
                    <a:pt x="2110231" y="4021636"/>
                  </a:lnTo>
                  <a:lnTo>
                    <a:pt x="2141266" y="3965220"/>
                  </a:lnTo>
                  <a:lnTo>
                    <a:pt x="2171572" y="3909186"/>
                  </a:lnTo>
                  <a:lnTo>
                    <a:pt x="2201151" y="3853538"/>
                  </a:lnTo>
                  <a:lnTo>
                    <a:pt x="2230002" y="3798274"/>
                  </a:lnTo>
                  <a:lnTo>
                    <a:pt x="2258124" y="3743398"/>
                  </a:lnTo>
                  <a:lnTo>
                    <a:pt x="2285517" y="3688908"/>
                  </a:lnTo>
                  <a:lnTo>
                    <a:pt x="2312182" y="3634808"/>
                  </a:lnTo>
                  <a:lnTo>
                    <a:pt x="2338117" y="3581097"/>
                  </a:lnTo>
                  <a:lnTo>
                    <a:pt x="2363322" y="3527777"/>
                  </a:lnTo>
                  <a:lnTo>
                    <a:pt x="2387797" y="3474849"/>
                  </a:lnTo>
                  <a:lnTo>
                    <a:pt x="2411541" y="3422313"/>
                  </a:lnTo>
                  <a:lnTo>
                    <a:pt x="2434555" y="3370172"/>
                  </a:lnTo>
                  <a:lnTo>
                    <a:pt x="2456838" y="3318426"/>
                  </a:lnTo>
                  <a:lnTo>
                    <a:pt x="2478389" y="3267075"/>
                  </a:lnTo>
                  <a:lnTo>
                    <a:pt x="2499209" y="3216122"/>
                  </a:lnTo>
                  <a:lnTo>
                    <a:pt x="2519297" y="3165567"/>
                  </a:lnTo>
                  <a:lnTo>
                    <a:pt x="2538652" y="3115412"/>
                  </a:lnTo>
                  <a:lnTo>
                    <a:pt x="2557274" y="3065656"/>
                  </a:lnTo>
                  <a:lnTo>
                    <a:pt x="2575164" y="3016303"/>
                  </a:lnTo>
                  <a:lnTo>
                    <a:pt x="2592320" y="2967351"/>
                  </a:lnTo>
                  <a:lnTo>
                    <a:pt x="2608742" y="2918803"/>
                  </a:lnTo>
                  <a:lnTo>
                    <a:pt x="2624431" y="2870660"/>
                  </a:lnTo>
                  <a:lnTo>
                    <a:pt x="2639385" y="2822922"/>
                  </a:lnTo>
                  <a:lnTo>
                    <a:pt x="2653604" y="2775591"/>
                  </a:lnTo>
                  <a:lnTo>
                    <a:pt x="2667089" y="2728668"/>
                  </a:lnTo>
                  <a:lnTo>
                    <a:pt x="2679838" y="2682154"/>
                  </a:lnTo>
                  <a:lnTo>
                    <a:pt x="2691851" y="2636049"/>
                  </a:lnTo>
                  <a:lnTo>
                    <a:pt x="2703129" y="2590356"/>
                  </a:lnTo>
                  <a:lnTo>
                    <a:pt x="2713670" y="2545074"/>
                  </a:lnTo>
                  <a:lnTo>
                    <a:pt x="2723474" y="2500206"/>
                  </a:lnTo>
                  <a:lnTo>
                    <a:pt x="2732542" y="2455751"/>
                  </a:lnTo>
                  <a:lnTo>
                    <a:pt x="2740872" y="2411712"/>
                  </a:lnTo>
                  <a:lnTo>
                    <a:pt x="2748464" y="2368090"/>
                  </a:lnTo>
                  <a:lnTo>
                    <a:pt x="2755319" y="2324884"/>
                  </a:lnTo>
                  <a:lnTo>
                    <a:pt x="2761435" y="2282097"/>
                  </a:lnTo>
                  <a:lnTo>
                    <a:pt x="2766813" y="2239730"/>
                  </a:lnTo>
                  <a:lnTo>
                    <a:pt x="2771452" y="2197782"/>
                  </a:lnTo>
                  <a:lnTo>
                    <a:pt x="2775352" y="2156257"/>
                  </a:lnTo>
                  <a:lnTo>
                    <a:pt x="2778512" y="2115154"/>
                  </a:lnTo>
                  <a:lnTo>
                    <a:pt x="2780932" y="2074475"/>
                  </a:lnTo>
                  <a:lnTo>
                    <a:pt x="2782611" y="2034221"/>
                  </a:lnTo>
                  <a:lnTo>
                    <a:pt x="2783551" y="1994392"/>
                  </a:lnTo>
                  <a:lnTo>
                    <a:pt x="2783749" y="1954991"/>
                  </a:lnTo>
                  <a:lnTo>
                    <a:pt x="2783206" y="1916017"/>
                  </a:lnTo>
                  <a:lnTo>
                    <a:pt x="2781922" y="1877472"/>
                  </a:lnTo>
                  <a:lnTo>
                    <a:pt x="2779895" y="1839358"/>
                  </a:lnTo>
                  <a:lnTo>
                    <a:pt x="2773616" y="1764423"/>
                  </a:lnTo>
                  <a:lnTo>
                    <a:pt x="2767532" y="1710972"/>
                  </a:lnTo>
                  <a:lnTo>
                    <a:pt x="2760554" y="1658108"/>
                  </a:lnTo>
                  <a:lnTo>
                    <a:pt x="2752683" y="1605833"/>
                  </a:lnTo>
                  <a:lnTo>
                    <a:pt x="2743920" y="1554152"/>
                  </a:lnTo>
                  <a:lnTo>
                    <a:pt x="2734267" y="1503065"/>
                  </a:lnTo>
                  <a:lnTo>
                    <a:pt x="2723723" y="1452576"/>
                  </a:lnTo>
                  <a:lnTo>
                    <a:pt x="2712291" y="1402688"/>
                  </a:lnTo>
                  <a:lnTo>
                    <a:pt x="2699972" y="1353402"/>
                  </a:lnTo>
                  <a:lnTo>
                    <a:pt x="2686766" y="1304722"/>
                  </a:lnTo>
                  <a:lnTo>
                    <a:pt x="2672676" y="1256650"/>
                  </a:lnTo>
                  <a:lnTo>
                    <a:pt x="2657701" y="1209189"/>
                  </a:lnTo>
                  <a:lnTo>
                    <a:pt x="2641843" y="1162341"/>
                  </a:lnTo>
                  <a:lnTo>
                    <a:pt x="2625104" y="1116108"/>
                  </a:lnTo>
                  <a:lnTo>
                    <a:pt x="2607483" y="1070495"/>
                  </a:lnTo>
                  <a:lnTo>
                    <a:pt x="2588984" y="1025502"/>
                  </a:lnTo>
                  <a:lnTo>
                    <a:pt x="2569606" y="981133"/>
                  </a:lnTo>
                  <a:lnTo>
                    <a:pt x="2549350" y="937390"/>
                  </a:lnTo>
                  <a:lnTo>
                    <a:pt x="2528219" y="894276"/>
                  </a:lnTo>
                  <a:lnTo>
                    <a:pt x="2506212" y="851793"/>
                  </a:lnTo>
                  <a:lnTo>
                    <a:pt x="2483332" y="809944"/>
                  </a:lnTo>
                  <a:lnTo>
                    <a:pt x="2459578" y="768732"/>
                  </a:lnTo>
                  <a:lnTo>
                    <a:pt x="2434953" y="728158"/>
                  </a:lnTo>
                  <a:lnTo>
                    <a:pt x="2409458" y="688227"/>
                  </a:lnTo>
                  <a:lnTo>
                    <a:pt x="2383093" y="648940"/>
                  </a:lnTo>
                  <a:lnTo>
                    <a:pt x="2355860" y="610300"/>
                  </a:lnTo>
                  <a:lnTo>
                    <a:pt x="2327760" y="572309"/>
                  </a:lnTo>
                  <a:lnTo>
                    <a:pt x="2298793" y="534970"/>
                  </a:lnTo>
                  <a:lnTo>
                    <a:pt x="2268962" y="498286"/>
                  </a:lnTo>
                  <a:lnTo>
                    <a:pt x="2238267" y="462259"/>
                  </a:lnTo>
                  <a:lnTo>
                    <a:pt x="2206709" y="426893"/>
                  </a:lnTo>
                  <a:lnTo>
                    <a:pt x="2174290" y="392188"/>
                  </a:lnTo>
                  <a:lnTo>
                    <a:pt x="2140805" y="357945"/>
                  </a:lnTo>
                  <a:lnTo>
                    <a:pt x="2106446" y="324376"/>
                  </a:lnTo>
                  <a:lnTo>
                    <a:pt x="2071220" y="291483"/>
                  </a:lnTo>
                  <a:lnTo>
                    <a:pt x="2035131" y="259267"/>
                  </a:lnTo>
                  <a:lnTo>
                    <a:pt x="1998185" y="227729"/>
                  </a:lnTo>
                  <a:lnTo>
                    <a:pt x="1960387" y="196871"/>
                  </a:lnTo>
                  <a:lnTo>
                    <a:pt x="1921743" y="166693"/>
                  </a:lnTo>
                  <a:lnTo>
                    <a:pt x="1882258" y="137198"/>
                  </a:lnTo>
                  <a:lnTo>
                    <a:pt x="1841937" y="108386"/>
                  </a:lnTo>
                  <a:lnTo>
                    <a:pt x="1800785" y="80259"/>
                  </a:lnTo>
                  <a:lnTo>
                    <a:pt x="1758808" y="52818"/>
                  </a:lnTo>
                  <a:lnTo>
                    <a:pt x="1716011" y="26065"/>
                  </a:lnTo>
                  <a:lnTo>
                    <a:pt x="1672399" y="0"/>
                  </a:lnTo>
                  <a:close/>
                </a:path>
              </a:pathLst>
            </a:custGeom>
            <a:solidFill>
              <a:srgbClr val="100A30">
                <a:alpha val="4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42D92847-02CD-E540-B9B9-CF125C99C0A7}"/>
                </a:ext>
              </a:extLst>
            </p:cNvPr>
            <p:cNvSpPr/>
            <p:nvPr/>
          </p:nvSpPr>
          <p:spPr>
            <a:xfrm>
              <a:off x="5403753" y="137"/>
              <a:ext cx="2709545" cy="6858000"/>
            </a:xfrm>
            <a:custGeom>
              <a:avLst/>
              <a:gdLst/>
              <a:ahLst/>
              <a:cxnLst/>
              <a:rect l="l" t="t" r="r" b="b"/>
              <a:pathLst>
                <a:path w="2709545" h="6858000">
                  <a:moveTo>
                    <a:pt x="1702396" y="0"/>
                  </a:moveTo>
                  <a:lnTo>
                    <a:pt x="1667929" y="0"/>
                  </a:lnTo>
                  <a:lnTo>
                    <a:pt x="1711242" y="29445"/>
                  </a:lnTo>
                  <a:lnTo>
                    <a:pt x="1753677" y="59612"/>
                  </a:lnTo>
                  <a:lnTo>
                    <a:pt x="1795227" y="90500"/>
                  </a:lnTo>
                  <a:lnTo>
                    <a:pt x="1835883" y="122108"/>
                  </a:lnTo>
                  <a:lnTo>
                    <a:pt x="1875639" y="154436"/>
                  </a:lnTo>
                  <a:lnTo>
                    <a:pt x="1914487" y="187485"/>
                  </a:lnTo>
                  <a:lnTo>
                    <a:pt x="1952419" y="221255"/>
                  </a:lnTo>
                  <a:lnTo>
                    <a:pt x="1989429" y="255745"/>
                  </a:lnTo>
                  <a:lnTo>
                    <a:pt x="2025508" y="290955"/>
                  </a:lnTo>
                  <a:lnTo>
                    <a:pt x="2060651" y="326885"/>
                  </a:lnTo>
                  <a:lnTo>
                    <a:pt x="2093104" y="361612"/>
                  </a:lnTo>
                  <a:lnTo>
                    <a:pt x="2124723" y="396985"/>
                  </a:lnTo>
                  <a:lnTo>
                    <a:pt x="2155506" y="432999"/>
                  </a:lnTo>
                  <a:lnTo>
                    <a:pt x="2185453" y="469653"/>
                  </a:lnTo>
                  <a:lnTo>
                    <a:pt x="2214561" y="506945"/>
                  </a:lnTo>
                  <a:lnTo>
                    <a:pt x="2242830" y="544872"/>
                  </a:lnTo>
                  <a:lnTo>
                    <a:pt x="2270259" y="583432"/>
                  </a:lnTo>
                  <a:lnTo>
                    <a:pt x="2296847" y="622621"/>
                  </a:lnTo>
                  <a:lnTo>
                    <a:pt x="2322593" y="662438"/>
                  </a:lnTo>
                  <a:lnTo>
                    <a:pt x="2347495" y="702881"/>
                  </a:lnTo>
                  <a:lnTo>
                    <a:pt x="2371553" y="743946"/>
                  </a:lnTo>
                  <a:lnTo>
                    <a:pt x="2394766" y="785632"/>
                  </a:lnTo>
                  <a:lnTo>
                    <a:pt x="2417132" y="827936"/>
                  </a:lnTo>
                  <a:lnTo>
                    <a:pt x="2438651" y="870855"/>
                  </a:lnTo>
                  <a:lnTo>
                    <a:pt x="2459321" y="914387"/>
                  </a:lnTo>
                  <a:lnTo>
                    <a:pt x="2479141" y="958530"/>
                  </a:lnTo>
                  <a:lnTo>
                    <a:pt x="2498111" y="1003282"/>
                  </a:lnTo>
                  <a:lnTo>
                    <a:pt x="2516229" y="1048639"/>
                  </a:lnTo>
                  <a:lnTo>
                    <a:pt x="2533494" y="1094599"/>
                  </a:lnTo>
                  <a:lnTo>
                    <a:pt x="2549905" y="1141160"/>
                  </a:lnTo>
                  <a:lnTo>
                    <a:pt x="2565462" y="1188320"/>
                  </a:lnTo>
                  <a:lnTo>
                    <a:pt x="2580162" y="1236076"/>
                  </a:lnTo>
                  <a:lnTo>
                    <a:pt x="2594005" y="1284425"/>
                  </a:lnTo>
                  <a:lnTo>
                    <a:pt x="2606990" y="1333366"/>
                  </a:lnTo>
                  <a:lnTo>
                    <a:pt x="2619116" y="1382895"/>
                  </a:lnTo>
                  <a:lnTo>
                    <a:pt x="2630382" y="1433011"/>
                  </a:lnTo>
                  <a:lnTo>
                    <a:pt x="2640787" y="1483711"/>
                  </a:lnTo>
                  <a:lnTo>
                    <a:pt x="2650329" y="1534992"/>
                  </a:lnTo>
                  <a:lnTo>
                    <a:pt x="2659007" y="1586852"/>
                  </a:lnTo>
                  <a:lnTo>
                    <a:pt x="2666821" y="1639288"/>
                  </a:lnTo>
                  <a:lnTo>
                    <a:pt x="2673770" y="1692299"/>
                  </a:lnTo>
                  <a:lnTo>
                    <a:pt x="2679852" y="1745881"/>
                  </a:lnTo>
                  <a:lnTo>
                    <a:pt x="2686164" y="1820540"/>
                  </a:lnTo>
                  <a:lnTo>
                    <a:pt x="2689620" y="1896869"/>
                  </a:lnTo>
                  <a:lnTo>
                    <a:pt x="2690278" y="1935658"/>
                  </a:lnTo>
                  <a:lnTo>
                    <a:pt x="2690223" y="1974861"/>
                  </a:lnTo>
                  <a:lnTo>
                    <a:pt x="2689456" y="2014479"/>
                  </a:lnTo>
                  <a:lnTo>
                    <a:pt x="2687976" y="2054509"/>
                  </a:lnTo>
                  <a:lnTo>
                    <a:pt x="2685785" y="2094951"/>
                  </a:lnTo>
                  <a:lnTo>
                    <a:pt x="2682881" y="2135805"/>
                  </a:lnTo>
                  <a:lnTo>
                    <a:pt x="2679267" y="2177067"/>
                  </a:lnTo>
                  <a:lnTo>
                    <a:pt x="2674941" y="2218739"/>
                  </a:lnTo>
                  <a:lnTo>
                    <a:pt x="2669904" y="2260819"/>
                  </a:lnTo>
                  <a:lnTo>
                    <a:pt x="2664157" y="2303306"/>
                  </a:lnTo>
                  <a:lnTo>
                    <a:pt x="2657699" y="2346199"/>
                  </a:lnTo>
                  <a:lnTo>
                    <a:pt x="2650532" y="2389496"/>
                  </a:lnTo>
                  <a:lnTo>
                    <a:pt x="2642655" y="2433198"/>
                  </a:lnTo>
                  <a:lnTo>
                    <a:pt x="2634068" y="2477303"/>
                  </a:lnTo>
                  <a:lnTo>
                    <a:pt x="2624773" y="2521810"/>
                  </a:lnTo>
                  <a:lnTo>
                    <a:pt x="2614769" y="2566717"/>
                  </a:lnTo>
                  <a:lnTo>
                    <a:pt x="2604057" y="2612025"/>
                  </a:lnTo>
                  <a:lnTo>
                    <a:pt x="2592636" y="2657732"/>
                  </a:lnTo>
                  <a:lnTo>
                    <a:pt x="2580508" y="2703837"/>
                  </a:lnTo>
                  <a:lnTo>
                    <a:pt x="2567672" y="2750339"/>
                  </a:lnTo>
                  <a:lnTo>
                    <a:pt x="2554129" y="2797238"/>
                  </a:lnTo>
                  <a:lnTo>
                    <a:pt x="2539879" y="2844531"/>
                  </a:lnTo>
                  <a:lnTo>
                    <a:pt x="2524922" y="2892219"/>
                  </a:lnTo>
                  <a:lnTo>
                    <a:pt x="2509259" y="2940300"/>
                  </a:lnTo>
                  <a:lnTo>
                    <a:pt x="2492891" y="2988773"/>
                  </a:lnTo>
                  <a:lnTo>
                    <a:pt x="2475816" y="3037637"/>
                  </a:lnTo>
                  <a:lnTo>
                    <a:pt x="2458036" y="3086892"/>
                  </a:lnTo>
                  <a:lnTo>
                    <a:pt x="2439551" y="3136535"/>
                  </a:lnTo>
                  <a:lnTo>
                    <a:pt x="2420361" y="3186567"/>
                  </a:lnTo>
                  <a:lnTo>
                    <a:pt x="2400467" y="3236987"/>
                  </a:lnTo>
                  <a:lnTo>
                    <a:pt x="2379869" y="3287793"/>
                  </a:lnTo>
                  <a:lnTo>
                    <a:pt x="2358566" y="3338984"/>
                  </a:lnTo>
                  <a:lnTo>
                    <a:pt x="2336560" y="3390559"/>
                  </a:lnTo>
                  <a:lnTo>
                    <a:pt x="2313851" y="3442518"/>
                  </a:lnTo>
                  <a:lnTo>
                    <a:pt x="2290439" y="3494859"/>
                  </a:lnTo>
                  <a:lnTo>
                    <a:pt x="2266324" y="3547581"/>
                  </a:lnTo>
                  <a:lnTo>
                    <a:pt x="2241507" y="3600684"/>
                  </a:lnTo>
                  <a:lnTo>
                    <a:pt x="2215987" y="3654167"/>
                  </a:lnTo>
                  <a:lnTo>
                    <a:pt x="2189766" y="3708027"/>
                  </a:lnTo>
                  <a:lnTo>
                    <a:pt x="2162844" y="3762266"/>
                  </a:lnTo>
                  <a:lnTo>
                    <a:pt x="2135220" y="3816880"/>
                  </a:lnTo>
                  <a:lnTo>
                    <a:pt x="2106895" y="3871871"/>
                  </a:lnTo>
                  <a:lnTo>
                    <a:pt x="2077870" y="3927236"/>
                  </a:lnTo>
                  <a:lnTo>
                    <a:pt x="2048145" y="3982974"/>
                  </a:lnTo>
                  <a:lnTo>
                    <a:pt x="2017719" y="4039085"/>
                  </a:lnTo>
                  <a:lnTo>
                    <a:pt x="1986594" y="4095567"/>
                  </a:lnTo>
                  <a:lnTo>
                    <a:pt x="1954770" y="4152420"/>
                  </a:lnTo>
                  <a:lnTo>
                    <a:pt x="1922246" y="4209643"/>
                  </a:lnTo>
                  <a:lnTo>
                    <a:pt x="1880130" y="4282512"/>
                  </a:lnTo>
                  <a:lnTo>
                    <a:pt x="1836901" y="4355972"/>
                  </a:lnTo>
                  <a:lnTo>
                    <a:pt x="1792563" y="4430017"/>
                  </a:lnTo>
                  <a:lnTo>
                    <a:pt x="1747117" y="4504643"/>
                  </a:lnTo>
                  <a:lnTo>
                    <a:pt x="1700568" y="4579847"/>
                  </a:lnTo>
                  <a:lnTo>
                    <a:pt x="1652919" y="4655624"/>
                  </a:lnTo>
                  <a:lnTo>
                    <a:pt x="1604172" y="4731970"/>
                  </a:lnTo>
                  <a:lnTo>
                    <a:pt x="1554330" y="4808880"/>
                  </a:lnTo>
                  <a:lnTo>
                    <a:pt x="1503398" y="4886351"/>
                  </a:lnTo>
                  <a:lnTo>
                    <a:pt x="1451377" y="4964378"/>
                  </a:lnTo>
                  <a:lnTo>
                    <a:pt x="1398272" y="5042956"/>
                  </a:lnTo>
                  <a:lnTo>
                    <a:pt x="1344085" y="5122083"/>
                  </a:lnTo>
                  <a:lnTo>
                    <a:pt x="1288819" y="5201752"/>
                  </a:lnTo>
                  <a:lnTo>
                    <a:pt x="1232477" y="5281961"/>
                  </a:lnTo>
                  <a:lnTo>
                    <a:pt x="1175064" y="5362705"/>
                  </a:lnTo>
                  <a:lnTo>
                    <a:pt x="1116580" y="5443980"/>
                  </a:lnTo>
                  <a:lnTo>
                    <a:pt x="1057031" y="5525781"/>
                  </a:lnTo>
                  <a:lnTo>
                    <a:pt x="996418" y="5608104"/>
                  </a:lnTo>
                  <a:lnTo>
                    <a:pt x="934746" y="5690945"/>
                  </a:lnTo>
                  <a:lnTo>
                    <a:pt x="872016" y="5774300"/>
                  </a:lnTo>
                  <a:lnTo>
                    <a:pt x="808233" y="5858165"/>
                  </a:lnTo>
                  <a:lnTo>
                    <a:pt x="743400" y="5942535"/>
                  </a:lnTo>
                  <a:lnTo>
                    <a:pt x="677518" y="6027406"/>
                  </a:lnTo>
                  <a:lnTo>
                    <a:pt x="610593" y="6112773"/>
                  </a:lnTo>
                  <a:lnTo>
                    <a:pt x="542626" y="6198634"/>
                  </a:lnTo>
                  <a:lnTo>
                    <a:pt x="438730" y="6328339"/>
                  </a:lnTo>
                  <a:lnTo>
                    <a:pt x="332509" y="6459128"/>
                  </a:lnTo>
                  <a:lnTo>
                    <a:pt x="223973" y="6590987"/>
                  </a:lnTo>
                  <a:lnTo>
                    <a:pt x="113133" y="6723903"/>
                  </a:lnTo>
                  <a:lnTo>
                    <a:pt x="0" y="6857860"/>
                  </a:lnTo>
                  <a:lnTo>
                    <a:pt x="25133" y="6857860"/>
                  </a:lnTo>
                  <a:lnTo>
                    <a:pt x="63492" y="6812577"/>
                  </a:lnTo>
                  <a:lnTo>
                    <a:pt x="177006" y="6677437"/>
                  </a:lnTo>
                  <a:lnTo>
                    <a:pt x="288167" y="6543367"/>
                  </a:lnTo>
                  <a:lnTo>
                    <a:pt x="396966" y="6410382"/>
                  </a:lnTo>
                  <a:lnTo>
                    <a:pt x="468180" y="6322336"/>
                  </a:lnTo>
                  <a:lnTo>
                    <a:pt x="538336" y="6234784"/>
                  </a:lnTo>
                  <a:lnTo>
                    <a:pt x="607431" y="6147729"/>
                  </a:lnTo>
                  <a:lnTo>
                    <a:pt x="675461" y="6061176"/>
                  </a:lnTo>
                  <a:lnTo>
                    <a:pt x="742422" y="5975130"/>
                  </a:lnTo>
                  <a:lnTo>
                    <a:pt x="808313" y="5889595"/>
                  </a:lnTo>
                  <a:lnTo>
                    <a:pt x="873129" y="5804576"/>
                  </a:lnTo>
                  <a:lnTo>
                    <a:pt x="936868" y="5720076"/>
                  </a:lnTo>
                  <a:lnTo>
                    <a:pt x="999526" y="5636100"/>
                  </a:lnTo>
                  <a:lnTo>
                    <a:pt x="1061099" y="5552653"/>
                  </a:lnTo>
                  <a:lnTo>
                    <a:pt x="1121586" y="5469739"/>
                  </a:lnTo>
                  <a:lnTo>
                    <a:pt x="1180982" y="5387362"/>
                  </a:lnTo>
                  <a:lnTo>
                    <a:pt x="1239284" y="5305526"/>
                  </a:lnTo>
                  <a:lnTo>
                    <a:pt x="1296489" y="5224237"/>
                  </a:lnTo>
                  <a:lnTo>
                    <a:pt x="1352594" y="5143499"/>
                  </a:lnTo>
                  <a:lnTo>
                    <a:pt x="1407596" y="5063315"/>
                  </a:lnTo>
                  <a:lnTo>
                    <a:pt x="1461491" y="4983690"/>
                  </a:lnTo>
                  <a:lnTo>
                    <a:pt x="1514276" y="4904629"/>
                  </a:lnTo>
                  <a:lnTo>
                    <a:pt x="1565949" y="4826136"/>
                  </a:lnTo>
                  <a:lnTo>
                    <a:pt x="1616505" y="4748216"/>
                  </a:lnTo>
                  <a:lnTo>
                    <a:pt x="1665941" y="4670872"/>
                  </a:lnTo>
                  <a:lnTo>
                    <a:pt x="1714255" y="4594109"/>
                  </a:lnTo>
                  <a:lnTo>
                    <a:pt x="1761443" y="4517932"/>
                  </a:lnTo>
                  <a:lnTo>
                    <a:pt x="1807501" y="4442345"/>
                  </a:lnTo>
                  <a:lnTo>
                    <a:pt x="1852428" y="4367353"/>
                  </a:lnTo>
                  <a:lnTo>
                    <a:pt x="1896218" y="4292959"/>
                  </a:lnTo>
                  <a:lnTo>
                    <a:pt x="1938870" y="4219168"/>
                  </a:lnTo>
                  <a:lnTo>
                    <a:pt x="1970901" y="4162819"/>
                  </a:lnTo>
                  <a:lnTo>
                    <a:pt x="2002255" y="4106826"/>
                  </a:lnTo>
                  <a:lnTo>
                    <a:pt x="2032934" y="4051188"/>
                  </a:lnTo>
                  <a:lnTo>
                    <a:pt x="2062937" y="3995908"/>
                  </a:lnTo>
                  <a:lnTo>
                    <a:pt x="2092263" y="3940985"/>
                  </a:lnTo>
                  <a:lnTo>
                    <a:pt x="2120913" y="3886421"/>
                  </a:lnTo>
                  <a:lnTo>
                    <a:pt x="2148886" y="3832217"/>
                  </a:lnTo>
                  <a:lnTo>
                    <a:pt x="2176182" y="3778374"/>
                  </a:lnTo>
                  <a:lnTo>
                    <a:pt x="2202800" y="3724892"/>
                  </a:lnTo>
                  <a:lnTo>
                    <a:pt x="2228740" y="3671773"/>
                  </a:lnTo>
                  <a:lnTo>
                    <a:pt x="2254003" y="3619018"/>
                  </a:lnTo>
                  <a:lnTo>
                    <a:pt x="2278587" y="3566627"/>
                  </a:lnTo>
                  <a:lnTo>
                    <a:pt x="2302492" y="3514601"/>
                  </a:lnTo>
                  <a:lnTo>
                    <a:pt x="2325718" y="3462941"/>
                  </a:lnTo>
                  <a:lnTo>
                    <a:pt x="2348266" y="3411649"/>
                  </a:lnTo>
                  <a:lnTo>
                    <a:pt x="2370133" y="3360725"/>
                  </a:lnTo>
                  <a:lnTo>
                    <a:pt x="2391321" y="3310171"/>
                  </a:lnTo>
                  <a:lnTo>
                    <a:pt x="2411829" y="3259986"/>
                  </a:lnTo>
                  <a:lnTo>
                    <a:pt x="2431656" y="3210172"/>
                  </a:lnTo>
                  <a:lnTo>
                    <a:pt x="2450803" y="3160730"/>
                  </a:lnTo>
                  <a:lnTo>
                    <a:pt x="2469269" y="3111661"/>
                  </a:lnTo>
                  <a:lnTo>
                    <a:pt x="2487054" y="3062966"/>
                  </a:lnTo>
                  <a:lnTo>
                    <a:pt x="2504157" y="3014645"/>
                  </a:lnTo>
                  <a:lnTo>
                    <a:pt x="2520578" y="2966700"/>
                  </a:lnTo>
                  <a:lnTo>
                    <a:pt x="2536317" y="2919132"/>
                  </a:lnTo>
                  <a:lnTo>
                    <a:pt x="2551374" y="2871941"/>
                  </a:lnTo>
                  <a:lnTo>
                    <a:pt x="2565748" y="2825128"/>
                  </a:lnTo>
                  <a:lnTo>
                    <a:pt x="2579439" y="2778695"/>
                  </a:lnTo>
                  <a:lnTo>
                    <a:pt x="2592447" y="2732642"/>
                  </a:lnTo>
                  <a:lnTo>
                    <a:pt x="2604771" y="2686971"/>
                  </a:lnTo>
                  <a:lnTo>
                    <a:pt x="2616412" y="2641682"/>
                  </a:lnTo>
                  <a:lnTo>
                    <a:pt x="2627368" y="2596775"/>
                  </a:lnTo>
                  <a:lnTo>
                    <a:pt x="2637640" y="2552253"/>
                  </a:lnTo>
                  <a:lnTo>
                    <a:pt x="2647228" y="2508116"/>
                  </a:lnTo>
                  <a:lnTo>
                    <a:pt x="2656130" y="2464364"/>
                  </a:lnTo>
                  <a:lnTo>
                    <a:pt x="2664347" y="2420999"/>
                  </a:lnTo>
                  <a:lnTo>
                    <a:pt x="2671879" y="2378023"/>
                  </a:lnTo>
                  <a:lnTo>
                    <a:pt x="2678725" y="2335434"/>
                  </a:lnTo>
                  <a:lnTo>
                    <a:pt x="2684884" y="2293236"/>
                  </a:lnTo>
                  <a:lnTo>
                    <a:pt x="2690357" y="2251428"/>
                  </a:lnTo>
                  <a:lnTo>
                    <a:pt x="2695144" y="2210011"/>
                  </a:lnTo>
                  <a:lnTo>
                    <a:pt x="2699243" y="2168987"/>
                  </a:lnTo>
                  <a:lnTo>
                    <a:pt x="2702656" y="2128356"/>
                  </a:lnTo>
                  <a:lnTo>
                    <a:pt x="2705380" y="2088120"/>
                  </a:lnTo>
                  <a:lnTo>
                    <a:pt x="2707417" y="2048278"/>
                  </a:lnTo>
                  <a:lnTo>
                    <a:pt x="2708766" y="2008833"/>
                  </a:lnTo>
                  <a:lnTo>
                    <a:pt x="2709426" y="1969785"/>
                  </a:lnTo>
                  <a:lnTo>
                    <a:pt x="2709398" y="1931135"/>
                  </a:lnTo>
                  <a:lnTo>
                    <a:pt x="2708680" y="1892884"/>
                  </a:lnTo>
                  <a:lnTo>
                    <a:pt x="2705177" y="1817582"/>
                  </a:lnTo>
                  <a:lnTo>
                    <a:pt x="2698915" y="1743887"/>
                  </a:lnTo>
                  <a:lnTo>
                    <a:pt x="2692785" y="1689890"/>
                  </a:lnTo>
                  <a:lnTo>
                    <a:pt x="2685780" y="1636468"/>
                  </a:lnTo>
                  <a:lnTo>
                    <a:pt x="2677902" y="1583623"/>
                  </a:lnTo>
                  <a:lnTo>
                    <a:pt x="2669152" y="1531359"/>
                  </a:lnTo>
                  <a:lnTo>
                    <a:pt x="2659530" y="1479677"/>
                  </a:lnTo>
                  <a:lnTo>
                    <a:pt x="2649039" y="1428580"/>
                  </a:lnTo>
                  <a:lnTo>
                    <a:pt x="2637678" y="1378071"/>
                  </a:lnTo>
                  <a:lnTo>
                    <a:pt x="2625449" y="1328151"/>
                  </a:lnTo>
                  <a:lnTo>
                    <a:pt x="2612353" y="1278824"/>
                  </a:lnTo>
                  <a:lnTo>
                    <a:pt x="2598391" y="1230092"/>
                  </a:lnTo>
                  <a:lnTo>
                    <a:pt x="2583564" y="1181957"/>
                  </a:lnTo>
                  <a:lnTo>
                    <a:pt x="2567873" y="1134422"/>
                  </a:lnTo>
                  <a:lnTo>
                    <a:pt x="2551319" y="1087488"/>
                  </a:lnTo>
                  <a:lnTo>
                    <a:pt x="2533904" y="1041160"/>
                  </a:lnTo>
                  <a:lnTo>
                    <a:pt x="2515628" y="995438"/>
                  </a:lnTo>
                  <a:lnTo>
                    <a:pt x="2496492" y="950326"/>
                  </a:lnTo>
                  <a:lnTo>
                    <a:pt x="2476498" y="905826"/>
                  </a:lnTo>
                  <a:lnTo>
                    <a:pt x="2455647" y="861940"/>
                  </a:lnTo>
                  <a:lnTo>
                    <a:pt x="2433939" y="818672"/>
                  </a:lnTo>
                  <a:lnTo>
                    <a:pt x="2411376" y="776022"/>
                  </a:lnTo>
                  <a:lnTo>
                    <a:pt x="2387958" y="733994"/>
                  </a:lnTo>
                  <a:lnTo>
                    <a:pt x="2363688" y="692590"/>
                  </a:lnTo>
                  <a:lnTo>
                    <a:pt x="2338565" y="651813"/>
                  </a:lnTo>
                  <a:lnTo>
                    <a:pt x="2312591" y="611665"/>
                  </a:lnTo>
                  <a:lnTo>
                    <a:pt x="2285768" y="572149"/>
                  </a:lnTo>
                  <a:lnTo>
                    <a:pt x="2258095" y="533267"/>
                  </a:lnTo>
                  <a:lnTo>
                    <a:pt x="2229574" y="495021"/>
                  </a:lnTo>
                  <a:lnTo>
                    <a:pt x="2200207" y="457413"/>
                  </a:lnTo>
                  <a:lnTo>
                    <a:pt x="2169994" y="420448"/>
                  </a:lnTo>
                  <a:lnTo>
                    <a:pt x="2138936" y="384126"/>
                  </a:lnTo>
                  <a:lnTo>
                    <a:pt x="2107034" y="348450"/>
                  </a:lnTo>
                  <a:lnTo>
                    <a:pt x="2074291" y="313423"/>
                  </a:lnTo>
                  <a:lnTo>
                    <a:pt x="2040813" y="279160"/>
                  </a:lnTo>
                  <a:lnTo>
                    <a:pt x="2006495" y="245544"/>
                  </a:lnTo>
                  <a:lnTo>
                    <a:pt x="1971343" y="212578"/>
                  </a:lnTo>
                  <a:lnTo>
                    <a:pt x="1935363" y="180260"/>
                  </a:lnTo>
                  <a:lnTo>
                    <a:pt x="1898559" y="148591"/>
                  </a:lnTo>
                  <a:lnTo>
                    <a:pt x="1860938" y="117572"/>
                  </a:lnTo>
                  <a:lnTo>
                    <a:pt x="1822506" y="87203"/>
                  </a:lnTo>
                  <a:lnTo>
                    <a:pt x="1783267" y="57484"/>
                  </a:lnTo>
                  <a:lnTo>
                    <a:pt x="1743229" y="28416"/>
                  </a:lnTo>
                  <a:lnTo>
                    <a:pt x="1702396" y="0"/>
                  </a:lnTo>
                  <a:close/>
                </a:path>
              </a:pathLst>
            </a:custGeom>
            <a:solidFill>
              <a:srgbClr val="100A3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4662C95E-EDED-EB47-8EAB-915053EE86D0}"/>
                </a:ext>
              </a:extLst>
            </p:cNvPr>
            <p:cNvSpPr/>
            <p:nvPr/>
          </p:nvSpPr>
          <p:spPr>
            <a:xfrm>
              <a:off x="5481115" y="147"/>
              <a:ext cx="2671445" cy="6858000"/>
            </a:xfrm>
            <a:custGeom>
              <a:avLst/>
              <a:gdLst/>
              <a:ahLst/>
              <a:cxnLst/>
              <a:rect l="l" t="t" r="r" b="b"/>
              <a:pathLst>
                <a:path w="2671445" h="6858000">
                  <a:moveTo>
                    <a:pt x="1736801" y="0"/>
                  </a:moveTo>
                  <a:lnTo>
                    <a:pt x="1721053" y="0"/>
                  </a:lnTo>
                  <a:lnTo>
                    <a:pt x="1760214" y="29882"/>
                  </a:lnTo>
                  <a:lnTo>
                    <a:pt x="1798587" y="60400"/>
                  </a:lnTo>
                  <a:lnTo>
                    <a:pt x="1836167" y="91552"/>
                  </a:lnTo>
                  <a:lnTo>
                    <a:pt x="1872946" y="123339"/>
                  </a:lnTo>
                  <a:lnTo>
                    <a:pt x="1908919" y="155760"/>
                  </a:lnTo>
                  <a:lnTo>
                    <a:pt x="1944079" y="188816"/>
                  </a:lnTo>
                  <a:lnTo>
                    <a:pt x="1978419" y="222506"/>
                  </a:lnTo>
                  <a:lnTo>
                    <a:pt x="2011934" y="256832"/>
                  </a:lnTo>
                  <a:lnTo>
                    <a:pt x="2044421" y="291567"/>
                  </a:lnTo>
                  <a:lnTo>
                    <a:pt x="2076098" y="326927"/>
                  </a:lnTo>
                  <a:lnTo>
                    <a:pt x="2106964" y="362909"/>
                  </a:lnTo>
                  <a:lnTo>
                    <a:pt x="2137017" y="399513"/>
                  </a:lnTo>
                  <a:lnTo>
                    <a:pt x="2166258" y="436734"/>
                  </a:lnTo>
                  <a:lnTo>
                    <a:pt x="2194685" y="474572"/>
                  </a:lnTo>
                  <a:lnTo>
                    <a:pt x="2222297" y="513023"/>
                  </a:lnTo>
                  <a:lnTo>
                    <a:pt x="2249092" y="552086"/>
                  </a:lnTo>
                  <a:lnTo>
                    <a:pt x="2275071" y="591757"/>
                  </a:lnTo>
                  <a:lnTo>
                    <a:pt x="2300231" y="632036"/>
                  </a:lnTo>
                  <a:lnTo>
                    <a:pt x="2324572" y="672919"/>
                  </a:lnTo>
                  <a:lnTo>
                    <a:pt x="2348093" y="714404"/>
                  </a:lnTo>
                  <a:lnTo>
                    <a:pt x="2370794" y="756489"/>
                  </a:lnTo>
                  <a:lnTo>
                    <a:pt x="2392672" y="799172"/>
                  </a:lnTo>
                  <a:lnTo>
                    <a:pt x="2413727" y="842451"/>
                  </a:lnTo>
                  <a:lnTo>
                    <a:pt x="2433958" y="886322"/>
                  </a:lnTo>
                  <a:lnTo>
                    <a:pt x="2453363" y="930785"/>
                  </a:lnTo>
                  <a:lnTo>
                    <a:pt x="2471943" y="975835"/>
                  </a:lnTo>
                  <a:lnTo>
                    <a:pt x="2489696" y="1021473"/>
                  </a:lnTo>
                  <a:lnTo>
                    <a:pt x="2506621" y="1067694"/>
                  </a:lnTo>
                  <a:lnTo>
                    <a:pt x="2522716" y="1114497"/>
                  </a:lnTo>
                  <a:lnTo>
                    <a:pt x="2537982" y="1161879"/>
                  </a:lnTo>
                  <a:lnTo>
                    <a:pt x="2552416" y="1209838"/>
                  </a:lnTo>
                  <a:lnTo>
                    <a:pt x="2566018" y="1258372"/>
                  </a:lnTo>
                  <a:lnTo>
                    <a:pt x="2578788" y="1307479"/>
                  </a:lnTo>
                  <a:lnTo>
                    <a:pt x="2590723" y="1357156"/>
                  </a:lnTo>
                  <a:lnTo>
                    <a:pt x="2601823" y="1407401"/>
                  </a:lnTo>
                  <a:lnTo>
                    <a:pt x="2612087" y="1458212"/>
                  </a:lnTo>
                  <a:lnTo>
                    <a:pt x="2621515" y="1509586"/>
                  </a:lnTo>
                  <a:lnTo>
                    <a:pt x="2630104" y="1561522"/>
                  </a:lnTo>
                  <a:lnTo>
                    <a:pt x="2637854" y="1614016"/>
                  </a:lnTo>
                  <a:lnTo>
                    <a:pt x="2644764" y="1667067"/>
                  </a:lnTo>
                  <a:lnTo>
                    <a:pt x="2650832" y="1720672"/>
                  </a:lnTo>
                  <a:lnTo>
                    <a:pt x="2657155" y="1794768"/>
                  </a:lnTo>
                  <a:lnTo>
                    <a:pt x="2660749" y="1870458"/>
                  </a:lnTo>
                  <a:lnTo>
                    <a:pt x="2661524" y="1908900"/>
                  </a:lnTo>
                  <a:lnTo>
                    <a:pt x="2661617" y="1947737"/>
                  </a:lnTo>
                  <a:lnTo>
                    <a:pt x="2661029" y="1986970"/>
                  </a:lnTo>
                  <a:lnTo>
                    <a:pt x="2659760" y="2026596"/>
                  </a:lnTo>
                  <a:lnTo>
                    <a:pt x="2657811" y="2066617"/>
                  </a:lnTo>
                  <a:lnTo>
                    <a:pt x="2655182" y="2107029"/>
                  </a:lnTo>
                  <a:lnTo>
                    <a:pt x="2651872" y="2147833"/>
                  </a:lnTo>
                  <a:lnTo>
                    <a:pt x="2647883" y="2189028"/>
                  </a:lnTo>
                  <a:lnTo>
                    <a:pt x="2643215" y="2230612"/>
                  </a:lnTo>
                  <a:lnTo>
                    <a:pt x="2637868" y="2272585"/>
                  </a:lnTo>
                  <a:lnTo>
                    <a:pt x="2631842" y="2314946"/>
                  </a:lnTo>
                  <a:lnTo>
                    <a:pt x="2625137" y="2357694"/>
                  </a:lnTo>
                  <a:lnTo>
                    <a:pt x="2617754" y="2400828"/>
                  </a:lnTo>
                  <a:lnTo>
                    <a:pt x="2609693" y="2444348"/>
                  </a:lnTo>
                  <a:lnTo>
                    <a:pt x="2600954" y="2488251"/>
                  </a:lnTo>
                  <a:lnTo>
                    <a:pt x="2591538" y="2532538"/>
                  </a:lnTo>
                  <a:lnTo>
                    <a:pt x="2581445" y="2577208"/>
                  </a:lnTo>
                  <a:lnTo>
                    <a:pt x="2570675" y="2622259"/>
                  </a:lnTo>
                  <a:lnTo>
                    <a:pt x="2559228" y="2667690"/>
                  </a:lnTo>
                  <a:lnTo>
                    <a:pt x="2547105" y="2713502"/>
                  </a:lnTo>
                  <a:lnTo>
                    <a:pt x="2534306" y="2759692"/>
                  </a:lnTo>
                  <a:lnTo>
                    <a:pt x="2520831" y="2806260"/>
                  </a:lnTo>
                  <a:lnTo>
                    <a:pt x="2506681" y="2853205"/>
                  </a:lnTo>
                  <a:lnTo>
                    <a:pt x="2491856" y="2900527"/>
                  </a:lnTo>
                  <a:lnTo>
                    <a:pt x="2476355" y="2948223"/>
                  </a:lnTo>
                  <a:lnTo>
                    <a:pt x="2460180" y="2996294"/>
                  </a:lnTo>
                  <a:lnTo>
                    <a:pt x="2443331" y="3044738"/>
                  </a:lnTo>
                  <a:lnTo>
                    <a:pt x="2425808" y="3093555"/>
                  </a:lnTo>
                  <a:lnTo>
                    <a:pt x="2407610" y="3142743"/>
                  </a:lnTo>
                  <a:lnTo>
                    <a:pt x="2388740" y="3192302"/>
                  </a:lnTo>
                  <a:lnTo>
                    <a:pt x="2369196" y="3242231"/>
                  </a:lnTo>
                  <a:lnTo>
                    <a:pt x="2348979" y="3292529"/>
                  </a:lnTo>
                  <a:lnTo>
                    <a:pt x="2328089" y="3343195"/>
                  </a:lnTo>
                  <a:lnTo>
                    <a:pt x="2306527" y="3394228"/>
                  </a:lnTo>
                  <a:lnTo>
                    <a:pt x="2284293" y="3445627"/>
                  </a:lnTo>
                  <a:lnTo>
                    <a:pt x="2261387" y="3497391"/>
                  </a:lnTo>
                  <a:lnTo>
                    <a:pt x="2237810" y="3549519"/>
                  </a:lnTo>
                  <a:lnTo>
                    <a:pt x="2213561" y="3602011"/>
                  </a:lnTo>
                  <a:lnTo>
                    <a:pt x="2188641" y="3654866"/>
                  </a:lnTo>
                  <a:lnTo>
                    <a:pt x="2163050" y="3708082"/>
                  </a:lnTo>
                  <a:lnTo>
                    <a:pt x="2136789" y="3761659"/>
                  </a:lnTo>
                  <a:lnTo>
                    <a:pt x="2109858" y="3815596"/>
                  </a:lnTo>
                  <a:lnTo>
                    <a:pt x="2082257" y="3869891"/>
                  </a:lnTo>
                  <a:lnTo>
                    <a:pt x="2053986" y="3924545"/>
                  </a:lnTo>
                  <a:lnTo>
                    <a:pt x="2025046" y="3979556"/>
                  </a:lnTo>
                  <a:lnTo>
                    <a:pt x="1995437" y="4034923"/>
                  </a:lnTo>
                  <a:lnTo>
                    <a:pt x="1965159" y="4090645"/>
                  </a:lnTo>
                  <a:lnTo>
                    <a:pt x="1934213" y="4146722"/>
                  </a:lnTo>
                  <a:lnTo>
                    <a:pt x="1902598" y="4203152"/>
                  </a:lnTo>
                  <a:lnTo>
                    <a:pt x="1870316" y="4259935"/>
                  </a:lnTo>
                  <a:lnTo>
                    <a:pt x="1849052" y="4296899"/>
                  </a:lnTo>
                  <a:lnTo>
                    <a:pt x="1805687" y="4371273"/>
                  </a:lnTo>
                  <a:lnTo>
                    <a:pt x="1761206" y="4446236"/>
                  </a:lnTo>
                  <a:lnTo>
                    <a:pt x="1715613" y="4521784"/>
                  </a:lnTo>
                  <a:lnTo>
                    <a:pt x="1668911" y="4597914"/>
                  </a:lnTo>
                  <a:lnTo>
                    <a:pt x="1621104" y="4674621"/>
                  </a:lnTo>
                  <a:lnTo>
                    <a:pt x="1572193" y="4751901"/>
                  </a:lnTo>
                  <a:lnTo>
                    <a:pt x="1522183" y="4829749"/>
                  </a:lnTo>
                  <a:lnTo>
                    <a:pt x="1471076" y="4908162"/>
                  </a:lnTo>
                  <a:lnTo>
                    <a:pt x="1418876" y="4987136"/>
                  </a:lnTo>
                  <a:lnTo>
                    <a:pt x="1365584" y="5066665"/>
                  </a:lnTo>
                  <a:lnTo>
                    <a:pt x="1311206" y="5146747"/>
                  </a:lnTo>
                  <a:lnTo>
                    <a:pt x="1255743" y="5227376"/>
                  </a:lnTo>
                  <a:lnTo>
                    <a:pt x="1199199" y="5308549"/>
                  </a:lnTo>
                  <a:lnTo>
                    <a:pt x="1141576" y="5390262"/>
                  </a:lnTo>
                  <a:lnTo>
                    <a:pt x="1082878" y="5472509"/>
                  </a:lnTo>
                  <a:lnTo>
                    <a:pt x="1023108" y="5555288"/>
                  </a:lnTo>
                  <a:lnTo>
                    <a:pt x="962270" y="5638593"/>
                  </a:lnTo>
                  <a:lnTo>
                    <a:pt x="900365" y="5722422"/>
                  </a:lnTo>
                  <a:lnTo>
                    <a:pt x="837397" y="5806768"/>
                  </a:lnTo>
                  <a:lnTo>
                    <a:pt x="773370" y="5891629"/>
                  </a:lnTo>
                  <a:lnTo>
                    <a:pt x="708285" y="5977000"/>
                  </a:lnTo>
                  <a:lnTo>
                    <a:pt x="642147" y="6062877"/>
                  </a:lnTo>
                  <a:lnTo>
                    <a:pt x="574959" y="6149256"/>
                  </a:lnTo>
                  <a:lnTo>
                    <a:pt x="506723" y="6236133"/>
                  </a:lnTo>
                  <a:lnTo>
                    <a:pt x="437443" y="6323502"/>
                  </a:lnTo>
                  <a:lnTo>
                    <a:pt x="331571" y="6455473"/>
                  </a:lnTo>
                  <a:lnTo>
                    <a:pt x="223366" y="6588530"/>
                  </a:lnTo>
                  <a:lnTo>
                    <a:pt x="112839" y="6722659"/>
                  </a:lnTo>
                  <a:lnTo>
                    <a:pt x="0" y="6857847"/>
                  </a:lnTo>
                  <a:lnTo>
                    <a:pt x="12522" y="6857847"/>
                  </a:lnTo>
                  <a:lnTo>
                    <a:pt x="50292" y="6812761"/>
                  </a:lnTo>
                  <a:lnTo>
                    <a:pt x="162069" y="6678202"/>
                  </a:lnTo>
                  <a:lnTo>
                    <a:pt x="271540" y="6544701"/>
                  </a:lnTo>
                  <a:lnTo>
                    <a:pt x="378694" y="6412273"/>
                  </a:lnTo>
                  <a:lnTo>
                    <a:pt x="483521" y="6280931"/>
                  </a:lnTo>
                  <a:lnTo>
                    <a:pt x="552107" y="6193981"/>
                  </a:lnTo>
                  <a:lnTo>
                    <a:pt x="619652" y="6107524"/>
                  </a:lnTo>
                  <a:lnTo>
                    <a:pt x="686152" y="6021564"/>
                  </a:lnTo>
                  <a:lnTo>
                    <a:pt x="751603" y="5936106"/>
                  </a:lnTo>
                  <a:lnTo>
                    <a:pt x="816004" y="5851153"/>
                  </a:lnTo>
                  <a:lnTo>
                    <a:pt x="879351" y="5766711"/>
                  </a:lnTo>
                  <a:lnTo>
                    <a:pt x="941640" y="5682782"/>
                  </a:lnTo>
                  <a:lnTo>
                    <a:pt x="1002869" y="5599372"/>
                  </a:lnTo>
                  <a:lnTo>
                    <a:pt x="1063035" y="5516485"/>
                  </a:lnTo>
                  <a:lnTo>
                    <a:pt x="1122135" y="5434124"/>
                  </a:lnTo>
                  <a:lnTo>
                    <a:pt x="1180166" y="5352294"/>
                  </a:lnTo>
                  <a:lnTo>
                    <a:pt x="1237124" y="5270999"/>
                  </a:lnTo>
                  <a:lnTo>
                    <a:pt x="1293006" y="5190243"/>
                  </a:lnTo>
                  <a:lnTo>
                    <a:pt x="1347811" y="5110030"/>
                  </a:lnTo>
                  <a:lnTo>
                    <a:pt x="1401533" y="5030364"/>
                  </a:lnTo>
                  <a:lnTo>
                    <a:pt x="1454172" y="4951251"/>
                  </a:lnTo>
                  <a:lnTo>
                    <a:pt x="1505722" y="4872693"/>
                  </a:lnTo>
                  <a:lnTo>
                    <a:pt x="1556182" y="4794694"/>
                  </a:lnTo>
                  <a:lnTo>
                    <a:pt x="1605549" y="4717260"/>
                  </a:lnTo>
                  <a:lnTo>
                    <a:pt x="1653818" y="4640395"/>
                  </a:lnTo>
                  <a:lnTo>
                    <a:pt x="1700988" y="4564101"/>
                  </a:lnTo>
                  <a:lnTo>
                    <a:pt x="1747055" y="4488385"/>
                  </a:lnTo>
                  <a:lnTo>
                    <a:pt x="1792016" y="4413249"/>
                  </a:lnTo>
                  <a:lnTo>
                    <a:pt x="1835869" y="4338698"/>
                  </a:lnTo>
                  <a:lnTo>
                    <a:pt x="1878609" y="4264736"/>
                  </a:lnTo>
                  <a:lnTo>
                    <a:pt x="1910948" y="4207853"/>
                  </a:lnTo>
                  <a:lnTo>
                    <a:pt x="1942618" y="4151322"/>
                  </a:lnTo>
                  <a:lnTo>
                    <a:pt x="1973618" y="4095144"/>
                  </a:lnTo>
                  <a:lnTo>
                    <a:pt x="2003949" y="4039321"/>
                  </a:lnTo>
                  <a:lnTo>
                    <a:pt x="2033609" y="3983852"/>
                  </a:lnTo>
                  <a:lnTo>
                    <a:pt x="2062600" y="3928740"/>
                  </a:lnTo>
                  <a:lnTo>
                    <a:pt x="2090919" y="3873984"/>
                  </a:lnTo>
                  <a:lnTo>
                    <a:pt x="2118568" y="3819586"/>
                  </a:lnTo>
                  <a:lnTo>
                    <a:pt x="2145546" y="3765546"/>
                  </a:lnTo>
                  <a:lnTo>
                    <a:pt x="2171852" y="3711867"/>
                  </a:lnTo>
                  <a:lnTo>
                    <a:pt x="2197487" y="3658547"/>
                  </a:lnTo>
                  <a:lnTo>
                    <a:pt x="2222449" y="3605589"/>
                  </a:lnTo>
                  <a:lnTo>
                    <a:pt x="2246739" y="3552994"/>
                  </a:lnTo>
                  <a:lnTo>
                    <a:pt x="2270357" y="3500761"/>
                  </a:lnTo>
                  <a:lnTo>
                    <a:pt x="2293302" y="3448893"/>
                  </a:lnTo>
                  <a:lnTo>
                    <a:pt x="2315574" y="3397389"/>
                  </a:lnTo>
                  <a:lnTo>
                    <a:pt x="2337172" y="3346252"/>
                  </a:lnTo>
                  <a:lnTo>
                    <a:pt x="2358097" y="3295481"/>
                  </a:lnTo>
                  <a:lnTo>
                    <a:pt x="2378348" y="3245078"/>
                  </a:lnTo>
                  <a:lnTo>
                    <a:pt x="2397924" y="3195044"/>
                  </a:lnTo>
                  <a:lnTo>
                    <a:pt x="2416826" y="3145379"/>
                  </a:lnTo>
                  <a:lnTo>
                    <a:pt x="2435054" y="3096085"/>
                  </a:lnTo>
                  <a:lnTo>
                    <a:pt x="2452606" y="3047161"/>
                  </a:lnTo>
                  <a:lnTo>
                    <a:pt x="2469483" y="2998611"/>
                  </a:lnTo>
                  <a:lnTo>
                    <a:pt x="2485684" y="2950433"/>
                  </a:lnTo>
                  <a:lnTo>
                    <a:pt x="2501209" y="2902629"/>
                  </a:lnTo>
                  <a:lnTo>
                    <a:pt x="2516058" y="2855201"/>
                  </a:lnTo>
                  <a:lnTo>
                    <a:pt x="2530231" y="2808148"/>
                  </a:lnTo>
                  <a:lnTo>
                    <a:pt x="2543727" y="2761472"/>
                  </a:lnTo>
                  <a:lnTo>
                    <a:pt x="2556546" y="2715174"/>
                  </a:lnTo>
                  <a:lnTo>
                    <a:pt x="2568688" y="2669254"/>
                  </a:lnTo>
                  <a:lnTo>
                    <a:pt x="2580152" y="2623714"/>
                  </a:lnTo>
                  <a:lnTo>
                    <a:pt x="2590938" y="2578554"/>
                  </a:lnTo>
                  <a:lnTo>
                    <a:pt x="2601046" y="2533776"/>
                  </a:lnTo>
                  <a:lnTo>
                    <a:pt x="2610476" y="2489380"/>
                  </a:lnTo>
                  <a:lnTo>
                    <a:pt x="2619227" y="2445367"/>
                  </a:lnTo>
                  <a:lnTo>
                    <a:pt x="2627299" y="2401738"/>
                  </a:lnTo>
                  <a:lnTo>
                    <a:pt x="2634692" y="2358494"/>
                  </a:lnTo>
                  <a:lnTo>
                    <a:pt x="2641405" y="2315635"/>
                  </a:lnTo>
                  <a:lnTo>
                    <a:pt x="2647438" y="2273164"/>
                  </a:lnTo>
                  <a:lnTo>
                    <a:pt x="2652792" y="2231080"/>
                  </a:lnTo>
                  <a:lnTo>
                    <a:pt x="2657465" y="2189385"/>
                  </a:lnTo>
                  <a:lnTo>
                    <a:pt x="2661457" y="2148079"/>
                  </a:lnTo>
                  <a:lnTo>
                    <a:pt x="2664768" y="2107164"/>
                  </a:lnTo>
                  <a:lnTo>
                    <a:pt x="2667399" y="2066640"/>
                  </a:lnTo>
                  <a:lnTo>
                    <a:pt x="2669347" y="2026508"/>
                  </a:lnTo>
                  <a:lnTo>
                    <a:pt x="2670614" y="1986769"/>
                  </a:lnTo>
                  <a:lnTo>
                    <a:pt x="2671199" y="1947424"/>
                  </a:lnTo>
                  <a:lnTo>
                    <a:pt x="2671102" y="1908475"/>
                  </a:lnTo>
                  <a:lnTo>
                    <a:pt x="2670322" y="1869921"/>
                  </a:lnTo>
                  <a:lnTo>
                    <a:pt x="2668859" y="1831763"/>
                  </a:lnTo>
                  <a:lnTo>
                    <a:pt x="2663883" y="1756643"/>
                  </a:lnTo>
                  <a:lnTo>
                    <a:pt x="2654277" y="1665874"/>
                  </a:lnTo>
                  <a:lnTo>
                    <a:pt x="2647340" y="1612622"/>
                  </a:lnTo>
                  <a:lnTo>
                    <a:pt x="2639559" y="1559929"/>
                  </a:lnTo>
                  <a:lnTo>
                    <a:pt x="2630934" y="1507796"/>
                  </a:lnTo>
                  <a:lnTo>
                    <a:pt x="2621468" y="1456227"/>
                  </a:lnTo>
                  <a:lnTo>
                    <a:pt x="2611162" y="1405222"/>
                  </a:lnTo>
                  <a:lnTo>
                    <a:pt x="2600015" y="1354785"/>
                  </a:lnTo>
                  <a:lnTo>
                    <a:pt x="2588030" y="1304917"/>
                  </a:lnTo>
                  <a:lnTo>
                    <a:pt x="2575207" y="1255622"/>
                  </a:lnTo>
                  <a:lnTo>
                    <a:pt x="2561547" y="1206901"/>
                  </a:lnTo>
                  <a:lnTo>
                    <a:pt x="2547052" y="1158756"/>
                  </a:lnTo>
                  <a:lnTo>
                    <a:pt x="2531722" y="1111191"/>
                  </a:lnTo>
                  <a:lnTo>
                    <a:pt x="2515558" y="1064207"/>
                  </a:lnTo>
                  <a:lnTo>
                    <a:pt x="2498561" y="1017806"/>
                  </a:lnTo>
                  <a:lnTo>
                    <a:pt x="2480733" y="971991"/>
                  </a:lnTo>
                  <a:lnTo>
                    <a:pt x="2462074" y="926764"/>
                  </a:lnTo>
                  <a:lnTo>
                    <a:pt x="2442585" y="882127"/>
                  </a:lnTo>
                  <a:lnTo>
                    <a:pt x="2422268" y="838083"/>
                  </a:lnTo>
                  <a:lnTo>
                    <a:pt x="2401123" y="794634"/>
                  </a:lnTo>
                  <a:lnTo>
                    <a:pt x="2379151" y="751782"/>
                  </a:lnTo>
                  <a:lnTo>
                    <a:pt x="2356354" y="709530"/>
                  </a:lnTo>
                  <a:lnTo>
                    <a:pt x="2332732" y="667879"/>
                  </a:lnTo>
                  <a:lnTo>
                    <a:pt x="2308286" y="626833"/>
                  </a:lnTo>
                  <a:lnTo>
                    <a:pt x="2283018" y="586393"/>
                  </a:lnTo>
                  <a:lnTo>
                    <a:pt x="2256928" y="546562"/>
                  </a:lnTo>
                  <a:lnTo>
                    <a:pt x="2230018" y="507342"/>
                  </a:lnTo>
                  <a:lnTo>
                    <a:pt x="2202288" y="468735"/>
                  </a:lnTo>
                  <a:lnTo>
                    <a:pt x="2173739" y="430743"/>
                  </a:lnTo>
                  <a:lnTo>
                    <a:pt x="2144373" y="393370"/>
                  </a:lnTo>
                  <a:lnTo>
                    <a:pt x="2114191" y="356617"/>
                  </a:lnTo>
                  <a:lnTo>
                    <a:pt x="2083192" y="320486"/>
                  </a:lnTo>
                  <a:lnTo>
                    <a:pt x="2051380" y="284980"/>
                  </a:lnTo>
                  <a:lnTo>
                    <a:pt x="2018753" y="250101"/>
                  </a:lnTo>
                  <a:lnTo>
                    <a:pt x="1981477" y="212026"/>
                  </a:lnTo>
                  <a:lnTo>
                    <a:pt x="1943180" y="174739"/>
                  </a:lnTo>
                  <a:lnTo>
                    <a:pt x="1903873" y="138236"/>
                  </a:lnTo>
                  <a:lnTo>
                    <a:pt x="1863569" y="102515"/>
                  </a:lnTo>
                  <a:lnTo>
                    <a:pt x="1822281" y="67570"/>
                  </a:lnTo>
                  <a:lnTo>
                    <a:pt x="1780020" y="33400"/>
                  </a:lnTo>
                  <a:lnTo>
                    <a:pt x="1736801" y="0"/>
                  </a:lnTo>
                  <a:close/>
                </a:path>
              </a:pathLst>
            </a:custGeom>
            <a:solidFill>
              <a:srgbClr val="100A30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9" name="object 5">
            <a:extLst>
              <a:ext uri="{FF2B5EF4-FFF2-40B4-BE49-F238E27FC236}">
                <a16:creationId xmlns:a16="http://schemas.microsoft.com/office/drawing/2014/main" id="{B82CC18E-BA9B-3247-B081-3D945B8EF3A3}"/>
              </a:ext>
            </a:extLst>
          </p:cNvPr>
          <p:cNvSpPr/>
          <p:nvPr userDrawn="1"/>
        </p:nvSpPr>
        <p:spPr>
          <a:xfrm>
            <a:off x="9239516" y="0"/>
            <a:ext cx="2959100" cy="6858000"/>
          </a:xfrm>
          <a:custGeom>
            <a:avLst/>
            <a:gdLst/>
            <a:ahLst/>
            <a:cxnLst/>
            <a:rect l="l" t="t" r="r" b="b"/>
            <a:pathLst>
              <a:path w="2959100" h="6858000">
                <a:moveTo>
                  <a:pt x="2958744" y="0"/>
                </a:moveTo>
                <a:lnTo>
                  <a:pt x="0" y="0"/>
                </a:lnTo>
                <a:lnTo>
                  <a:pt x="0" y="6858000"/>
                </a:lnTo>
                <a:lnTo>
                  <a:pt x="2958744" y="6858000"/>
                </a:lnTo>
                <a:lnTo>
                  <a:pt x="295874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7000">
                <a:srgbClr val="100930">
                  <a:alpha val="71593"/>
                </a:srgb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DAD63CEA-99A4-4746-82CA-91FABC535F52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452" y="5834154"/>
            <a:ext cx="1168951" cy="5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0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C7E27CDF-19F8-7F4E-93BC-40B81B50DC32}"/>
              </a:ext>
            </a:extLst>
          </p:cNvPr>
          <p:cNvSpPr/>
          <p:nvPr userDrawn="1"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100A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 descr="A bird with a yellow beak&#10;&#10;Description automatically generated with low confidence">
            <a:extLst>
              <a:ext uri="{FF2B5EF4-FFF2-40B4-BE49-F238E27FC236}">
                <a16:creationId xmlns:a16="http://schemas.microsoft.com/office/drawing/2014/main" id="{AC6AA8D3-DBC4-4B4C-8391-D561AC72C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5" r="3999" b="21193"/>
          <a:stretch/>
        </p:blipFill>
        <p:spPr>
          <a:xfrm>
            <a:off x="3002444" y="0"/>
            <a:ext cx="9189556" cy="685785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B08E3CD-364A-A24C-BE89-177EABA3DF82}"/>
              </a:ext>
            </a:extLst>
          </p:cNvPr>
          <p:cNvGrpSpPr/>
          <p:nvPr userDrawn="1"/>
        </p:nvGrpSpPr>
        <p:grpSpPr>
          <a:xfrm>
            <a:off x="412024" y="0"/>
            <a:ext cx="6445976" cy="6858147"/>
            <a:chOff x="1706584" y="0"/>
            <a:chExt cx="6445976" cy="6858147"/>
          </a:xfrm>
        </p:grpSpPr>
        <p:sp>
          <p:nvSpPr>
            <p:cNvPr id="21" name="object 2">
              <a:extLst>
                <a:ext uri="{FF2B5EF4-FFF2-40B4-BE49-F238E27FC236}">
                  <a16:creationId xmlns:a16="http://schemas.microsoft.com/office/drawing/2014/main" id="{CB2D2C32-7E2C-384F-ADBC-EDD4AA0CBF78}"/>
                </a:ext>
              </a:extLst>
            </p:cNvPr>
            <p:cNvSpPr/>
            <p:nvPr/>
          </p:nvSpPr>
          <p:spPr>
            <a:xfrm>
              <a:off x="1706584" y="0"/>
              <a:ext cx="5938520" cy="6858000"/>
            </a:xfrm>
            <a:custGeom>
              <a:avLst/>
              <a:gdLst/>
              <a:ahLst/>
              <a:cxnLst/>
              <a:rect l="l" t="t" r="r" b="b"/>
              <a:pathLst>
                <a:path w="5938520" h="6858000">
                  <a:moveTo>
                    <a:pt x="3497978" y="0"/>
                  </a:moveTo>
                  <a:lnTo>
                    <a:pt x="3457498" y="285"/>
                  </a:lnTo>
                  <a:lnTo>
                    <a:pt x="0" y="285"/>
                  </a:lnTo>
                  <a:lnTo>
                    <a:pt x="0" y="6858006"/>
                  </a:lnTo>
                  <a:lnTo>
                    <a:pt x="3014802" y="6858006"/>
                  </a:lnTo>
                  <a:lnTo>
                    <a:pt x="3149977" y="6711027"/>
                  </a:lnTo>
                  <a:lnTo>
                    <a:pt x="3287001" y="6559705"/>
                  </a:lnTo>
                  <a:lnTo>
                    <a:pt x="3425397" y="6404368"/>
                  </a:lnTo>
                  <a:lnTo>
                    <a:pt x="3529806" y="6285426"/>
                  </a:lnTo>
                  <a:lnTo>
                    <a:pt x="3634515" y="6164545"/>
                  </a:lnTo>
                  <a:lnTo>
                    <a:pt x="3739324" y="6041864"/>
                  </a:lnTo>
                  <a:lnTo>
                    <a:pt x="3844029" y="5917519"/>
                  </a:lnTo>
                  <a:lnTo>
                    <a:pt x="3948429" y="5791649"/>
                  </a:lnTo>
                  <a:lnTo>
                    <a:pt x="4052323" y="5664391"/>
                  </a:lnTo>
                  <a:lnTo>
                    <a:pt x="4121204" y="5578849"/>
                  </a:lnTo>
                  <a:lnTo>
                    <a:pt x="4189711" y="5492792"/>
                  </a:lnTo>
                  <a:lnTo>
                    <a:pt x="4257783" y="5406261"/>
                  </a:lnTo>
                  <a:lnTo>
                    <a:pt x="4325361" y="5319296"/>
                  </a:lnTo>
                  <a:lnTo>
                    <a:pt x="4392385" y="5231938"/>
                  </a:lnTo>
                  <a:lnTo>
                    <a:pt x="4458795" y="5144228"/>
                  </a:lnTo>
                  <a:lnTo>
                    <a:pt x="4524531" y="5056207"/>
                  </a:lnTo>
                  <a:lnTo>
                    <a:pt x="4589534" y="4967916"/>
                  </a:lnTo>
                  <a:lnTo>
                    <a:pt x="4621742" y="4923681"/>
                  </a:lnTo>
                  <a:lnTo>
                    <a:pt x="4653744" y="4879394"/>
                  </a:lnTo>
                  <a:lnTo>
                    <a:pt x="4685533" y="4835060"/>
                  </a:lnTo>
                  <a:lnTo>
                    <a:pt x="4717101" y="4790684"/>
                  </a:lnTo>
                  <a:lnTo>
                    <a:pt x="4748441" y="4746271"/>
                  </a:lnTo>
                  <a:lnTo>
                    <a:pt x="4779545" y="4701825"/>
                  </a:lnTo>
                  <a:lnTo>
                    <a:pt x="4810406" y="4657353"/>
                  </a:lnTo>
                  <a:lnTo>
                    <a:pt x="4841016" y="4612859"/>
                  </a:lnTo>
                  <a:lnTo>
                    <a:pt x="4871368" y="4568348"/>
                  </a:lnTo>
                  <a:lnTo>
                    <a:pt x="4901455" y="4523826"/>
                  </a:lnTo>
                  <a:lnTo>
                    <a:pt x="4931269" y="4479297"/>
                  </a:lnTo>
                  <a:lnTo>
                    <a:pt x="4960802" y="4434767"/>
                  </a:lnTo>
                  <a:lnTo>
                    <a:pt x="4990047" y="4390240"/>
                  </a:lnTo>
                  <a:lnTo>
                    <a:pt x="5018997" y="4345722"/>
                  </a:lnTo>
                  <a:lnTo>
                    <a:pt x="5047644" y="4301219"/>
                  </a:lnTo>
                  <a:lnTo>
                    <a:pt x="5075980" y="4256733"/>
                  </a:lnTo>
                  <a:lnTo>
                    <a:pt x="5103999" y="4212273"/>
                  </a:lnTo>
                  <a:lnTo>
                    <a:pt x="5131692" y="4167841"/>
                  </a:lnTo>
                  <a:lnTo>
                    <a:pt x="5159052" y="4123443"/>
                  </a:lnTo>
                  <a:lnTo>
                    <a:pt x="5186072" y="4079085"/>
                  </a:lnTo>
                  <a:lnTo>
                    <a:pt x="5212744" y="4034771"/>
                  </a:lnTo>
                  <a:lnTo>
                    <a:pt x="5239061" y="3990507"/>
                  </a:lnTo>
                  <a:lnTo>
                    <a:pt x="5265016" y="3946297"/>
                  </a:lnTo>
                  <a:lnTo>
                    <a:pt x="5290600" y="3902147"/>
                  </a:lnTo>
                  <a:lnTo>
                    <a:pt x="5315806" y="3858062"/>
                  </a:lnTo>
                  <a:lnTo>
                    <a:pt x="5340627" y="3814046"/>
                  </a:lnTo>
                  <a:lnTo>
                    <a:pt x="5365056" y="3770106"/>
                  </a:lnTo>
                  <a:lnTo>
                    <a:pt x="5389084" y="3726246"/>
                  </a:lnTo>
                  <a:lnTo>
                    <a:pt x="5412705" y="3682471"/>
                  </a:lnTo>
                  <a:lnTo>
                    <a:pt x="5435911" y="3638786"/>
                  </a:lnTo>
                  <a:lnTo>
                    <a:pt x="5458694" y="3595196"/>
                  </a:lnTo>
                  <a:lnTo>
                    <a:pt x="5481048" y="3551707"/>
                  </a:lnTo>
                  <a:lnTo>
                    <a:pt x="5502964" y="3508324"/>
                  </a:lnTo>
                  <a:lnTo>
                    <a:pt x="5524435" y="3465051"/>
                  </a:lnTo>
                  <a:lnTo>
                    <a:pt x="5545453" y="3421894"/>
                  </a:lnTo>
                  <a:lnTo>
                    <a:pt x="5566012" y="3378858"/>
                  </a:lnTo>
                  <a:lnTo>
                    <a:pt x="5586103" y="3335947"/>
                  </a:lnTo>
                  <a:lnTo>
                    <a:pt x="5605720" y="3293168"/>
                  </a:lnTo>
                  <a:lnTo>
                    <a:pt x="5624854" y="3250525"/>
                  </a:lnTo>
                  <a:lnTo>
                    <a:pt x="5643498" y="3208023"/>
                  </a:lnTo>
                  <a:lnTo>
                    <a:pt x="5661645" y="3165667"/>
                  </a:lnTo>
                  <a:lnTo>
                    <a:pt x="5679288" y="3123463"/>
                  </a:lnTo>
                  <a:lnTo>
                    <a:pt x="5696418" y="3081415"/>
                  </a:lnTo>
                  <a:lnTo>
                    <a:pt x="5713028" y="3039529"/>
                  </a:lnTo>
                  <a:lnTo>
                    <a:pt x="5729111" y="2997809"/>
                  </a:lnTo>
                  <a:lnTo>
                    <a:pt x="5744660" y="2956261"/>
                  </a:lnTo>
                  <a:lnTo>
                    <a:pt x="5759667" y="2914890"/>
                  </a:lnTo>
                  <a:lnTo>
                    <a:pt x="5774124" y="2873701"/>
                  </a:lnTo>
                  <a:lnTo>
                    <a:pt x="5788024" y="2832699"/>
                  </a:lnTo>
                  <a:lnTo>
                    <a:pt x="5801359" y="2791889"/>
                  </a:lnTo>
                  <a:lnTo>
                    <a:pt x="5814123" y="2751277"/>
                  </a:lnTo>
                  <a:lnTo>
                    <a:pt x="5826307" y="2710866"/>
                  </a:lnTo>
                  <a:lnTo>
                    <a:pt x="5837904" y="2670663"/>
                  </a:lnTo>
                  <a:lnTo>
                    <a:pt x="5848906" y="2630673"/>
                  </a:lnTo>
                  <a:lnTo>
                    <a:pt x="5859307" y="2590900"/>
                  </a:lnTo>
                  <a:lnTo>
                    <a:pt x="5869098" y="2551350"/>
                  </a:lnTo>
                  <a:lnTo>
                    <a:pt x="5878273" y="2512028"/>
                  </a:lnTo>
                  <a:lnTo>
                    <a:pt x="5886823" y="2472938"/>
                  </a:lnTo>
                  <a:lnTo>
                    <a:pt x="5894741" y="2434087"/>
                  </a:lnTo>
                  <a:lnTo>
                    <a:pt x="5902020" y="2395479"/>
                  </a:lnTo>
                  <a:lnTo>
                    <a:pt x="5908653" y="2357118"/>
                  </a:lnTo>
                  <a:lnTo>
                    <a:pt x="5914631" y="2319012"/>
                  </a:lnTo>
                  <a:lnTo>
                    <a:pt x="5919948" y="2281163"/>
                  </a:lnTo>
                  <a:lnTo>
                    <a:pt x="5928566" y="2206261"/>
                  </a:lnTo>
                  <a:lnTo>
                    <a:pt x="5934447" y="2132454"/>
                  </a:lnTo>
                  <a:lnTo>
                    <a:pt x="5937533" y="2059782"/>
                  </a:lnTo>
                  <a:lnTo>
                    <a:pt x="5938008" y="2023885"/>
                  </a:lnTo>
                  <a:lnTo>
                    <a:pt x="5937762" y="1988287"/>
                  </a:lnTo>
                  <a:lnTo>
                    <a:pt x="5935076" y="1918008"/>
                  </a:lnTo>
                  <a:lnTo>
                    <a:pt x="5929414" y="1848986"/>
                  </a:lnTo>
                  <a:lnTo>
                    <a:pt x="5921851" y="1784782"/>
                  </a:lnTo>
                  <a:lnTo>
                    <a:pt x="5912807" y="1722067"/>
                  </a:lnTo>
                  <a:lnTo>
                    <a:pt x="5902317" y="1660824"/>
                  </a:lnTo>
                  <a:lnTo>
                    <a:pt x="5890415" y="1601035"/>
                  </a:lnTo>
                  <a:lnTo>
                    <a:pt x="5877134" y="1542683"/>
                  </a:lnTo>
                  <a:lnTo>
                    <a:pt x="5862510" y="1485751"/>
                  </a:lnTo>
                  <a:lnTo>
                    <a:pt x="5846576" y="1430222"/>
                  </a:lnTo>
                  <a:lnTo>
                    <a:pt x="5829367" y="1376078"/>
                  </a:lnTo>
                  <a:lnTo>
                    <a:pt x="5810917" y="1323302"/>
                  </a:lnTo>
                  <a:lnTo>
                    <a:pt x="5791261" y="1271877"/>
                  </a:lnTo>
                  <a:lnTo>
                    <a:pt x="5770432" y="1221785"/>
                  </a:lnTo>
                  <a:lnTo>
                    <a:pt x="5748465" y="1173010"/>
                  </a:lnTo>
                  <a:lnTo>
                    <a:pt x="5725394" y="1125534"/>
                  </a:lnTo>
                  <a:lnTo>
                    <a:pt x="5701253" y="1079341"/>
                  </a:lnTo>
                  <a:lnTo>
                    <a:pt x="5676077" y="1034411"/>
                  </a:lnTo>
                  <a:lnTo>
                    <a:pt x="5649900" y="990729"/>
                  </a:lnTo>
                  <a:lnTo>
                    <a:pt x="5622756" y="948277"/>
                  </a:lnTo>
                  <a:lnTo>
                    <a:pt x="5594680" y="907039"/>
                  </a:lnTo>
                  <a:lnTo>
                    <a:pt x="5565706" y="866995"/>
                  </a:lnTo>
                  <a:lnTo>
                    <a:pt x="5535867" y="828131"/>
                  </a:lnTo>
                  <a:lnTo>
                    <a:pt x="5505199" y="790427"/>
                  </a:lnTo>
                  <a:lnTo>
                    <a:pt x="5473736" y="753867"/>
                  </a:lnTo>
                  <a:lnTo>
                    <a:pt x="5441511" y="718434"/>
                  </a:lnTo>
                  <a:lnTo>
                    <a:pt x="5408559" y="684111"/>
                  </a:lnTo>
                  <a:lnTo>
                    <a:pt x="5374915" y="650879"/>
                  </a:lnTo>
                  <a:lnTo>
                    <a:pt x="5340613" y="618723"/>
                  </a:lnTo>
                  <a:lnTo>
                    <a:pt x="5305686" y="587624"/>
                  </a:lnTo>
                  <a:lnTo>
                    <a:pt x="5270170" y="557565"/>
                  </a:lnTo>
                  <a:lnTo>
                    <a:pt x="5234098" y="528530"/>
                  </a:lnTo>
                  <a:lnTo>
                    <a:pt x="5197505" y="500501"/>
                  </a:lnTo>
                  <a:lnTo>
                    <a:pt x="5160425" y="473460"/>
                  </a:lnTo>
                  <a:lnTo>
                    <a:pt x="5122892" y="447391"/>
                  </a:lnTo>
                  <a:lnTo>
                    <a:pt x="5084941" y="422276"/>
                  </a:lnTo>
                  <a:lnTo>
                    <a:pt x="5046605" y="398098"/>
                  </a:lnTo>
                  <a:lnTo>
                    <a:pt x="5007920" y="374840"/>
                  </a:lnTo>
                  <a:lnTo>
                    <a:pt x="4968919" y="352484"/>
                  </a:lnTo>
                  <a:lnTo>
                    <a:pt x="4929637" y="331014"/>
                  </a:lnTo>
                  <a:lnTo>
                    <a:pt x="4890108" y="310411"/>
                  </a:lnTo>
                  <a:lnTo>
                    <a:pt x="4850365" y="290659"/>
                  </a:lnTo>
                  <a:lnTo>
                    <a:pt x="4810445" y="271741"/>
                  </a:lnTo>
                  <a:lnTo>
                    <a:pt x="4770380" y="253639"/>
                  </a:lnTo>
                  <a:lnTo>
                    <a:pt x="4730205" y="236336"/>
                  </a:lnTo>
                  <a:lnTo>
                    <a:pt x="4689954" y="219814"/>
                  </a:lnTo>
                  <a:lnTo>
                    <a:pt x="4649662" y="204058"/>
                  </a:lnTo>
                  <a:lnTo>
                    <a:pt x="4609363" y="189048"/>
                  </a:lnTo>
                  <a:lnTo>
                    <a:pt x="4569091" y="174768"/>
                  </a:lnTo>
                  <a:lnTo>
                    <a:pt x="4528880" y="161201"/>
                  </a:lnTo>
                  <a:lnTo>
                    <a:pt x="4488765" y="148330"/>
                  </a:lnTo>
                  <a:lnTo>
                    <a:pt x="4448780" y="136137"/>
                  </a:lnTo>
                  <a:lnTo>
                    <a:pt x="4408959" y="124605"/>
                  </a:lnTo>
                  <a:lnTo>
                    <a:pt x="4369336" y="113716"/>
                  </a:lnTo>
                  <a:lnTo>
                    <a:pt x="4329947" y="103454"/>
                  </a:lnTo>
                  <a:lnTo>
                    <a:pt x="4290824" y="93802"/>
                  </a:lnTo>
                  <a:lnTo>
                    <a:pt x="4252002" y="84741"/>
                  </a:lnTo>
                  <a:lnTo>
                    <a:pt x="4213516" y="76256"/>
                  </a:lnTo>
                  <a:lnTo>
                    <a:pt x="4175400" y="68327"/>
                  </a:lnTo>
                  <a:lnTo>
                    <a:pt x="4137688" y="60939"/>
                  </a:lnTo>
                  <a:lnTo>
                    <a:pt x="4063613" y="47715"/>
                  </a:lnTo>
                  <a:lnTo>
                    <a:pt x="3991566" y="36446"/>
                  </a:lnTo>
                  <a:lnTo>
                    <a:pt x="3887896" y="22903"/>
                  </a:lnTo>
                  <a:lnTo>
                    <a:pt x="3822118" y="15915"/>
                  </a:lnTo>
                  <a:lnTo>
                    <a:pt x="3759326" y="10399"/>
                  </a:lnTo>
                  <a:lnTo>
                    <a:pt x="3699796" y="6215"/>
                  </a:lnTo>
                  <a:lnTo>
                    <a:pt x="3643801" y="3227"/>
                  </a:lnTo>
                  <a:lnTo>
                    <a:pt x="3591616" y="1297"/>
                  </a:lnTo>
                  <a:lnTo>
                    <a:pt x="3543515" y="285"/>
                  </a:lnTo>
                  <a:lnTo>
                    <a:pt x="3497978" y="0"/>
                  </a:lnTo>
                  <a:close/>
                </a:path>
              </a:pathLst>
            </a:custGeom>
            <a:solidFill>
              <a:srgbClr val="100A3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C604CB20-22D1-A94D-A57F-5233E6EF0A1C}"/>
                </a:ext>
              </a:extLst>
            </p:cNvPr>
            <p:cNvSpPr/>
            <p:nvPr/>
          </p:nvSpPr>
          <p:spPr>
            <a:xfrm>
              <a:off x="4815353" y="135"/>
              <a:ext cx="2953385" cy="6858000"/>
            </a:xfrm>
            <a:custGeom>
              <a:avLst/>
              <a:gdLst/>
              <a:ahLst/>
              <a:cxnLst/>
              <a:rect l="l" t="t" r="r" b="b"/>
              <a:pathLst>
                <a:path w="2953384" h="6858000">
                  <a:moveTo>
                    <a:pt x="1318437" y="0"/>
                  </a:moveTo>
                  <a:lnTo>
                    <a:pt x="1014780" y="0"/>
                  </a:lnTo>
                  <a:lnTo>
                    <a:pt x="1059782" y="8674"/>
                  </a:lnTo>
                  <a:lnTo>
                    <a:pt x="1105269" y="18060"/>
                  </a:lnTo>
                  <a:lnTo>
                    <a:pt x="1151187" y="28186"/>
                  </a:lnTo>
                  <a:lnTo>
                    <a:pt x="1197485" y="39077"/>
                  </a:lnTo>
                  <a:lnTo>
                    <a:pt x="1244110" y="50760"/>
                  </a:lnTo>
                  <a:lnTo>
                    <a:pt x="1291009" y="63261"/>
                  </a:lnTo>
                  <a:lnTo>
                    <a:pt x="1338130" y="76608"/>
                  </a:lnTo>
                  <a:lnTo>
                    <a:pt x="1385420" y="90826"/>
                  </a:lnTo>
                  <a:lnTo>
                    <a:pt x="1432826" y="105943"/>
                  </a:lnTo>
                  <a:lnTo>
                    <a:pt x="1484165" y="123329"/>
                  </a:lnTo>
                  <a:lnTo>
                    <a:pt x="1534655" y="141495"/>
                  </a:lnTo>
                  <a:lnTo>
                    <a:pt x="1584290" y="160439"/>
                  </a:lnTo>
                  <a:lnTo>
                    <a:pt x="1633066" y="180157"/>
                  </a:lnTo>
                  <a:lnTo>
                    <a:pt x="1680978" y="200648"/>
                  </a:lnTo>
                  <a:lnTo>
                    <a:pt x="1728021" y="221908"/>
                  </a:lnTo>
                  <a:lnTo>
                    <a:pt x="1774189" y="243933"/>
                  </a:lnTo>
                  <a:lnTo>
                    <a:pt x="1819479" y="266721"/>
                  </a:lnTo>
                  <a:lnTo>
                    <a:pt x="1863886" y="290270"/>
                  </a:lnTo>
                  <a:lnTo>
                    <a:pt x="1907403" y="314576"/>
                  </a:lnTo>
                  <a:lnTo>
                    <a:pt x="1950027" y="339636"/>
                  </a:lnTo>
                  <a:lnTo>
                    <a:pt x="1991753" y="365447"/>
                  </a:lnTo>
                  <a:lnTo>
                    <a:pt x="2032576" y="392006"/>
                  </a:lnTo>
                  <a:lnTo>
                    <a:pt x="2072490" y="419311"/>
                  </a:lnTo>
                  <a:lnTo>
                    <a:pt x="2111492" y="447359"/>
                  </a:lnTo>
                  <a:lnTo>
                    <a:pt x="2149576" y="476146"/>
                  </a:lnTo>
                  <a:lnTo>
                    <a:pt x="2186737" y="505670"/>
                  </a:lnTo>
                  <a:lnTo>
                    <a:pt x="2222970" y="535927"/>
                  </a:lnTo>
                  <a:lnTo>
                    <a:pt x="2258271" y="566915"/>
                  </a:lnTo>
                  <a:lnTo>
                    <a:pt x="2292634" y="598631"/>
                  </a:lnTo>
                  <a:lnTo>
                    <a:pt x="2326055" y="631072"/>
                  </a:lnTo>
                  <a:lnTo>
                    <a:pt x="2358529" y="664235"/>
                  </a:lnTo>
                  <a:lnTo>
                    <a:pt x="2391788" y="700040"/>
                  </a:lnTo>
                  <a:lnTo>
                    <a:pt x="2423990" y="736664"/>
                  </a:lnTo>
                  <a:lnTo>
                    <a:pt x="2455135" y="774102"/>
                  </a:lnTo>
                  <a:lnTo>
                    <a:pt x="2485221" y="812351"/>
                  </a:lnTo>
                  <a:lnTo>
                    <a:pt x="2514246" y="851407"/>
                  </a:lnTo>
                  <a:lnTo>
                    <a:pt x="2542208" y="891265"/>
                  </a:lnTo>
                  <a:lnTo>
                    <a:pt x="2569106" y="931924"/>
                  </a:lnTo>
                  <a:lnTo>
                    <a:pt x="2594939" y="973378"/>
                  </a:lnTo>
                  <a:lnTo>
                    <a:pt x="2619704" y="1015623"/>
                  </a:lnTo>
                  <a:lnTo>
                    <a:pt x="2643399" y="1058657"/>
                  </a:lnTo>
                  <a:lnTo>
                    <a:pt x="2666024" y="1102475"/>
                  </a:lnTo>
                  <a:lnTo>
                    <a:pt x="2687577" y="1147073"/>
                  </a:lnTo>
                  <a:lnTo>
                    <a:pt x="2708055" y="1192449"/>
                  </a:lnTo>
                  <a:lnTo>
                    <a:pt x="2727458" y="1238596"/>
                  </a:lnTo>
                  <a:lnTo>
                    <a:pt x="2745784" y="1285514"/>
                  </a:lnTo>
                  <a:lnTo>
                    <a:pt x="2763030" y="1333196"/>
                  </a:lnTo>
                  <a:lnTo>
                    <a:pt x="2779196" y="1381640"/>
                  </a:lnTo>
                  <a:lnTo>
                    <a:pt x="2794280" y="1430841"/>
                  </a:lnTo>
                  <a:lnTo>
                    <a:pt x="2808279" y="1480797"/>
                  </a:lnTo>
                  <a:lnTo>
                    <a:pt x="2821193" y="1531503"/>
                  </a:lnTo>
                  <a:lnTo>
                    <a:pt x="2833020" y="1582955"/>
                  </a:lnTo>
                  <a:lnTo>
                    <a:pt x="2843758" y="1635149"/>
                  </a:lnTo>
                  <a:lnTo>
                    <a:pt x="2853405" y="1688083"/>
                  </a:lnTo>
                  <a:lnTo>
                    <a:pt x="2861960" y="1741751"/>
                  </a:lnTo>
                  <a:lnTo>
                    <a:pt x="2869422" y="1796151"/>
                  </a:lnTo>
                  <a:lnTo>
                    <a:pt x="2875788" y="1851278"/>
                  </a:lnTo>
                  <a:lnTo>
                    <a:pt x="2881782" y="1925466"/>
                  </a:lnTo>
                  <a:lnTo>
                    <a:pt x="2884419" y="2001632"/>
                  </a:lnTo>
                  <a:lnTo>
                    <a:pt x="2884478" y="2040455"/>
                  </a:lnTo>
                  <a:lnTo>
                    <a:pt x="2883700" y="2079768"/>
                  </a:lnTo>
                  <a:lnTo>
                    <a:pt x="2882083" y="2119571"/>
                  </a:lnTo>
                  <a:lnTo>
                    <a:pt x="2879628" y="2159862"/>
                  </a:lnTo>
                  <a:lnTo>
                    <a:pt x="2876337" y="2200639"/>
                  </a:lnTo>
                  <a:lnTo>
                    <a:pt x="2872209" y="2241902"/>
                  </a:lnTo>
                  <a:lnTo>
                    <a:pt x="2867244" y="2283650"/>
                  </a:lnTo>
                  <a:lnTo>
                    <a:pt x="2861444" y="2325879"/>
                  </a:lnTo>
                  <a:lnTo>
                    <a:pt x="2854808" y="2368591"/>
                  </a:lnTo>
                  <a:lnTo>
                    <a:pt x="2847337" y="2411782"/>
                  </a:lnTo>
                  <a:lnTo>
                    <a:pt x="2839031" y="2455451"/>
                  </a:lnTo>
                  <a:lnTo>
                    <a:pt x="2829892" y="2499598"/>
                  </a:lnTo>
                  <a:lnTo>
                    <a:pt x="2819918" y="2544221"/>
                  </a:lnTo>
                  <a:lnTo>
                    <a:pt x="2809111" y="2589318"/>
                  </a:lnTo>
                  <a:lnTo>
                    <a:pt x="2797471" y="2634889"/>
                  </a:lnTo>
                  <a:lnTo>
                    <a:pt x="2784999" y="2680931"/>
                  </a:lnTo>
                  <a:lnTo>
                    <a:pt x="2771695" y="2727444"/>
                  </a:lnTo>
                  <a:lnTo>
                    <a:pt x="2757558" y="2774426"/>
                  </a:lnTo>
                  <a:lnTo>
                    <a:pt x="2742591" y="2821875"/>
                  </a:lnTo>
                  <a:lnTo>
                    <a:pt x="2726793" y="2869791"/>
                  </a:lnTo>
                  <a:lnTo>
                    <a:pt x="2710164" y="2918172"/>
                  </a:lnTo>
                  <a:lnTo>
                    <a:pt x="2692706" y="2967016"/>
                  </a:lnTo>
                  <a:lnTo>
                    <a:pt x="2674417" y="3016323"/>
                  </a:lnTo>
                  <a:lnTo>
                    <a:pt x="2655300" y="3066091"/>
                  </a:lnTo>
                  <a:lnTo>
                    <a:pt x="2635354" y="3116318"/>
                  </a:lnTo>
                  <a:lnTo>
                    <a:pt x="2614580" y="3167003"/>
                  </a:lnTo>
                  <a:lnTo>
                    <a:pt x="2592978" y="3218145"/>
                  </a:lnTo>
                  <a:lnTo>
                    <a:pt x="2570548" y="3269743"/>
                  </a:lnTo>
                  <a:lnTo>
                    <a:pt x="2547291" y="3321794"/>
                  </a:lnTo>
                  <a:lnTo>
                    <a:pt x="2523208" y="3374299"/>
                  </a:lnTo>
                  <a:lnTo>
                    <a:pt x="2498298" y="3427255"/>
                  </a:lnTo>
                  <a:lnTo>
                    <a:pt x="2472563" y="3480660"/>
                  </a:lnTo>
                  <a:lnTo>
                    <a:pt x="2446002" y="3534515"/>
                  </a:lnTo>
                  <a:lnTo>
                    <a:pt x="2418617" y="3588817"/>
                  </a:lnTo>
                  <a:lnTo>
                    <a:pt x="2390406" y="3643564"/>
                  </a:lnTo>
                  <a:lnTo>
                    <a:pt x="2361372" y="3698757"/>
                  </a:lnTo>
                  <a:lnTo>
                    <a:pt x="2331514" y="3754392"/>
                  </a:lnTo>
                  <a:lnTo>
                    <a:pt x="2300833" y="3810469"/>
                  </a:lnTo>
                  <a:lnTo>
                    <a:pt x="2269329" y="3866987"/>
                  </a:lnTo>
                  <a:lnTo>
                    <a:pt x="2237003" y="3923944"/>
                  </a:lnTo>
                  <a:lnTo>
                    <a:pt x="2216161" y="3960144"/>
                  </a:lnTo>
                  <a:lnTo>
                    <a:pt x="2173500" y="4033065"/>
                  </a:lnTo>
                  <a:lnTo>
                    <a:pt x="2129537" y="4106675"/>
                  </a:lnTo>
                  <a:lnTo>
                    <a:pt x="2084277" y="4180968"/>
                  </a:lnTo>
                  <a:lnTo>
                    <a:pt x="2037723" y="4255939"/>
                  </a:lnTo>
                  <a:lnTo>
                    <a:pt x="1989882" y="4331580"/>
                  </a:lnTo>
                  <a:lnTo>
                    <a:pt x="1940755" y="4407887"/>
                  </a:lnTo>
                  <a:lnTo>
                    <a:pt x="1890349" y="4484854"/>
                  </a:lnTo>
                  <a:lnTo>
                    <a:pt x="1838666" y="4562475"/>
                  </a:lnTo>
                  <a:lnTo>
                    <a:pt x="1785712" y="4640744"/>
                  </a:lnTo>
                  <a:lnTo>
                    <a:pt x="1731490" y="4719655"/>
                  </a:lnTo>
                  <a:lnTo>
                    <a:pt x="1676005" y="4799203"/>
                  </a:lnTo>
                  <a:lnTo>
                    <a:pt x="1619260" y="4879381"/>
                  </a:lnTo>
                  <a:lnTo>
                    <a:pt x="1561261" y="4960184"/>
                  </a:lnTo>
                  <a:lnTo>
                    <a:pt x="1502012" y="5041606"/>
                  </a:lnTo>
                  <a:lnTo>
                    <a:pt x="1441515" y="5123642"/>
                  </a:lnTo>
                  <a:lnTo>
                    <a:pt x="1379777" y="5206284"/>
                  </a:lnTo>
                  <a:lnTo>
                    <a:pt x="1316801" y="5289529"/>
                  </a:lnTo>
                  <a:lnTo>
                    <a:pt x="1252591" y="5373369"/>
                  </a:lnTo>
                  <a:lnTo>
                    <a:pt x="1187152" y="5457799"/>
                  </a:lnTo>
                  <a:lnTo>
                    <a:pt x="1120487" y="5542813"/>
                  </a:lnTo>
                  <a:lnTo>
                    <a:pt x="1052601" y="5628405"/>
                  </a:lnTo>
                  <a:lnTo>
                    <a:pt x="983499" y="5714570"/>
                  </a:lnTo>
                  <a:lnTo>
                    <a:pt x="913184" y="5801302"/>
                  </a:lnTo>
                  <a:lnTo>
                    <a:pt x="841661" y="5888594"/>
                  </a:lnTo>
                  <a:lnTo>
                    <a:pt x="768934" y="5976442"/>
                  </a:lnTo>
                  <a:lnTo>
                    <a:pt x="695007" y="6064838"/>
                  </a:lnTo>
                  <a:lnTo>
                    <a:pt x="619884" y="6153778"/>
                  </a:lnTo>
                  <a:lnTo>
                    <a:pt x="513174" y="6278651"/>
                  </a:lnTo>
                  <a:lnTo>
                    <a:pt x="410052" y="6397766"/>
                  </a:lnTo>
                  <a:lnTo>
                    <a:pt x="306999" y="6515356"/>
                  </a:lnTo>
                  <a:lnTo>
                    <a:pt x="204189" y="6631311"/>
                  </a:lnTo>
                  <a:lnTo>
                    <a:pt x="101798" y="6745516"/>
                  </a:lnTo>
                  <a:lnTo>
                    <a:pt x="0" y="6857860"/>
                  </a:lnTo>
                  <a:lnTo>
                    <a:pt x="92303" y="6857860"/>
                  </a:lnTo>
                  <a:lnTo>
                    <a:pt x="193061" y="6746199"/>
                  </a:lnTo>
                  <a:lnTo>
                    <a:pt x="294327" y="6632773"/>
                  </a:lnTo>
                  <a:lnTo>
                    <a:pt x="395935" y="6517688"/>
                  </a:lnTo>
                  <a:lnTo>
                    <a:pt x="497718" y="6401051"/>
                  </a:lnTo>
                  <a:lnTo>
                    <a:pt x="599509" y="6282970"/>
                  </a:lnTo>
                  <a:lnTo>
                    <a:pt x="709437" y="6153741"/>
                  </a:lnTo>
                  <a:lnTo>
                    <a:pt x="784266" y="6064714"/>
                  </a:lnTo>
                  <a:lnTo>
                    <a:pt x="857895" y="5976231"/>
                  </a:lnTo>
                  <a:lnTo>
                    <a:pt x="930320" y="5888299"/>
                  </a:lnTo>
                  <a:lnTo>
                    <a:pt x="1001535" y="5800922"/>
                  </a:lnTo>
                  <a:lnTo>
                    <a:pt x="1071538" y="5714108"/>
                  </a:lnTo>
                  <a:lnTo>
                    <a:pt x="1140324" y="5627861"/>
                  </a:lnTo>
                  <a:lnTo>
                    <a:pt x="1207888" y="5542188"/>
                  </a:lnTo>
                  <a:lnTo>
                    <a:pt x="1274226" y="5457094"/>
                  </a:lnTo>
                  <a:lnTo>
                    <a:pt x="1339334" y="5372585"/>
                  </a:lnTo>
                  <a:lnTo>
                    <a:pt x="1403208" y="5288668"/>
                  </a:lnTo>
                  <a:lnTo>
                    <a:pt x="1465844" y="5205347"/>
                  </a:lnTo>
                  <a:lnTo>
                    <a:pt x="1527237" y="5122629"/>
                  </a:lnTo>
                  <a:lnTo>
                    <a:pt x="1587384" y="5040520"/>
                  </a:lnTo>
                  <a:lnTo>
                    <a:pt x="1646279" y="4959025"/>
                  </a:lnTo>
                  <a:lnTo>
                    <a:pt x="1703918" y="4878150"/>
                  </a:lnTo>
                  <a:lnTo>
                    <a:pt x="1760299" y="4797902"/>
                  </a:lnTo>
                  <a:lnTo>
                    <a:pt x="1815415" y="4718285"/>
                  </a:lnTo>
                  <a:lnTo>
                    <a:pt x="1869263" y="4639306"/>
                  </a:lnTo>
                  <a:lnTo>
                    <a:pt x="1921839" y="4560971"/>
                  </a:lnTo>
                  <a:lnTo>
                    <a:pt x="1973138" y="4483285"/>
                  </a:lnTo>
                  <a:lnTo>
                    <a:pt x="2023157" y="4406254"/>
                  </a:lnTo>
                  <a:lnTo>
                    <a:pt x="2071890" y="4329885"/>
                  </a:lnTo>
                  <a:lnTo>
                    <a:pt x="2119335" y="4254182"/>
                  </a:lnTo>
                  <a:lnTo>
                    <a:pt x="2165485" y="4179152"/>
                  </a:lnTo>
                  <a:lnTo>
                    <a:pt x="2210338" y="4104801"/>
                  </a:lnTo>
                  <a:lnTo>
                    <a:pt x="2253889" y="4031134"/>
                  </a:lnTo>
                  <a:lnTo>
                    <a:pt x="2296134" y="3958158"/>
                  </a:lnTo>
                  <a:lnTo>
                    <a:pt x="2328237" y="3901607"/>
                  </a:lnTo>
                  <a:lnTo>
                    <a:pt x="2359541" y="3845472"/>
                  </a:lnTo>
                  <a:lnTo>
                    <a:pt x="2390045" y="3789755"/>
                  </a:lnTo>
                  <a:lnTo>
                    <a:pt x="2419749" y="3734458"/>
                  </a:lnTo>
                  <a:lnTo>
                    <a:pt x="2448652" y="3679581"/>
                  </a:lnTo>
                  <a:lnTo>
                    <a:pt x="2476755" y="3625125"/>
                  </a:lnTo>
                  <a:lnTo>
                    <a:pt x="2504056" y="3571093"/>
                  </a:lnTo>
                  <a:lnTo>
                    <a:pt x="2530555" y="3517485"/>
                  </a:lnTo>
                  <a:lnTo>
                    <a:pt x="2556252" y="3464302"/>
                  </a:lnTo>
                  <a:lnTo>
                    <a:pt x="2581147" y="3411546"/>
                  </a:lnTo>
                  <a:lnTo>
                    <a:pt x="2605238" y="3359219"/>
                  </a:lnTo>
                  <a:lnTo>
                    <a:pt x="2628527" y="3307321"/>
                  </a:lnTo>
                  <a:lnTo>
                    <a:pt x="2651011" y="3255854"/>
                  </a:lnTo>
                  <a:lnTo>
                    <a:pt x="2672692" y="3204819"/>
                  </a:lnTo>
                  <a:lnTo>
                    <a:pt x="2693567" y="3154218"/>
                  </a:lnTo>
                  <a:lnTo>
                    <a:pt x="2713638" y="3104051"/>
                  </a:lnTo>
                  <a:lnTo>
                    <a:pt x="2732904" y="3054320"/>
                  </a:lnTo>
                  <a:lnTo>
                    <a:pt x="2751364" y="3005027"/>
                  </a:lnTo>
                  <a:lnTo>
                    <a:pt x="2769017" y="2956172"/>
                  </a:lnTo>
                  <a:lnTo>
                    <a:pt x="2785864" y="2907757"/>
                  </a:lnTo>
                  <a:lnTo>
                    <a:pt x="2801905" y="2859783"/>
                  </a:lnTo>
                  <a:lnTo>
                    <a:pt x="2817137" y="2812252"/>
                  </a:lnTo>
                  <a:lnTo>
                    <a:pt x="2831562" y="2765165"/>
                  </a:lnTo>
                  <a:lnTo>
                    <a:pt x="2845179" y="2718523"/>
                  </a:lnTo>
                  <a:lnTo>
                    <a:pt x="2857988" y="2672327"/>
                  </a:lnTo>
                  <a:lnTo>
                    <a:pt x="2869987" y="2626579"/>
                  </a:lnTo>
                  <a:lnTo>
                    <a:pt x="2881177" y="2581280"/>
                  </a:lnTo>
                  <a:lnTo>
                    <a:pt x="2891558" y="2536431"/>
                  </a:lnTo>
                  <a:lnTo>
                    <a:pt x="2901128" y="2492034"/>
                  </a:lnTo>
                  <a:lnTo>
                    <a:pt x="2909887" y="2448090"/>
                  </a:lnTo>
                  <a:lnTo>
                    <a:pt x="2917836" y="2404600"/>
                  </a:lnTo>
                  <a:lnTo>
                    <a:pt x="2924974" y="2361566"/>
                  </a:lnTo>
                  <a:lnTo>
                    <a:pt x="2931299" y="2318989"/>
                  </a:lnTo>
                  <a:lnTo>
                    <a:pt x="2936813" y="2276869"/>
                  </a:lnTo>
                  <a:lnTo>
                    <a:pt x="2941514" y="2235209"/>
                  </a:lnTo>
                  <a:lnTo>
                    <a:pt x="2945402" y="2194010"/>
                  </a:lnTo>
                  <a:lnTo>
                    <a:pt x="2948476" y="2153273"/>
                  </a:lnTo>
                  <a:lnTo>
                    <a:pt x="2950737" y="2112999"/>
                  </a:lnTo>
                  <a:lnTo>
                    <a:pt x="2952184" y="2073190"/>
                  </a:lnTo>
                  <a:lnTo>
                    <a:pt x="2952816" y="2033847"/>
                  </a:lnTo>
                  <a:lnTo>
                    <a:pt x="2952633" y="1994971"/>
                  </a:lnTo>
                  <a:lnTo>
                    <a:pt x="2951635" y="1956564"/>
                  </a:lnTo>
                  <a:lnTo>
                    <a:pt x="2947192" y="1881160"/>
                  </a:lnTo>
                  <a:lnTo>
                    <a:pt x="2937430" y="1789318"/>
                  </a:lnTo>
                  <a:lnTo>
                    <a:pt x="2930059" y="1735162"/>
                  </a:lnTo>
                  <a:lnTo>
                    <a:pt x="2921634" y="1681700"/>
                  </a:lnTo>
                  <a:lnTo>
                    <a:pt x="2912156" y="1628937"/>
                  </a:lnTo>
                  <a:lnTo>
                    <a:pt x="2901627" y="1576877"/>
                  </a:lnTo>
                  <a:lnTo>
                    <a:pt x="2890049" y="1525521"/>
                  </a:lnTo>
                  <a:lnTo>
                    <a:pt x="2877423" y="1474875"/>
                  </a:lnTo>
                  <a:lnTo>
                    <a:pt x="2863750" y="1424942"/>
                  </a:lnTo>
                  <a:lnTo>
                    <a:pt x="2849032" y="1375724"/>
                  </a:lnTo>
                  <a:lnTo>
                    <a:pt x="2833271" y="1327226"/>
                  </a:lnTo>
                  <a:lnTo>
                    <a:pt x="2816468" y="1279451"/>
                  </a:lnTo>
                  <a:lnTo>
                    <a:pt x="2798625" y="1232403"/>
                  </a:lnTo>
                  <a:lnTo>
                    <a:pt x="2779743" y="1186085"/>
                  </a:lnTo>
                  <a:lnTo>
                    <a:pt x="2759823" y="1140500"/>
                  </a:lnTo>
                  <a:lnTo>
                    <a:pt x="2738868" y="1095652"/>
                  </a:lnTo>
                  <a:lnTo>
                    <a:pt x="2716878" y="1051545"/>
                  </a:lnTo>
                  <a:lnTo>
                    <a:pt x="2693856" y="1008182"/>
                  </a:lnTo>
                  <a:lnTo>
                    <a:pt x="2669802" y="965566"/>
                  </a:lnTo>
                  <a:lnTo>
                    <a:pt x="2644719" y="923702"/>
                  </a:lnTo>
                  <a:lnTo>
                    <a:pt x="2618608" y="882592"/>
                  </a:lnTo>
                  <a:lnTo>
                    <a:pt x="2591470" y="842240"/>
                  </a:lnTo>
                  <a:lnTo>
                    <a:pt x="2563307" y="802649"/>
                  </a:lnTo>
                  <a:lnTo>
                    <a:pt x="2534121" y="763824"/>
                  </a:lnTo>
                  <a:lnTo>
                    <a:pt x="2503912" y="725767"/>
                  </a:lnTo>
                  <a:lnTo>
                    <a:pt x="2472683" y="688482"/>
                  </a:lnTo>
                  <a:lnTo>
                    <a:pt x="2440436" y="651972"/>
                  </a:lnTo>
                  <a:lnTo>
                    <a:pt x="2407170" y="616242"/>
                  </a:lnTo>
                  <a:lnTo>
                    <a:pt x="2373572" y="581969"/>
                  </a:lnTo>
                  <a:lnTo>
                    <a:pt x="2339007" y="548448"/>
                  </a:lnTo>
                  <a:lnTo>
                    <a:pt x="2303479" y="515681"/>
                  </a:lnTo>
                  <a:lnTo>
                    <a:pt x="2266994" y="483671"/>
                  </a:lnTo>
                  <a:lnTo>
                    <a:pt x="2229556" y="452421"/>
                  </a:lnTo>
                  <a:lnTo>
                    <a:pt x="2191171" y="421934"/>
                  </a:lnTo>
                  <a:lnTo>
                    <a:pt x="2151843" y="392213"/>
                  </a:lnTo>
                  <a:lnTo>
                    <a:pt x="2111578" y="363262"/>
                  </a:lnTo>
                  <a:lnTo>
                    <a:pt x="2070381" y="335083"/>
                  </a:lnTo>
                  <a:lnTo>
                    <a:pt x="2028256" y="307679"/>
                  </a:lnTo>
                  <a:lnTo>
                    <a:pt x="1985208" y="281054"/>
                  </a:lnTo>
                  <a:lnTo>
                    <a:pt x="1941243" y="255210"/>
                  </a:lnTo>
                  <a:lnTo>
                    <a:pt x="1896365" y="230150"/>
                  </a:lnTo>
                  <a:lnTo>
                    <a:pt x="1850580" y="205878"/>
                  </a:lnTo>
                  <a:lnTo>
                    <a:pt x="1803893" y="182396"/>
                  </a:lnTo>
                  <a:lnTo>
                    <a:pt x="1756308" y="159707"/>
                  </a:lnTo>
                  <a:lnTo>
                    <a:pt x="1707831" y="137816"/>
                  </a:lnTo>
                  <a:lnTo>
                    <a:pt x="1658466" y="116723"/>
                  </a:lnTo>
                  <a:lnTo>
                    <a:pt x="1608218" y="96434"/>
                  </a:lnTo>
                  <a:lnTo>
                    <a:pt x="1557094" y="76950"/>
                  </a:lnTo>
                  <a:lnTo>
                    <a:pt x="1505096" y="58274"/>
                  </a:lnTo>
                  <a:lnTo>
                    <a:pt x="1452232" y="40411"/>
                  </a:lnTo>
                  <a:lnTo>
                    <a:pt x="1385196" y="19338"/>
                  </a:lnTo>
                  <a:lnTo>
                    <a:pt x="1351775" y="9461"/>
                  </a:lnTo>
                  <a:lnTo>
                    <a:pt x="1318437" y="0"/>
                  </a:lnTo>
                  <a:close/>
                </a:path>
              </a:pathLst>
            </a:custGeom>
            <a:solidFill>
              <a:srgbClr val="100A30">
                <a:alpha val="8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20544D6B-4CDF-CD4C-872B-402400BFA8DE}"/>
                </a:ext>
              </a:extLst>
            </p:cNvPr>
            <p:cNvSpPr/>
            <p:nvPr/>
          </p:nvSpPr>
          <p:spPr>
            <a:xfrm>
              <a:off x="5000341" y="139"/>
              <a:ext cx="2884805" cy="6858000"/>
            </a:xfrm>
            <a:custGeom>
              <a:avLst/>
              <a:gdLst/>
              <a:ahLst/>
              <a:cxnLst/>
              <a:rect l="l" t="t" r="r" b="b"/>
              <a:pathLst>
                <a:path w="2884804" h="6858000">
                  <a:moveTo>
                    <a:pt x="1523276" y="0"/>
                  </a:moveTo>
                  <a:lnTo>
                    <a:pt x="1367777" y="0"/>
                  </a:lnTo>
                  <a:lnTo>
                    <a:pt x="1419963" y="19113"/>
                  </a:lnTo>
                  <a:lnTo>
                    <a:pt x="1471274" y="39021"/>
                  </a:lnTo>
                  <a:lnTo>
                    <a:pt x="1521706" y="59722"/>
                  </a:lnTo>
                  <a:lnTo>
                    <a:pt x="1571253" y="81213"/>
                  </a:lnTo>
                  <a:lnTo>
                    <a:pt x="1619911" y="103491"/>
                  </a:lnTo>
                  <a:lnTo>
                    <a:pt x="1667674" y="126553"/>
                  </a:lnTo>
                  <a:lnTo>
                    <a:pt x="1714538" y="150395"/>
                  </a:lnTo>
                  <a:lnTo>
                    <a:pt x="1760497" y="175016"/>
                  </a:lnTo>
                  <a:lnTo>
                    <a:pt x="1805547" y="200411"/>
                  </a:lnTo>
                  <a:lnTo>
                    <a:pt x="1849683" y="226579"/>
                  </a:lnTo>
                  <a:lnTo>
                    <a:pt x="1892899" y="253516"/>
                  </a:lnTo>
                  <a:lnTo>
                    <a:pt x="1935192" y="281220"/>
                  </a:lnTo>
                  <a:lnTo>
                    <a:pt x="1976555" y="309686"/>
                  </a:lnTo>
                  <a:lnTo>
                    <a:pt x="2016984" y="338914"/>
                  </a:lnTo>
                  <a:lnTo>
                    <a:pt x="2056474" y="368898"/>
                  </a:lnTo>
                  <a:lnTo>
                    <a:pt x="2095020" y="399638"/>
                  </a:lnTo>
                  <a:lnTo>
                    <a:pt x="2132616" y="431129"/>
                  </a:lnTo>
                  <a:lnTo>
                    <a:pt x="2169259" y="463369"/>
                  </a:lnTo>
                  <a:lnTo>
                    <a:pt x="2204943" y="496355"/>
                  </a:lnTo>
                  <a:lnTo>
                    <a:pt x="2239663" y="530084"/>
                  </a:lnTo>
                  <a:lnTo>
                    <a:pt x="2273414" y="564553"/>
                  </a:lnTo>
                  <a:lnTo>
                    <a:pt x="2306053" y="599613"/>
                  </a:lnTo>
                  <a:lnTo>
                    <a:pt x="2337732" y="635418"/>
                  </a:lnTo>
                  <a:lnTo>
                    <a:pt x="2368447" y="671964"/>
                  </a:lnTo>
                  <a:lnTo>
                    <a:pt x="2398199" y="709247"/>
                  </a:lnTo>
                  <a:lnTo>
                    <a:pt x="2426985" y="747265"/>
                  </a:lnTo>
                  <a:lnTo>
                    <a:pt x="2454805" y="786015"/>
                  </a:lnTo>
                  <a:lnTo>
                    <a:pt x="2481656" y="825493"/>
                  </a:lnTo>
                  <a:lnTo>
                    <a:pt x="2507538" y="865696"/>
                  </a:lnTo>
                  <a:lnTo>
                    <a:pt x="2532449" y="906620"/>
                  </a:lnTo>
                  <a:lnTo>
                    <a:pt x="2556387" y="948264"/>
                  </a:lnTo>
                  <a:lnTo>
                    <a:pt x="2579352" y="990622"/>
                  </a:lnTo>
                  <a:lnTo>
                    <a:pt x="2601341" y="1033693"/>
                  </a:lnTo>
                  <a:lnTo>
                    <a:pt x="2622355" y="1077473"/>
                  </a:lnTo>
                  <a:lnTo>
                    <a:pt x="2642390" y="1121959"/>
                  </a:lnTo>
                  <a:lnTo>
                    <a:pt x="2661446" y="1167147"/>
                  </a:lnTo>
                  <a:lnTo>
                    <a:pt x="2679522" y="1213035"/>
                  </a:lnTo>
                  <a:lnTo>
                    <a:pt x="2696615" y="1259619"/>
                  </a:lnTo>
                  <a:lnTo>
                    <a:pt x="2712725" y="1306896"/>
                  </a:lnTo>
                  <a:lnTo>
                    <a:pt x="2727851" y="1354863"/>
                  </a:lnTo>
                  <a:lnTo>
                    <a:pt x="2741990" y="1403516"/>
                  </a:lnTo>
                  <a:lnTo>
                    <a:pt x="2755142" y="1452853"/>
                  </a:lnTo>
                  <a:lnTo>
                    <a:pt x="2767305" y="1502870"/>
                  </a:lnTo>
                  <a:lnTo>
                    <a:pt x="2778477" y="1553564"/>
                  </a:lnTo>
                  <a:lnTo>
                    <a:pt x="2788658" y="1604932"/>
                  </a:lnTo>
                  <a:lnTo>
                    <a:pt x="2797846" y="1656970"/>
                  </a:lnTo>
                  <a:lnTo>
                    <a:pt x="2806040" y="1709676"/>
                  </a:lnTo>
                  <a:lnTo>
                    <a:pt x="2813237" y="1763046"/>
                  </a:lnTo>
                  <a:lnTo>
                    <a:pt x="2819438" y="1817077"/>
                  </a:lnTo>
                  <a:lnTo>
                    <a:pt x="2825558" y="1891846"/>
                  </a:lnTo>
                  <a:lnTo>
                    <a:pt x="2827404" y="1929945"/>
                  </a:lnTo>
                  <a:lnTo>
                    <a:pt x="2828441" y="1968518"/>
                  </a:lnTo>
                  <a:lnTo>
                    <a:pt x="2828670" y="2007565"/>
                  </a:lnTo>
                  <a:lnTo>
                    <a:pt x="2828091" y="2047084"/>
                  </a:lnTo>
                  <a:lnTo>
                    <a:pt x="2826704" y="2087075"/>
                  </a:lnTo>
                  <a:lnTo>
                    <a:pt x="2824510" y="2127534"/>
                  </a:lnTo>
                  <a:lnTo>
                    <a:pt x="2821509" y="2168463"/>
                  </a:lnTo>
                  <a:lnTo>
                    <a:pt x="2817702" y="2209858"/>
                  </a:lnTo>
                  <a:lnTo>
                    <a:pt x="2813089" y="2251720"/>
                  </a:lnTo>
                  <a:lnTo>
                    <a:pt x="2807670" y="2294046"/>
                  </a:lnTo>
                  <a:lnTo>
                    <a:pt x="2801446" y="2336836"/>
                  </a:lnTo>
                  <a:lnTo>
                    <a:pt x="2794417" y="2380088"/>
                  </a:lnTo>
                  <a:lnTo>
                    <a:pt x="2786584" y="2423800"/>
                  </a:lnTo>
                  <a:lnTo>
                    <a:pt x="2777946" y="2467973"/>
                  </a:lnTo>
                  <a:lnTo>
                    <a:pt x="2768505" y="2512603"/>
                  </a:lnTo>
                  <a:lnTo>
                    <a:pt x="2758260" y="2557691"/>
                  </a:lnTo>
                  <a:lnTo>
                    <a:pt x="2747213" y="2603235"/>
                  </a:lnTo>
                  <a:lnTo>
                    <a:pt x="2735363" y="2649233"/>
                  </a:lnTo>
                  <a:lnTo>
                    <a:pt x="2722711" y="2695685"/>
                  </a:lnTo>
                  <a:lnTo>
                    <a:pt x="2709257" y="2742589"/>
                  </a:lnTo>
                  <a:lnTo>
                    <a:pt x="2695001" y="2789943"/>
                  </a:lnTo>
                  <a:lnTo>
                    <a:pt x="2679945" y="2837748"/>
                  </a:lnTo>
                  <a:lnTo>
                    <a:pt x="2664088" y="2886000"/>
                  </a:lnTo>
                  <a:lnTo>
                    <a:pt x="2647431" y="2934700"/>
                  </a:lnTo>
                  <a:lnTo>
                    <a:pt x="2629974" y="2983845"/>
                  </a:lnTo>
                  <a:lnTo>
                    <a:pt x="2611718" y="3033435"/>
                  </a:lnTo>
                  <a:lnTo>
                    <a:pt x="2592663" y="3083469"/>
                  </a:lnTo>
                  <a:lnTo>
                    <a:pt x="2572809" y="3133944"/>
                  </a:lnTo>
                  <a:lnTo>
                    <a:pt x="2552156" y="3184860"/>
                  </a:lnTo>
                  <a:lnTo>
                    <a:pt x="2530706" y="3236216"/>
                  </a:lnTo>
                  <a:lnTo>
                    <a:pt x="2508458" y="3288009"/>
                  </a:lnTo>
                  <a:lnTo>
                    <a:pt x="2485414" y="3340240"/>
                  </a:lnTo>
                  <a:lnTo>
                    <a:pt x="2461572" y="3392907"/>
                  </a:lnTo>
                  <a:lnTo>
                    <a:pt x="2436935" y="3446008"/>
                  </a:lnTo>
                  <a:lnTo>
                    <a:pt x="2411501" y="3499542"/>
                  </a:lnTo>
                  <a:lnTo>
                    <a:pt x="2385272" y="3553509"/>
                  </a:lnTo>
                  <a:lnTo>
                    <a:pt x="2358247" y="3607906"/>
                  </a:lnTo>
                  <a:lnTo>
                    <a:pt x="2330428" y="3662732"/>
                  </a:lnTo>
                  <a:lnTo>
                    <a:pt x="2301815" y="3717987"/>
                  </a:lnTo>
                  <a:lnTo>
                    <a:pt x="2272407" y="3773669"/>
                  </a:lnTo>
                  <a:lnTo>
                    <a:pt x="2242206" y="3829776"/>
                  </a:lnTo>
                  <a:lnTo>
                    <a:pt x="2211212" y="3886308"/>
                  </a:lnTo>
                  <a:lnTo>
                    <a:pt x="2179425" y="3943262"/>
                  </a:lnTo>
                  <a:lnTo>
                    <a:pt x="2146846" y="4000639"/>
                  </a:lnTo>
                  <a:lnTo>
                    <a:pt x="2104203" y="4074329"/>
                  </a:lnTo>
                  <a:lnTo>
                    <a:pt x="2060283" y="4148697"/>
                  </a:lnTo>
                  <a:lnTo>
                    <a:pt x="2015090" y="4223737"/>
                  </a:lnTo>
                  <a:lnTo>
                    <a:pt x="1968626" y="4299444"/>
                  </a:lnTo>
                  <a:lnTo>
                    <a:pt x="1920897" y="4375812"/>
                  </a:lnTo>
                  <a:lnTo>
                    <a:pt x="1871905" y="4452836"/>
                  </a:lnTo>
                  <a:lnTo>
                    <a:pt x="1821656" y="4530510"/>
                  </a:lnTo>
                  <a:lnTo>
                    <a:pt x="1770154" y="4608829"/>
                  </a:lnTo>
                  <a:lnTo>
                    <a:pt x="1717401" y="4687788"/>
                  </a:lnTo>
                  <a:lnTo>
                    <a:pt x="1663403" y="4767380"/>
                  </a:lnTo>
                  <a:lnTo>
                    <a:pt x="1608162" y="4847601"/>
                  </a:lnTo>
                  <a:lnTo>
                    <a:pt x="1551684" y="4928444"/>
                  </a:lnTo>
                  <a:lnTo>
                    <a:pt x="1493973" y="5009905"/>
                  </a:lnTo>
                  <a:lnTo>
                    <a:pt x="1435031" y="5091977"/>
                  </a:lnTo>
                  <a:lnTo>
                    <a:pt x="1374864" y="5174656"/>
                  </a:lnTo>
                  <a:lnTo>
                    <a:pt x="1313475" y="5257935"/>
                  </a:lnTo>
                  <a:lnTo>
                    <a:pt x="1250868" y="5341810"/>
                  </a:lnTo>
                  <a:lnTo>
                    <a:pt x="1187047" y="5426275"/>
                  </a:lnTo>
                  <a:lnTo>
                    <a:pt x="1122017" y="5511324"/>
                  </a:lnTo>
                  <a:lnTo>
                    <a:pt x="1055781" y="5596951"/>
                  </a:lnTo>
                  <a:lnTo>
                    <a:pt x="988343" y="5683152"/>
                  </a:lnTo>
                  <a:lnTo>
                    <a:pt x="919707" y="5769921"/>
                  </a:lnTo>
                  <a:lnTo>
                    <a:pt x="849878" y="5857251"/>
                  </a:lnTo>
                  <a:lnTo>
                    <a:pt x="778859" y="5945139"/>
                  </a:lnTo>
                  <a:lnTo>
                    <a:pt x="706654" y="6033578"/>
                  </a:lnTo>
                  <a:lnTo>
                    <a:pt x="633267" y="6122562"/>
                  </a:lnTo>
                  <a:lnTo>
                    <a:pt x="558703" y="6212087"/>
                  </a:lnTo>
                  <a:lnTo>
                    <a:pt x="482965" y="6302146"/>
                  </a:lnTo>
                  <a:lnTo>
                    <a:pt x="406057" y="6392735"/>
                  </a:lnTo>
                  <a:lnTo>
                    <a:pt x="304471" y="6511113"/>
                  </a:lnTo>
                  <a:lnTo>
                    <a:pt x="202833" y="6628155"/>
                  </a:lnTo>
                  <a:lnTo>
                    <a:pt x="101292" y="6743768"/>
                  </a:lnTo>
                  <a:lnTo>
                    <a:pt x="0" y="6857860"/>
                  </a:lnTo>
                  <a:lnTo>
                    <a:pt x="74739" y="6857860"/>
                  </a:lnTo>
                  <a:lnTo>
                    <a:pt x="176531" y="6742813"/>
                  </a:lnTo>
                  <a:lnTo>
                    <a:pt x="278520" y="6626270"/>
                  </a:lnTo>
                  <a:lnTo>
                    <a:pt x="380559" y="6508322"/>
                  </a:lnTo>
                  <a:lnTo>
                    <a:pt x="486600" y="6384229"/>
                  </a:lnTo>
                  <a:lnTo>
                    <a:pt x="561875" y="6295158"/>
                  </a:lnTo>
                  <a:lnTo>
                    <a:pt x="636016" y="6206599"/>
                  </a:lnTo>
                  <a:lnTo>
                    <a:pt x="709019" y="6118557"/>
                  </a:lnTo>
                  <a:lnTo>
                    <a:pt x="780881" y="6031039"/>
                  </a:lnTo>
                  <a:lnTo>
                    <a:pt x="851598" y="5944049"/>
                  </a:lnTo>
                  <a:lnTo>
                    <a:pt x="921165" y="5857592"/>
                  </a:lnTo>
                  <a:lnTo>
                    <a:pt x="989579" y="5771674"/>
                  </a:lnTo>
                  <a:lnTo>
                    <a:pt x="1056837" y="5686300"/>
                  </a:lnTo>
                  <a:lnTo>
                    <a:pt x="1122934" y="5601475"/>
                  </a:lnTo>
                  <a:lnTo>
                    <a:pt x="1187866" y="5517205"/>
                  </a:lnTo>
                  <a:lnTo>
                    <a:pt x="1251631" y="5433494"/>
                  </a:lnTo>
                  <a:lnTo>
                    <a:pt x="1314223" y="5350348"/>
                  </a:lnTo>
                  <a:lnTo>
                    <a:pt x="1375639" y="5267773"/>
                  </a:lnTo>
                  <a:lnTo>
                    <a:pt x="1435876" y="5185772"/>
                  </a:lnTo>
                  <a:lnTo>
                    <a:pt x="1494930" y="5104352"/>
                  </a:lnTo>
                  <a:lnTo>
                    <a:pt x="1552796" y="5023518"/>
                  </a:lnTo>
                  <a:lnTo>
                    <a:pt x="1609471" y="4943276"/>
                  </a:lnTo>
                  <a:lnTo>
                    <a:pt x="1664951" y="4863629"/>
                  </a:lnTo>
                  <a:lnTo>
                    <a:pt x="1719233" y="4784584"/>
                  </a:lnTo>
                  <a:lnTo>
                    <a:pt x="1772312" y="4706146"/>
                  </a:lnTo>
                  <a:lnTo>
                    <a:pt x="1824185" y="4628320"/>
                  </a:lnTo>
                  <a:lnTo>
                    <a:pt x="1874847" y="4551112"/>
                  </a:lnTo>
                  <a:lnTo>
                    <a:pt x="1924296" y="4474525"/>
                  </a:lnTo>
                  <a:lnTo>
                    <a:pt x="1972527" y="4398567"/>
                  </a:lnTo>
                  <a:lnTo>
                    <a:pt x="2019537" y="4323242"/>
                  </a:lnTo>
                  <a:lnTo>
                    <a:pt x="2065321" y="4248555"/>
                  </a:lnTo>
                  <a:lnTo>
                    <a:pt x="2109876" y="4174511"/>
                  </a:lnTo>
                  <a:lnTo>
                    <a:pt x="2153198" y="4101117"/>
                  </a:lnTo>
                  <a:lnTo>
                    <a:pt x="2195283" y="4028376"/>
                  </a:lnTo>
                  <a:lnTo>
                    <a:pt x="2227552" y="3971553"/>
                  </a:lnTo>
                  <a:lnTo>
                    <a:pt x="2259053" y="3915131"/>
                  </a:lnTo>
                  <a:lnTo>
                    <a:pt x="2289784" y="3859113"/>
                  </a:lnTo>
                  <a:lnTo>
                    <a:pt x="2319746" y="3803498"/>
                  </a:lnTo>
                  <a:lnTo>
                    <a:pt x="2348938" y="3748289"/>
                  </a:lnTo>
                  <a:lnTo>
                    <a:pt x="2377359" y="3693485"/>
                  </a:lnTo>
                  <a:lnTo>
                    <a:pt x="2405010" y="3639090"/>
                  </a:lnTo>
                  <a:lnTo>
                    <a:pt x="2431890" y="3585103"/>
                  </a:lnTo>
                  <a:lnTo>
                    <a:pt x="2457999" y="3531527"/>
                  </a:lnTo>
                  <a:lnTo>
                    <a:pt x="2483336" y="3478361"/>
                  </a:lnTo>
                  <a:lnTo>
                    <a:pt x="2507901" y="3425608"/>
                  </a:lnTo>
                  <a:lnTo>
                    <a:pt x="2531694" y="3373269"/>
                  </a:lnTo>
                  <a:lnTo>
                    <a:pt x="2554713" y="3321344"/>
                  </a:lnTo>
                  <a:lnTo>
                    <a:pt x="2576960" y="3269835"/>
                  </a:lnTo>
                  <a:lnTo>
                    <a:pt x="2598433" y="3218744"/>
                  </a:lnTo>
                  <a:lnTo>
                    <a:pt x="2619132" y="3168071"/>
                  </a:lnTo>
                  <a:lnTo>
                    <a:pt x="2639057" y="3117817"/>
                  </a:lnTo>
                  <a:lnTo>
                    <a:pt x="2658207" y="3067985"/>
                  </a:lnTo>
                  <a:lnTo>
                    <a:pt x="2676582" y="3018574"/>
                  </a:lnTo>
                  <a:lnTo>
                    <a:pt x="2694182" y="2969586"/>
                  </a:lnTo>
                  <a:lnTo>
                    <a:pt x="2711006" y="2921023"/>
                  </a:lnTo>
                  <a:lnTo>
                    <a:pt x="2727054" y="2872886"/>
                  </a:lnTo>
                  <a:lnTo>
                    <a:pt x="2742326" y="2825175"/>
                  </a:lnTo>
                  <a:lnTo>
                    <a:pt x="2756820" y="2777892"/>
                  </a:lnTo>
                  <a:lnTo>
                    <a:pt x="2770538" y="2731038"/>
                  </a:lnTo>
                  <a:lnTo>
                    <a:pt x="2783477" y="2684615"/>
                  </a:lnTo>
                  <a:lnTo>
                    <a:pt x="2795639" y="2638623"/>
                  </a:lnTo>
                  <a:lnTo>
                    <a:pt x="2807023" y="2593064"/>
                  </a:lnTo>
                  <a:lnTo>
                    <a:pt x="2817628" y="2547939"/>
                  </a:lnTo>
                  <a:lnTo>
                    <a:pt x="2827453" y="2503249"/>
                  </a:lnTo>
                  <a:lnTo>
                    <a:pt x="2836500" y="2458996"/>
                  </a:lnTo>
                  <a:lnTo>
                    <a:pt x="2844766" y="2415180"/>
                  </a:lnTo>
                  <a:lnTo>
                    <a:pt x="2852252" y="2371802"/>
                  </a:lnTo>
                  <a:lnTo>
                    <a:pt x="2858958" y="2328865"/>
                  </a:lnTo>
                  <a:lnTo>
                    <a:pt x="2864883" y="2286369"/>
                  </a:lnTo>
                  <a:lnTo>
                    <a:pt x="2870027" y="2244315"/>
                  </a:lnTo>
                  <a:lnTo>
                    <a:pt x="2874389" y="2202705"/>
                  </a:lnTo>
                  <a:lnTo>
                    <a:pt x="2877969" y="2161540"/>
                  </a:lnTo>
                  <a:lnTo>
                    <a:pt x="2880766" y="2120820"/>
                  </a:lnTo>
                  <a:lnTo>
                    <a:pt x="2882781" y="2080547"/>
                  </a:lnTo>
                  <a:lnTo>
                    <a:pt x="2884013" y="2040723"/>
                  </a:lnTo>
                  <a:lnTo>
                    <a:pt x="2884461" y="2001349"/>
                  </a:lnTo>
                  <a:lnTo>
                    <a:pt x="2884125" y="1962425"/>
                  </a:lnTo>
                  <a:lnTo>
                    <a:pt x="2883005" y="1923953"/>
                  </a:lnTo>
                  <a:lnTo>
                    <a:pt x="2878411" y="1848370"/>
                  </a:lnTo>
                  <a:lnTo>
                    <a:pt x="2868814" y="1757750"/>
                  </a:lnTo>
                  <a:lnTo>
                    <a:pt x="2861734" y="1704869"/>
                  </a:lnTo>
                  <a:lnTo>
                    <a:pt x="2853697" y="1652618"/>
                  </a:lnTo>
                  <a:lnTo>
                    <a:pt x="2844705" y="1601001"/>
                  </a:lnTo>
                  <a:lnTo>
                    <a:pt x="2834758" y="1550022"/>
                  </a:lnTo>
                  <a:lnTo>
                    <a:pt x="2823859" y="1499683"/>
                  </a:lnTo>
                  <a:lnTo>
                    <a:pt x="2812008" y="1449987"/>
                  </a:lnTo>
                  <a:lnTo>
                    <a:pt x="2799206" y="1400937"/>
                  </a:lnTo>
                  <a:lnTo>
                    <a:pt x="2785456" y="1352536"/>
                  </a:lnTo>
                  <a:lnTo>
                    <a:pt x="2770758" y="1304786"/>
                  </a:lnTo>
                  <a:lnTo>
                    <a:pt x="2755113" y="1257692"/>
                  </a:lnTo>
                  <a:lnTo>
                    <a:pt x="2738524" y="1211256"/>
                  </a:lnTo>
                  <a:lnTo>
                    <a:pt x="2720990" y="1165480"/>
                  </a:lnTo>
                  <a:lnTo>
                    <a:pt x="2702514" y="1120368"/>
                  </a:lnTo>
                  <a:lnTo>
                    <a:pt x="2683097" y="1075923"/>
                  </a:lnTo>
                  <a:lnTo>
                    <a:pt x="2662740" y="1032148"/>
                  </a:lnTo>
                  <a:lnTo>
                    <a:pt x="2641444" y="989045"/>
                  </a:lnTo>
                  <a:lnTo>
                    <a:pt x="2619211" y="946617"/>
                  </a:lnTo>
                  <a:lnTo>
                    <a:pt x="2596042" y="904868"/>
                  </a:lnTo>
                  <a:lnTo>
                    <a:pt x="2571938" y="863801"/>
                  </a:lnTo>
                  <a:lnTo>
                    <a:pt x="2546901" y="823418"/>
                  </a:lnTo>
                  <a:lnTo>
                    <a:pt x="2520931" y="783723"/>
                  </a:lnTo>
                  <a:lnTo>
                    <a:pt x="2494031" y="744717"/>
                  </a:lnTo>
                  <a:lnTo>
                    <a:pt x="2466201" y="706405"/>
                  </a:lnTo>
                  <a:lnTo>
                    <a:pt x="2437443" y="668789"/>
                  </a:lnTo>
                  <a:lnTo>
                    <a:pt x="2407757" y="631873"/>
                  </a:lnTo>
                  <a:lnTo>
                    <a:pt x="2377146" y="595658"/>
                  </a:lnTo>
                  <a:lnTo>
                    <a:pt x="2345611" y="560149"/>
                  </a:lnTo>
                  <a:lnTo>
                    <a:pt x="2313152" y="525348"/>
                  </a:lnTo>
                  <a:lnTo>
                    <a:pt x="2279646" y="491130"/>
                  </a:lnTo>
                  <a:lnTo>
                    <a:pt x="2245217" y="457627"/>
                  </a:lnTo>
                  <a:lnTo>
                    <a:pt x="2209869" y="424843"/>
                  </a:lnTo>
                  <a:lnTo>
                    <a:pt x="2173607" y="392778"/>
                  </a:lnTo>
                  <a:lnTo>
                    <a:pt x="2136436" y="361437"/>
                  </a:lnTo>
                  <a:lnTo>
                    <a:pt x="2098362" y="330822"/>
                  </a:lnTo>
                  <a:lnTo>
                    <a:pt x="2059387" y="300934"/>
                  </a:lnTo>
                  <a:lnTo>
                    <a:pt x="2019518" y="271777"/>
                  </a:lnTo>
                  <a:lnTo>
                    <a:pt x="1978759" y="243353"/>
                  </a:lnTo>
                  <a:lnTo>
                    <a:pt x="1937115" y="215665"/>
                  </a:lnTo>
                  <a:lnTo>
                    <a:pt x="1894591" y="188715"/>
                  </a:lnTo>
                  <a:lnTo>
                    <a:pt x="1851191" y="162506"/>
                  </a:lnTo>
                  <a:lnTo>
                    <a:pt x="1806920" y="137041"/>
                  </a:lnTo>
                  <a:lnTo>
                    <a:pt x="1761783" y="112321"/>
                  </a:lnTo>
                  <a:lnTo>
                    <a:pt x="1715785" y="88350"/>
                  </a:lnTo>
                  <a:lnTo>
                    <a:pt x="1668930" y="65129"/>
                  </a:lnTo>
                  <a:lnTo>
                    <a:pt x="1621224" y="42662"/>
                  </a:lnTo>
                  <a:lnTo>
                    <a:pt x="1572671" y="20952"/>
                  </a:lnTo>
                  <a:lnTo>
                    <a:pt x="1523276" y="0"/>
                  </a:lnTo>
                  <a:close/>
                </a:path>
              </a:pathLst>
            </a:custGeom>
            <a:solidFill>
              <a:srgbClr val="100A30">
                <a:alpha val="7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2D7CB728-CCC3-B54C-A4A6-BE7069EEBFA6}"/>
                </a:ext>
              </a:extLst>
            </p:cNvPr>
            <p:cNvSpPr/>
            <p:nvPr/>
          </p:nvSpPr>
          <p:spPr>
            <a:xfrm>
              <a:off x="5139578" y="137"/>
              <a:ext cx="2844800" cy="6858000"/>
            </a:xfrm>
            <a:custGeom>
              <a:avLst/>
              <a:gdLst/>
              <a:ahLst/>
              <a:cxnLst/>
              <a:rect l="l" t="t" r="r" b="b"/>
              <a:pathLst>
                <a:path w="2844800" h="6858000">
                  <a:moveTo>
                    <a:pt x="1604276" y="0"/>
                  </a:moveTo>
                  <a:lnTo>
                    <a:pt x="1494764" y="0"/>
                  </a:lnTo>
                  <a:lnTo>
                    <a:pt x="1542627" y="21744"/>
                  </a:lnTo>
                  <a:lnTo>
                    <a:pt x="1589661" y="44218"/>
                  </a:lnTo>
                  <a:lnTo>
                    <a:pt x="1635859" y="67421"/>
                  </a:lnTo>
                  <a:lnTo>
                    <a:pt x="1681217" y="91349"/>
                  </a:lnTo>
                  <a:lnTo>
                    <a:pt x="1725731" y="116000"/>
                  </a:lnTo>
                  <a:lnTo>
                    <a:pt x="1769395" y="141373"/>
                  </a:lnTo>
                  <a:lnTo>
                    <a:pt x="1812206" y="167464"/>
                  </a:lnTo>
                  <a:lnTo>
                    <a:pt x="1854158" y="194271"/>
                  </a:lnTo>
                  <a:lnTo>
                    <a:pt x="1895246" y="221792"/>
                  </a:lnTo>
                  <a:lnTo>
                    <a:pt x="1935466" y="250025"/>
                  </a:lnTo>
                  <a:lnTo>
                    <a:pt x="1974813" y="278968"/>
                  </a:lnTo>
                  <a:lnTo>
                    <a:pt x="2013282" y="308617"/>
                  </a:lnTo>
                  <a:lnTo>
                    <a:pt x="2050868" y="338971"/>
                  </a:lnTo>
                  <a:lnTo>
                    <a:pt x="2087567" y="370028"/>
                  </a:lnTo>
                  <a:lnTo>
                    <a:pt x="2123374" y="401784"/>
                  </a:lnTo>
                  <a:lnTo>
                    <a:pt x="2158284" y="434238"/>
                  </a:lnTo>
                  <a:lnTo>
                    <a:pt x="2192293" y="467388"/>
                  </a:lnTo>
                  <a:lnTo>
                    <a:pt x="2225395" y="501230"/>
                  </a:lnTo>
                  <a:lnTo>
                    <a:pt x="2257947" y="536159"/>
                  </a:lnTo>
                  <a:lnTo>
                    <a:pt x="2289574" y="571804"/>
                  </a:lnTo>
                  <a:lnTo>
                    <a:pt x="2320275" y="608161"/>
                  </a:lnTo>
                  <a:lnTo>
                    <a:pt x="2350048" y="645228"/>
                  </a:lnTo>
                  <a:lnTo>
                    <a:pt x="2378892" y="683002"/>
                  </a:lnTo>
                  <a:lnTo>
                    <a:pt x="2406806" y="721480"/>
                  </a:lnTo>
                  <a:lnTo>
                    <a:pt x="2433788" y="760659"/>
                  </a:lnTo>
                  <a:lnTo>
                    <a:pt x="2459837" y="800536"/>
                  </a:lnTo>
                  <a:lnTo>
                    <a:pt x="2484952" y="841108"/>
                  </a:lnTo>
                  <a:lnTo>
                    <a:pt x="2509131" y="882372"/>
                  </a:lnTo>
                  <a:lnTo>
                    <a:pt x="2532374" y="924324"/>
                  </a:lnTo>
                  <a:lnTo>
                    <a:pt x="2554679" y="966963"/>
                  </a:lnTo>
                  <a:lnTo>
                    <a:pt x="2576044" y="1010285"/>
                  </a:lnTo>
                  <a:lnTo>
                    <a:pt x="2596469" y="1054287"/>
                  </a:lnTo>
                  <a:lnTo>
                    <a:pt x="2615952" y="1098966"/>
                  </a:lnTo>
                  <a:lnTo>
                    <a:pt x="2634492" y="1144319"/>
                  </a:lnTo>
                  <a:lnTo>
                    <a:pt x="2652087" y="1190343"/>
                  </a:lnTo>
                  <a:lnTo>
                    <a:pt x="2668736" y="1237036"/>
                  </a:lnTo>
                  <a:lnTo>
                    <a:pt x="2684438" y="1284393"/>
                  </a:lnTo>
                  <a:lnTo>
                    <a:pt x="2699192" y="1332413"/>
                  </a:lnTo>
                  <a:lnTo>
                    <a:pt x="2712996" y="1381092"/>
                  </a:lnTo>
                  <a:lnTo>
                    <a:pt x="2725849" y="1430428"/>
                  </a:lnTo>
                  <a:lnTo>
                    <a:pt x="2737750" y="1480416"/>
                  </a:lnTo>
                  <a:lnTo>
                    <a:pt x="2748697" y="1531055"/>
                  </a:lnTo>
                  <a:lnTo>
                    <a:pt x="2758690" y="1582341"/>
                  </a:lnTo>
                  <a:lnTo>
                    <a:pt x="2767726" y="1634272"/>
                  </a:lnTo>
                  <a:lnTo>
                    <a:pt x="2775805" y="1686844"/>
                  </a:lnTo>
                  <a:lnTo>
                    <a:pt x="2782925" y="1740054"/>
                  </a:lnTo>
                  <a:lnTo>
                    <a:pt x="2789085" y="1793900"/>
                  </a:lnTo>
                  <a:lnTo>
                    <a:pt x="2795202" y="1867759"/>
                  </a:lnTo>
                  <a:lnTo>
                    <a:pt x="2798257" y="1943418"/>
                  </a:lnTo>
                  <a:lnTo>
                    <a:pt x="2798637" y="1981919"/>
                  </a:lnTo>
                  <a:lnTo>
                    <a:pt x="2798251" y="2020867"/>
                  </a:lnTo>
                  <a:lnTo>
                    <a:pt x="2797102" y="2060260"/>
                  </a:lnTo>
                  <a:lnTo>
                    <a:pt x="2795188" y="2100097"/>
                  </a:lnTo>
                  <a:lnTo>
                    <a:pt x="2792511" y="2140377"/>
                  </a:lnTo>
                  <a:lnTo>
                    <a:pt x="2789071" y="2181099"/>
                  </a:lnTo>
                  <a:lnTo>
                    <a:pt x="2784867" y="2222261"/>
                  </a:lnTo>
                  <a:lnTo>
                    <a:pt x="2779901" y="2263863"/>
                  </a:lnTo>
                  <a:lnTo>
                    <a:pt x="2774173" y="2305903"/>
                  </a:lnTo>
                  <a:lnTo>
                    <a:pt x="2767683" y="2348381"/>
                  </a:lnTo>
                  <a:lnTo>
                    <a:pt x="2760431" y="2391295"/>
                  </a:lnTo>
                  <a:lnTo>
                    <a:pt x="2752418" y="2434644"/>
                  </a:lnTo>
                  <a:lnTo>
                    <a:pt x="2743645" y="2478426"/>
                  </a:lnTo>
                  <a:lnTo>
                    <a:pt x="2734110" y="2522641"/>
                  </a:lnTo>
                  <a:lnTo>
                    <a:pt x="2723816" y="2567288"/>
                  </a:lnTo>
                  <a:lnTo>
                    <a:pt x="2712762" y="2612365"/>
                  </a:lnTo>
                  <a:lnTo>
                    <a:pt x="2700948" y="2657872"/>
                  </a:lnTo>
                  <a:lnTo>
                    <a:pt x="2688376" y="2703806"/>
                  </a:lnTo>
                  <a:lnTo>
                    <a:pt x="2675044" y="2750168"/>
                  </a:lnTo>
                  <a:lnTo>
                    <a:pt x="2660954" y="2796955"/>
                  </a:lnTo>
                  <a:lnTo>
                    <a:pt x="2646106" y="2844168"/>
                  </a:lnTo>
                  <a:lnTo>
                    <a:pt x="2630501" y="2891803"/>
                  </a:lnTo>
                  <a:lnTo>
                    <a:pt x="2614138" y="2939861"/>
                  </a:lnTo>
                  <a:lnTo>
                    <a:pt x="2597018" y="2988340"/>
                  </a:lnTo>
                  <a:lnTo>
                    <a:pt x="2579142" y="3037240"/>
                  </a:lnTo>
                  <a:lnTo>
                    <a:pt x="2560509" y="3086558"/>
                  </a:lnTo>
                  <a:lnTo>
                    <a:pt x="2541121" y="3136294"/>
                  </a:lnTo>
                  <a:lnTo>
                    <a:pt x="2520976" y="3186447"/>
                  </a:lnTo>
                  <a:lnTo>
                    <a:pt x="2500077" y="3237016"/>
                  </a:lnTo>
                  <a:lnTo>
                    <a:pt x="2478423" y="3287999"/>
                  </a:lnTo>
                  <a:lnTo>
                    <a:pt x="2456014" y="3339395"/>
                  </a:lnTo>
                  <a:lnTo>
                    <a:pt x="2432851" y="3391203"/>
                  </a:lnTo>
                  <a:lnTo>
                    <a:pt x="2408934" y="3443422"/>
                  </a:lnTo>
                  <a:lnTo>
                    <a:pt x="2384264" y="3496051"/>
                  </a:lnTo>
                  <a:lnTo>
                    <a:pt x="2358840" y="3549089"/>
                  </a:lnTo>
                  <a:lnTo>
                    <a:pt x="2332664" y="3602535"/>
                  </a:lnTo>
                  <a:lnTo>
                    <a:pt x="2305736" y="3656386"/>
                  </a:lnTo>
                  <a:lnTo>
                    <a:pt x="2278055" y="3710643"/>
                  </a:lnTo>
                  <a:lnTo>
                    <a:pt x="2249623" y="3765304"/>
                  </a:lnTo>
                  <a:lnTo>
                    <a:pt x="2220439" y="3820369"/>
                  </a:lnTo>
                  <a:lnTo>
                    <a:pt x="2190504" y="3875834"/>
                  </a:lnTo>
                  <a:lnTo>
                    <a:pt x="2159819" y="3931701"/>
                  </a:lnTo>
                  <a:lnTo>
                    <a:pt x="2128384" y="3987967"/>
                  </a:lnTo>
                  <a:lnTo>
                    <a:pt x="2096198" y="4044632"/>
                  </a:lnTo>
                  <a:lnTo>
                    <a:pt x="2053779" y="4117966"/>
                  </a:lnTo>
                  <a:lnTo>
                    <a:pt x="2010130" y="4191951"/>
                  </a:lnTo>
                  <a:lnTo>
                    <a:pt x="1965257" y="4266583"/>
                  </a:lnTo>
                  <a:lnTo>
                    <a:pt x="1919161" y="4341857"/>
                  </a:lnTo>
                  <a:lnTo>
                    <a:pt x="1871848" y="4417768"/>
                  </a:lnTo>
                  <a:lnTo>
                    <a:pt x="1823320" y="4494310"/>
                  </a:lnTo>
                  <a:lnTo>
                    <a:pt x="1773581" y="4571478"/>
                  </a:lnTo>
                  <a:lnTo>
                    <a:pt x="1722636" y="4649267"/>
                  </a:lnTo>
                  <a:lnTo>
                    <a:pt x="1670488" y="4727673"/>
                  </a:lnTo>
                  <a:lnTo>
                    <a:pt x="1617140" y="4806689"/>
                  </a:lnTo>
                  <a:lnTo>
                    <a:pt x="1562596" y="4886312"/>
                  </a:lnTo>
                  <a:lnTo>
                    <a:pt x="1506861" y="4966535"/>
                  </a:lnTo>
                  <a:lnTo>
                    <a:pt x="1449938" y="5047353"/>
                  </a:lnTo>
                  <a:lnTo>
                    <a:pt x="1391829" y="5128763"/>
                  </a:lnTo>
                  <a:lnTo>
                    <a:pt x="1332541" y="5210757"/>
                  </a:lnTo>
                  <a:lnTo>
                    <a:pt x="1272075" y="5293332"/>
                  </a:lnTo>
                  <a:lnTo>
                    <a:pt x="1210436" y="5376482"/>
                  </a:lnTo>
                  <a:lnTo>
                    <a:pt x="1147627" y="5460202"/>
                  </a:lnTo>
                  <a:lnTo>
                    <a:pt x="1083652" y="5544487"/>
                  </a:lnTo>
                  <a:lnTo>
                    <a:pt x="1018516" y="5629331"/>
                  </a:lnTo>
                  <a:lnTo>
                    <a:pt x="952220" y="5714731"/>
                  </a:lnTo>
                  <a:lnTo>
                    <a:pt x="884771" y="5800680"/>
                  </a:lnTo>
                  <a:lnTo>
                    <a:pt x="816170" y="5887173"/>
                  </a:lnTo>
                  <a:lnTo>
                    <a:pt x="746422" y="5974206"/>
                  </a:lnTo>
                  <a:lnTo>
                    <a:pt x="675530" y="6061773"/>
                  </a:lnTo>
                  <a:lnTo>
                    <a:pt x="603499" y="6149869"/>
                  </a:lnTo>
                  <a:lnTo>
                    <a:pt x="530331" y="6238489"/>
                  </a:lnTo>
                  <a:lnTo>
                    <a:pt x="456032" y="6327628"/>
                  </a:lnTo>
                  <a:lnTo>
                    <a:pt x="380603" y="6417280"/>
                  </a:lnTo>
                  <a:lnTo>
                    <a:pt x="304050" y="6507441"/>
                  </a:lnTo>
                  <a:lnTo>
                    <a:pt x="202709" y="6625562"/>
                  </a:lnTo>
                  <a:lnTo>
                    <a:pt x="101315" y="6742398"/>
                  </a:lnTo>
                  <a:lnTo>
                    <a:pt x="0" y="6857860"/>
                  </a:lnTo>
                  <a:lnTo>
                    <a:pt x="61201" y="6857860"/>
                  </a:lnTo>
                  <a:lnTo>
                    <a:pt x="95873" y="6818374"/>
                  </a:lnTo>
                  <a:lnTo>
                    <a:pt x="199966" y="6698967"/>
                  </a:lnTo>
                  <a:lnTo>
                    <a:pt x="304054" y="6578177"/>
                  </a:lnTo>
                  <a:lnTo>
                    <a:pt x="415467" y="6447231"/>
                  </a:lnTo>
                  <a:lnTo>
                    <a:pt x="491086" y="6357354"/>
                  </a:lnTo>
                  <a:lnTo>
                    <a:pt x="565575" y="6267988"/>
                  </a:lnTo>
                  <a:lnTo>
                    <a:pt x="638930" y="6179141"/>
                  </a:lnTo>
                  <a:lnTo>
                    <a:pt x="711148" y="6090817"/>
                  </a:lnTo>
                  <a:lnTo>
                    <a:pt x="782225" y="6003020"/>
                  </a:lnTo>
                  <a:lnTo>
                    <a:pt x="852156" y="5915757"/>
                  </a:lnTo>
                  <a:lnTo>
                    <a:pt x="920939" y="5829032"/>
                  </a:lnTo>
                  <a:lnTo>
                    <a:pt x="988569" y="5742851"/>
                  </a:lnTo>
                  <a:lnTo>
                    <a:pt x="1055044" y="5657218"/>
                  </a:lnTo>
                  <a:lnTo>
                    <a:pt x="1120358" y="5572139"/>
                  </a:lnTo>
                  <a:lnTo>
                    <a:pt x="1184508" y="5487619"/>
                  </a:lnTo>
                  <a:lnTo>
                    <a:pt x="1247491" y="5403662"/>
                  </a:lnTo>
                  <a:lnTo>
                    <a:pt x="1309303" y="5320275"/>
                  </a:lnTo>
                  <a:lnTo>
                    <a:pt x="1369941" y="5237462"/>
                  </a:lnTo>
                  <a:lnTo>
                    <a:pt x="1429399" y="5155228"/>
                  </a:lnTo>
                  <a:lnTo>
                    <a:pt x="1487675" y="5073579"/>
                  </a:lnTo>
                  <a:lnTo>
                    <a:pt x="1544765" y="4992519"/>
                  </a:lnTo>
                  <a:lnTo>
                    <a:pt x="1600666" y="4912054"/>
                  </a:lnTo>
                  <a:lnTo>
                    <a:pt x="1655373" y="4832189"/>
                  </a:lnTo>
                  <a:lnTo>
                    <a:pt x="1708882" y="4752929"/>
                  </a:lnTo>
                  <a:lnTo>
                    <a:pt x="1761191" y="4674279"/>
                  </a:lnTo>
                  <a:lnTo>
                    <a:pt x="1812294" y="4596244"/>
                  </a:lnTo>
                  <a:lnTo>
                    <a:pt x="1862190" y="4518829"/>
                  </a:lnTo>
                  <a:lnTo>
                    <a:pt x="1910873" y="4442040"/>
                  </a:lnTo>
                  <a:lnTo>
                    <a:pt x="1958340" y="4365882"/>
                  </a:lnTo>
                  <a:lnTo>
                    <a:pt x="2004587" y="4290359"/>
                  </a:lnTo>
                  <a:lnTo>
                    <a:pt x="2049611" y="4215478"/>
                  </a:lnTo>
                  <a:lnTo>
                    <a:pt x="2093408" y="4141242"/>
                  </a:lnTo>
                  <a:lnTo>
                    <a:pt x="2135974" y="4067657"/>
                  </a:lnTo>
                  <a:lnTo>
                    <a:pt x="2168466" y="4010452"/>
                  </a:lnTo>
                  <a:lnTo>
                    <a:pt x="2200201" y="3953643"/>
                  </a:lnTo>
                  <a:lnTo>
                    <a:pt x="2231177" y="3897232"/>
                  </a:lnTo>
                  <a:lnTo>
                    <a:pt x="2261395" y="3841220"/>
                  </a:lnTo>
                  <a:lnTo>
                    <a:pt x="2290854" y="3785608"/>
                  </a:lnTo>
                  <a:lnTo>
                    <a:pt x="2319554" y="3730397"/>
                  </a:lnTo>
                  <a:lnTo>
                    <a:pt x="2347495" y="3675588"/>
                  </a:lnTo>
                  <a:lnTo>
                    <a:pt x="2374676" y="3621183"/>
                  </a:lnTo>
                  <a:lnTo>
                    <a:pt x="2401096" y="3567183"/>
                  </a:lnTo>
                  <a:lnTo>
                    <a:pt x="2426756" y="3513588"/>
                  </a:lnTo>
                  <a:lnTo>
                    <a:pt x="2451655" y="3460401"/>
                  </a:lnTo>
                  <a:lnTo>
                    <a:pt x="2475793" y="3407621"/>
                  </a:lnTo>
                  <a:lnTo>
                    <a:pt x="2499170" y="3355251"/>
                  </a:lnTo>
                  <a:lnTo>
                    <a:pt x="2521784" y="3303291"/>
                  </a:lnTo>
                  <a:lnTo>
                    <a:pt x="2543636" y="3251743"/>
                  </a:lnTo>
                  <a:lnTo>
                    <a:pt x="2564726" y="3200608"/>
                  </a:lnTo>
                  <a:lnTo>
                    <a:pt x="2585052" y="3149886"/>
                  </a:lnTo>
                  <a:lnTo>
                    <a:pt x="2604616" y="3099580"/>
                  </a:lnTo>
                  <a:lnTo>
                    <a:pt x="2623415" y="3049690"/>
                  </a:lnTo>
                  <a:lnTo>
                    <a:pt x="2641450" y="3000217"/>
                  </a:lnTo>
                  <a:lnTo>
                    <a:pt x="2658721" y="2951162"/>
                  </a:lnTo>
                  <a:lnTo>
                    <a:pt x="2675227" y="2902528"/>
                  </a:lnTo>
                  <a:lnTo>
                    <a:pt x="2690968" y="2854314"/>
                  </a:lnTo>
                  <a:lnTo>
                    <a:pt x="2705944" y="2806522"/>
                  </a:lnTo>
                  <a:lnTo>
                    <a:pt x="2720154" y="2759153"/>
                  </a:lnTo>
                  <a:lnTo>
                    <a:pt x="2733597" y="2712208"/>
                  </a:lnTo>
                  <a:lnTo>
                    <a:pt x="2746274" y="2665689"/>
                  </a:lnTo>
                  <a:lnTo>
                    <a:pt x="2758184" y="2619597"/>
                  </a:lnTo>
                  <a:lnTo>
                    <a:pt x="2769327" y="2573932"/>
                  </a:lnTo>
                  <a:lnTo>
                    <a:pt x="2779702" y="2528696"/>
                  </a:lnTo>
                  <a:lnTo>
                    <a:pt x="2789310" y="2483891"/>
                  </a:lnTo>
                  <a:lnTo>
                    <a:pt x="2798149" y="2439516"/>
                  </a:lnTo>
                  <a:lnTo>
                    <a:pt x="2806219" y="2395574"/>
                  </a:lnTo>
                  <a:lnTo>
                    <a:pt x="2813520" y="2352065"/>
                  </a:lnTo>
                  <a:lnTo>
                    <a:pt x="2820052" y="2308991"/>
                  </a:lnTo>
                  <a:lnTo>
                    <a:pt x="2825814" y="2266353"/>
                  </a:lnTo>
                  <a:lnTo>
                    <a:pt x="2830806" y="2224152"/>
                  </a:lnTo>
                  <a:lnTo>
                    <a:pt x="2835028" y="2182389"/>
                  </a:lnTo>
                  <a:lnTo>
                    <a:pt x="2838479" y="2141066"/>
                  </a:lnTo>
                  <a:lnTo>
                    <a:pt x="2841158" y="2100183"/>
                  </a:lnTo>
                  <a:lnTo>
                    <a:pt x="2843067" y="2059741"/>
                  </a:lnTo>
                  <a:lnTo>
                    <a:pt x="2844203" y="2019742"/>
                  </a:lnTo>
                  <a:lnTo>
                    <a:pt x="2844567" y="1980187"/>
                  </a:lnTo>
                  <a:lnTo>
                    <a:pt x="2844158" y="1941077"/>
                  </a:lnTo>
                  <a:lnTo>
                    <a:pt x="2842977" y="1902414"/>
                  </a:lnTo>
                  <a:lnTo>
                    <a:pt x="2841022" y="1864198"/>
                  </a:lnTo>
                  <a:lnTo>
                    <a:pt x="2834792" y="1789112"/>
                  </a:lnTo>
                  <a:lnTo>
                    <a:pt x="2828506" y="1734170"/>
                  </a:lnTo>
                  <a:lnTo>
                    <a:pt x="2821237" y="1679874"/>
                  </a:lnTo>
                  <a:lnTo>
                    <a:pt x="2812985" y="1626226"/>
                  </a:lnTo>
                  <a:lnTo>
                    <a:pt x="2803753" y="1573230"/>
                  </a:lnTo>
                  <a:lnTo>
                    <a:pt x="2793542" y="1520888"/>
                  </a:lnTo>
                  <a:lnTo>
                    <a:pt x="2782352" y="1469204"/>
                  </a:lnTo>
                  <a:lnTo>
                    <a:pt x="2770186" y="1418181"/>
                  </a:lnTo>
                  <a:lnTo>
                    <a:pt x="2757044" y="1367821"/>
                  </a:lnTo>
                  <a:lnTo>
                    <a:pt x="2742928" y="1318128"/>
                  </a:lnTo>
                  <a:lnTo>
                    <a:pt x="2727840" y="1269104"/>
                  </a:lnTo>
                  <a:lnTo>
                    <a:pt x="2711780" y="1220754"/>
                  </a:lnTo>
                  <a:lnTo>
                    <a:pt x="2694750" y="1173079"/>
                  </a:lnTo>
                  <a:lnTo>
                    <a:pt x="2676751" y="1126083"/>
                  </a:lnTo>
                  <a:lnTo>
                    <a:pt x="2657785" y="1079769"/>
                  </a:lnTo>
                  <a:lnTo>
                    <a:pt x="2637853" y="1034139"/>
                  </a:lnTo>
                  <a:lnTo>
                    <a:pt x="2616956" y="989198"/>
                  </a:lnTo>
                  <a:lnTo>
                    <a:pt x="2595096" y="944948"/>
                  </a:lnTo>
                  <a:lnTo>
                    <a:pt x="2572274" y="901391"/>
                  </a:lnTo>
                  <a:lnTo>
                    <a:pt x="2548490" y="858532"/>
                  </a:lnTo>
                  <a:lnTo>
                    <a:pt x="2523748" y="816373"/>
                  </a:lnTo>
                  <a:lnTo>
                    <a:pt x="2498047" y="774917"/>
                  </a:lnTo>
                  <a:lnTo>
                    <a:pt x="2471390" y="734167"/>
                  </a:lnTo>
                  <a:lnTo>
                    <a:pt x="2443777" y="694127"/>
                  </a:lnTo>
                  <a:lnTo>
                    <a:pt x="2415210" y="654799"/>
                  </a:lnTo>
                  <a:lnTo>
                    <a:pt x="2385690" y="616186"/>
                  </a:lnTo>
                  <a:lnTo>
                    <a:pt x="2355219" y="578291"/>
                  </a:lnTo>
                  <a:lnTo>
                    <a:pt x="2323798" y="541117"/>
                  </a:lnTo>
                  <a:lnTo>
                    <a:pt x="2291428" y="504669"/>
                  </a:lnTo>
                  <a:lnTo>
                    <a:pt x="2258110" y="468947"/>
                  </a:lnTo>
                  <a:lnTo>
                    <a:pt x="2224054" y="434156"/>
                  </a:lnTo>
                  <a:lnTo>
                    <a:pt x="2189069" y="400082"/>
                  </a:lnTo>
                  <a:lnTo>
                    <a:pt x="2153158" y="366730"/>
                  </a:lnTo>
                  <a:lnTo>
                    <a:pt x="2116328" y="334102"/>
                  </a:lnTo>
                  <a:lnTo>
                    <a:pt x="2078582" y="302200"/>
                  </a:lnTo>
                  <a:lnTo>
                    <a:pt x="2039925" y="271027"/>
                  </a:lnTo>
                  <a:lnTo>
                    <a:pt x="2000362" y="240586"/>
                  </a:lnTo>
                  <a:lnTo>
                    <a:pt x="1959897" y="210880"/>
                  </a:lnTo>
                  <a:lnTo>
                    <a:pt x="1918535" y="181911"/>
                  </a:lnTo>
                  <a:lnTo>
                    <a:pt x="1876281" y="153682"/>
                  </a:lnTo>
                  <a:lnTo>
                    <a:pt x="1833139" y="126195"/>
                  </a:lnTo>
                  <a:lnTo>
                    <a:pt x="1789114" y="99454"/>
                  </a:lnTo>
                  <a:lnTo>
                    <a:pt x="1744211" y="73462"/>
                  </a:lnTo>
                  <a:lnTo>
                    <a:pt x="1698434" y="48220"/>
                  </a:lnTo>
                  <a:lnTo>
                    <a:pt x="1651787" y="23731"/>
                  </a:lnTo>
                  <a:lnTo>
                    <a:pt x="1604276" y="0"/>
                  </a:lnTo>
                  <a:close/>
                </a:path>
              </a:pathLst>
            </a:custGeom>
            <a:solidFill>
              <a:srgbClr val="100A30">
                <a:alpha val="5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4E3714B9-868A-B544-A6F7-25087E472E46}"/>
                </a:ext>
              </a:extLst>
            </p:cNvPr>
            <p:cNvSpPr/>
            <p:nvPr/>
          </p:nvSpPr>
          <p:spPr>
            <a:xfrm>
              <a:off x="5275055" y="144"/>
              <a:ext cx="2783840" cy="6858000"/>
            </a:xfrm>
            <a:custGeom>
              <a:avLst/>
              <a:gdLst/>
              <a:ahLst/>
              <a:cxnLst/>
              <a:rect l="l" t="t" r="r" b="b"/>
              <a:pathLst>
                <a:path w="2783840" h="6858000">
                  <a:moveTo>
                    <a:pt x="1672399" y="0"/>
                  </a:moveTo>
                  <a:lnTo>
                    <a:pt x="1602867" y="0"/>
                  </a:lnTo>
                  <a:lnTo>
                    <a:pt x="1647432" y="25235"/>
                  </a:lnTo>
                  <a:lnTo>
                    <a:pt x="1691170" y="51172"/>
                  </a:lnTo>
                  <a:lnTo>
                    <a:pt x="1734076" y="77808"/>
                  </a:lnTo>
                  <a:lnTo>
                    <a:pt x="1776145" y="105142"/>
                  </a:lnTo>
                  <a:lnTo>
                    <a:pt x="1817373" y="133170"/>
                  </a:lnTo>
                  <a:lnTo>
                    <a:pt x="1857754" y="161892"/>
                  </a:lnTo>
                  <a:lnTo>
                    <a:pt x="1897284" y="191306"/>
                  </a:lnTo>
                  <a:lnTo>
                    <a:pt x="1935958" y="221409"/>
                  </a:lnTo>
                  <a:lnTo>
                    <a:pt x="1973771" y="252200"/>
                  </a:lnTo>
                  <a:lnTo>
                    <a:pt x="2010719" y="283678"/>
                  </a:lnTo>
                  <a:lnTo>
                    <a:pt x="2046795" y="315839"/>
                  </a:lnTo>
                  <a:lnTo>
                    <a:pt x="2081997" y="348682"/>
                  </a:lnTo>
                  <a:lnTo>
                    <a:pt x="2116318" y="382205"/>
                  </a:lnTo>
                  <a:lnTo>
                    <a:pt x="2149754" y="416407"/>
                  </a:lnTo>
                  <a:lnTo>
                    <a:pt x="2182683" y="451705"/>
                  </a:lnTo>
                  <a:lnTo>
                    <a:pt x="2214708" y="487703"/>
                  </a:lnTo>
                  <a:lnTo>
                    <a:pt x="2245827" y="524396"/>
                  </a:lnTo>
                  <a:lnTo>
                    <a:pt x="2276040" y="561783"/>
                  </a:lnTo>
                  <a:lnTo>
                    <a:pt x="2305345" y="599860"/>
                  </a:lnTo>
                  <a:lnTo>
                    <a:pt x="2333740" y="638626"/>
                  </a:lnTo>
                  <a:lnTo>
                    <a:pt x="2361226" y="678076"/>
                  </a:lnTo>
                  <a:lnTo>
                    <a:pt x="2387800" y="718208"/>
                  </a:lnTo>
                  <a:lnTo>
                    <a:pt x="2413461" y="759020"/>
                  </a:lnTo>
                  <a:lnTo>
                    <a:pt x="2438208" y="800508"/>
                  </a:lnTo>
                  <a:lnTo>
                    <a:pt x="2462039" y="842670"/>
                  </a:lnTo>
                  <a:lnTo>
                    <a:pt x="2484955" y="885502"/>
                  </a:lnTo>
                  <a:lnTo>
                    <a:pt x="2506952" y="929003"/>
                  </a:lnTo>
                  <a:lnTo>
                    <a:pt x="2528031" y="973169"/>
                  </a:lnTo>
                  <a:lnTo>
                    <a:pt x="2548189" y="1017998"/>
                  </a:lnTo>
                  <a:lnTo>
                    <a:pt x="2567427" y="1063487"/>
                  </a:lnTo>
                  <a:lnTo>
                    <a:pt x="2585741" y="1109632"/>
                  </a:lnTo>
                  <a:lnTo>
                    <a:pt x="2603132" y="1156431"/>
                  </a:lnTo>
                  <a:lnTo>
                    <a:pt x="2619597" y="1203882"/>
                  </a:lnTo>
                  <a:lnTo>
                    <a:pt x="2635137" y="1251981"/>
                  </a:lnTo>
                  <a:lnTo>
                    <a:pt x="2649748" y="1300725"/>
                  </a:lnTo>
                  <a:lnTo>
                    <a:pt x="2663431" y="1350113"/>
                  </a:lnTo>
                  <a:lnTo>
                    <a:pt x="2676184" y="1400140"/>
                  </a:lnTo>
                  <a:lnTo>
                    <a:pt x="2688006" y="1450805"/>
                  </a:lnTo>
                  <a:lnTo>
                    <a:pt x="2698896" y="1502104"/>
                  </a:lnTo>
                  <a:lnTo>
                    <a:pt x="2708851" y="1554035"/>
                  </a:lnTo>
                  <a:lnTo>
                    <a:pt x="2717872" y="1606594"/>
                  </a:lnTo>
                  <a:lnTo>
                    <a:pt x="2725957" y="1659780"/>
                  </a:lnTo>
                  <a:lnTo>
                    <a:pt x="2733104" y="1713588"/>
                  </a:lnTo>
                  <a:lnTo>
                    <a:pt x="2739313" y="1768017"/>
                  </a:lnTo>
                  <a:lnTo>
                    <a:pt x="2745514" y="1842068"/>
                  </a:lnTo>
                  <a:lnTo>
                    <a:pt x="2748767" y="1917847"/>
                  </a:lnTo>
                  <a:lnTo>
                    <a:pt x="2749289" y="1956382"/>
                  </a:lnTo>
                  <a:lnTo>
                    <a:pt x="2749076" y="1995346"/>
                  </a:lnTo>
                  <a:lnTo>
                    <a:pt x="2748127" y="2034738"/>
                  </a:lnTo>
                  <a:lnTo>
                    <a:pt x="2746443" y="2074556"/>
                  </a:lnTo>
                  <a:lnTo>
                    <a:pt x="2744024" y="2114801"/>
                  </a:lnTo>
                  <a:lnTo>
                    <a:pt x="2740870" y="2155470"/>
                  </a:lnTo>
                  <a:lnTo>
                    <a:pt x="2736982" y="2196562"/>
                  </a:lnTo>
                  <a:lnTo>
                    <a:pt x="2732361" y="2238077"/>
                  </a:lnTo>
                  <a:lnTo>
                    <a:pt x="2727006" y="2280014"/>
                  </a:lnTo>
                  <a:lnTo>
                    <a:pt x="2720917" y="2322371"/>
                  </a:lnTo>
                  <a:lnTo>
                    <a:pt x="2714096" y="2365147"/>
                  </a:lnTo>
                  <a:lnTo>
                    <a:pt x="2706542" y="2408342"/>
                  </a:lnTo>
                  <a:lnTo>
                    <a:pt x="2698256" y="2451954"/>
                  </a:lnTo>
                  <a:lnTo>
                    <a:pt x="2689238" y="2495982"/>
                  </a:lnTo>
                  <a:lnTo>
                    <a:pt x="2679489" y="2540426"/>
                  </a:lnTo>
                  <a:lnTo>
                    <a:pt x="2669008" y="2585283"/>
                  </a:lnTo>
                  <a:lnTo>
                    <a:pt x="2657796" y="2630554"/>
                  </a:lnTo>
                  <a:lnTo>
                    <a:pt x="2645854" y="2676237"/>
                  </a:lnTo>
                  <a:lnTo>
                    <a:pt x="2633181" y="2722331"/>
                  </a:lnTo>
                  <a:lnTo>
                    <a:pt x="2619778" y="2768834"/>
                  </a:lnTo>
                  <a:lnTo>
                    <a:pt x="2605646" y="2815747"/>
                  </a:lnTo>
                  <a:lnTo>
                    <a:pt x="2590784" y="2863067"/>
                  </a:lnTo>
                  <a:lnTo>
                    <a:pt x="2575193" y="2910794"/>
                  </a:lnTo>
                  <a:lnTo>
                    <a:pt x="2558874" y="2958927"/>
                  </a:lnTo>
                  <a:lnTo>
                    <a:pt x="2541826" y="3007464"/>
                  </a:lnTo>
                  <a:lnTo>
                    <a:pt x="2524051" y="3056405"/>
                  </a:lnTo>
                  <a:lnTo>
                    <a:pt x="2505547" y="3105749"/>
                  </a:lnTo>
                  <a:lnTo>
                    <a:pt x="2486317" y="3155494"/>
                  </a:lnTo>
                  <a:lnTo>
                    <a:pt x="2466359" y="3205639"/>
                  </a:lnTo>
                  <a:lnTo>
                    <a:pt x="2445674" y="3256184"/>
                  </a:lnTo>
                  <a:lnTo>
                    <a:pt x="2424263" y="3307127"/>
                  </a:lnTo>
                  <a:lnTo>
                    <a:pt x="2402126" y="3358467"/>
                  </a:lnTo>
                  <a:lnTo>
                    <a:pt x="2379263" y="3410204"/>
                  </a:lnTo>
                  <a:lnTo>
                    <a:pt x="2355675" y="3462336"/>
                  </a:lnTo>
                  <a:lnTo>
                    <a:pt x="2331362" y="3514862"/>
                  </a:lnTo>
                  <a:lnTo>
                    <a:pt x="2306323" y="3567780"/>
                  </a:lnTo>
                  <a:lnTo>
                    <a:pt x="2280561" y="3621091"/>
                  </a:lnTo>
                  <a:lnTo>
                    <a:pt x="2254074" y="3674793"/>
                  </a:lnTo>
                  <a:lnTo>
                    <a:pt x="2226863" y="3728885"/>
                  </a:lnTo>
                  <a:lnTo>
                    <a:pt x="2198929" y="3783366"/>
                  </a:lnTo>
                  <a:lnTo>
                    <a:pt x="2170272" y="3838234"/>
                  </a:lnTo>
                  <a:lnTo>
                    <a:pt x="2140892" y="3893489"/>
                  </a:lnTo>
                  <a:lnTo>
                    <a:pt x="2110789" y="3949130"/>
                  </a:lnTo>
                  <a:lnTo>
                    <a:pt x="2079965" y="4005155"/>
                  </a:lnTo>
                  <a:lnTo>
                    <a:pt x="2048418" y="4061564"/>
                  </a:lnTo>
                  <a:lnTo>
                    <a:pt x="2016150" y="4118355"/>
                  </a:lnTo>
                  <a:lnTo>
                    <a:pt x="1974045" y="4191180"/>
                  </a:lnTo>
                  <a:lnTo>
                    <a:pt x="1930777" y="4264621"/>
                  </a:lnTo>
                  <a:lnTo>
                    <a:pt x="1886349" y="4338674"/>
                  </a:lnTo>
                  <a:lnTo>
                    <a:pt x="1840766" y="4413334"/>
                  </a:lnTo>
                  <a:lnTo>
                    <a:pt x="1794030" y="4488597"/>
                  </a:lnTo>
                  <a:lnTo>
                    <a:pt x="1746145" y="4564459"/>
                  </a:lnTo>
                  <a:lnTo>
                    <a:pt x="1697114" y="4640913"/>
                  </a:lnTo>
                  <a:lnTo>
                    <a:pt x="1646941" y="4717957"/>
                  </a:lnTo>
                  <a:lnTo>
                    <a:pt x="1595629" y="4795585"/>
                  </a:lnTo>
                  <a:lnTo>
                    <a:pt x="1543180" y="4873793"/>
                  </a:lnTo>
                  <a:lnTo>
                    <a:pt x="1489600" y="4952576"/>
                  </a:lnTo>
                  <a:lnTo>
                    <a:pt x="1434890" y="5031929"/>
                  </a:lnTo>
                  <a:lnTo>
                    <a:pt x="1379054" y="5111848"/>
                  </a:lnTo>
                  <a:lnTo>
                    <a:pt x="1322097" y="5192328"/>
                  </a:lnTo>
                  <a:lnTo>
                    <a:pt x="1264020" y="5273366"/>
                  </a:lnTo>
                  <a:lnTo>
                    <a:pt x="1204827" y="5354955"/>
                  </a:lnTo>
                  <a:lnTo>
                    <a:pt x="1144522" y="5437091"/>
                  </a:lnTo>
                  <a:lnTo>
                    <a:pt x="1083109" y="5519771"/>
                  </a:lnTo>
                  <a:lnTo>
                    <a:pt x="1020589" y="5602988"/>
                  </a:lnTo>
                  <a:lnTo>
                    <a:pt x="956967" y="5686739"/>
                  </a:lnTo>
                  <a:lnTo>
                    <a:pt x="892247" y="5771020"/>
                  </a:lnTo>
                  <a:lnTo>
                    <a:pt x="826431" y="5855824"/>
                  </a:lnTo>
                  <a:lnTo>
                    <a:pt x="759523" y="5941149"/>
                  </a:lnTo>
                  <a:lnTo>
                    <a:pt x="691526" y="6026988"/>
                  </a:lnTo>
                  <a:lnTo>
                    <a:pt x="622443" y="6113338"/>
                  </a:lnTo>
                  <a:lnTo>
                    <a:pt x="552278" y="6200194"/>
                  </a:lnTo>
                  <a:lnTo>
                    <a:pt x="481035" y="6287552"/>
                  </a:lnTo>
                  <a:lnTo>
                    <a:pt x="408716" y="6375406"/>
                  </a:lnTo>
                  <a:lnTo>
                    <a:pt x="335325" y="6463752"/>
                  </a:lnTo>
                  <a:lnTo>
                    <a:pt x="223236" y="6597184"/>
                  </a:lnTo>
                  <a:lnTo>
                    <a:pt x="110408" y="6729758"/>
                  </a:lnTo>
                  <a:lnTo>
                    <a:pt x="0" y="6857860"/>
                  </a:lnTo>
                  <a:lnTo>
                    <a:pt x="45643" y="6857860"/>
                  </a:lnTo>
                  <a:lnTo>
                    <a:pt x="141320" y="6746669"/>
                  </a:lnTo>
                  <a:lnTo>
                    <a:pt x="249383" y="6619656"/>
                  </a:lnTo>
                  <a:lnTo>
                    <a:pt x="361676" y="6485984"/>
                  </a:lnTo>
                  <a:lnTo>
                    <a:pt x="435202" y="6397477"/>
                  </a:lnTo>
                  <a:lnTo>
                    <a:pt x="507654" y="6309462"/>
                  </a:lnTo>
                  <a:lnTo>
                    <a:pt x="579030" y="6221942"/>
                  </a:lnTo>
                  <a:lnTo>
                    <a:pt x="649326" y="6134922"/>
                  </a:lnTo>
                  <a:lnTo>
                    <a:pt x="718539" y="6048408"/>
                  </a:lnTo>
                  <a:lnTo>
                    <a:pt x="786666" y="5962403"/>
                  </a:lnTo>
                  <a:lnTo>
                    <a:pt x="853702" y="5876913"/>
                  </a:lnTo>
                  <a:lnTo>
                    <a:pt x="919646" y="5791942"/>
                  </a:lnTo>
                  <a:lnTo>
                    <a:pt x="984492" y="5707495"/>
                  </a:lnTo>
                  <a:lnTo>
                    <a:pt x="1048239" y="5623575"/>
                  </a:lnTo>
                  <a:lnTo>
                    <a:pt x="1110883" y="5540189"/>
                  </a:lnTo>
                  <a:lnTo>
                    <a:pt x="1172419" y="5457340"/>
                  </a:lnTo>
                  <a:lnTo>
                    <a:pt x="1232846" y="5375033"/>
                  </a:lnTo>
                  <a:lnTo>
                    <a:pt x="1292160" y="5293273"/>
                  </a:lnTo>
                  <a:lnTo>
                    <a:pt x="1350357" y="5212064"/>
                  </a:lnTo>
                  <a:lnTo>
                    <a:pt x="1407434" y="5131411"/>
                  </a:lnTo>
                  <a:lnTo>
                    <a:pt x="1463387" y="5051319"/>
                  </a:lnTo>
                  <a:lnTo>
                    <a:pt x="1518214" y="4971792"/>
                  </a:lnTo>
                  <a:lnTo>
                    <a:pt x="1571910" y="4892834"/>
                  </a:lnTo>
                  <a:lnTo>
                    <a:pt x="1624473" y="4814451"/>
                  </a:lnTo>
                  <a:lnTo>
                    <a:pt x="1675899" y="4736647"/>
                  </a:lnTo>
                  <a:lnTo>
                    <a:pt x="1726186" y="4659427"/>
                  </a:lnTo>
                  <a:lnTo>
                    <a:pt x="1775328" y="4582795"/>
                  </a:lnTo>
                  <a:lnTo>
                    <a:pt x="1823324" y="4506756"/>
                  </a:lnTo>
                  <a:lnTo>
                    <a:pt x="1870169" y="4431314"/>
                  </a:lnTo>
                  <a:lnTo>
                    <a:pt x="1915861" y="4356475"/>
                  </a:lnTo>
                  <a:lnTo>
                    <a:pt x="1960396" y="4282242"/>
                  </a:lnTo>
                  <a:lnTo>
                    <a:pt x="2003771" y="4208620"/>
                  </a:lnTo>
                  <a:lnTo>
                    <a:pt x="2045982" y="4135615"/>
                  </a:lnTo>
                  <a:lnTo>
                    <a:pt x="2078470" y="4078435"/>
                  </a:lnTo>
                  <a:lnTo>
                    <a:pt x="2110231" y="4021636"/>
                  </a:lnTo>
                  <a:lnTo>
                    <a:pt x="2141266" y="3965220"/>
                  </a:lnTo>
                  <a:lnTo>
                    <a:pt x="2171572" y="3909186"/>
                  </a:lnTo>
                  <a:lnTo>
                    <a:pt x="2201151" y="3853538"/>
                  </a:lnTo>
                  <a:lnTo>
                    <a:pt x="2230002" y="3798274"/>
                  </a:lnTo>
                  <a:lnTo>
                    <a:pt x="2258124" y="3743398"/>
                  </a:lnTo>
                  <a:lnTo>
                    <a:pt x="2285517" y="3688908"/>
                  </a:lnTo>
                  <a:lnTo>
                    <a:pt x="2312182" y="3634808"/>
                  </a:lnTo>
                  <a:lnTo>
                    <a:pt x="2338117" y="3581097"/>
                  </a:lnTo>
                  <a:lnTo>
                    <a:pt x="2363322" y="3527777"/>
                  </a:lnTo>
                  <a:lnTo>
                    <a:pt x="2387797" y="3474849"/>
                  </a:lnTo>
                  <a:lnTo>
                    <a:pt x="2411541" y="3422313"/>
                  </a:lnTo>
                  <a:lnTo>
                    <a:pt x="2434555" y="3370172"/>
                  </a:lnTo>
                  <a:lnTo>
                    <a:pt x="2456838" y="3318426"/>
                  </a:lnTo>
                  <a:lnTo>
                    <a:pt x="2478389" y="3267075"/>
                  </a:lnTo>
                  <a:lnTo>
                    <a:pt x="2499209" y="3216122"/>
                  </a:lnTo>
                  <a:lnTo>
                    <a:pt x="2519297" y="3165567"/>
                  </a:lnTo>
                  <a:lnTo>
                    <a:pt x="2538652" y="3115412"/>
                  </a:lnTo>
                  <a:lnTo>
                    <a:pt x="2557274" y="3065656"/>
                  </a:lnTo>
                  <a:lnTo>
                    <a:pt x="2575164" y="3016303"/>
                  </a:lnTo>
                  <a:lnTo>
                    <a:pt x="2592320" y="2967351"/>
                  </a:lnTo>
                  <a:lnTo>
                    <a:pt x="2608742" y="2918803"/>
                  </a:lnTo>
                  <a:lnTo>
                    <a:pt x="2624431" y="2870660"/>
                  </a:lnTo>
                  <a:lnTo>
                    <a:pt x="2639385" y="2822922"/>
                  </a:lnTo>
                  <a:lnTo>
                    <a:pt x="2653604" y="2775591"/>
                  </a:lnTo>
                  <a:lnTo>
                    <a:pt x="2667089" y="2728668"/>
                  </a:lnTo>
                  <a:lnTo>
                    <a:pt x="2679838" y="2682154"/>
                  </a:lnTo>
                  <a:lnTo>
                    <a:pt x="2691851" y="2636049"/>
                  </a:lnTo>
                  <a:lnTo>
                    <a:pt x="2703129" y="2590356"/>
                  </a:lnTo>
                  <a:lnTo>
                    <a:pt x="2713670" y="2545074"/>
                  </a:lnTo>
                  <a:lnTo>
                    <a:pt x="2723474" y="2500206"/>
                  </a:lnTo>
                  <a:lnTo>
                    <a:pt x="2732542" y="2455751"/>
                  </a:lnTo>
                  <a:lnTo>
                    <a:pt x="2740872" y="2411712"/>
                  </a:lnTo>
                  <a:lnTo>
                    <a:pt x="2748464" y="2368090"/>
                  </a:lnTo>
                  <a:lnTo>
                    <a:pt x="2755319" y="2324884"/>
                  </a:lnTo>
                  <a:lnTo>
                    <a:pt x="2761435" y="2282097"/>
                  </a:lnTo>
                  <a:lnTo>
                    <a:pt x="2766813" y="2239730"/>
                  </a:lnTo>
                  <a:lnTo>
                    <a:pt x="2771452" y="2197782"/>
                  </a:lnTo>
                  <a:lnTo>
                    <a:pt x="2775352" y="2156257"/>
                  </a:lnTo>
                  <a:lnTo>
                    <a:pt x="2778512" y="2115154"/>
                  </a:lnTo>
                  <a:lnTo>
                    <a:pt x="2780932" y="2074475"/>
                  </a:lnTo>
                  <a:lnTo>
                    <a:pt x="2782611" y="2034221"/>
                  </a:lnTo>
                  <a:lnTo>
                    <a:pt x="2783551" y="1994392"/>
                  </a:lnTo>
                  <a:lnTo>
                    <a:pt x="2783749" y="1954991"/>
                  </a:lnTo>
                  <a:lnTo>
                    <a:pt x="2783206" y="1916017"/>
                  </a:lnTo>
                  <a:lnTo>
                    <a:pt x="2781922" y="1877472"/>
                  </a:lnTo>
                  <a:lnTo>
                    <a:pt x="2779895" y="1839358"/>
                  </a:lnTo>
                  <a:lnTo>
                    <a:pt x="2773616" y="1764423"/>
                  </a:lnTo>
                  <a:lnTo>
                    <a:pt x="2767532" y="1710972"/>
                  </a:lnTo>
                  <a:lnTo>
                    <a:pt x="2760554" y="1658108"/>
                  </a:lnTo>
                  <a:lnTo>
                    <a:pt x="2752683" y="1605833"/>
                  </a:lnTo>
                  <a:lnTo>
                    <a:pt x="2743920" y="1554152"/>
                  </a:lnTo>
                  <a:lnTo>
                    <a:pt x="2734267" y="1503065"/>
                  </a:lnTo>
                  <a:lnTo>
                    <a:pt x="2723723" y="1452576"/>
                  </a:lnTo>
                  <a:lnTo>
                    <a:pt x="2712291" y="1402688"/>
                  </a:lnTo>
                  <a:lnTo>
                    <a:pt x="2699972" y="1353402"/>
                  </a:lnTo>
                  <a:lnTo>
                    <a:pt x="2686766" y="1304722"/>
                  </a:lnTo>
                  <a:lnTo>
                    <a:pt x="2672676" y="1256650"/>
                  </a:lnTo>
                  <a:lnTo>
                    <a:pt x="2657701" y="1209189"/>
                  </a:lnTo>
                  <a:lnTo>
                    <a:pt x="2641843" y="1162341"/>
                  </a:lnTo>
                  <a:lnTo>
                    <a:pt x="2625104" y="1116108"/>
                  </a:lnTo>
                  <a:lnTo>
                    <a:pt x="2607483" y="1070495"/>
                  </a:lnTo>
                  <a:lnTo>
                    <a:pt x="2588984" y="1025502"/>
                  </a:lnTo>
                  <a:lnTo>
                    <a:pt x="2569606" y="981133"/>
                  </a:lnTo>
                  <a:lnTo>
                    <a:pt x="2549350" y="937390"/>
                  </a:lnTo>
                  <a:lnTo>
                    <a:pt x="2528219" y="894276"/>
                  </a:lnTo>
                  <a:lnTo>
                    <a:pt x="2506212" y="851793"/>
                  </a:lnTo>
                  <a:lnTo>
                    <a:pt x="2483332" y="809944"/>
                  </a:lnTo>
                  <a:lnTo>
                    <a:pt x="2459578" y="768732"/>
                  </a:lnTo>
                  <a:lnTo>
                    <a:pt x="2434953" y="728158"/>
                  </a:lnTo>
                  <a:lnTo>
                    <a:pt x="2409458" y="688227"/>
                  </a:lnTo>
                  <a:lnTo>
                    <a:pt x="2383093" y="648940"/>
                  </a:lnTo>
                  <a:lnTo>
                    <a:pt x="2355860" y="610300"/>
                  </a:lnTo>
                  <a:lnTo>
                    <a:pt x="2327760" y="572309"/>
                  </a:lnTo>
                  <a:lnTo>
                    <a:pt x="2298793" y="534970"/>
                  </a:lnTo>
                  <a:lnTo>
                    <a:pt x="2268962" y="498286"/>
                  </a:lnTo>
                  <a:lnTo>
                    <a:pt x="2238267" y="462259"/>
                  </a:lnTo>
                  <a:lnTo>
                    <a:pt x="2206709" y="426893"/>
                  </a:lnTo>
                  <a:lnTo>
                    <a:pt x="2174290" y="392188"/>
                  </a:lnTo>
                  <a:lnTo>
                    <a:pt x="2140805" y="357945"/>
                  </a:lnTo>
                  <a:lnTo>
                    <a:pt x="2106446" y="324376"/>
                  </a:lnTo>
                  <a:lnTo>
                    <a:pt x="2071220" y="291483"/>
                  </a:lnTo>
                  <a:lnTo>
                    <a:pt x="2035131" y="259267"/>
                  </a:lnTo>
                  <a:lnTo>
                    <a:pt x="1998185" y="227729"/>
                  </a:lnTo>
                  <a:lnTo>
                    <a:pt x="1960387" y="196871"/>
                  </a:lnTo>
                  <a:lnTo>
                    <a:pt x="1921743" y="166693"/>
                  </a:lnTo>
                  <a:lnTo>
                    <a:pt x="1882258" y="137198"/>
                  </a:lnTo>
                  <a:lnTo>
                    <a:pt x="1841937" y="108386"/>
                  </a:lnTo>
                  <a:lnTo>
                    <a:pt x="1800785" y="80259"/>
                  </a:lnTo>
                  <a:lnTo>
                    <a:pt x="1758808" y="52818"/>
                  </a:lnTo>
                  <a:lnTo>
                    <a:pt x="1716011" y="26065"/>
                  </a:lnTo>
                  <a:lnTo>
                    <a:pt x="1672399" y="0"/>
                  </a:lnTo>
                  <a:close/>
                </a:path>
              </a:pathLst>
            </a:custGeom>
            <a:solidFill>
              <a:srgbClr val="100A30">
                <a:alpha val="4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42D92847-02CD-E540-B9B9-CF125C99C0A7}"/>
                </a:ext>
              </a:extLst>
            </p:cNvPr>
            <p:cNvSpPr/>
            <p:nvPr/>
          </p:nvSpPr>
          <p:spPr>
            <a:xfrm>
              <a:off x="5403753" y="137"/>
              <a:ext cx="2709545" cy="6858000"/>
            </a:xfrm>
            <a:custGeom>
              <a:avLst/>
              <a:gdLst/>
              <a:ahLst/>
              <a:cxnLst/>
              <a:rect l="l" t="t" r="r" b="b"/>
              <a:pathLst>
                <a:path w="2709545" h="6858000">
                  <a:moveTo>
                    <a:pt x="1702396" y="0"/>
                  </a:moveTo>
                  <a:lnTo>
                    <a:pt x="1667929" y="0"/>
                  </a:lnTo>
                  <a:lnTo>
                    <a:pt x="1711242" y="29445"/>
                  </a:lnTo>
                  <a:lnTo>
                    <a:pt x="1753677" y="59612"/>
                  </a:lnTo>
                  <a:lnTo>
                    <a:pt x="1795227" y="90500"/>
                  </a:lnTo>
                  <a:lnTo>
                    <a:pt x="1835883" y="122108"/>
                  </a:lnTo>
                  <a:lnTo>
                    <a:pt x="1875639" y="154436"/>
                  </a:lnTo>
                  <a:lnTo>
                    <a:pt x="1914487" y="187485"/>
                  </a:lnTo>
                  <a:lnTo>
                    <a:pt x="1952419" y="221255"/>
                  </a:lnTo>
                  <a:lnTo>
                    <a:pt x="1989429" y="255745"/>
                  </a:lnTo>
                  <a:lnTo>
                    <a:pt x="2025508" y="290955"/>
                  </a:lnTo>
                  <a:lnTo>
                    <a:pt x="2060651" y="326885"/>
                  </a:lnTo>
                  <a:lnTo>
                    <a:pt x="2093104" y="361612"/>
                  </a:lnTo>
                  <a:lnTo>
                    <a:pt x="2124723" y="396985"/>
                  </a:lnTo>
                  <a:lnTo>
                    <a:pt x="2155506" y="432999"/>
                  </a:lnTo>
                  <a:lnTo>
                    <a:pt x="2185453" y="469653"/>
                  </a:lnTo>
                  <a:lnTo>
                    <a:pt x="2214561" y="506945"/>
                  </a:lnTo>
                  <a:lnTo>
                    <a:pt x="2242830" y="544872"/>
                  </a:lnTo>
                  <a:lnTo>
                    <a:pt x="2270259" y="583432"/>
                  </a:lnTo>
                  <a:lnTo>
                    <a:pt x="2296847" y="622621"/>
                  </a:lnTo>
                  <a:lnTo>
                    <a:pt x="2322593" y="662438"/>
                  </a:lnTo>
                  <a:lnTo>
                    <a:pt x="2347495" y="702881"/>
                  </a:lnTo>
                  <a:lnTo>
                    <a:pt x="2371553" y="743946"/>
                  </a:lnTo>
                  <a:lnTo>
                    <a:pt x="2394766" y="785632"/>
                  </a:lnTo>
                  <a:lnTo>
                    <a:pt x="2417132" y="827936"/>
                  </a:lnTo>
                  <a:lnTo>
                    <a:pt x="2438651" y="870855"/>
                  </a:lnTo>
                  <a:lnTo>
                    <a:pt x="2459321" y="914387"/>
                  </a:lnTo>
                  <a:lnTo>
                    <a:pt x="2479141" y="958530"/>
                  </a:lnTo>
                  <a:lnTo>
                    <a:pt x="2498111" y="1003282"/>
                  </a:lnTo>
                  <a:lnTo>
                    <a:pt x="2516229" y="1048639"/>
                  </a:lnTo>
                  <a:lnTo>
                    <a:pt x="2533494" y="1094599"/>
                  </a:lnTo>
                  <a:lnTo>
                    <a:pt x="2549905" y="1141160"/>
                  </a:lnTo>
                  <a:lnTo>
                    <a:pt x="2565462" y="1188320"/>
                  </a:lnTo>
                  <a:lnTo>
                    <a:pt x="2580162" y="1236076"/>
                  </a:lnTo>
                  <a:lnTo>
                    <a:pt x="2594005" y="1284425"/>
                  </a:lnTo>
                  <a:lnTo>
                    <a:pt x="2606990" y="1333366"/>
                  </a:lnTo>
                  <a:lnTo>
                    <a:pt x="2619116" y="1382895"/>
                  </a:lnTo>
                  <a:lnTo>
                    <a:pt x="2630382" y="1433011"/>
                  </a:lnTo>
                  <a:lnTo>
                    <a:pt x="2640787" y="1483711"/>
                  </a:lnTo>
                  <a:lnTo>
                    <a:pt x="2650329" y="1534992"/>
                  </a:lnTo>
                  <a:lnTo>
                    <a:pt x="2659007" y="1586852"/>
                  </a:lnTo>
                  <a:lnTo>
                    <a:pt x="2666821" y="1639288"/>
                  </a:lnTo>
                  <a:lnTo>
                    <a:pt x="2673770" y="1692299"/>
                  </a:lnTo>
                  <a:lnTo>
                    <a:pt x="2679852" y="1745881"/>
                  </a:lnTo>
                  <a:lnTo>
                    <a:pt x="2686164" y="1820540"/>
                  </a:lnTo>
                  <a:lnTo>
                    <a:pt x="2689620" y="1896869"/>
                  </a:lnTo>
                  <a:lnTo>
                    <a:pt x="2690278" y="1935658"/>
                  </a:lnTo>
                  <a:lnTo>
                    <a:pt x="2690223" y="1974861"/>
                  </a:lnTo>
                  <a:lnTo>
                    <a:pt x="2689456" y="2014479"/>
                  </a:lnTo>
                  <a:lnTo>
                    <a:pt x="2687976" y="2054509"/>
                  </a:lnTo>
                  <a:lnTo>
                    <a:pt x="2685785" y="2094951"/>
                  </a:lnTo>
                  <a:lnTo>
                    <a:pt x="2682881" y="2135805"/>
                  </a:lnTo>
                  <a:lnTo>
                    <a:pt x="2679267" y="2177067"/>
                  </a:lnTo>
                  <a:lnTo>
                    <a:pt x="2674941" y="2218739"/>
                  </a:lnTo>
                  <a:lnTo>
                    <a:pt x="2669904" y="2260819"/>
                  </a:lnTo>
                  <a:lnTo>
                    <a:pt x="2664157" y="2303306"/>
                  </a:lnTo>
                  <a:lnTo>
                    <a:pt x="2657699" y="2346199"/>
                  </a:lnTo>
                  <a:lnTo>
                    <a:pt x="2650532" y="2389496"/>
                  </a:lnTo>
                  <a:lnTo>
                    <a:pt x="2642655" y="2433198"/>
                  </a:lnTo>
                  <a:lnTo>
                    <a:pt x="2634068" y="2477303"/>
                  </a:lnTo>
                  <a:lnTo>
                    <a:pt x="2624773" y="2521810"/>
                  </a:lnTo>
                  <a:lnTo>
                    <a:pt x="2614769" y="2566717"/>
                  </a:lnTo>
                  <a:lnTo>
                    <a:pt x="2604057" y="2612025"/>
                  </a:lnTo>
                  <a:lnTo>
                    <a:pt x="2592636" y="2657732"/>
                  </a:lnTo>
                  <a:lnTo>
                    <a:pt x="2580508" y="2703837"/>
                  </a:lnTo>
                  <a:lnTo>
                    <a:pt x="2567672" y="2750339"/>
                  </a:lnTo>
                  <a:lnTo>
                    <a:pt x="2554129" y="2797238"/>
                  </a:lnTo>
                  <a:lnTo>
                    <a:pt x="2539879" y="2844531"/>
                  </a:lnTo>
                  <a:lnTo>
                    <a:pt x="2524922" y="2892219"/>
                  </a:lnTo>
                  <a:lnTo>
                    <a:pt x="2509259" y="2940300"/>
                  </a:lnTo>
                  <a:lnTo>
                    <a:pt x="2492891" y="2988773"/>
                  </a:lnTo>
                  <a:lnTo>
                    <a:pt x="2475816" y="3037637"/>
                  </a:lnTo>
                  <a:lnTo>
                    <a:pt x="2458036" y="3086892"/>
                  </a:lnTo>
                  <a:lnTo>
                    <a:pt x="2439551" y="3136535"/>
                  </a:lnTo>
                  <a:lnTo>
                    <a:pt x="2420361" y="3186567"/>
                  </a:lnTo>
                  <a:lnTo>
                    <a:pt x="2400467" y="3236987"/>
                  </a:lnTo>
                  <a:lnTo>
                    <a:pt x="2379869" y="3287793"/>
                  </a:lnTo>
                  <a:lnTo>
                    <a:pt x="2358566" y="3338984"/>
                  </a:lnTo>
                  <a:lnTo>
                    <a:pt x="2336560" y="3390559"/>
                  </a:lnTo>
                  <a:lnTo>
                    <a:pt x="2313851" y="3442518"/>
                  </a:lnTo>
                  <a:lnTo>
                    <a:pt x="2290439" y="3494859"/>
                  </a:lnTo>
                  <a:lnTo>
                    <a:pt x="2266324" y="3547581"/>
                  </a:lnTo>
                  <a:lnTo>
                    <a:pt x="2241507" y="3600684"/>
                  </a:lnTo>
                  <a:lnTo>
                    <a:pt x="2215987" y="3654167"/>
                  </a:lnTo>
                  <a:lnTo>
                    <a:pt x="2189766" y="3708027"/>
                  </a:lnTo>
                  <a:lnTo>
                    <a:pt x="2162844" y="3762266"/>
                  </a:lnTo>
                  <a:lnTo>
                    <a:pt x="2135220" y="3816880"/>
                  </a:lnTo>
                  <a:lnTo>
                    <a:pt x="2106895" y="3871871"/>
                  </a:lnTo>
                  <a:lnTo>
                    <a:pt x="2077870" y="3927236"/>
                  </a:lnTo>
                  <a:lnTo>
                    <a:pt x="2048145" y="3982974"/>
                  </a:lnTo>
                  <a:lnTo>
                    <a:pt x="2017719" y="4039085"/>
                  </a:lnTo>
                  <a:lnTo>
                    <a:pt x="1986594" y="4095567"/>
                  </a:lnTo>
                  <a:lnTo>
                    <a:pt x="1954770" y="4152420"/>
                  </a:lnTo>
                  <a:lnTo>
                    <a:pt x="1922246" y="4209643"/>
                  </a:lnTo>
                  <a:lnTo>
                    <a:pt x="1880130" y="4282512"/>
                  </a:lnTo>
                  <a:lnTo>
                    <a:pt x="1836901" y="4355972"/>
                  </a:lnTo>
                  <a:lnTo>
                    <a:pt x="1792563" y="4430017"/>
                  </a:lnTo>
                  <a:lnTo>
                    <a:pt x="1747117" y="4504643"/>
                  </a:lnTo>
                  <a:lnTo>
                    <a:pt x="1700568" y="4579847"/>
                  </a:lnTo>
                  <a:lnTo>
                    <a:pt x="1652919" y="4655624"/>
                  </a:lnTo>
                  <a:lnTo>
                    <a:pt x="1604172" y="4731970"/>
                  </a:lnTo>
                  <a:lnTo>
                    <a:pt x="1554330" y="4808880"/>
                  </a:lnTo>
                  <a:lnTo>
                    <a:pt x="1503398" y="4886351"/>
                  </a:lnTo>
                  <a:lnTo>
                    <a:pt x="1451377" y="4964378"/>
                  </a:lnTo>
                  <a:lnTo>
                    <a:pt x="1398272" y="5042956"/>
                  </a:lnTo>
                  <a:lnTo>
                    <a:pt x="1344085" y="5122083"/>
                  </a:lnTo>
                  <a:lnTo>
                    <a:pt x="1288819" y="5201752"/>
                  </a:lnTo>
                  <a:lnTo>
                    <a:pt x="1232477" y="5281961"/>
                  </a:lnTo>
                  <a:lnTo>
                    <a:pt x="1175064" y="5362705"/>
                  </a:lnTo>
                  <a:lnTo>
                    <a:pt x="1116580" y="5443980"/>
                  </a:lnTo>
                  <a:lnTo>
                    <a:pt x="1057031" y="5525781"/>
                  </a:lnTo>
                  <a:lnTo>
                    <a:pt x="996418" y="5608104"/>
                  </a:lnTo>
                  <a:lnTo>
                    <a:pt x="934746" y="5690945"/>
                  </a:lnTo>
                  <a:lnTo>
                    <a:pt x="872016" y="5774300"/>
                  </a:lnTo>
                  <a:lnTo>
                    <a:pt x="808233" y="5858165"/>
                  </a:lnTo>
                  <a:lnTo>
                    <a:pt x="743400" y="5942535"/>
                  </a:lnTo>
                  <a:lnTo>
                    <a:pt x="677518" y="6027406"/>
                  </a:lnTo>
                  <a:lnTo>
                    <a:pt x="610593" y="6112773"/>
                  </a:lnTo>
                  <a:lnTo>
                    <a:pt x="542626" y="6198634"/>
                  </a:lnTo>
                  <a:lnTo>
                    <a:pt x="438730" y="6328339"/>
                  </a:lnTo>
                  <a:lnTo>
                    <a:pt x="332509" y="6459128"/>
                  </a:lnTo>
                  <a:lnTo>
                    <a:pt x="223973" y="6590987"/>
                  </a:lnTo>
                  <a:lnTo>
                    <a:pt x="113133" y="6723903"/>
                  </a:lnTo>
                  <a:lnTo>
                    <a:pt x="0" y="6857860"/>
                  </a:lnTo>
                  <a:lnTo>
                    <a:pt x="25133" y="6857860"/>
                  </a:lnTo>
                  <a:lnTo>
                    <a:pt x="63492" y="6812577"/>
                  </a:lnTo>
                  <a:lnTo>
                    <a:pt x="177006" y="6677437"/>
                  </a:lnTo>
                  <a:lnTo>
                    <a:pt x="288167" y="6543367"/>
                  </a:lnTo>
                  <a:lnTo>
                    <a:pt x="396966" y="6410382"/>
                  </a:lnTo>
                  <a:lnTo>
                    <a:pt x="468180" y="6322336"/>
                  </a:lnTo>
                  <a:lnTo>
                    <a:pt x="538336" y="6234784"/>
                  </a:lnTo>
                  <a:lnTo>
                    <a:pt x="607431" y="6147729"/>
                  </a:lnTo>
                  <a:lnTo>
                    <a:pt x="675461" y="6061176"/>
                  </a:lnTo>
                  <a:lnTo>
                    <a:pt x="742422" y="5975130"/>
                  </a:lnTo>
                  <a:lnTo>
                    <a:pt x="808313" y="5889595"/>
                  </a:lnTo>
                  <a:lnTo>
                    <a:pt x="873129" y="5804576"/>
                  </a:lnTo>
                  <a:lnTo>
                    <a:pt x="936868" y="5720076"/>
                  </a:lnTo>
                  <a:lnTo>
                    <a:pt x="999526" y="5636100"/>
                  </a:lnTo>
                  <a:lnTo>
                    <a:pt x="1061099" y="5552653"/>
                  </a:lnTo>
                  <a:lnTo>
                    <a:pt x="1121586" y="5469739"/>
                  </a:lnTo>
                  <a:lnTo>
                    <a:pt x="1180982" y="5387362"/>
                  </a:lnTo>
                  <a:lnTo>
                    <a:pt x="1239284" y="5305526"/>
                  </a:lnTo>
                  <a:lnTo>
                    <a:pt x="1296489" y="5224237"/>
                  </a:lnTo>
                  <a:lnTo>
                    <a:pt x="1352594" y="5143499"/>
                  </a:lnTo>
                  <a:lnTo>
                    <a:pt x="1407596" y="5063315"/>
                  </a:lnTo>
                  <a:lnTo>
                    <a:pt x="1461491" y="4983690"/>
                  </a:lnTo>
                  <a:lnTo>
                    <a:pt x="1514276" y="4904629"/>
                  </a:lnTo>
                  <a:lnTo>
                    <a:pt x="1565949" y="4826136"/>
                  </a:lnTo>
                  <a:lnTo>
                    <a:pt x="1616505" y="4748216"/>
                  </a:lnTo>
                  <a:lnTo>
                    <a:pt x="1665941" y="4670872"/>
                  </a:lnTo>
                  <a:lnTo>
                    <a:pt x="1714255" y="4594109"/>
                  </a:lnTo>
                  <a:lnTo>
                    <a:pt x="1761443" y="4517932"/>
                  </a:lnTo>
                  <a:lnTo>
                    <a:pt x="1807501" y="4442345"/>
                  </a:lnTo>
                  <a:lnTo>
                    <a:pt x="1852428" y="4367353"/>
                  </a:lnTo>
                  <a:lnTo>
                    <a:pt x="1896218" y="4292959"/>
                  </a:lnTo>
                  <a:lnTo>
                    <a:pt x="1938870" y="4219168"/>
                  </a:lnTo>
                  <a:lnTo>
                    <a:pt x="1970901" y="4162819"/>
                  </a:lnTo>
                  <a:lnTo>
                    <a:pt x="2002255" y="4106826"/>
                  </a:lnTo>
                  <a:lnTo>
                    <a:pt x="2032934" y="4051188"/>
                  </a:lnTo>
                  <a:lnTo>
                    <a:pt x="2062937" y="3995908"/>
                  </a:lnTo>
                  <a:lnTo>
                    <a:pt x="2092263" y="3940985"/>
                  </a:lnTo>
                  <a:lnTo>
                    <a:pt x="2120913" y="3886421"/>
                  </a:lnTo>
                  <a:lnTo>
                    <a:pt x="2148886" y="3832217"/>
                  </a:lnTo>
                  <a:lnTo>
                    <a:pt x="2176182" y="3778374"/>
                  </a:lnTo>
                  <a:lnTo>
                    <a:pt x="2202800" y="3724892"/>
                  </a:lnTo>
                  <a:lnTo>
                    <a:pt x="2228740" y="3671773"/>
                  </a:lnTo>
                  <a:lnTo>
                    <a:pt x="2254003" y="3619018"/>
                  </a:lnTo>
                  <a:lnTo>
                    <a:pt x="2278587" y="3566627"/>
                  </a:lnTo>
                  <a:lnTo>
                    <a:pt x="2302492" y="3514601"/>
                  </a:lnTo>
                  <a:lnTo>
                    <a:pt x="2325718" y="3462941"/>
                  </a:lnTo>
                  <a:lnTo>
                    <a:pt x="2348266" y="3411649"/>
                  </a:lnTo>
                  <a:lnTo>
                    <a:pt x="2370133" y="3360725"/>
                  </a:lnTo>
                  <a:lnTo>
                    <a:pt x="2391321" y="3310171"/>
                  </a:lnTo>
                  <a:lnTo>
                    <a:pt x="2411829" y="3259986"/>
                  </a:lnTo>
                  <a:lnTo>
                    <a:pt x="2431656" y="3210172"/>
                  </a:lnTo>
                  <a:lnTo>
                    <a:pt x="2450803" y="3160730"/>
                  </a:lnTo>
                  <a:lnTo>
                    <a:pt x="2469269" y="3111661"/>
                  </a:lnTo>
                  <a:lnTo>
                    <a:pt x="2487054" y="3062966"/>
                  </a:lnTo>
                  <a:lnTo>
                    <a:pt x="2504157" y="3014645"/>
                  </a:lnTo>
                  <a:lnTo>
                    <a:pt x="2520578" y="2966700"/>
                  </a:lnTo>
                  <a:lnTo>
                    <a:pt x="2536317" y="2919132"/>
                  </a:lnTo>
                  <a:lnTo>
                    <a:pt x="2551374" y="2871941"/>
                  </a:lnTo>
                  <a:lnTo>
                    <a:pt x="2565748" y="2825128"/>
                  </a:lnTo>
                  <a:lnTo>
                    <a:pt x="2579439" y="2778695"/>
                  </a:lnTo>
                  <a:lnTo>
                    <a:pt x="2592447" y="2732642"/>
                  </a:lnTo>
                  <a:lnTo>
                    <a:pt x="2604771" y="2686971"/>
                  </a:lnTo>
                  <a:lnTo>
                    <a:pt x="2616412" y="2641682"/>
                  </a:lnTo>
                  <a:lnTo>
                    <a:pt x="2627368" y="2596775"/>
                  </a:lnTo>
                  <a:lnTo>
                    <a:pt x="2637640" y="2552253"/>
                  </a:lnTo>
                  <a:lnTo>
                    <a:pt x="2647228" y="2508116"/>
                  </a:lnTo>
                  <a:lnTo>
                    <a:pt x="2656130" y="2464364"/>
                  </a:lnTo>
                  <a:lnTo>
                    <a:pt x="2664347" y="2420999"/>
                  </a:lnTo>
                  <a:lnTo>
                    <a:pt x="2671879" y="2378023"/>
                  </a:lnTo>
                  <a:lnTo>
                    <a:pt x="2678725" y="2335434"/>
                  </a:lnTo>
                  <a:lnTo>
                    <a:pt x="2684884" y="2293236"/>
                  </a:lnTo>
                  <a:lnTo>
                    <a:pt x="2690357" y="2251428"/>
                  </a:lnTo>
                  <a:lnTo>
                    <a:pt x="2695144" y="2210011"/>
                  </a:lnTo>
                  <a:lnTo>
                    <a:pt x="2699243" y="2168987"/>
                  </a:lnTo>
                  <a:lnTo>
                    <a:pt x="2702656" y="2128356"/>
                  </a:lnTo>
                  <a:lnTo>
                    <a:pt x="2705380" y="2088120"/>
                  </a:lnTo>
                  <a:lnTo>
                    <a:pt x="2707417" y="2048278"/>
                  </a:lnTo>
                  <a:lnTo>
                    <a:pt x="2708766" y="2008833"/>
                  </a:lnTo>
                  <a:lnTo>
                    <a:pt x="2709426" y="1969785"/>
                  </a:lnTo>
                  <a:lnTo>
                    <a:pt x="2709398" y="1931135"/>
                  </a:lnTo>
                  <a:lnTo>
                    <a:pt x="2708680" y="1892884"/>
                  </a:lnTo>
                  <a:lnTo>
                    <a:pt x="2705177" y="1817582"/>
                  </a:lnTo>
                  <a:lnTo>
                    <a:pt x="2698915" y="1743887"/>
                  </a:lnTo>
                  <a:lnTo>
                    <a:pt x="2692785" y="1689890"/>
                  </a:lnTo>
                  <a:lnTo>
                    <a:pt x="2685780" y="1636468"/>
                  </a:lnTo>
                  <a:lnTo>
                    <a:pt x="2677902" y="1583623"/>
                  </a:lnTo>
                  <a:lnTo>
                    <a:pt x="2669152" y="1531359"/>
                  </a:lnTo>
                  <a:lnTo>
                    <a:pt x="2659530" y="1479677"/>
                  </a:lnTo>
                  <a:lnTo>
                    <a:pt x="2649039" y="1428580"/>
                  </a:lnTo>
                  <a:lnTo>
                    <a:pt x="2637678" y="1378071"/>
                  </a:lnTo>
                  <a:lnTo>
                    <a:pt x="2625449" y="1328151"/>
                  </a:lnTo>
                  <a:lnTo>
                    <a:pt x="2612353" y="1278824"/>
                  </a:lnTo>
                  <a:lnTo>
                    <a:pt x="2598391" y="1230092"/>
                  </a:lnTo>
                  <a:lnTo>
                    <a:pt x="2583564" y="1181957"/>
                  </a:lnTo>
                  <a:lnTo>
                    <a:pt x="2567873" y="1134422"/>
                  </a:lnTo>
                  <a:lnTo>
                    <a:pt x="2551319" y="1087488"/>
                  </a:lnTo>
                  <a:lnTo>
                    <a:pt x="2533904" y="1041160"/>
                  </a:lnTo>
                  <a:lnTo>
                    <a:pt x="2515628" y="995438"/>
                  </a:lnTo>
                  <a:lnTo>
                    <a:pt x="2496492" y="950326"/>
                  </a:lnTo>
                  <a:lnTo>
                    <a:pt x="2476498" y="905826"/>
                  </a:lnTo>
                  <a:lnTo>
                    <a:pt x="2455647" y="861940"/>
                  </a:lnTo>
                  <a:lnTo>
                    <a:pt x="2433939" y="818672"/>
                  </a:lnTo>
                  <a:lnTo>
                    <a:pt x="2411376" y="776022"/>
                  </a:lnTo>
                  <a:lnTo>
                    <a:pt x="2387958" y="733994"/>
                  </a:lnTo>
                  <a:lnTo>
                    <a:pt x="2363688" y="692590"/>
                  </a:lnTo>
                  <a:lnTo>
                    <a:pt x="2338565" y="651813"/>
                  </a:lnTo>
                  <a:lnTo>
                    <a:pt x="2312591" y="611665"/>
                  </a:lnTo>
                  <a:lnTo>
                    <a:pt x="2285768" y="572149"/>
                  </a:lnTo>
                  <a:lnTo>
                    <a:pt x="2258095" y="533267"/>
                  </a:lnTo>
                  <a:lnTo>
                    <a:pt x="2229574" y="495021"/>
                  </a:lnTo>
                  <a:lnTo>
                    <a:pt x="2200207" y="457413"/>
                  </a:lnTo>
                  <a:lnTo>
                    <a:pt x="2169994" y="420448"/>
                  </a:lnTo>
                  <a:lnTo>
                    <a:pt x="2138936" y="384126"/>
                  </a:lnTo>
                  <a:lnTo>
                    <a:pt x="2107034" y="348450"/>
                  </a:lnTo>
                  <a:lnTo>
                    <a:pt x="2074291" y="313423"/>
                  </a:lnTo>
                  <a:lnTo>
                    <a:pt x="2040813" y="279160"/>
                  </a:lnTo>
                  <a:lnTo>
                    <a:pt x="2006495" y="245544"/>
                  </a:lnTo>
                  <a:lnTo>
                    <a:pt x="1971343" y="212578"/>
                  </a:lnTo>
                  <a:lnTo>
                    <a:pt x="1935363" y="180260"/>
                  </a:lnTo>
                  <a:lnTo>
                    <a:pt x="1898559" y="148591"/>
                  </a:lnTo>
                  <a:lnTo>
                    <a:pt x="1860938" y="117572"/>
                  </a:lnTo>
                  <a:lnTo>
                    <a:pt x="1822506" y="87203"/>
                  </a:lnTo>
                  <a:lnTo>
                    <a:pt x="1783267" y="57484"/>
                  </a:lnTo>
                  <a:lnTo>
                    <a:pt x="1743229" y="28416"/>
                  </a:lnTo>
                  <a:lnTo>
                    <a:pt x="1702396" y="0"/>
                  </a:lnTo>
                  <a:close/>
                </a:path>
              </a:pathLst>
            </a:custGeom>
            <a:solidFill>
              <a:srgbClr val="100A3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4662C95E-EDED-EB47-8EAB-915053EE86D0}"/>
                </a:ext>
              </a:extLst>
            </p:cNvPr>
            <p:cNvSpPr/>
            <p:nvPr/>
          </p:nvSpPr>
          <p:spPr>
            <a:xfrm>
              <a:off x="5481115" y="147"/>
              <a:ext cx="2671445" cy="6858000"/>
            </a:xfrm>
            <a:custGeom>
              <a:avLst/>
              <a:gdLst/>
              <a:ahLst/>
              <a:cxnLst/>
              <a:rect l="l" t="t" r="r" b="b"/>
              <a:pathLst>
                <a:path w="2671445" h="6858000">
                  <a:moveTo>
                    <a:pt x="1736801" y="0"/>
                  </a:moveTo>
                  <a:lnTo>
                    <a:pt x="1721053" y="0"/>
                  </a:lnTo>
                  <a:lnTo>
                    <a:pt x="1760214" y="29882"/>
                  </a:lnTo>
                  <a:lnTo>
                    <a:pt x="1798587" y="60400"/>
                  </a:lnTo>
                  <a:lnTo>
                    <a:pt x="1836167" y="91552"/>
                  </a:lnTo>
                  <a:lnTo>
                    <a:pt x="1872946" y="123339"/>
                  </a:lnTo>
                  <a:lnTo>
                    <a:pt x="1908919" y="155760"/>
                  </a:lnTo>
                  <a:lnTo>
                    <a:pt x="1944079" y="188816"/>
                  </a:lnTo>
                  <a:lnTo>
                    <a:pt x="1978419" y="222506"/>
                  </a:lnTo>
                  <a:lnTo>
                    <a:pt x="2011934" y="256832"/>
                  </a:lnTo>
                  <a:lnTo>
                    <a:pt x="2044421" y="291567"/>
                  </a:lnTo>
                  <a:lnTo>
                    <a:pt x="2076098" y="326927"/>
                  </a:lnTo>
                  <a:lnTo>
                    <a:pt x="2106964" y="362909"/>
                  </a:lnTo>
                  <a:lnTo>
                    <a:pt x="2137017" y="399513"/>
                  </a:lnTo>
                  <a:lnTo>
                    <a:pt x="2166258" y="436734"/>
                  </a:lnTo>
                  <a:lnTo>
                    <a:pt x="2194685" y="474572"/>
                  </a:lnTo>
                  <a:lnTo>
                    <a:pt x="2222297" y="513023"/>
                  </a:lnTo>
                  <a:lnTo>
                    <a:pt x="2249092" y="552086"/>
                  </a:lnTo>
                  <a:lnTo>
                    <a:pt x="2275071" y="591757"/>
                  </a:lnTo>
                  <a:lnTo>
                    <a:pt x="2300231" y="632036"/>
                  </a:lnTo>
                  <a:lnTo>
                    <a:pt x="2324572" y="672919"/>
                  </a:lnTo>
                  <a:lnTo>
                    <a:pt x="2348093" y="714404"/>
                  </a:lnTo>
                  <a:lnTo>
                    <a:pt x="2370794" y="756489"/>
                  </a:lnTo>
                  <a:lnTo>
                    <a:pt x="2392672" y="799172"/>
                  </a:lnTo>
                  <a:lnTo>
                    <a:pt x="2413727" y="842451"/>
                  </a:lnTo>
                  <a:lnTo>
                    <a:pt x="2433958" y="886322"/>
                  </a:lnTo>
                  <a:lnTo>
                    <a:pt x="2453363" y="930785"/>
                  </a:lnTo>
                  <a:lnTo>
                    <a:pt x="2471943" y="975835"/>
                  </a:lnTo>
                  <a:lnTo>
                    <a:pt x="2489696" y="1021473"/>
                  </a:lnTo>
                  <a:lnTo>
                    <a:pt x="2506621" y="1067694"/>
                  </a:lnTo>
                  <a:lnTo>
                    <a:pt x="2522716" y="1114497"/>
                  </a:lnTo>
                  <a:lnTo>
                    <a:pt x="2537982" y="1161879"/>
                  </a:lnTo>
                  <a:lnTo>
                    <a:pt x="2552416" y="1209838"/>
                  </a:lnTo>
                  <a:lnTo>
                    <a:pt x="2566018" y="1258372"/>
                  </a:lnTo>
                  <a:lnTo>
                    <a:pt x="2578788" y="1307479"/>
                  </a:lnTo>
                  <a:lnTo>
                    <a:pt x="2590723" y="1357156"/>
                  </a:lnTo>
                  <a:lnTo>
                    <a:pt x="2601823" y="1407401"/>
                  </a:lnTo>
                  <a:lnTo>
                    <a:pt x="2612087" y="1458212"/>
                  </a:lnTo>
                  <a:lnTo>
                    <a:pt x="2621515" y="1509586"/>
                  </a:lnTo>
                  <a:lnTo>
                    <a:pt x="2630104" y="1561522"/>
                  </a:lnTo>
                  <a:lnTo>
                    <a:pt x="2637854" y="1614016"/>
                  </a:lnTo>
                  <a:lnTo>
                    <a:pt x="2644764" y="1667067"/>
                  </a:lnTo>
                  <a:lnTo>
                    <a:pt x="2650832" y="1720672"/>
                  </a:lnTo>
                  <a:lnTo>
                    <a:pt x="2657155" y="1794768"/>
                  </a:lnTo>
                  <a:lnTo>
                    <a:pt x="2660749" y="1870458"/>
                  </a:lnTo>
                  <a:lnTo>
                    <a:pt x="2661524" y="1908900"/>
                  </a:lnTo>
                  <a:lnTo>
                    <a:pt x="2661617" y="1947737"/>
                  </a:lnTo>
                  <a:lnTo>
                    <a:pt x="2661029" y="1986970"/>
                  </a:lnTo>
                  <a:lnTo>
                    <a:pt x="2659760" y="2026596"/>
                  </a:lnTo>
                  <a:lnTo>
                    <a:pt x="2657811" y="2066617"/>
                  </a:lnTo>
                  <a:lnTo>
                    <a:pt x="2655182" y="2107029"/>
                  </a:lnTo>
                  <a:lnTo>
                    <a:pt x="2651872" y="2147833"/>
                  </a:lnTo>
                  <a:lnTo>
                    <a:pt x="2647883" y="2189028"/>
                  </a:lnTo>
                  <a:lnTo>
                    <a:pt x="2643215" y="2230612"/>
                  </a:lnTo>
                  <a:lnTo>
                    <a:pt x="2637868" y="2272585"/>
                  </a:lnTo>
                  <a:lnTo>
                    <a:pt x="2631842" y="2314946"/>
                  </a:lnTo>
                  <a:lnTo>
                    <a:pt x="2625137" y="2357694"/>
                  </a:lnTo>
                  <a:lnTo>
                    <a:pt x="2617754" y="2400828"/>
                  </a:lnTo>
                  <a:lnTo>
                    <a:pt x="2609693" y="2444348"/>
                  </a:lnTo>
                  <a:lnTo>
                    <a:pt x="2600954" y="2488251"/>
                  </a:lnTo>
                  <a:lnTo>
                    <a:pt x="2591538" y="2532538"/>
                  </a:lnTo>
                  <a:lnTo>
                    <a:pt x="2581445" y="2577208"/>
                  </a:lnTo>
                  <a:lnTo>
                    <a:pt x="2570675" y="2622259"/>
                  </a:lnTo>
                  <a:lnTo>
                    <a:pt x="2559228" y="2667690"/>
                  </a:lnTo>
                  <a:lnTo>
                    <a:pt x="2547105" y="2713502"/>
                  </a:lnTo>
                  <a:lnTo>
                    <a:pt x="2534306" y="2759692"/>
                  </a:lnTo>
                  <a:lnTo>
                    <a:pt x="2520831" y="2806260"/>
                  </a:lnTo>
                  <a:lnTo>
                    <a:pt x="2506681" y="2853205"/>
                  </a:lnTo>
                  <a:lnTo>
                    <a:pt x="2491856" y="2900527"/>
                  </a:lnTo>
                  <a:lnTo>
                    <a:pt x="2476355" y="2948223"/>
                  </a:lnTo>
                  <a:lnTo>
                    <a:pt x="2460180" y="2996294"/>
                  </a:lnTo>
                  <a:lnTo>
                    <a:pt x="2443331" y="3044738"/>
                  </a:lnTo>
                  <a:lnTo>
                    <a:pt x="2425808" y="3093555"/>
                  </a:lnTo>
                  <a:lnTo>
                    <a:pt x="2407610" y="3142743"/>
                  </a:lnTo>
                  <a:lnTo>
                    <a:pt x="2388740" y="3192302"/>
                  </a:lnTo>
                  <a:lnTo>
                    <a:pt x="2369196" y="3242231"/>
                  </a:lnTo>
                  <a:lnTo>
                    <a:pt x="2348979" y="3292529"/>
                  </a:lnTo>
                  <a:lnTo>
                    <a:pt x="2328089" y="3343195"/>
                  </a:lnTo>
                  <a:lnTo>
                    <a:pt x="2306527" y="3394228"/>
                  </a:lnTo>
                  <a:lnTo>
                    <a:pt x="2284293" y="3445627"/>
                  </a:lnTo>
                  <a:lnTo>
                    <a:pt x="2261387" y="3497391"/>
                  </a:lnTo>
                  <a:lnTo>
                    <a:pt x="2237810" y="3549519"/>
                  </a:lnTo>
                  <a:lnTo>
                    <a:pt x="2213561" y="3602011"/>
                  </a:lnTo>
                  <a:lnTo>
                    <a:pt x="2188641" y="3654866"/>
                  </a:lnTo>
                  <a:lnTo>
                    <a:pt x="2163050" y="3708082"/>
                  </a:lnTo>
                  <a:lnTo>
                    <a:pt x="2136789" y="3761659"/>
                  </a:lnTo>
                  <a:lnTo>
                    <a:pt x="2109858" y="3815596"/>
                  </a:lnTo>
                  <a:lnTo>
                    <a:pt x="2082257" y="3869891"/>
                  </a:lnTo>
                  <a:lnTo>
                    <a:pt x="2053986" y="3924545"/>
                  </a:lnTo>
                  <a:lnTo>
                    <a:pt x="2025046" y="3979556"/>
                  </a:lnTo>
                  <a:lnTo>
                    <a:pt x="1995437" y="4034923"/>
                  </a:lnTo>
                  <a:lnTo>
                    <a:pt x="1965159" y="4090645"/>
                  </a:lnTo>
                  <a:lnTo>
                    <a:pt x="1934213" y="4146722"/>
                  </a:lnTo>
                  <a:lnTo>
                    <a:pt x="1902598" y="4203152"/>
                  </a:lnTo>
                  <a:lnTo>
                    <a:pt x="1870316" y="4259935"/>
                  </a:lnTo>
                  <a:lnTo>
                    <a:pt x="1849052" y="4296899"/>
                  </a:lnTo>
                  <a:lnTo>
                    <a:pt x="1805687" y="4371273"/>
                  </a:lnTo>
                  <a:lnTo>
                    <a:pt x="1761206" y="4446236"/>
                  </a:lnTo>
                  <a:lnTo>
                    <a:pt x="1715613" y="4521784"/>
                  </a:lnTo>
                  <a:lnTo>
                    <a:pt x="1668911" y="4597914"/>
                  </a:lnTo>
                  <a:lnTo>
                    <a:pt x="1621104" y="4674621"/>
                  </a:lnTo>
                  <a:lnTo>
                    <a:pt x="1572193" y="4751901"/>
                  </a:lnTo>
                  <a:lnTo>
                    <a:pt x="1522183" y="4829749"/>
                  </a:lnTo>
                  <a:lnTo>
                    <a:pt x="1471076" y="4908162"/>
                  </a:lnTo>
                  <a:lnTo>
                    <a:pt x="1418876" y="4987136"/>
                  </a:lnTo>
                  <a:lnTo>
                    <a:pt x="1365584" y="5066665"/>
                  </a:lnTo>
                  <a:lnTo>
                    <a:pt x="1311206" y="5146747"/>
                  </a:lnTo>
                  <a:lnTo>
                    <a:pt x="1255743" y="5227376"/>
                  </a:lnTo>
                  <a:lnTo>
                    <a:pt x="1199199" y="5308549"/>
                  </a:lnTo>
                  <a:lnTo>
                    <a:pt x="1141576" y="5390262"/>
                  </a:lnTo>
                  <a:lnTo>
                    <a:pt x="1082878" y="5472509"/>
                  </a:lnTo>
                  <a:lnTo>
                    <a:pt x="1023108" y="5555288"/>
                  </a:lnTo>
                  <a:lnTo>
                    <a:pt x="962270" y="5638593"/>
                  </a:lnTo>
                  <a:lnTo>
                    <a:pt x="900365" y="5722422"/>
                  </a:lnTo>
                  <a:lnTo>
                    <a:pt x="837397" y="5806768"/>
                  </a:lnTo>
                  <a:lnTo>
                    <a:pt x="773370" y="5891629"/>
                  </a:lnTo>
                  <a:lnTo>
                    <a:pt x="708285" y="5977000"/>
                  </a:lnTo>
                  <a:lnTo>
                    <a:pt x="642147" y="6062877"/>
                  </a:lnTo>
                  <a:lnTo>
                    <a:pt x="574959" y="6149256"/>
                  </a:lnTo>
                  <a:lnTo>
                    <a:pt x="506723" y="6236133"/>
                  </a:lnTo>
                  <a:lnTo>
                    <a:pt x="437443" y="6323502"/>
                  </a:lnTo>
                  <a:lnTo>
                    <a:pt x="331571" y="6455473"/>
                  </a:lnTo>
                  <a:lnTo>
                    <a:pt x="223366" y="6588530"/>
                  </a:lnTo>
                  <a:lnTo>
                    <a:pt x="112839" y="6722659"/>
                  </a:lnTo>
                  <a:lnTo>
                    <a:pt x="0" y="6857847"/>
                  </a:lnTo>
                  <a:lnTo>
                    <a:pt x="12522" y="6857847"/>
                  </a:lnTo>
                  <a:lnTo>
                    <a:pt x="50292" y="6812761"/>
                  </a:lnTo>
                  <a:lnTo>
                    <a:pt x="162069" y="6678202"/>
                  </a:lnTo>
                  <a:lnTo>
                    <a:pt x="271540" y="6544701"/>
                  </a:lnTo>
                  <a:lnTo>
                    <a:pt x="378694" y="6412273"/>
                  </a:lnTo>
                  <a:lnTo>
                    <a:pt x="483521" y="6280931"/>
                  </a:lnTo>
                  <a:lnTo>
                    <a:pt x="552107" y="6193981"/>
                  </a:lnTo>
                  <a:lnTo>
                    <a:pt x="619652" y="6107524"/>
                  </a:lnTo>
                  <a:lnTo>
                    <a:pt x="686152" y="6021564"/>
                  </a:lnTo>
                  <a:lnTo>
                    <a:pt x="751603" y="5936106"/>
                  </a:lnTo>
                  <a:lnTo>
                    <a:pt x="816004" y="5851153"/>
                  </a:lnTo>
                  <a:lnTo>
                    <a:pt x="879351" y="5766711"/>
                  </a:lnTo>
                  <a:lnTo>
                    <a:pt x="941640" y="5682782"/>
                  </a:lnTo>
                  <a:lnTo>
                    <a:pt x="1002869" y="5599372"/>
                  </a:lnTo>
                  <a:lnTo>
                    <a:pt x="1063035" y="5516485"/>
                  </a:lnTo>
                  <a:lnTo>
                    <a:pt x="1122135" y="5434124"/>
                  </a:lnTo>
                  <a:lnTo>
                    <a:pt x="1180166" y="5352294"/>
                  </a:lnTo>
                  <a:lnTo>
                    <a:pt x="1237124" y="5270999"/>
                  </a:lnTo>
                  <a:lnTo>
                    <a:pt x="1293006" y="5190243"/>
                  </a:lnTo>
                  <a:lnTo>
                    <a:pt x="1347811" y="5110030"/>
                  </a:lnTo>
                  <a:lnTo>
                    <a:pt x="1401533" y="5030364"/>
                  </a:lnTo>
                  <a:lnTo>
                    <a:pt x="1454172" y="4951251"/>
                  </a:lnTo>
                  <a:lnTo>
                    <a:pt x="1505722" y="4872693"/>
                  </a:lnTo>
                  <a:lnTo>
                    <a:pt x="1556182" y="4794694"/>
                  </a:lnTo>
                  <a:lnTo>
                    <a:pt x="1605549" y="4717260"/>
                  </a:lnTo>
                  <a:lnTo>
                    <a:pt x="1653818" y="4640395"/>
                  </a:lnTo>
                  <a:lnTo>
                    <a:pt x="1700988" y="4564101"/>
                  </a:lnTo>
                  <a:lnTo>
                    <a:pt x="1747055" y="4488385"/>
                  </a:lnTo>
                  <a:lnTo>
                    <a:pt x="1792016" y="4413249"/>
                  </a:lnTo>
                  <a:lnTo>
                    <a:pt x="1835869" y="4338698"/>
                  </a:lnTo>
                  <a:lnTo>
                    <a:pt x="1878609" y="4264736"/>
                  </a:lnTo>
                  <a:lnTo>
                    <a:pt x="1910948" y="4207853"/>
                  </a:lnTo>
                  <a:lnTo>
                    <a:pt x="1942618" y="4151322"/>
                  </a:lnTo>
                  <a:lnTo>
                    <a:pt x="1973618" y="4095144"/>
                  </a:lnTo>
                  <a:lnTo>
                    <a:pt x="2003949" y="4039321"/>
                  </a:lnTo>
                  <a:lnTo>
                    <a:pt x="2033609" y="3983852"/>
                  </a:lnTo>
                  <a:lnTo>
                    <a:pt x="2062600" y="3928740"/>
                  </a:lnTo>
                  <a:lnTo>
                    <a:pt x="2090919" y="3873984"/>
                  </a:lnTo>
                  <a:lnTo>
                    <a:pt x="2118568" y="3819586"/>
                  </a:lnTo>
                  <a:lnTo>
                    <a:pt x="2145546" y="3765546"/>
                  </a:lnTo>
                  <a:lnTo>
                    <a:pt x="2171852" y="3711867"/>
                  </a:lnTo>
                  <a:lnTo>
                    <a:pt x="2197487" y="3658547"/>
                  </a:lnTo>
                  <a:lnTo>
                    <a:pt x="2222449" y="3605589"/>
                  </a:lnTo>
                  <a:lnTo>
                    <a:pt x="2246739" y="3552994"/>
                  </a:lnTo>
                  <a:lnTo>
                    <a:pt x="2270357" y="3500761"/>
                  </a:lnTo>
                  <a:lnTo>
                    <a:pt x="2293302" y="3448893"/>
                  </a:lnTo>
                  <a:lnTo>
                    <a:pt x="2315574" y="3397389"/>
                  </a:lnTo>
                  <a:lnTo>
                    <a:pt x="2337172" y="3346252"/>
                  </a:lnTo>
                  <a:lnTo>
                    <a:pt x="2358097" y="3295481"/>
                  </a:lnTo>
                  <a:lnTo>
                    <a:pt x="2378348" y="3245078"/>
                  </a:lnTo>
                  <a:lnTo>
                    <a:pt x="2397924" y="3195044"/>
                  </a:lnTo>
                  <a:lnTo>
                    <a:pt x="2416826" y="3145379"/>
                  </a:lnTo>
                  <a:lnTo>
                    <a:pt x="2435054" y="3096085"/>
                  </a:lnTo>
                  <a:lnTo>
                    <a:pt x="2452606" y="3047161"/>
                  </a:lnTo>
                  <a:lnTo>
                    <a:pt x="2469483" y="2998611"/>
                  </a:lnTo>
                  <a:lnTo>
                    <a:pt x="2485684" y="2950433"/>
                  </a:lnTo>
                  <a:lnTo>
                    <a:pt x="2501209" y="2902629"/>
                  </a:lnTo>
                  <a:lnTo>
                    <a:pt x="2516058" y="2855201"/>
                  </a:lnTo>
                  <a:lnTo>
                    <a:pt x="2530231" y="2808148"/>
                  </a:lnTo>
                  <a:lnTo>
                    <a:pt x="2543727" y="2761472"/>
                  </a:lnTo>
                  <a:lnTo>
                    <a:pt x="2556546" y="2715174"/>
                  </a:lnTo>
                  <a:lnTo>
                    <a:pt x="2568688" y="2669254"/>
                  </a:lnTo>
                  <a:lnTo>
                    <a:pt x="2580152" y="2623714"/>
                  </a:lnTo>
                  <a:lnTo>
                    <a:pt x="2590938" y="2578554"/>
                  </a:lnTo>
                  <a:lnTo>
                    <a:pt x="2601046" y="2533776"/>
                  </a:lnTo>
                  <a:lnTo>
                    <a:pt x="2610476" y="2489380"/>
                  </a:lnTo>
                  <a:lnTo>
                    <a:pt x="2619227" y="2445367"/>
                  </a:lnTo>
                  <a:lnTo>
                    <a:pt x="2627299" y="2401738"/>
                  </a:lnTo>
                  <a:lnTo>
                    <a:pt x="2634692" y="2358494"/>
                  </a:lnTo>
                  <a:lnTo>
                    <a:pt x="2641405" y="2315635"/>
                  </a:lnTo>
                  <a:lnTo>
                    <a:pt x="2647438" y="2273164"/>
                  </a:lnTo>
                  <a:lnTo>
                    <a:pt x="2652792" y="2231080"/>
                  </a:lnTo>
                  <a:lnTo>
                    <a:pt x="2657465" y="2189385"/>
                  </a:lnTo>
                  <a:lnTo>
                    <a:pt x="2661457" y="2148079"/>
                  </a:lnTo>
                  <a:lnTo>
                    <a:pt x="2664768" y="2107164"/>
                  </a:lnTo>
                  <a:lnTo>
                    <a:pt x="2667399" y="2066640"/>
                  </a:lnTo>
                  <a:lnTo>
                    <a:pt x="2669347" y="2026508"/>
                  </a:lnTo>
                  <a:lnTo>
                    <a:pt x="2670614" y="1986769"/>
                  </a:lnTo>
                  <a:lnTo>
                    <a:pt x="2671199" y="1947424"/>
                  </a:lnTo>
                  <a:lnTo>
                    <a:pt x="2671102" y="1908475"/>
                  </a:lnTo>
                  <a:lnTo>
                    <a:pt x="2670322" y="1869921"/>
                  </a:lnTo>
                  <a:lnTo>
                    <a:pt x="2668859" y="1831763"/>
                  </a:lnTo>
                  <a:lnTo>
                    <a:pt x="2663883" y="1756643"/>
                  </a:lnTo>
                  <a:lnTo>
                    <a:pt x="2654277" y="1665874"/>
                  </a:lnTo>
                  <a:lnTo>
                    <a:pt x="2647340" y="1612622"/>
                  </a:lnTo>
                  <a:lnTo>
                    <a:pt x="2639559" y="1559929"/>
                  </a:lnTo>
                  <a:lnTo>
                    <a:pt x="2630934" y="1507796"/>
                  </a:lnTo>
                  <a:lnTo>
                    <a:pt x="2621468" y="1456227"/>
                  </a:lnTo>
                  <a:lnTo>
                    <a:pt x="2611162" y="1405222"/>
                  </a:lnTo>
                  <a:lnTo>
                    <a:pt x="2600015" y="1354785"/>
                  </a:lnTo>
                  <a:lnTo>
                    <a:pt x="2588030" y="1304917"/>
                  </a:lnTo>
                  <a:lnTo>
                    <a:pt x="2575207" y="1255622"/>
                  </a:lnTo>
                  <a:lnTo>
                    <a:pt x="2561547" y="1206901"/>
                  </a:lnTo>
                  <a:lnTo>
                    <a:pt x="2547052" y="1158756"/>
                  </a:lnTo>
                  <a:lnTo>
                    <a:pt x="2531722" y="1111191"/>
                  </a:lnTo>
                  <a:lnTo>
                    <a:pt x="2515558" y="1064207"/>
                  </a:lnTo>
                  <a:lnTo>
                    <a:pt x="2498561" y="1017806"/>
                  </a:lnTo>
                  <a:lnTo>
                    <a:pt x="2480733" y="971991"/>
                  </a:lnTo>
                  <a:lnTo>
                    <a:pt x="2462074" y="926764"/>
                  </a:lnTo>
                  <a:lnTo>
                    <a:pt x="2442585" y="882127"/>
                  </a:lnTo>
                  <a:lnTo>
                    <a:pt x="2422268" y="838083"/>
                  </a:lnTo>
                  <a:lnTo>
                    <a:pt x="2401123" y="794634"/>
                  </a:lnTo>
                  <a:lnTo>
                    <a:pt x="2379151" y="751782"/>
                  </a:lnTo>
                  <a:lnTo>
                    <a:pt x="2356354" y="709530"/>
                  </a:lnTo>
                  <a:lnTo>
                    <a:pt x="2332732" y="667879"/>
                  </a:lnTo>
                  <a:lnTo>
                    <a:pt x="2308286" y="626833"/>
                  </a:lnTo>
                  <a:lnTo>
                    <a:pt x="2283018" y="586393"/>
                  </a:lnTo>
                  <a:lnTo>
                    <a:pt x="2256928" y="546562"/>
                  </a:lnTo>
                  <a:lnTo>
                    <a:pt x="2230018" y="507342"/>
                  </a:lnTo>
                  <a:lnTo>
                    <a:pt x="2202288" y="468735"/>
                  </a:lnTo>
                  <a:lnTo>
                    <a:pt x="2173739" y="430743"/>
                  </a:lnTo>
                  <a:lnTo>
                    <a:pt x="2144373" y="393370"/>
                  </a:lnTo>
                  <a:lnTo>
                    <a:pt x="2114191" y="356617"/>
                  </a:lnTo>
                  <a:lnTo>
                    <a:pt x="2083192" y="320486"/>
                  </a:lnTo>
                  <a:lnTo>
                    <a:pt x="2051380" y="284980"/>
                  </a:lnTo>
                  <a:lnTo>
                    <a:pt x="2018753" y="250101"/>
                  </a:lnTo>
                  <a:lnTo>
                    <a:pt x="1981477" y="212026"/>
                  </a:lnTo>
                  <a:lnTo>
                    <a:pt x="1943180" y="174739"/>
                  </a:lnTo>
                  <a:lnTo>
                    <a:pt x="1903873" y="138236"/>
                  </a:lnTo>
                  <a:lnTo>
                    <a:pt x="1863569" y="102515"/>
                  </a:lnTo>
                  <a:lnTo>
                    <a:pt x="1822281" y="67570"/>
                  </a:lnTo>
                  <a:lnTo>
                    <a:pt x="1780020" y="33400"/>
                  </a:lnTo>
                  <a:lnTo>
                    <a:pt x="1736801" y="0"/>
                  </a:lnTo>
                  <a:close/>
                </a:path>
              </a:pathLst>
            </a:custGeom>
            <a:solidFill>
              <a:srgbClr val="100A30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9" name="object 5">
            <a:extLst>
              <a:ext uri="{FF2B5EF4-FFF2-40B4-BE49-F238E27FC236}">
                <a16:creationId xmlns:a16="http://schemas.microsoft.com/office/drawing/2014/main" id="{B82CC18E-BA9B-3247-B081-3D945B8EF3A3}"/>
              </a:ext>
            </a:extLst>
          </p:cNvPr>
          <p:cNvSpPr/>
          <p:nvPr userDrawn="1"/>
        </p:nvSpPr>
        <p:spPr>
          <a:xfrm>
            <a:off x="9239516" y="0"/>
            <a:ext cx="2959100" cy="6858000"/>
          </a:xfrm>
          <a:custGeom>
            <a:avLst/>
            <a:gdLst/>
            <a:ahLst/>
            <a:cxnLst/>
            <a:rect l="l" t="t" r="r" b="b"/>
            <a:pathLst>
              <a:path w="2959100" h="6858000">
                <a:moveTo>
                  <a:pt x="2958744" y="0"/>
                </a:moveTo>
                <a:lnTo>
                  <a:pt x="0" y="0"/>
                </a:lnTo>
                <a:lnTo>
                  <a:pt x="0" y="6858000"/>
                </a:lnTo>
                <a:lnTo>
                  <a:pt x="2958744" y="6858000"/>
                </a:lnTo>
                <a:lnTo>
                  <a:pt x="2958744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7000">
                <a:srgbClr val="100930">
                  <a:alpha val="71593"/>
                </a:srgbClr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DAD63CEA-99A4-4746-82CA-91FABC535F52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452" y="5834154"/>
            <a:ext cx="1168951" cy="5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1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Logo&#10;&#10;Description automatically generated">
            <a:extLst>
              <a:ext uri="{FF2B5EF4-FFF2-40B4-BE49-F238E27FC236}">
                <a16:creationId xmlns:a16="http://schemas.microsoft.com/office/drawing/2014/main" id="{7A900EFF-1986-7C49-8893-FBE182B4FF5E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  <p:pic>
        <p:nvPicPr>
          <p:cNvPr id="21" name="object 19">
            <a:extLst>
              <a:ext uri="{FF2B5EF4-FFF2-40B4-BE49-F238E27FC236}">
                <a16:creationId xmlns:a16="http://schemas.microsoft.com/office/drawing/2014/main" id="{314020C9-D8E8-7F4D-9AE2-BBC4E2C6423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3193" cy="1404010"/>
          </a:xfrm>
          <a:prstGeom prst="rect">
            <a:avLst/>
          </a:prstGeom>
        </p:spPr>
      </p:pic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2" name="object 2">
            <a:extLst>
              <a:ext uri="{FF2B5EF4-FFF2-40B4-BE49-F238E27FC236}">
                <a16:creationId xmlns:a16="http://schemas.microsoft.com/office/drawing/2014/main" id="{32F45D3B-1567-D149-A978-DB98556CA7D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3193" cy="1404010"/>
          </a:xfrm>
          <a:prstGeom prst="rect">
            <a:avLst/>
          </a:prstGeom>
        </p:spPr>
      </p:pic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04864BC8-AB3A-6D4B-88AA-35568E17BDE6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1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1" name="object 2">
            <a:extLst>
              <a:ext uri="{FF2B5EF4-FFF2-40B4-BE49-F238E27FC236}">
                <a16:creationId xmlns:a16="http://schemas.microsoft.com/office/drawing/2014/main" id="{FFAF579B-9A57-A845-8856-A1467B11346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3193" cy="1404010"/>
          </a:xfrm>
          <a:prstGeom prst="rect">
            <a:avLst/>
          </a:prstGeom>
        </p:spPr>
      </p:pic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27A97D30-8BD1-8F4A-A7FA-709410F21353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27A97D30-8BD1-8F4A-A7FA-709410F21353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  <p:pic>
        <p:nvPicPr>
          <p:cNvPr id="3" name="Picture 2" descr="A picture containing mammal, outdoor, badger, blurry&#10;&#10;Description automatically generated">
            <a:extLst>
              <a:ext uri="{FF2B5EF4-FFF2-40B4-BE49-F238E27FC236}">
                <a16:creationId xmlns:a16="http://schemas.microsoft.com/office/drawing/2014/main" id="{BC99033A-FA50-4D74-8323-C8E3300B0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85" b="24493"/>
          <a:stretch/>
        </p:blipFill>
        <p:spPr>
          <a:xfrm>
            <a:off x="0" y="0"/>
            <a:ext cx="12192000" cy="140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52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27A97D30-8BD1-8F4A-A7FA-709410F21353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  <p:pic>
        <p:nvPicPr>
          <p:cNvPr id="3" name="Picture 2" descr="A picture containing spiny-finned fish, ocean floor&#10;&#10;Description automatically generated">
            <a:extLst>
              <a:ext uri="{FF2B5EF4-FFF2-40B4-BE49-F238E27FC236}">
                <a16:creationId xmlns:a16="http://schemas.microsoft.com/office/drawing/2014/main" id="{402FC088-5CBF-4DAA-831E-E6E9A29B63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51" b="21427"/>
          <a:stretch/>
        </p:blipFill>
        <p:spPr>
          <a:xfrm>
            <a:off x="0" y="0"/>
            <a:ext cx="12192000" cy="140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16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27A97D30-8BD1-8F4A-A7FA-709410F21353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  <p:pic>
        <p:nvPicPr>
          <p:cNvPr id="3" name="Picture 2" descr="A picture containing bird, red&#10;&#10;Description automatically generated">
            <a:extLst>
              <a:ext uri="{FF2B5EF4-FFF2-40B4-BE49-F238E27FC236}">
                <a16:creationId xmlns:a16="http://schemas.microsoft.com/office/drawing/2014/main" id="{26D4903D-A921-4E2D-B80D-EA5CC51B81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89" b="27889"/>
          <a:stretch/>
        </p:blipFill>
        <p:spPr>
          <a:xfrm>
            <a:off x="0" y="0"/>
            <a:ext cx="12192000" cy="140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91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2" name="object 2">
            <a:extLst>
              <a:ext uri="{FF2B5EF4-FFF2-40B4-BE49-F238E27FC236}">
                <a16:creationId xmlns:a16="http://schemas.microsoft.com/office/drawing/2014/main" id="{F3D9727B-E5D9-0E4D-8FAD-C12922D25AB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3193" cy="1404010"/>
          </a:xfrm>
          <a:prstGeom prst="rect">
            <a:avLst/>
          </a:prstGeom>
        </p:spPr>
      </p:pic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CBEE6EB4-487B-1541-9CDD-6B2676D766AD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4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CBEE6EB4-487B-1541-9CDD-6B2676D766AD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  <p:pic>
        <p:nvPicPr>
          <p:cNvPr id="3" name="Picture 2" descr="A picture containing bird of prey, hawk, bird, fish&#10;&#10;Description automatically generated">
            <a:extLst>
              <a:ext uri="{FF2B5EF4-FFF2-40B4-BE49-F238E27FC236}">
                <a16:creationId xmlns:a16="http://schemas.microsoft.com/office/drawing/2014/main" id="{A0F82D89-6606-4217-8774-EB682D333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0" b="34179"/>
          <a:stretch/>
        </p:blipFill>
        <p:spPr>
          <a:xfrm>
            <a:off x="0" y="0"/>
            <a:ext cx="12192000" cy="140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23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CBEE6EB4-487B-1541-9CDD-6B2676D766AD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  <p:pic>
        <p:nvPicPr>
          <p:cNvPr id="3" name="Picture 2" descr="A picture containing outdoor, mammal, dry, several&#10;&#10;Description automatically generated">
            <a:extLst>
              <a:ext uri="{FF2B5EF4-FFF2-40B4-BE49-F238E27FC236}">
                <a16:creationId xmlns:a16="http://schemas.microsoft.com/office/drawing/2014/main" id="{450E5C73-2035-47D4-9C0E-B53E0637C7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89" b="27889"/>
          <a:stretch/>
        </p:blipFill>
        <p:spPr>
          <a:xfrm>
            <a:off x="0" y="0"/>
            <a:ext cx="12192000" cy="140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65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Logo&#10;&#10;Description automatically generated">
            <a:extLst>
              <a:ext uri="{FF2B5EF4-FFF2-40B4-BE49-F238E27FC236}">
                <a16:creationId xmlns:a16="http://schemas.microsoft.com/office/drawing/2014/main" id="{7A900EFF-1986-7C49-8893-FBE182B4FF5E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98" y="5838558"/>
            <a:ext cx="1168951" cy="522590"/>
          </a:xfrm>
          <a:prstGeom prst="rect">
            <a:avLst/>
          </a:prstGeom>
        </p:spPr>
      </p:pic>
      <p:sp>
        <p:nvSpPr>
          <p:cNvPr id="20" name="object 15">
            <a:extLst>
              <a:ext uri="{FF2B5EF4-FFF2-40B4-BE49-F238E27FC236}">
                <a16:creationId xmlns:a16="http://schemas.microsoft.com/office/drawing/2014/main" id="{C8341A02-6503-5747-BAEE-EF6F2E560A71}"/>
              </a:ext>
            </a:extLst>
          </p:cNvPr>
          <p:cNvSpPr txBox="1"/>
          <p:nvPr userDrawn="1"/>
        </p:nvSpPr>
        <p:spPr>
          <a:xfrm>
            <a:off x="527300" y="6206412"/>
            <a:ext cx="982662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3290" algn="l"/>
              </a:tabLst>
            </a:pPr>
            <a:fld id="{4F48A0BA-40C1-9D46-BB87-DE556387C592}" type="slidenum">
              <a:rPr lang="en-GB" sz="800" b="1" smtClean="0">
                <a:solidFill>
                  <a:srgbClr val="100A30"/>
                </a:solidFill>
                <a:latin typeface="Verdana"/>
                <a:cs typeface="Verdana"/>
              </a:rPr>
              <a:t>‹#›</a:t>
            </a:fld>
            <a:r>
              <a:rPr sz="800" b="1" spc="45">
                <a:solidFill>
                  <a:srgbClr val="100A30"/>
                </a:solidFill>
                <a:latin typeface="Verdana"/>
                <a:cs typeface="Verdana"/>
              </a:rPr>
              <a:t> </a:t>
            </a:r>
            <a:r>
              <a:rPr sz="800" b="1" u="sng">
                <a:solidFill>
                  <a:srgbClr val="100A30"/>
                </a:solidFill>
                <a:uFill>
                  <a:solidFill>
                    <a:srgbClr val="100A30"/>
                  </a:solidFill>
                </a:uFill>
                <a:latin typeface="Verdana"/>
                <a:cs typeface="Verdana"/>
              </a:rPr>
              <a:t> 	</a:t>
            </a:r>
            <a:endParaRPr sz="8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116714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E5007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E5007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F5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276642" y="0"/>
            <a:ext cx="59165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300" y="1031564"/>
            <a:ext cx="438912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E5007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69" r:id="rId4"/>
    <p:sldLayoutId id="2147483680" r:id="rId5"/>
    <p:sldLayoutId id="2147483670" r:id="rId6"/>
    <p:sldLayoutId id="2147483672" r:id="rId7"/>
    <p:sldLayoutId id="2147483662" r:id="rId8"/>
    <p:sldLayoutId id="2147483666" r:id="rId9"/>
    <p:sldLayoutId id="2147483667" r:id="rId10"/>
    <p:sldLayoutId id="2147483679" r:id="rId11"/>
    <p:sldLayoutId id="2147483677" r:id="rId12"/>
    <p:sldLayoutId id="2147483678" r:id="rId13"/>
    <p:sldLayoutId id="2147483668" r:id="rId14"/>
    <p:sldLayoutId id="2147483675" r:id="rId15"/>
    <p:sldLayoutId id="2147483676" r:id="rId16"/>
    <p:sldLayoutId id="2147483671" r:id="rId17"/>
    <p:sldLayoutId id="2147483663" r:id="rId18"/>
    <p:sldLayoutId id="2147483664" r:id="rId19"/>
    <p:sldLayoutId id="2147483665" r:id="rId2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3BA0CB-301D-B35E-BA31-86B3803823CF}"/>
              </a:ext>
            </a:extLst>
          </p:cNvPr>
          <p:cNvSpPr txBox="1"/>
          <p:nvPr/>
        </p:nvSpPr>
        <p:spPr>
          <a:xfrm>
            <a:off x="493930" y="3200400"/>
            <a:ext cx="4360942" cy="369332"/>
          </a:xfrm>
          <a:prstGeom prst="rect">
            <a:avLst/>
          </a:prstGeom>
          <a:solidFill>
            <a:srgbClr val="E5007D"/>
          </a:solidFill>
        </p:spPr>
        <p:txBody>
          <a:bodyPr wrap="square" rtlCol="0">
            <a:spAutoFit/>
          </a:bodyPr>
          <a:lstStyle/>
          <a:p>
            <a:r>
              <a:rPr lang="en-GB" sz="1800" b="1">
                <a:effectLst/>
                <a:latin typeface="Calibri" panose="020F0502020204030204" pitchFamily="34" charset="0"/>
              </a:rPr>
              <a:t>Data Insights Azure Databricks Terraform</a:t>
            </a:r>
          </a:p>
        </p:txBody>
      </p:sp>
    </p:spTree>
    <p:extLst>
      <p:ext uri="{BB962C8B-B14F-4D97-AF65-F5344CB8AC3E}">
        <p14:creationId xmlns:p14="http://schemas.microsoft.com/office/powerpoint/2010/main" val="176466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1DA9-E14F-2B7B-0C8D-60C168C5A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D99D7D-395A-0832-504F-73FFD404FFEE}"/>
              </a:ext>
            </a:extLst>
          </p:cNvPr>
          <p:cNvSpPr txBox="1"/>
          <p:nvPr/>
        </p:nvSpPr>
        <p:spPr>
          <a:xfrm>
            <a:off x="685799" y="266700"/>
            <a:ext cx="7304103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 sz="40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148AA-A478-0239-0076-484172090D06}"/>
              </a:ext>
            </a:extLst>
          </p:cNvPr>
          <p:cNvSpPr txBox="1"/>
          <p:nvPr/>
        </p:nvSpPr>
        <p:spPr>
          <a:xfrm>
            <a:off x="686191" y="1714696"/>
            <a:ext cx="920769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Databricks artefacts are currently deployed through a combination of Azure DevOps release pipeline, semi-automated and manual activity</a:t>
            </a:r>
          </a:p>
          <a:p>
            <a:endParaRPr lang="en-GB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The following are the high-level artefacts that are created in databricks, with permissions for each: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Workspace folders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Unity </a:t>
            </a:r>
            <a:r>
              <a:rPr lang="en-GB" err="1">
                <a:ea typeface="Calibri"/>
                <a:cs typeface="Calibri"/>
              </a:rPr>
              <a:t>Catalog</a:t>
            </a:r>
            <a:r>
              <a:rPr lang="en-GB">
                <a:ea typeface="Calibri"/>
                <a:cs typeface="Calibri"/>
              </a:rPr>
              <a:t> – Credentials, external locations, </a:t>
            </a:r>
            <a:r>
              <a:rPr lang="en-GB" err="1">
                <a:ea typeface="Calibri"/>
                <a:cs typeface="Calibri"/>
              </a:rPr>
              <a:t>catalogs</a:t>
            </a:r>
            <a:r>
              <a:rPr lang="en-GB">
                <a:ea typeface="Calibri"/>
                <a:cs typeface="Calibri"/>
              </a:rPr>
              <a:t>, schemas, volumes, tables,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Workflow jobs &amp; 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Compute policies and clusters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Notebooks/Files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Dashboards</a:t>
            </a:r>
          </a:p>
          <a:p>
            <a:pPr lvl="1"/>
            <a:endParaRPr lang="en-GB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There is work in progress to deploy certain components to Databricks using asset bundles,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Workflow jobs &amp; 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Notebooks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ea typeface="Calibri"/>
                <a:cs typeface="Calibri"/>
              </a:rPr>
              <a:t>Dashboards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1866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1DA9-E14F-2B7B-0C8D-60C168C5A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D99D7D-395A-0832-504F-73FFD404FFEE}"/>
              </a:ext>
            </a:extLst>
          </p:cNvPr>
          <p:cNvSpPr txBox="1"/>
          <p:nvPr/>
        </p:nvSpPr>
        <p:spPr>
          <a:xfrm>
            <a:off x="685799" y="266700"/>
            <a:ext cx="7304103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Scope</a:t>
            </a:r>
            <a:endParaRPr lang="en-US" sz="40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148AA-A478-0239-0076-484172090D06}"/>
              </a:ext>
            </a:extLst>
          </p:cNvPr>
          <p:cNvSpPr txBox="1"/>
          <p:nvPr/>
        </p:nvSpPr>
        <p:spPr>
          <a:xfrm>
            <a:off x="685799" y="1595009"/>
            <a:ext cx="112248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The below tables identifies what is in scope for inclusion in terraform. All items in scope will include permissions where applicable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C42E95-5362-BABE-BBD1-675DA7930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346340"/>
              </p:ext>
            </p:extLst>
          </p:nvPr>
        </p:nvGraphicFramePr>
        <p:xfrm>
          <a:off x="766483" y="2183173"/>
          <a:ext cx="1101578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719">
                  <a:extLst>
                    <a:ext uri="{9D8B030D-6E8A-4147-A177-3AD203B41FA5}">
                      <a16:colId xmlns:a16="http://schemas.microsoft.com/office/drawing/2014/main" val="1397213483"/>
                    </a:ext>
                  </a:extLst>
                </a:gridCol>
                <a:gridCol w="1467828">
                  <a:extLst>
                    <a:ext uri="{9D8B030D-6E8A-4147-A177-3AD203B41FA5}">
                      <a16:colId xmlns:a16="http://schemas.microsoft.com/office/drawing/2014/main" val="1323386310"/>
                    </a:ext>
                  </a:extLst>
                </a:gridCol>
                <a:gridCol w="1313966">
                  <a:extLst>
                    <a:ext uri="{9D8B030D-6E8A-4147-A177-3AD203B41FA5}">
                      <a16:colId xmlns:a16="http://schemas.microsoft.com/office/drawing/2014/main" val="326581675"/>
                    </a:ext>
                  </a:extLst>
                </a:gridCol>
                <a:gridCol w="3050361">
                  <a:extLst>
                    <a:ext uri="{9D8B030D-6E8A-4147-A177-3AD203B41FA5}">
                      <a16:colId xmlns:a16="http://schemas.microsoft.com/office/drawing/2014/main" val="4267473222"/>
                    </a:ext>
                  </a:extLst>
                </a:gridCol>
                <a:gridCol w="2420913">
                  <a:extLst>
                    <a:ext uri="{9D8B030D-6E8A-4147-A177-3AD203B41FA5}">
                      <a16:colId xmlns:a16="http://schemas.microsoft.com/office/drawing/2014/main" val="2675588718"/>
                    </a:ext>
                  </a:extLst>
                </a:gridCol>
              </a:tblGrid>
              <a:tr h="368421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Scope Item</a:t>
                      </a:r>
                      <a:endParaRPr lang="en-US" sz="1200"/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Current Data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Data Insights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Current Data Science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Data Science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385090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Groups and Users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GB" sz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in scope – post transition away from SCIM connector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178829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Workspace Entitlements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–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lang="en-GB" sz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439857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Cluster Policies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–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652029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Interactive Clusters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-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515623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SQL Warehouse Clusters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–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6662164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Workspace Folders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-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306114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Unity </a:t>
                      </a:r>
                      <a:r>
                        <a:rPr lang="en-GB" sz="1200" err="1"/>
                        <a:t>Catalog</a:t>
                      </a:r>
                      <a:r>
                        <a:rPr lang="en-GB" sz="1200"/>
                        <a:t> : Credentials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Excel and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223951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Unity </a:t>
                      </a:r>
                      <a:r>
                        <a:rPr lang="en-GB" sz="1200" err="1"/>
                        <a:t>Catalog</a:t>
                      </a:r>
                      <a:r>
                        <a:rPr lang="en-GB" sz="1200"/>
                        <a:t> : External Locations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796074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Unity </a:t>
                      </a:r>
                      <a:r>
                        <a:rPr lang="en-GB" sz="1200" err="1"/>
                        <a:t>Catalog</a:t>
                      </a:r>
                      <a:r>
                        <a:rPr lang="en-GB" sz="1200"/>
                        <a:t> : </a:t>
                      </a:r>
                      <a:r>
                        <a:rPr lang="en-GB" sz="1200" err="1"/>
                        <a:t>Catalog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066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Unity </a:t>
                      </a:r>
                      <a:r>
                        <a:rPr lang="en-GB" sz="1200" err="1"/>
                        <a:t>Catalog</a:t>
                      </a:r>
                      <a:r>
                        <a:rPr lang="en-GB" sz="1200"/>
                        <a:t> : Schema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</a:t>
                      </a: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 – Partial</a:t>
                      </a: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specific </a:t>
                      </a:r>
                      <a:r>
                        <a:rPr lang="en-GB" sz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catalogs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otherwise managed in asset bundle</a:t>
                      </a: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428533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Unity </a:t>
                      </a:r>
                      <a:r>
                        <a:rPr lang="en-GB" sz="1200" err="1"/>
                        <a:t>Catalog</a:t>
                      </a:r>
                      <a:r>
                        <a:rPr lang="en-GB" sz="1200"/>
                        <a:t> : Volumes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Excel and SQL –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065470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Unity </a:t>
                      </a:r>
                      <a:r>
                        <a:rPr lang="en-GB" sz="1200" err="1"/>
                        <a:t>Catalog</a:t>
                      </a:r>
                      <a:r>
                        <a:rPr lang="en-GB" sz="1200"/>
                        <a:t> : Workspace Binding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- 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778943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Unity </a:t>
                      </a:r>
                      <a:r>
                        <a:rPr lang="en-GB" sz="1200" err="1"/>
                        <a:t>Catalog</a:t>
                      </a:r>
                      <a:r>
                        <a:rPr lang="en-GB" sz="1200"/>
                        <a:t> : Connections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850505"/>
                  </a:ext>
                </a:extLst>
              </a:tr>
              <a:tr h="22105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Unity </a:t>
                      </a:r>
                      <a:r>
                        <a:rPr lang="en-GB" sz="1200" err="1"/>
                        <a:t>Catalog</a:t>
                      </a:r>
                      <a:r>
                        <a:rPr lang="en-GB" sz="1200"/>
                        <a:t> : Foreign </a:t>
                      </a:r>
                      <a:r>
                        <a:rPr lang="en-GB" sz="1200" err="1"/>
                        <a:t>Catalog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376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70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1DA9-E14F-2B7B-0C8D-60C168C5A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D99D7D-395A-0832-504F-73FFD404FFEE}"/>
              </a:ext>
            </a:extLst>
          </p:cNvPr>
          <p:cNvSpPr txBox="1"/>
          <p:nvPr/>
        </p:nvSpPr>
        <p:spPr>
          <a:xfrm>
            <a:off x="685799" y="266700"/>
            <a:ext cx="9755555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Overview Databricks deployment approach</a:t>
            </a:r>
            <a:endParaRPr lang="en-US" sz="40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148AA-A478-0239-0076-484172090D06}"/>
              </a:ext>
            </a:extLst>
          </p:cNvPr>
          <p:cNvSpPr txBox="1"/>
          <p:nvPr/>
        </p:nvSpPr>
        <p:spPr>
          <a:xfrm>
            <a:off x="193822" y="1426309"/>
            <a:ext cx="92076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Diagram illustrating what is proposed to be deployed across various mechanisms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10C00-CECB-7F49-23D6-A3A0FC320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2" y="1795641"/>
            <a:ext cx="8089650" cy="498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47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017E74-B7C7-CE23-EB08-82FEB9AC01A8}"/>
              </a:ext>
            </a:extLst>
          </p:cNvPr>
          <p:cNvSpPr txBox="1"/>
          <p:nvPr/>
        </p:nvSpPr>
        <p:spPr>
          <a:xfrm>
            <a:off x="685799" y="266700"/>
            <a:ext cx="9755555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Plan – Data Insights</a:t>
            </a:r>
            <a:endParaRPr lang="en-US" sz="40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9AA6BF-4280-05EA-F942-278B5ABFA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5259"/>
              </p:ext>
            </p:extLst>
          </p:nvPr>
        </p:nvGraphicFramePr>
        <p:xfrm>
          <a:off x="7361176" y="2240773"/>
          <a:ext cx="3971169" cy="384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796">
                  <a:extLst>
                    <a:ext uri="{9D8B030D-6E8A-4147-A177-3AD203B41FA5}">
                      <a16:colId xmlns:a16="http://schemas.microsoft.com/office/drawing/2014/main" val="1397213483"/>
                    </a:ext>
                  </a:extLst>
                </a:gridCol>
                <a:gridCol w="3041373">
                  <a:extLst>
                    <a:ext uri="{9D8B030D-6E8A-4147-A177-3AD203B41FA5}">
                      <a16:colId xmlns:a16="http://schemas.microsoft.com/office/drawing/2014/main" val="3265816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Scope Item</a:t>
                      </a:r>
                      <a:endParaRPr lang="en-US" sz="110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Data Insights</a:t>
                      </a:r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385090"/>
                  </a:ext>
                </a:extLst>
              </a:tr>
              <a:tr h="61028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Decisions on: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modular approach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 values and iteration / hardcoded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DevOps release pipeline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439857"/>
                  </a:ext>
                </a:extLst>
              </a:tr>
              <a:tr h="127059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Understanding what is in each of the environments: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Workspace permissions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Cluster Policies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Clusters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SQL Warehouses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Workspace Folders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Catalogs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Schemas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Volumes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Bindings</a:t>
                      </a:r>
                      <a:endParaRPr kumimoji="0" lang="en-GB" sz="11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652029"/>
                  </a:ext>
                </a:extLst>
              </a:tr>
              <a:tr h="61028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DevOps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Pipeline to validate the terraform on commit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Build of the release pipeline for doing the plan and approval for release</a:t>
                      </a:r>
                      <a:endParaRPr kumimoji="0" lang="en-GB" sz="11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515623"/>
                  </a:ext>
                </a:extLst>
              </a:tr>
              <a:tr h="280132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How to raise a request and how to action</a:t>
                      </a:r>
                      <a:endParaRPr kumimoji="0" lang="en-GB" sz="11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49898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655B1E5-7189-7F04-5C6C-E06396502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5" y="2233278"/>
            <a:ext cx="7188088" cy="2860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3F05BB-FD35-655B-5583-B5E5F0D5013C}"/>
              </a:ext>
            </a:extLst>
          </p:cNvPr>
          <p:cNvSpPr txBox="1"/>
          <p:nvPr/>
        </p:nvSpPr>
        <p:spPr>
          <a:xfrm>
            <a:off x="107498" y="1586947"/>
            <a:ext cx="112248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The following plan covers data insights development, testing and production workspaces only.</a:t>
            </a:r>
          </a:p>
          <a:p>
            <a:r>
              <a:rPr lang="en-GB">
                <a:ea typeface="Calibri"/>
                <a:cs typeface="Calibri"/>
              </a:rPr>
              <a:t>Data Science will follow in a phase after completion of main insights workspaces</a:t>
            </a:r>
          </a:p>
        </p:txBody>
      </p:sp>
    </p:spTree>
    <p:extLst>
      <p:ext uri="{BB962C8B-B14F-4D97-AF65-F5344CB8AC3E}">
        <p14:creationId xmlns:p14="http://schemas.microsoft.com/office/powerpoint/2010/main" val="99324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017E74-B7C7-CE23-EB08-82FEB9AC01A8}"/>
              </a:ext>
            </a:extLst>
          </p:cNvPr>
          <p:cNvSpPr txBox="1"/>
          <p:nvPr/>
        </p:nvSpPr>
        <p:spPr>
          <a:xfrm>
            <a:off x="685799" y="266700"/>
            <a:ext cx="9755555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Status – Data Insights – 22</a:t>
            </a:r>
            <a:r>
              <a:rPr lang="en-US" sz="4000" b="1" baseline="30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nd</a:t>
            </a:r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August 2025</a:t>
            </a:r>
            <a:endParaRPr lang="en-US" sz="40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F05BB-FD35-655B-5583-B5E5F0D5013C}"/>
              </a:ext>
            </a:extLst>
          </p:cNvPr>
          <p:cNvSpPr txBox="1"/>
          <p:nvPr/>
        </p:nvSpPr>
        <p:spPr>
          <a:xfrm>
            <a:off x="427959" y="1497472"/>
            <a:ext cx="116294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>
                <a:ea typeface="Calibri"/>
                <a:cs typeface="Calibri"/>
              </a:rPr>
              <a:t>Summary: Completed Discovery, 95% of Design complete and documented on Wiki. Implementation in progress ahead of schedule, approx. 15 % complete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5A0964-2F71-4952-E364-9010A136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11" y="1926504"/>
            <a:ext cx="7660375" cy="215764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BFD9EB-E6F3-CDCB-9A32-2D81015B8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55906"/>
              </p:ext>
            </p:extLst>
          </p:nvPr>
        </p:nvGraphicFramePr>
        <p:xfrm>
          <a:off x="8131155" y="1915565"/>
          <a:ext cx="3748134" cy="3880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171">
                  <a:extLst>
                    <a:ext uri="{9D8B030D-6E8A-4147-A177-3AD203B41FA5}">
                      <a16:colId xmlns:a16="http://schemas.microsoft.com/office/drawing/2014/main" val="3934483424"/>
                    </a:ext>
                  </a:extLst>
                </a:gridCol>
                <a:gridCol w="1686911">
                  <a:extLst>
                    <a:ext uri="{9D8B030D-6E8A-4147-A177-3AD203B41FA5}">
                      <a16:colId xmlns:a16="http://schemas.microsoft.com/office/drawing/2014/main" val="1397213483"/>
                    </a:ext>
                  </a:extLst>
                </a:gridCol>
                <a:gridCol w="1702052">
                  <a:extLst>
                    <a:ext uri="{9D8B030D-6E8A-4147-A177-3AD203B41FA5}">
                      <a16:colId xmlns:a16="http://schemas.microsoft.com/office/drawing/2014/main" val="326581675"/>
                    </a:ext>
                  </a:extLst>
                </a:gridCol>
              </a:tblGrid>
              <a:tr h="261649"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What we have done</a:t>
                      </a:r>
                      <a:endParaRPr lang="en-US" sz="110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What is next</a:t>
                      </a:r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385090"/>
                  </a:ext>
                </a:extLst>
              </a:tr>
              <a:tr h="147754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Design</a:t>
                      </a:r>
                    </a:p>
                  </a:txBody>
                  <a:tcPr marL="45720" marR="45720" vert="vert27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/>
                        <a:t>Resources and Modules design completed (apart from clusters)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/>
                        <a:t>Design documentation available on the project Wiki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/>
                        <a:t>Generic Devops pipelines design completed (needs to be more detailed)</a:t>
                      </a:r>
                      <a:endParaRPr lang="en-US" sz="100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the clusters design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Make the Devops pipelines design more visual and aligned with Insights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Focus on how the pipelines workflow will work in terms of approvals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778439857"/>
                  </a:ext>
                </a:extLst>
              </a:tr>
              <a:tr h="86190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Discovery</a:t>
                      </a:r>
                      <a:endParaRPr lang="en-US" sz="10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vert="vert27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/>
                        <a:t>All the resources on databricks Insights dev identified and documented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/>
                        <a:t>Static imports of all the resources done</a:t>
                      </a:r>
                      <a:endParaRPr lang="en-US" sz="100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Identify databricks Insights test and prod resources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Identify databricks Data Science resources</a:t>
                      </a:r>
                      <a:endParaRPr kumimoji="0" lang="en-GB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77652029"/>
                  </a:ext>
                </a:extLst>
              </a:tr>
              <a:tr h="127983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  <a:endParaRPr lang="en-US" sz="10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vert="vert27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/>
                        <a:t>Folder’s and file's structure completed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/>
                        <a:t>Dynamic imports code structure almost completed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/>
                        <a:t>Permissions module almost completed for dev</a:t>
                      </a:r>
                      <a:endParaRPr lang="en-US" sz="100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Finish the dynamic imports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Finish the development of all the modules for dev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Start the implementation for the remaining environments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9109364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0250B51-781B-A732-06CE-96ECA581A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10522"/>
              </p:ext>
            </p:extLst>
          </p:nvPr>
        </p:nvGraphicFramePr>
        <p:xfrm>
          <a:off x="312711" y="4502246"/>
          <a:ext cx="3448256" cy="1747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256">
                  <a:extLst>
                    <a:ext uri="{9D8B030D-6E8A-4147-A177-3AD203B41FA5}">
                      <a16:colId xmlns:a16="http://schemas.microsoft.com/office/drawing/2014/main" val="2908276500"/>
                    </a:ext>
                  </a:extLst>
                </a:gridCol>
              </a:tblGrid>
              <a:tr h="503370"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Issues</a:t>
                      </a:r>
                      <a:endParaRPr lang="en-US" sz="1100"/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83775"/>
                  </a:ext>
                </a:extLst>
              </a:tr>
              <a:tr h="1244108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/>
                        <a:t>None identified</a:t>
                      </a:r>
                      <a:endParaRPr lang="en-US" sz="100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25624451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8F999C-BCFB-1100-4788-F6053C338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577324"/>
              </p:ext>
            </p:extLst>
          </p:nvPr>
        </p:nvGraphicFramePr>
        <p:xfrm>
          <a:off x="3919036" y="4502245"/>
          <a:ext cx="4054049" cy="1747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049">
                  <a:extLst>
                    <a:ext uri="{9D8B030D-6E8A-4147-A177-3AD203B41FA5}">
                      <a16:colId xmlns:a16="http://schemas.microsoft.com/office/drawing/2014/main" val="2908276500"/>
                    </a:ext>
                  </a:extLst>
                </a:gridCol>
              </a:tblGrid>
              <a:tr h="471542"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Risks</a:t>
                      </a:r>
                      <a:endParaRPr lang="en-US" sz="1100"/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83775"/>
                  </a:ext>
                </a:extLst>
              </a:tr>
              <a:tr h="1275937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/>
                        <a:t>Clusters resource design taking longer than expected due to the linkage with the cluster policy: It doesn’t seem to exist a way of importing all the respective policy defined arguments without having to define them one by one. We have a working solution in place, but checking with databricks if better alternative</a:t>
                      </a:r>
                      <a:endParaRPr lang="en-US" sz="100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256244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74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561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676895BF7FFF4BB12004E08A7F8030" ma:contentTypeVersion="17" ma:contentTypeDescription="Create a new document." ma:contentTypeScope="" ma:versionID="6ccba9e78a7d7aff60f7d655e50dbd5b">
  <xsd:schema xmlns:xsd="http://www.w3.org/2001/XMLSchema" xmlns:xs="http://www.w3.org/2001/XMLSchema" xmlns:p="http://schemas.microsoft.com/office/2006/metadata/properties" xmlns:ns2="c2e88ccc-cbbe-46fe-a823-a677cb74174f" xmlns:ns3="a0e77d89-447a-4ff5-aee4-b0e5ec8cd825" targetNamespace="http://schemas.microsoft.com/office/2006/metadata/properties" ma:root="true" ma:fieldsID="23f9ff10cec6b293fd39c677f179d298" ns2:_="" ns3:_="">
    <xsd:import namespace="c2e88ccc-cbbe-46fe-a823-a677cb74174f"/>
    <xsd:import namespace="a0e77d89-447a-4ff5-aee4-b0e5ec8cd8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88ccc-cbbe-46fe-a823-a677cb7417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b1f1a22-d11f-4f8a-804a-f9df9b6886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77d89-447a-4ff5-aee4-b0e5ec8cd82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7087cc7-660c-4a12-9f7f-b66306384599}" ma:internalName="TaxCatchAll" ma:showField="CatchAllData" ma:web="a0e77d89-447a-4ff5-aee4-b0e5ec8cd8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e88ccc-cbbe-46fe-a823-a677cb74174f">
      <Terms xmlns="http://schemas.microsoft.com/office/infopath/2007/PartnerControls"/>
    </lcf76f155ced4ddcb4097134ff3c332f>
    <TaxCatchAll xmlns="a0e77d89-447a-4ff5-aee4-b0e5ec8cd825" xsi:nil="true"/>
  </documentManagement>
</p:properties>
</file>

<file path=customXml/itemProps1.xml><?xml version="1.0" encoding="utf-8"?>
<ds:datastoreItem xmlns:ds="http://schemas.openxmlformats.org/officeDocument/2006/customXml" ds:itemID="{CFF34C97-DD83-4101-BE9A-572632A27A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FB2464-9595-4DA3-A220-B240E887EBFC}">
  <ds:schemaRefs>
    <ds:schemaRef ds:uri="a0e77d89-447a-4ff5-aee4-b0e5ec8cd825"/>
    <ds:schemaRef ds:uri="c2e88ccc-cbbe-46fe-a823-a677cb7417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E07C5D-40C2-45B0-915F-B93EEB7160C7}">
  <ds:schemaRefs>
    <ds:schemaRef ds:uri="a0e77d89-447a-4ff5-aee4-b0e5ec8cd825"/>
    <ds:schemaRef ds:uri="c2e88ccc-cbbe-46fe-a823-a677cb7417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Palmer, Amanda</dc:creator>
  <cp:revision>1</cp:revision>
  <dcterms:created xsi:type="dcterms:W3CDTF">2021-06-25T12:50:25Z</dcterms:created>
  <dcterms:modified xsi:type="dcterms:W3CDTF">2025-08-21T15:39:22Z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2021-06-25T00:00:00Z</vt:filetime>
  </property>
  <property fmtid="{D5CDD505-2E9C-101B-9397-08002B2CF9AE}" pid="3" name="Creator">
    <vt:lpwstr>Adobe InDesign 16.2 (Macintosh)</vt:lpwstr>
  </property>
  <property fmtid="{D5CDD505-2E9C-101B-9397-08002B2CF9AE}" pid="4" name="LastSaved">
    <vt:filetime>2021-06-25T00:00:00Z</vt:filetime>
  </property>
  <property fmtid="{D5CDD505-2E9C-101B-9397-08002B2CF9AE}" pid="5" name="ContentTypeId">
    <vt:lpwstr>0x01010061676895BF7FFF4BB12004E08A7F8030</vt:lpwstr>
  </property>
  <property fmtid="{D5CDD505-2E9C-101B-9397-08002B2CF9AE}" pid="6" name="MediaServiceImageTags">
    <vt:lpwstr/>
  </property>
  <property fmtid="{D5CDD505-2E9C-101B-9397-08002B2CF9AE}" pid="7" name="MSIP_Label_5b5832c2-122e-4c56-85a9-bc2fa83b9933_Enabled">
    <vt:lpwstr>true</vt:lpwstr>
  </property>
  <property fmtid="{D5CDD505-2E9C-101B-9397-08002B2CF9AE}" pid="8" name="MSIP_Label_5b5832c2-122e-4c56-85a9-bc2fa83b9933_SetDate">
    <vt:lpwstr>2025-04-04T09:42:49Z</vt:lpwstr>
  </property>
  <property fmtid="{D5CDD505-2E9C-101B-9397-08002B2CF9AE}" pid="9" name="MSIP_Label_5b5832c2-122e-4c56-85a9-bc2fa83b9933_Method">
    <vt:lpwstr>Privileged</vt:lpwstr>
  </property>
  <property fmtid="{D5CDD505-2E9C-101B-9397-08002B2CF9AE}" pid="10" name="MSIP_Label_5b5832c2-122e-4c56-85a9-bc2fa83b9933_Name">
    <vt:lpwstr>General</vt:lpwstr>
  </property>
  <property fmtid="{D5CDD505-2E9C-101B-9397-08002B2CF9AE}" pid="11" name="MSIP_Label_5b5832c2-122e-4c56-85a9-bc2fa83b9933_SiteId">
    <vt:lpwstr>89a64c04-5070-4bae-a1ed-e9639497e1b7</vt:lpwstr>
  </property>
  <property fmtid="{D5CDD505-2E9C-101B-9397-08002B2CF9AE}" pid="12" name="MSIP_Label_5b5832c2-122e-4c56-85a9-bc2fa83b9933_ActionId">
    <vt:lpwstr>6e53f7f6-7e69-4db2-8843-c0327cc1f4c9</vt:lpwstr>
  </property>
  <property fmtid="{D5CDD505-2E9C-101B-9397-08002B2CF9AE}" pid="13" name="MSIP_Label_5b5832c2-122e-4c56-85a9-bc2fa83b9933_ContentBits">
    <vt:lpwstr>0</vt:lpwstr>
  </property>
</Properties>
</file>