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comments/modernComment_1AF_E596D286.xml" ContentType="application/vnd.ms-powerpoint.comments+xml"/>
  <Override PartName="/ppt/comments/modernComment_1A9_A73EAA57.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sldIdLst>
    <p:sldId id="270" r:id="rId5"/>
    <p:sldId id="431" r:id="rId6"/>
    <p:sldId id="420" r:id="rId7"/>
    <p:sldId id="432" r:id="rId8"/>
    <p:sldId id="433" r:id="rId9"/>
    <p:sldId id="424" r:id="rId10"/>
    <p:sldId id="425" r:id="rId11"/>
    <p:sldId id="429" r:id="rId12"/>
    <p:sldId id="430" r:id="rId1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06C57C3-17AD-4F2C-8CA7-929F2E82386F}">
          <p14:sldIdLst>
            <p14:sldId id="270"/>
            <p14:sldId id="431"/>
            <p14:sldId id="420"/>
            <p14:sldId id="432"/>
            <p14:sldId id="433"/>
            <p14:sldId id="424"/>
            <p14:sldId id="425"/>
            <p14:sldId id="429"/>
            <p14:sldId id="430"/>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300334-EF7C-032D-D317-B8AD78997F9F}" name="Shinde,Mahesh" initials="S" userId="S::Mahesh.Shinde.Exl@canopius.com::3bc3ed72-0996-4473-a757-b76904dcf656" providerId="AD"/>
  <p188:author id="{B1617FA6-2270-D894-217D-1D4E643B923D}" name="Guerra, Daniel" initials="DG" userId="S::Daniel.Guerra.EXL@canopius.com::e9a10513-a6e6-403a-a779-709641931796" providerId="AD"/>
  <p188:author id="{B23092F6-8481-8122-3A60-816334672464}" name="Bracchi, Chris" initials="BC" userId="S::Chris.Bracchi.EXL@canopius.com::8f8271c7-27d6-4d29-88c4-951cf5dea72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3A3A3"/>
    <a:srgbClr val="AAAAAA"/>
    <a:srgbClr val="B8B8B8"/>
    <a:srgbClr val="B0B0B0"/>
    <a:srgbClr val="CEDFE2"/>
    <a:srgbClr val="6577FF"/>
    <a:srgbClr val="0764B9"/>
    <a:srgbClr val="FFA299"/>
    <a:srgbClr val="E500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73DD55-FCBF-AB22-CA8F-69F0D33C424B}" v="29" dt="2025-05-01T14:13:58.690"/>
    <p1510:client id="{8F5E7792-F852-F161-D373-A500CDBB267D}" v="49" dt="2025-05-01T09:34:53.28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rra, Daniel" userId="S::daniel.guerra.exl@canopius.com::e9a10513-a6e6-403a-a779-709641931796" providerId="AD" clId="Web-{B54168A6-2D16-88C7-0C2C-226428766E7F}"/>
    <pc:docChg chg="addSld modSld sldOrd modSection">
      <pc:chgData name="Guerra, Daniel" userId="S::daniel.guerra.exl@canopius.com::e9a10513-a6e6-403a-a779-709641931796" providerId="AD" clId="Web-{B54168A6-2D16-88C7-0C2C-226428766E7F}" dt="2025-04-10T10:55:38.933" v="152"/>
      <pc:docMkLst>
        <pc:docMk/>
      </pc:docMkLst>
      <pc:sldChg chg="addSp delSp modSp">
        <pc:chgData name="Guerra, Daniel" userId="S::daniel.guerra.exl@canopius.com::e9a10513-a6e6-403a-a779-709641931796" providerId="AD" clId="Web-{B54168A6-2D16-88C7-0C2C-226428766E7F}" dt="2025-04-10T10:52:19.239" v="119" actId="1076"/>
        <pc:sldMkLst>
          <pc:docMk/>
          <pc:sldMk cId="4054564313" sldId="424"/>
        </pc:sldMkLst>
        <pc:spChg chg="add mod">
          <ac:chgData name="Guerra, Daniel" userId="S::daniel.guerra.exl@canopius.com::e9a10513-a6e6-403a-a779-709641931796" providerId="AD" clId="Web-{B54168A6-2D16-88C7-0C2C-226428766E7F}" dt="2025-04-10T10:52:19.239" v="119" actId="1076"/>
          <ac:spMkLst>
            <pc:docMk/>
            <pc:sldMk cId="4054564313" sldId="424"/>
            <ac:spMk id="2" creationId="{E37095EB-165C-BF5C-24FE-04C655C734CC}"/>
          </ac:spMkLst>
        </pc:spChg>
        <pc:spChg chg="add mod">
          <ac:chgData name="Guerra, Daniel" userId="S::daniel.guerra.exl@canopius.com::e9a10513-a6e6-403a-a779-709641931796" providerId="AD" clId="Web-{B54168A6-2D16-88C7-0C2C-226428766E7F}" dt="2025-04-10T10:47:54.635" v="20" actId="1076"/>
          <ac:spMkLst>
            <pc:docMk/>
            <pc:sldMk cId="4054564313" sldId="424"/>
            <ac:spMk id="25" creationId="{04B9E920-ACFF-3EAE-B738-BA1AD8CE1DE0}"/>
          </ac:spMkLst>
        </pc:spChg>
        <pc:spChg chg="add mod">
          <ac:chgData name="Guerra, Daniel" userId="S::daniel.guerra.exl@canopius.com::e9a10513-a6e6-403a-a779-709641931796" providerId="AD" clId="Web-{B54168A6-2D16-88C7-0C2C-226428766E7F}" dt="2025-04-10T10:50:44.392" v="63" actId="1076"/>
          <ac:spMkLst>
            <pc:docMk/>
            <pc:sldMk cId="4054564313" sldId="424"/>
            <ac:spMk id="26" creationId="{967AFE3E-0334-17D0-9B3A-67E7F0222AD6}"/>
          </ac:spMkLst>
        </pc:spChg>
        <pc:spChg chg="add mod">
          <ac:chgData name="Guerra, Daniel" userId="S::daniel.guerra.exl@canopius.com::e9a10513-a6e6-403a-a779-709641931796" providerId="AD" clId="Web-{B54168A6-2D16-88C7-0C2C-226428766E7F}" dt="2025-04-10T10:51:29.299" v="90" actId="1076"/>
          <ac:spMkLst>
            <pc:docMk/>
            <pc:sldMk cId="4054564313" sldId="424"/>
            <ac:spMk id="32" creationId="{3030B2F9-DEE9-6D76-5FC3-AAC949EABA41}"/>
          </ac:spMkLst>
        </pc:spChg>
        <pc:picChg chg="del mod">
          <ac:chgData name="Guerra, Daniel" userId="S::daniel.guerra.exl@canopius.com::e9a10513-a6e6-403a-a779-709641931796" providerId="AD" clId="Web-{B54168A6-2D16-88C7-0C2C-226428766E7F}" dt="2025-04-10T10:50:40.845" v="62"/>
          <ac:picMkLst>
            <pc:docMk/>
            <pc:sldMk cId="4054564313" sldId="424"/>
            <ac:picMk id="6" creationId="{826FC8E3-C508-4EF6-8E4D-C32B93D93591}"/>
          </ac:picMkLst>
        </pc:picChg>
      </pc:sldChg>
      <pc:sldChg chg="modSp">
        <pc:chgData name="Guerra, Daniel" userId="S::daniel.guerra.exl@canopius.com::e9a10513-a6e6-403a-a779-709641931796" providerId="AD" clId="Web-{B54168A6-2D16-88C7-0C2C-226428766E7F}" dt="2025-04-10T10:55:38.933" v="152"/>
        <pc:sldMkLst>
          <pc:docMk/>
          <pc:sldMk cId="2805901911" sldId="425"/>
        </pc:sldMkLst>
        <pc:graphicFrameChg chg="mod modGraphic">
          <ac:chgData name="Guerra, Daniel" userId="S::daniel.guerra.exl@canopius.com::e9a10513-a6e6-403a-a779-709641931796" providerId="AD" clId="Web-{B54168A6-2D16-88C7-0C2C-226428766E7F}" dt="2025-04-10T10:55:38.933" v="152"/>
          <ac:graphicFrameMkLst>
            <pc:docMk/>
            <pc:sldMk cId="2805901911" sldId="425"/>
            <ac:graphicFrameMk id="1038" creationId="{2276ED3B-6261-1948-7003-9EE7D0BF8B7B}"/>
          </ac:graphicFrameMkLst>
        </pc:graphicFrameChg>
      </pc:sldChg>
      <pc:sldChg chg="modSp add ord replId">
        <pc:chgData name="Guerra, Daniel" userId="S::daniel.guerra.exl@canopius.com::e9a10513-a6e6-403a-a779-709641931796" providerId="AD" clId="Web-{B54168A6-2D16-88C7-0C2C-226428766E7F}" dt="2025-04-10T10:54:23.509" v="128" actId="20577"/>
        <pc:sldMkLst>
          <pc:docMk/>
          <pc:sldMk cId="2351159919" sldId="432"/>
        </pc:sldMkLst>
        <pc:spChg chg="mod">
          <ac:chgData name="Guerra, Daniel" userId="S::daniel.guerra.exl@canopius.com::e9a10513-a6e6-403a-a779-709641931796" providerId="AD" clId="Web-{B54168A6-2D16-88C7-0C2C-226428766E7F}" dt="2025-04-10T10:54:20.821" v="125" actId="20577"/>
          <ac:spMkLst>
            <pc:docMk/>
            <pc:sldMk cId="2351159919" sldId="432"/>
            <ac:spMk id="2" creationId="{2EA9CDF6-F7E5-17CE-DF4F-2EF48ED0AA01}"/>
          </ac:spMkLst>
        </pc:spChg>
        <pc:spChg chg="mod">
          <ac:chgData name="Guerra, Daniel" userId="S::daniel.guerra.exl@canopius.com::e9a10513-a6e6-403a-a779-709641931796" providerId="AD" clId="Web-{B54168A6-2D16-88C7-0C2C-226428766E7F}" dt="2025-04-10T10:54:23.509" v="128" actId="20577"/>
          <ac:spMkLst>
            <pc:docMk/>
            <pc:sldMk cId="2351159919" sldId="432"/>
            <ac:spMk id="3" creationId="{8B5C214C-3140-36A4-E918-8B115ED8BA5B}"/>
          </ac:spMkLst>
        </pc:spChg>
      </pc:sldChg>
    </pc:docChg>
  </pc:docChgLst>
  <pc:docChgLst>
    <pc:chgData name="Guerra, Daniel" userId="S::daniel.guerra.exl@canopius.com::e9a10513-a6e6-403a-a779-709641931796" providerId="AD" clId="Web-{809D42D1-0A24-C051-14C8-076B74651764}"/>
    <pc:docChg chg="addSld modSld sldOrd modSection">
      <pc:chgData name="Guerra, Daniel" userId="S::daniel.guerra.exl@canopius.com::e9a10513-a6e6-403a-a779-709641931796" providerId="AD" clId="Web-{809D42D1-0A24-C051-14C8-076B74651764}" dt="2025-04-10T10:23:16.947" v="261" actId="14100"/>
      <pc:docMkLst>
        <pc:docMk/>
      </pc:docMkLst>
      <pc:sldChg chg="addSp modSp">
        <pc:chgData name="Guerra, Daniel" userId="S::daniel.guerra.exl@canopius.com::e9a10513-a6e6-403a-a779-709641931796" providerId="AD" clId="Web-{809D42D1-0A24-C051-14C8-076B74651764}" dt="2025-04-10T10:23:16.947" v="261" actId="14100"/>
        <pc:sldMkLst>
          <pc:docMk/>
          <pc:sldMk cId="4109660415" sldId="420"/>
        </pc:sldMkLst>
        <pc:spChg chg="add mod">
          <ac:chgData name="Guerra, Daniel" userId="S::daniel.guerra.exl@canopius.com::e9a10513-a6e6-403a-a779-709641931796" providerId="AD" clId="Web-{809D42D1-0A24-C051-14C8-076B74651764}" dt="2025-04-10T10:23:16.947" v="261" actId="14100"/>
          <ac:spMkLst>
            <pc:docMk/>
            <pc:sldMk cId="4109660415" sldId="420"/>
            <ac:spMk id="3" creationId="{586488E2-30E9-445D-28CC-B6904B0DECBC}"/>
          </ac:spMkLst>
        </pc:spChg>
        <pc:spChg chg="mod">
          <ac:chgData name="Guerra, Daniel" userId="S::daniel.guerra.exl@canopius.com::e9a10513-a6e6-403a-a779-709641931796" providerId="AD" clId="Web-{809D42D1-0A24-C051-14C8-076B74651764}" dt="2025-04-10T10:22:05.539" v="218" actId="1076"/>
          <ac:spMkLst>
            <pc:docMk/>
            <pc:sldMk cId="4109660415" sldId="420"/>
            <ac:spMk id="8" creationId="{DAE6BE1A-FA05-7EBB-35C2-F3C72D832311}"/>
          </ac:spMkLst>
        </pc:spChg>
        <pc:spChg chg="mod">
          <ac:chgData name="Guerra, Daniel" userId="S::daniel.guerra.exl@canopius.com::e9a10513-a6e6-403a-a779-709641931796" providerId="AD" clId="Web-{809D42D1-0A24-C051-14C8-076B74651764}" dt="2025-04-10T10:22:05.570" v="219" actId="1076"/>
          <ac:spMkLst>
            <pc:docMk/>
            <pc:sldMk cId="4109660415" sldId="420"/>
            <ac:spMk id="9" creationId="{B1FC03DE-0C7E-910B-AC3D-BBEBB86FD253}"/>
          </ac:spMkLst>
        </pc:spChg>
        <pc:spChg chg="mod">
          <ac:chgData name="Guerra, Daniel" userId="S::daniel.guerra.exl@canopius.com::e9a10513-a6e6-403a-a779-709641931796" providerId="AD" clId="Web-{809D42D1-0A24-C051-14C8-076B74651764}" dt="2025-04-10T10:22:05.601" v="220" actId="1076"/>
          <ac:spMkLst>
            <pc:docMk/>
            <pc:sldMk cId="4109660415" sldId="420"/>
            <ac:spMk id="10" creationId="{ED58BFE2-7363-DE35-B409-11D02C37ABBD}"/>
          </ac:spMkLst>
        </pc:spChg>
        <pc:graphicFrameChg chg="mod">
          <ac:chgData name="Guerra, Daniel" userId="S::daniel.guerra.exl@canopius.com::e9a10513-a6e6-403a-a779-709641931796" providerId="AD" clId="Web-{809D42D1-0A24-C051-14C8-076B74651764}" dt="2025-04-10T10:22:05.632" v="221" actId="1076"/>
          <ac:graphicFrameMkLst>
            <pc:docMk/>
            <pc:sldMk cId="4109660415" sldId="420"/>
            <ac:graphicFrameMk id="11" creationId="{75A1F85F-B9EE-BCA1-338D-9823C18E674B}"/>
          </ac:graphicFrameMkLst>
        </pc:graphicFrameChg>
        <pc:graphicFrameChg chg="mod">
          <ac:chgData name="Guerra, Daniel" userId="S::daniel.guerra.exl@canopius.com::e9a10513-a6e6-403a-a779-709641931796" providerId="AD" clId="Web-{809D42D1-0A24-C051-14C8-076B74651764}" dt="2025-04-10T10:22:05.664" v="222" actId="1076"/>
          <ac:graphicFrameMkLst>
            <pc:docMk/>
            <pc:sldMk cId="4109660415" sldId="420"/>
            <ac:graphicFrameMk id="14" creationId="{EB75C9C6-9E9C-C53C-D401-7B12990D3BA0}"/>
          </ac:graphicFrameMkLst>
        </pc:graphicFrameChg>
        <pc:graphicFrameChg chg="mod">
          <ac:chgData name="Guerra, Daniel" userId="S::daniel.guerra.exl@canopius.com::e9a10513-a6e6-403a-a779-709641931796" providerId="AD" clId="Web-{809D42D1-0A24-C051-14C8-076B74651764}" dt="2025-04-10T10:22:05.695" v="223" actId="1076"/>
          <ac:graphicFrameMkLst>
            <pc:docMk/>
            <pc:sldMk cId="4109660415" sldId="420"/>
            <ac:graphicFrameMk id="16" creationId="{21D5CA10-3E79-ECBE-36FE-8B450E86D02C}"/>
          </ac:graphicFrameMkLst>
        </pc:graphicFrameChg>
        <pc:cxnChg chg="mod">
          <ac:chgData name="Guerra, Daniel" userId="S::daniel.guerra.exl@canopius.com::e9a10513-a6e6-403a-a779-709641931796" providerId="AD" clId="Web-{809D42D1-0A24-C051-14C8-076B74651764}" dt="2025-04-10T10:22:05.492" v="216" actId="1076"/>
          <ac:cxnSpMkLst>
            <pc:docMk/>
            <pc:sldMk cId="4109660415" sldId="420"/>
            <ac:cxnSpMk id="5" creationId="{D1908580-EE87-E1C2-2EBB-634B696E918E}"/>
          </ac:cxnSpMkLst>
        </pc:cxnChg>
        <pc:cxnChg chg="mod">
          <ac:chgData name="Guerra, Daniel" userId="S::daniel.guerra.exl@canopius.com::e9a10513-a6e6-403a-a779-709641931796" providerId="AD" clId="Web-{809D42D1-0A24-C051-14C8-076B74651764}" dt="2025-04-10T10:22:05.523" v="217" actId="1076"/>
          <ac:cxnSpMkLst>
            <pc:docMk/>
            <pc:sldMk cId="4109660415" sldId="420"/>
            <ac:cxnSpMk id="6" creationId="{CD193FE3-0CB4-60D7-26AB-B5B828BD2159}"/>
          </ac:cxnSpMkLst>
        </pc:cxnChg>
      </pc:sldChg>
      <pc:sldChg chg="addSp delSp modSp add ord replId">
        <pc:chgData name="Guerra, Daniel" userId="S::daniel.guerra.exl@canopius.com::e9a10513-a6e6-403a-a779-709641931796" providerId="AD" clId="Web-{809D42D1-0A24-C051-14C8-076B74651764}" dt="2025-04-10T10:21:39.584" v="212" actId="20577"/>
        <pc:sldMkLst>
          <pc:docMk/>
          <pc:sldMk cId="3851866758" sldId="431"/>
        </pc:sldMkLst>
        <pc:spChg chg="mod">
          <ac:chgData name="Guerra, Daniel" userId="S::daniel.guerra.exl@canopius.com::e9a10513-a6e6-403a-a779-709641931796" providerId="AD" clId="Web-{809D42D1-0A24-C051-14C8-076B74651764}" dt="2025-04-10T10:04:13.749" v="19" actId="20577"/>
          <ac:spMkLst>
            <pc:docMk/>
            <pc:sldMk cId="3851866758" sldId="431"/>
            <ac:spMk id="2" creationId="{BDD99D7D-395A-0832-504F-73FFD404FFEE}"/>
          </ac:spMkLst>
        </pc:spChg>
        <pc:spChg chg="add mod">
          <ac:chgData name="Guerra, Daniel" userId="S::daniel.guerra.exl@canopius.com::e9a10513-a6e6-403a-a779-709641931796" providerId="AD" clId="Web-{809D42D1-0A24-C051-14C8-076B74651764}" dt="2025-04-10T10:21:39.584" v="212" actId="20577"/>
          <ac:spMkLst>
            <pc:docMk/>
            <pc:sldMk cId="3851866758" sldId="431"/>
            <ac:spMk id="3" creationId="{3A5148AA-A478-0239-0076-484172090D06}"/>
          </ac:spMkLst>
        </pc:spChg>
        <pc:spChg chg="del">
          <ac:chgData name="Guerra, Daniel" userId="S::daniel.guerra.exl@canopius.com::e9a10513-a6e6-403a-a779-709641931796" providerId="AD" clId="Web-{809D42D1-0A24-C051-14C8-076B74651764}" dt="2025-04-10T09:58:15.330" v="12"/>
          <ac:spMkLst>
            <pc:docMk/>
            <pc:sldMk cId="3851866758" sldId="431"/>
            <ac:spMk id="8" creationId="{95B0A05F-90B9-8597-8AD3-78C25AC90746}"/>
          </ac:spMkLst>
        </pc:spChg>
        <pc:spChg chg="del">
          <ac:chgData name="Guerra, Daniel" userId="S::daniel.guerra.exl@canopius.com::e9a10513-a6e6-403a-a779-709641931796" providerId="AD" clId="Web-{809D42D1-0A24-C051-14C8-076B74651764}" dt="2025-04-10T09:58:10.783" v="10"/>
          <ac:spMkLst>
            <pc:docMk/>
            <pc:sldMk cId="3851866758" sldId="431"/>
            <ac:spMk id="9" creationId="{9C6294E2-45BF-E462-53D6-8E70074CA77E}"/>
          </ac:spMkLst>
        </pc:spChg>
        <pc:spChg chg="del">
          <ac:chgData name="Guerra, Daniel" userId="S::daniel.guerra.exl@canopius.com::e9a10513-a6e6-403a-a779-709641931796" providerId="AD" clId="Web-{809D42D1-0A24-C051-14C8-076B74651764}" dt="2025-04-10T09:58:06.345" v="8"/>
          <ac:spMkLst>
            <pc:docMk/>
            <pc:sldMk cId="3851866758" sldId="431"/>
            <ac:spMk id="10" creationId="{35E4D76E-3314-DEE8-E021-2E1647F2DBE9}"/>
          </ac:spMkLst>
        </pc:spChg>
        <pc:graphicFrameChg chg="del mod modGraphic">
          <ac:chgData name="Guerra, Daniel" userId="S::daniel.guerra.exl@canopius.com::e9a10513-a6e6-403a-a779-709641931796" providerId="AD" clId="Web-{809D42D1-0A24-C051-14C8-076B74651764}" dt="2025-04-10T09:58:01.298" v="6"/>
          <ac:graphicFrameMkLst>
            <pc:docMk/>
            <pc:sldMk cId="3851866758" sldId="431"/>
            <ac:graphicFrameMk id="11" creationId="{5CECA682-BF1A-C79D-16CA-3CD89D7257EC}"/>
          </ac:graphicFrameMkLst>
        </pc:graphicFrameChg>
        <pc:graphicFrameChg chg="del">
          <ac:chgData name="Guerra, Daniel" userId="S::daniel.guerra.exl@canopius.com::e9a10513-a6e6-403a-a779-709641931796" providerId="AD" clId="Web-{809D42D1-0A24-C051-14C8-076B74651764}" dt="2025-04-10T09:57:59.657" v="5"/>
          <ac:graphicFrameMkLst>
            <pc:docMk/>
            <pc:sldMk cId="3851866758" sldId="431"/>
            <ac:graphicFrameMk id="14" creationId="{F8969117-2432-D78B-E4A8-9E0D2FC5F13F}"/>
          </ac:graphicFrameMkLst>
        </pc:graphicFrameChg>
        <pc:graphicFrameChg chg="del">
          <ac:chgData name="Guerra, Daniel" userId="S::daniel.guerra.exl@canopius.com::e9a10513-a6e6-403a-a779-709641931796" providerId="AD" clId="Web-{809D42D1-0A24-C051-14C8-076B74651764}" dt="2025-04-10T09:58:03.361" v="7"/>
          <ac:graphicFrameMkLst>
            <pc:docMk/>
            <pc:sldMk cId="3851866758" sldId="431"/>
            <ac:graphicFrameMk id="16" creationId="{BB1B911E-E1DC-D47C-978B-72731CB6DC62}"/>
          </ac:graphicFrameMkLst>
        </pc:graphicFrameChg>
        <pc:cxnChg chg="del mod">
          <ac:chgData name="Guerra, Daniel" userId="S::daniel.guerra.exl@canopius.com::e9a10513-a6e6-403a-a779-709641931796" providerId="AD" clId="Web-{809D42D1-0A24-C051-14C8-076B74651764}" dt="2025-04-10T09:58:13.642" v="11"/>
          <ac:cxnSpMkLst>
            <pc:docMk/>
            <pc:sldMk cId="3851866758" sldId="431"/>
            <ac:cxnSpMk id="5" creationId="{4E91C39E-0904-7B2B-67CC-7C37FFF48263}"/>
          </ac:cxnSpMkLst>
        </pc:cxnChg>
        <pc:cxnChg chg="del">
          <ac:chgData name="Guerra, Daniel" userId="S::daniel.guerra.exl@canopius.com::e9a10513-a6e6-403a-a779-709641931796" providerId="AD" clId="Web-{809D42D1-0A24-C051-14C8-076B74651764}" dt="2025-04-10T09:58:08.548" v="9"/>
          <ac:cxnSpMkLst>
            <pc:docMk/>
            <pc:sldMk cId="3851866758" sldId="431"/>
            <ac:cxnSpMk id="6" creationId="{45CBA38E-848D-141F-0D37-13F90F53B45F}"/>
          </ac:cxnSpMkLst>
        </pc:cxnChg>
      </pc:sldChg>
    </pc:docChg>
  </pc:docChgLst>
  <pc:docChgLst>
    <pc:chgData name="Srivastava, Chitransh" userId="S::chitransh.s.exl@canopius.com::66bedd18-9272-4eff-b78a-5c8791fbb2b0" providerId="AD" clId="Web-{789B0E4F-94DA-767A-1D4F-6E9A5D3D7A76}"/>
    <pc:docChg chg="modSld">
      <pc:chgData name="Srivastava, Chitransh" userId="S::chitransh.s.exl@canopius.com::66bedd18-9272-4eff-b78a-5c8791fbb2b0" providerId="AD" clId="Web-{789B0E4F-94DA-767A-1D4F-6E9A5D3D7A76}" dt="2025-04-25T09:27:02.081" v="3"/>
      <pc:docMkLst>
        <pc:docMk/>
      </pc:docMkLst>
      <pc:sldChg chg="modSp">
        <pc:chgData name="Srivastava, Chitransh" userId="S::chitransh.s.exl@canopius.com::66bedd18-9272-4eff-b78a-5c8791fbb2b0" providerId="AD" clId="Web-{789B0E4F-94DA-767A-1D4F-6E9A5D3D7A76}" dt="2025-04-25T09:27:02.081" v="3"/>
        <pc:sldMkLst>
          <pc:docMk/>
          <pc:sldMk cId="2805901911" sldId="425"/>
        </pc:sldMkLst>
        <pc:graphicFrameChg chg="mod modGraphic">
          <ac:chgData name="Srivastava, Chitransh" userId="S::chitransh.s.exl@canopius.com::66bedd18-9272-4eff-b78a-5c8791fbb2b0" providerId="AD" clId="Web-{789B0E4F-94DA-767A-1D4F-6E9A5D3D7A76}" dt="2025-04-25T09:27:02.081" v="3"/>
          <ac:graphicFrameMkLst>
            <pc:docMk/>
            <pc:sldMk cId="2805901911" sldId="425"/>
            <ac:graphicFrameMk id="1038" creationId="{2276ED3B-6261-1948-7003-9EE7D0BF8B7B}"/>
          </ac:graphicFrameMkLst>
        </pc:graphicFrameChg>
      </pc:sldChg>
    </pc:docChg>
  </pc:docChgLst>
  <pc:docChgLst>
    <pc:chgData name="Bracchi, Chris" userId="8f8271c7-27d6-4d29-88c4-951cf5dea723" providerId="ADAL" clId="{A42CC88C-7926-49C8-8552-BEA6FD7DB18C}"/>
    <pc:docChg chg="modSld">
      <pc:chgData name="Bracchi, Chris" userId="8f8271c7-27d6-4d29-88c4-951cf5dea723" providerId="ADAL" clId="{A42CC88C-7926-49C8-8552-BEA6FD7DB18C}" dt="2025-04-10T08:40:28.153" v="39" actId="1076"/>
      <pc:docMkLst>
        <pc:docMk/>
      </pc:docMkLst>
      <pc:sldChg chg="addSp modSp mod">
        <pc:chgData name="Bracchi, Chris" userId="8f8271c7-27d6-4d29-88c4-951cf5dea723" providerId="ADAL" clId="{A42CC88C-7926-49C8-8552-BEA6FD7DB18C}" dt="2025-04-10T08:40:28.153" v="39" actId="1076"/>
        <pc:sldMkLst>
          <pc:docMk/>
          <pc:sldMk cId="4054564313" sldId="424"/>
        </pc:sldMkLst>
        <pc:spChg chg="add mod">
          <ac:chgData name="Bracchi, Chris" userId="8f8271c7-27d6-4d29-88c4-951cf5dea723" providerId="ADAL" clId="{A42CC88C-7926-49C8-8552-BEA6FD7DB18C}" dt="2025-04-10T08:40:28.153" v="39" actId="1076"/>
          <ac:spMkLst>
            <pc:docMk/>
            <pc:sldMk cId="4054564313" sldId="424"/>
            <ac:spMk id="5" creationId="{77774B30-858D-5499-C72A-883395B15CFC}"/>
          </ac:spMkLst>
        </pc:spChg>
        <pc:spChg chg="add mod">
          <ac:chgData name="Bracchi, Chris" userId="8f8271c7-27d6-4d29-88c4-951cf5dea723" providerId="ADAL" clId="{A42CC88C-7926-49C8-8552-BEA6FD7DB18C}" dt="2025-04-10T08:40:25.486" v="38" actId="1076"/>
          <ac:spMkLst>
            <pc:docMk/>
            <pc:sldMk cId="4054564313" sldId="424"/>
            <ac:spMk id="7" creationId="{FBE92799-D169-C021-8045-DD4787206169}"/>
          </ac:spMkLst>
        </pc:spChg>
        <pc:spChg chg="add mod">
          <ac:chgData name="Bracchi, Chris" userId="8f8271c7-27d6-4d29-88c4-951cf5dea723" providerId="ADAL" clId="{A42CC88C-7926-49C8-8552-BEA6FD7DB18C}" dt="2025-04-10T08:40:20.457" v="37" actId="1076"/>
          <ac:spMkLst>
            <pc:docMk/>
            <pc:sldMk cId="4054564313" sldId="424"/>
            <ac:spMk id="8" creationId="{D055A240-EA64-A4BA-A796-1B956C5C8848}"/>
          </ac:spMkLst>
        </pc:spChg>
        <pc:spChg chg="mod">
          <ac:chgData name="Bracchi, Chris" userId="8f8271c7-27d6-4d29-88c4-951cf5dea723" providerId="ADAL" clId="{A42CC88C-7926-49C8-8552-BEA6FD7DB18C}" dt="2025-04-10T08:39:44.990" v="0" actId="6549"/>
          <ac:spMkLst>
            <pc:docMk/>
            <pc:sldMk cId="4054564313" sldId="424"/>
            <ac:spMk id="23" creationId="{2797162F-17AD-CDB1-E27F-FDD493746F5F}"/>
          </ac:spMkLst>
        </pc:spChg>
      </pc:sldChg>
    </pc:docChg>
  </pc:docChgLst>
  <pc:docChgLst>
    <pc:chgData name="Guerra, Daniel" userId="S::daniel.guerra.exl@canopius.com::e9a10513-a6e6-403a-a779-709641931796" providerId="AD" clId="Web-{8F5E7792-F852-F161-D373-A500CDBB267D}"/>
    <pc:docChg chg="modSld">
      <pc:chgData name="Guerra, Daniel" userId="S::daniel.guerra.exl@canopius.com::e9a10513-a6e6-403a-a779-709641931796" providerId="AD" clId="Web-{8F5E7792-F852-F161-D373-A500CDBB267D}" dt="2025-05-01T09:34:52.484" v="25" actId="20577"/>
      <pc:docMkLst>
        <pc:docMk/>
      </pc:docMkLst>
      <pc:sldChg chg="addSp delSp modSp">
        <pc:chgData name="Guerra, Daniel" userId="S::daniel.guerra.exl@canopius.com::e9a10513-a6e6-403a-a779-709641931796" providerId="AD" clId="Web-{8F5E7792-F852-F161-D373-A500CDBB267D}" dt="2025-05-01T09:34:52.484" v="25" actId="20577"/>
        <pc:sldMkLst>
          <pc:docMk/>
          <pc:sldMk cId="2365996256" sldId="429"/>
        </pc:sldMkLst>
        <pc:spChg chg="mod">
          <ac:chgData name="Guerra, Daniel" userId="S::daniel.guerra.exl@canopius.com::e9a10513-a6e6-403a-a779-709641931796" providerId="AD" clId="Web-{8F5E7792-F852-F161-D373-A500CDBB267D}" dt="2025-05-01T09:34:52.484" v="25" actId="20577"/>
          <ac:spMkLst>
            <pc:docMk/>
            <pc:sldMk cId="2365996256" sldId="429"/>
            <ac:spMk id="5" creationId="{4D32D264-EE5A-7854-D3BD-0ACD562E5A82}"/>
          </ac:spMkLst>
        </pc:spChg>
        <pc:picChg chg="add mod">
          <ac:chgData name="Guerra, Daniel" userId="S::daniel.guerra.exl@canopius.com::e9a10513-a6e6-403a-a779-709641931796" providerId="AD" clId="Web-{8F5E7792-F852-F161-D373-A500CDBB267D}" dt="2025-05-01T09:34:33.076" v="3" actId="14100"/>
          <ac:picMkLst>
            <pc:docMk/>
            <pc:sldMk cId="2365996256" sldId="429"/>
            <ac:picMk id="2" creationId="{C9F5828B-15E1-8CC9-B3F6-CD6FF7B77498}"/>
          </ac:picMkLst>
        </pc:picChg>
        <pc:picChg chg="del">
          <ac:chgData name="Guerra, Daniel" userId="S::daniel.guerra.exl@canopius.com::e9a10513-a6e6-403a-a779-709641931796" providerId="AD" clId="Web-{8F5E7792-F852-F161-D373-A500CDBB267D}" dt="2025-05-01T09:34:00.792" v="0"/>
          <ac:picMkLst>
            <pc:docMk/>
            <pc:sldMk cId="2365996256" sldId="429"/>
            <ac:picMk id="10" creationId="{E88B7567-BD75-CC4B-706C-660E5002280D}"/>
          </ac:picMkLst>
        </pc:picChg>
      </pc:sldChg>
    </pc:docChg>
  </pc:docChgLst>
  <pc:docChgLst>
    <pc:chgData name="Guerra, Daniel" userId="S::daniel.guerra.exl@canopius.com::e9a10513-a6e6-403a-a779-709641931796" providerId="AD" clId="Web-{82E02F35-1DE7-2CFA-7182-4F7185F97426}"/>
    <pc:docChg chg="modSld">
      <pc:chgData name="Guerra, Daniel" userId="S::daniel.guerra.exl@canopius.com::e9a10513-a6e6-403a-a779-709641931796" providerId="AD" clId="Web-{82E02F35-1DE7-2CFA-7182-4F7185F97426}" dt="2025-04-10T10:45:55.444" v="246" actId="1076"/>
      <pc:docMkLst>
        <pc:docMk/>
      </pc:docMkLst>
      <pc:sldChg chg="modSp">
        <pc:chgData name="Guerra, Daniel" userId="S::daniel.guerra.exl@canopius.com::e9a10513-a6e6-403a-a779-709641931796" providerId="AD" clId="Web-{82E02F35-1DE7-2CFA-7182-4F7185F97426}" dt="2025-04-10T10:27:17.329" v="7" actId="20577"/>
        <pc:sldMkLst>
          <pc:docMk/>
          <pc:sldMk cId="4109660415" sldId="420"/>
        </pc:sldMkLst>
        <pc:spChg chg="mod">
          <ac:chgData name="Guerra, Daniel" userId="S::daniel.guerra.exl@canopius.com::e9a10513-a6e6-403a-a779-709641931796" providerId="AD" clId="Web-{82E02F35-1DE7-2CFA-7182-4F7185F97426}" dt="2025-04-10T10:27:17.329" v="7" actId="20577"/>
          <ac:spMkLst>
            <pc:docMk/>
            <pc:sldMk cId="4109660415" sldId="420"/>
            <ac:spMk id="3" creationId="{586488E2-30E9-445D-28CC-B6904B0DECBC}"/>
          </ac:spMkLst>
        </pc:spChg>
        <pc:spChg chg="mod">
          <ac:chgData name="Guerra, Daniel" userId="S::daniel.guerra.exl@canopius.com::e9a10513-a6e6-403a-a779-709641931796" providerId="AD" clId="Web-{82E02F35-1DE7-2CFA-7182-4F7185F97426}" dt="2025-04-10T10:27:09.828" v="5" actId="20577"/>
          <ac:spMkLst>
            <pc:docMk/>
            <pc:sldMk cId="4109660415" sldId="420"/>
            <ac:spMk id="4" creationId="{4FD83DD9-C7B5-0993-7792-423E6E8608BC}"/>
          </ac:spMkLst>
        </pc:spChg>
      </pc:sldChg>
      <pc:sldChg chg="addSp delSp modSp">
        <pc:chgData name="Guerra, Daniel" userId="S::daniel.guerra.exl@canopius.com::e9a10513-a6e6-403a-a779-709641931796" providerId="AD" clId="Web-{82E02F35-1DE7-2CFA-7182-4F7185F97426}" dt="2025-04-10T10:45:55.444" v="246" actId="1076"/>
        <pc:sldMkLst>
          <pc:docMk/>
          <pc:sldMk cId="4054564313" sldId="424"/>
        </pc:sldMkLst>
        <pc:spChg chg="add mod">
          <ac:chgData name="Guerra, Daniel" userId="S::daniel.guerra.exl@canopius.com::e9a10513-a6e6-403a-a779-709641931796" providerId="AD" clId="Web-{82E02F35-1DE7-2CFA-7182-4F7185F97426}" dt="2025-04-10T10:39:42.650" v="106"/>
          <ac:spMkLst>
            <pc:docMk/>
            <pc:sldMk cId="4054564313" sldId="424"/>
            <ac:spMk id="9" creationId="{C7CB4AE4-0958-2C9C-C39C-0B4C6B821739}"/>
          </ac:spMkLst>
        </pc:spChg>
        <pc:spChg chg="add mod">
          <ac:chgData name="Guerra, Daniel" userId="S::daniel.guerra.exl@canopius.com::e9a10513-a6e6-403a-a779-709641931796" providerId="AD" clId="Web-{82E02F35-1DE7-2CFA-7182-4F7185F97426}" dt="2025-04-10T10:41:59.296" v="155" actId="1076"/>
          <ac:spMkLst>
            <pc:docMk/>
            <pc:sldMk cId="4054564313" sldId="424"/>
            <ac:spMk id="14" creationId="{4BA3273D-7D35-014B-DF67-3C598D62E5EA}"/>
          </ac:spMkLst>
        </pc:spChg>
        <pc:spChg chg="add mod">
          <ac:chgData name="Guerra, Daniel" userId="S::daniel.guerra.exl@canopius.com::e9a10513-a6e6-403a-a779-709641931796" providerId="AD" clId="Web-{82E02F35-1DE7-2CFA-7182-4F7185F97426}" dt="2025-04-10T10:45:44.850" v="244" actId="1076"/>
          <ac:spMkLst>
            <pc:docMk/>
            <pc:sldMk cId="4054564313" sldId="424"/>
            <ac:spMk id="19" creationId="{9C869BF6-242A-B0C5-E18F-8B24F092592D}"/>
          </ac:spMkLst>
        </pc:spChg>
        <pc:spChg chg="add mod">
          <ac:chgData name="Guerra, Daniel" userId="S::daniel.guerra.exl@canopius.com::e9a10513-a6e6-403a-a779-709641931796" providerId="AD" clId="Web-{82E02F35-1DE7-2CFA-7182-4F7185F97426}" dt="2025-04-10T10:45:55.444" v="246" actId="1076"/>
          <ac:spMkLst>
            <pc:docMk/>
            <pc:sldMk cId="4054564313" sldId="424"/>
            <ac:spMk id="20" creationId="{B8DC8470-9F85-4D02-FE78-C76A4D6B4C09}"/>
          </ac:spMkLst>
        </pc:spChg>
        <pc:spChg chg="mod topLvl">
          <ac:chgData name="Guerra, Daniel" userId="S::daniel.guerra.exl@canopius.com::e9a10513-a6e6-403a-a779-709641931796" providerId="AD" clId="Web-{82E02F35-1DE7-2CFA-7182-4F7185F97426}" dt="2025-04-10T10:44:14.300" v="188"/>
          <ac:spMkLst>
            <pc:docMk/>
            <pc:sldMk cId="4054564313" sldId="424"/>
            <ac:spMk id="1042" creationId="{BC83FA33-86A6-2EE9-3FCA-ACB3C64A5E93}"/>
          </ac:spMkLst>
        </pc:spChg>
        <pc:spChg chg="mod topLvl">
          <ac:chgData name="Guerra, Daniel" userId="S::daniel.guerra.exl@canopius.com::e9a10513-a6e6-403a-a779-709641931796" providerId="AD" clId="Web-{82E02F35-1DE7-2CFA-7182-4F7185F97426}" dt="2025-04-10T10:38:58.790" v="100"/>
          <ac:spMkLst>
            <pc:docMk/>
            <pc:sldMk cId="4054564313" sldId="424"/>
            <ac:spMk id="1045" creationId="{59F39544-7894-3CC4-E476-C01940D5D01E}"/>
          </ac:spMkLst>
        </pc:spChg>
        <pc:grpChg chg="del">
          <ac:chgData name="Guerra, Daniel" userId="S::daniel.guerra.exl@canopius.com::e9a10513-a6e6-403a-a779-709641931796" providerId="AD" clId="Web-{82E02F35-1DE7-2CFA-7182-4F7185F97426}" dt="2025-04-10T10:28:40.113" v="8"/>
          <ac:grpSpMkLst>
            <pc:docMk/>
            <pc:sldMk cId="4054564313" sldId="424"/>
            <ac:grpSpMk id="2" creationId="{AA6043AC-75EA-BDAB-DC17-0509D5295E70}"/>
          </ac:grpSpMkLst>
        </pc:grpChg>
        <pc:grpChg chg="topLvl">
          <ac:chgData name="Guerra, Daniel" userId="S::daniel.guerra.exl@canopius.com::e9a10513-a6e6-403a-a779-709641931796" providerId="AD" clId="Web-{82E02F35-1DE7-2CFA-7182-4F7185F97426}" dt="2025-04-10T10:28:40.113" v="8"/>
          <ac:grpSpMkLst>
            <pc:docMk/>
            <pc:sldMk cId="4054564313" sldId="424"/>
            <ac:grpSpMk id="31" creationId="{0D3C471B-0E1D-28EC-28F9-25FF57159228}"/>
          </ac:grpSpMkLst>
        </pc:grpChg>
        <pc:grpChg chg="del topLvl">
          <ac:chgData name="Guerra, Daniel" userId="S::daniel.guerra.exl@canopius.com::e9a10513-a6e6-403a-a779-709641931796" providerId="AD" clId="Web-{82E02F35-1DE7-2CFA-7182-4F7185F97426}" dt="2025-04-10T10:44:14.300" v="188"/>
          <ac:grpSpMkLst>
            <pc:docMk/>
            <pc:sldMk cId="4054564313" sldId="424"/>
            <ac:grpSpMk id="1044" creationId="{CA2501A2-51FD-BBA6-2A6C-528189A05066}"/>
          </ac:grpSpMkLst>
        </pc:grpChg>
        <pc:picChg chg="topLvl">
          <ac:chgData name="Guerra, Daniel" userId="S::daniel.guerra.exl@canopius.com::e9a10513-a6e6-403a-a779-709641931796" providerId="AD" clId="Web-{82E02F35-1DE7-2CFA-7182-4F7185F97426}" dt="2025-04-10T10:28:40.113" v="8"/>
          <ac:picMkLst>
            <pc:docMk/>
            <pc:sldMk cId="4054564313" sldId="424"/>
            <ac:picMk id="4" creationId="{29E6796A-BC7A-158E-7D1F-790D36AD0889}"/>
          </ac:picMkLst>
        </pc:picChg>
        <pc:picChg chg="topLvl">
          <ac:chgData name="Guerra, Daniel" userId="S::daniel.guerra.exl@canopius.com::e9a10513-a6e6-403a-a779-709641931796" providerId="AD" clId="Web-{82E02F35-1DE7-2CFA-7182-4F7185F97426}" dt="2025-04-10T10:28:40.113" v="8"/>
          <ac:picMkLst>
            <pc:docMk/>
            <pc:sldMk cId="4054564313" sldId="424"/>
            <ac:picMk id="6" creationId="{826FC8E3-C508-4EF6-8E4D-C32B93D93591}"/>
          </ac:picMkLst>
        </pc:picChg>
        <pc:picChg chg="topLvl">
          <ac:chgData name="Guerra, Daniel" userId="S::daniel.guerra.exl@canopius.com::e9a10513-a6e6-403a-a779-709641931796" providerId="AD" clId="Web-{82E02F35-1DE7-2CFA-7182-4F7185F97426}" dt="2025-04-10T10:28:40.113" v="8"/>
          <ac:picMkLst>
            <pc:docMk/>
            <pc:sldMk cId="4054564313" sldId="424"/>
            <ac:picMk id="36" creationId="{607FE003-09D7-3C44-38EE-8DA97971F9FA}"/>
          </ac:picMkLst>
        </pc:picChg>
        <pc:picChg chg="del mod topLvl">
          <ac:chgData name="Guerra, Daniel" userId="S::daniel.guerra.exl@canopius.com::e9a10513-a6e6-403a-a779-709641931796" providerId="AD" clId="Web-{82E02F35-1DE7-2CFA-7182-4F7185F97426}" dt="2025-04-10T10:44:17.331" v="189"/>
          <ac:picMkLst>
            <pc:docMk/>
            <pc:sldMk cId="4054564313" sldId="424"/>
            <ac:picMk id="55" creationId="{B439527F-A7F4-9B90-C4E5-CA6A1307EFF1}"/>
          </ac:picMkLst>
        </pc:picChg>
        <pc:picChg chg="del topLvl">
          <ac:chgData name="Guerra, Daniel" userId="S::daniel.guerra.exl@canopius.com::e9a10513-a6e6-403a-a779-709641931796" providerId="AD" clId="Web-{82E02F35-1DE7-2CFA-7182-4F7185F97426}" dt="2025-04-10T10:45:50.709" v="245"/>
          <ac:picMkLst>
            <pc:docMk/>
            <pc:sldMk cId="4054564313" sldId="424"/>
            <ac:picMk id="57" creationId="{7D2F6B2A-95EF-27AA-8181-BB0A958F925C}"/>
          </ac:picMkLst>
        </pc:picChg>
        <pc:picChg chg="del topLvl">
          <ac:chgData name="Guerra, Daniel" userId="S::daniel.guerra.exl@canopius.com::e9a10513-a6e6-403a-a779-709641931796" providerId="AD" clId="Web-{82E02F35-1DE7-2CFA-7182-4F7185F97426}" dt="2025-04-10T10:44:14.300" v="188"/>
          <ac:picMkLst>
            <pc:docMk/>
            <pc:sldMk cId="4054564313" sldId="424"/>
            <ac:picMk id="59" creationId="{AA6F6C1C-35EA-C9FD-81EA-2F1D51A7E638}"/>
          </ac:picMkLst>
        </pc:picChg>
        <pc:cxnChg chg="topLvl">
          <ac:chgData name="Guerra, Daniel" userId="S::daniel.guerra.exl@canopius.com::e9a10513-a6e6-403a-a779-709641931796" providerId="AD" clId="Web-{82E02F35-1DE7-2CFA-7182-4F7185F97426}" dt="2025-04-10T10:28:40.113" v="8"/>
          <ac:cxnSpMkLst>
            <pc:docMk/>
            <pc:sldMk cId="4054564313" sldId="424"/>
            <ac:cxnSpMk id="33" creationId="{3058BD74-F236-3DE9-8196-13675F861394}"/>
          </ac:cxnSpMkLst>
        </pc:cxnChg>
      </pc:sldChg>
    </pc:docChg>
  </pc:docChgLst>
  <pc:docChgLst>
    <pc:chgData name="Shinde,Mahesh" userId="S::mahesh.shinde.exl@canopius.com::3bc3ed72-0996-4473-a757-b76904dcf656" providerId="AD" clId="Web-{EA4511A5-E455-9294-C547-18850BAAF0FB}"/>
    <pc:docChg chg="modSld">
      <pc:chgData name="Shinde,Mahesh" userId="S::mahesh.shinde.exl@canopius.com::3bc3ed72-0996-4473-a757-b76904dcf656" providerId="AD" clId="Web-{EA4511A5-E455-9294-C547-18850BAAF0FB}" dt="2023-03-31T13:22:56.695" v="3" actId="20577"/>
      <pc:docMkLst>
        <pc:docMk/>
      </pc:docMkLst>
      <pc:sldChg chg="modSp">
        <pc:chgData name="Shinde,Mahesh" userId="S::mahesh.shinde.exl@canopius.com::3bc3ed72-0996-4473-a757-b76904dcf656" providerId="AD" clId="Web-{EA4511A5-E455-9294-C547-18850BAAF0FB}" dt="2023-03-31T13:22:56.695" v="3" actId="20577"/>
        <pc:sldMkLst>
          <pc:docMk/>
          <pc:sldMk cId="4109660415" sldId="420"/>
        </pc:sldMkLst>
      </pc:sldChg>
    </pc:docChg>
  </pc:docChgLst>
  <pc:docChgLst>
    <pc:chgData name="Guerra, Daniel" userId="S::daniel.guerra.exl@canopius.com::e9a10513-a6e6-403a-a779-709641931796" providerId="AD" clId="Web-{5273DD55-FCBF-AB22-CA8F-69F0D33C424B}"/>
    <pc:docChg chg="modSld">
      <pc:chgData name="Guerra, Daniel" userId="S::daniel.guerra.exl@canopius.com::e9a10513-a6e6-403a-a779-709641931796" providerId="AD" clId="Web-{5273DD55-FCBF-AB22-CA8F-69F0D33C424B}" dt="2025-05-01T14:13:58.018" v="12" actId="20577"/>
      <pc:docMkLst>
        <pc:docMk/>
      </pc:docMkLst>
      <pc:sldChg chg="modSp">
        <pc:chgData name="Guerra, Daniel" userId="S::daniel.guerra.exl@canopius.com::e9a10513-a6e6-403a-a779-709641931796" providerId="AD" clId="Web-{5273DD55-FCBF-AB22-CA8F-69F0D33C424B}" dt="2025-05-01T14:13:58.018" v="12" actId="20577"/>
        <pc:sldMkLst>
          <pc:docMk/>
          <pc:sldMk cId="4109660415" sldId="420"/>
        </pc:sldMkLst>
        <pc:spChg chg="mod">
          <ac:chgData name="Guerra, Daniel" userId="S::daniel.guerra.exl@canopius.com::e9a10513-a6e6-403a-a779-709641931796" providerId="AD" clId="Web-{5273DD55-FCBF-AB22-CA8F-69F0D33C424B}" dt="2025-05-01T14:13:58.018" v="12" actId="20577"/>
          <ac:spMkLst>
            <pc:docMk/>
            <pc:sldMk cId="4109660415" sldId="420"/>
            <ac:spMk id="10" creationId="{ED58BFE2-7363-DE35-B409-11D02C37ABBD}"/>
          </ac:spMkLst>
        </pc:spChg>
      </pc:sldChg>
      <pc:sldChg chg="modSp modCm">
        <pc:chgData name="Guerra, Daniel" userId="S::daniel.guerra.exl@canopius.com::e9a10513-a6e6-403a-a779-709641931796" providerId="AD" clId="Web-{5273DD55-FCBF-AB22-CA8F-69F0D33C424B}" dt="2025-05-01T14:13:33.955" v="1" actId="20577"/>
        <pc:sldMkLst>
          <pc:docMk/>
          <pc:sldMk cId="3851866758" sldId="431"/>
        </pc:sldMkLst>
        <pc:spChg chg="mod">
          <ac:chgData name="Guerra, Daniel" userId="S::daniel.guerra.exl@canopius.com::e9a10513-a6e6-403a-a779-709641931796" providerId="AD" clId="Web-{5273DD55-FCBF-AB22-CA8F-69F0D33C424B}" dt="2025-05-01T14:13:33.955" v="1" actId="20577"/>
          <ac:spMkLst>
            <pc:docMk/>
            <pc:sldMk cId="3851866758" sldId="431"/>
            <ac:spMk id="3" creationId="{3A5148AA-A478-0239-0076-484172090D06}"/>
          </ac:spMkLst>
        </pc:spChg>
        <pc:extLst>
          <p:ext xmlns:p="http://schemas.openxmlformats.org/presentationml/2006/main" uri="{D6D511B9-2390-475A-947B-AFAB55BFBCF1}">
            <pc226:cmChg xmlns:pc226="http://schemas.microsoft.com/office/powerpoint/2022/06/main/command" chg="mod">
              <pc226:chgData name="Guerra, Daniel" userId="S::daniel.guerra.exl@canopius.com::e9a10513-a6e6-403a-a779-709641931796" providerId="AD" clId="Web-{5273DD55-FCBF-AB22-CA8F-69F0D33C424B}" dt="2025-05-01T14:13:32.768" v="0" actId="20577"/>
              <pc2:cmMkLst xmlns:pc2="http://schemas.microsoft.com/office/powerpoint/2019/9/main/command">
                <pc:docMk/>
                <pc:sldMk cId="3851866758" sldId="431"/>
                <pc2:cmMk id="{5C2596D6-69AF-4FA6-BE7D-3548FE67696B}"/>
              </pc2:cmMkLst>
            </pc226:cmChg>
          </p:ext>
        </pc:extLst>
      </pc:sldChg>
    </pc:docChg>
  </pc:docChgLst>
  <pc:docChgLst>
    <pc:chgData name="Guerra, Daniel" userId="S::daniel.guerra.exl@canopius.com::e9a10513-a6e6-403a-a779-709641931796" providerId="AD" clId="Web-{494F3288-6A7F-EA51-1E93-2CA3352C81BF}"/>
    <pc:docChg chg="modSld">
      <pc:chgData name="Guerra, Daniel" userId="S::daniel.guerra.exl@canopius.com::e9a10513-a6e6-403a-a779-709641931796" providerId="AD" clId="Web-{494F3288-6A7F-EA51-1E93-2CA3352C81BF}" dt="2025-04-10T10:26:23.796" v="58" actId="20577"/>
      <pc:docMkLst>
        <pc:docMk/>
      </pc:docMkLst>
      <pc:sldChg chg="addSp modSp">
        <pc:chgData name="Guerra, Daniel" userId="S::daniel.guerra.exl@canopius.com::e9a10513-a6e6-403a-a779-709641931796" providerId="AD" clId="Web-{494F3288-6A7F-EA51-1E93-2CA3352C81BF}" dt="2025-04-10T10:26:23.796" v="58" actId="20577"/>
        <pc:sldMkLst>
          <pc:docMk/>
          <pc:sldMk cId="4109660415" sldId="420"/>
        </pc:sldMkLst>
        <pc:spChg chg="mod">
          <ac:chgData name="Guerra, Daniel" userId="S::daniel.guerra.exl@canopius.com::e9a10513-a6e6-403a-a779-709641931796" providerId="AD" clId="Web-{494F3288-6A7F-EA51-1E93-2CA3352C81BF}" dt="2025-04-10T10:25:50.576" v="15" actId="1076"/>
          <ac:spMkLst>
            <pc:docMk/>
            <pc:sldMk cId="4109660415" sldId="420"/>
            <ac:spMk id="3" creationId="{586488E2-30E9-445D-28CC-B6904B0DECBC}"/>
          </ac:spMkLst>
        </pc:spChg>
        <pc:spChg chg="add mod">
          <ac:chgData name="Guerra, Daniel" userId="S::daniel.guerra.exl@canopius.com::e9a10513-a6e6-403a-a779-709641931796" providerId="AD" clId="Web-{494F3288-6A7F-EA51-1E93-2CA3352C81BF}" dt="2025-04-10T10:26:23.796" v="58" actId="20577"/>
          <ac:spMkLst>
            <pc:docMk/>
            <pc:sldMk cId="4109660415" sldId="420"/>
            <ac:spMk id="4" creationId="{4FD83DD9-C7B5-0993-7792-423E6E8608BC}"/>
          </ac:spMkLst>
        </pc:spChg>
        <pc:spChg chg="mod">
          <ac:chgData name="Guerra, Daniel" userId="S::daniel.guerra.exl@canopius.com::e9a10513-a6e6-403a-a779-709641931796" providerId="AD" clId="Web-{494F3288-6A7F-EA51-1E93-2CA3352C81BF}" dt="2025-04-10T10:25:43.561" v="9" actId="1076"/>
          <ac:spMkLst>
            <pc:docMk/>
            <pc:sldMk cId="4109660415" sldId="420"/>
            <ac:spMk id="8" creationId="{DAE6BE1A-FA05-7EBB-35C2-F3C72D832311}"/>
          </ac:spMkLst>
        </pc:spChg>
        <pc:spChg chg="mod">
          <ac:chgData name="Guerra, Daniel" userId="S::daniel.guerra.exl@canopius.com::e9a10513-a6e6-403a-a779-709641931796" providerId="AD" clId="Web-{494F3288-6A7F-EA51-1E93-2CA3352C81BF}" dt="2025-04-10T10:25:43.592" v="10" actId="1076"/>
          <ac:spMkLst>
            <pc:docMk/>
            <pc:sldMk cId="4109660415" sldId="420"/>
            <ac:spMk id="9" creationId="{B1FC03DE-0C7E-910B-AC3D-BBEBB86FD253}"/>
          </ac:spMkLst>
        </pc:spChg>
        <pc:spChg chg="mod">
          <ac:chgData name="Guerra, Daniel" userId="S::daniel.guerra.exl@canopius.com::e9a10513-a6e6-403a-a779-709641931796" providerId="AD" clId="Web-{494F3288-6A7F-EA51-1E93-2CA3352C81BF}" dt="2025-04-10T10:25:43.623" v="11" actId="1076"/>
          <ac:spMkLst>
            <pc:docMk/>
            <pc:sldMk cId="4109660415" sldId="420"/>
            <ac:spMk id="10" creationId="{ED58BFE2-7363-DE35-B409-11D02C37ABBD}"/>
          </ac:spMkLst>
        </pc:spChg>
        <pc:graphicFrameChg chg="mod">
          <ac:chgData name="Guerra, Daniel" userId="S::daniel.guerra.exl@canopius.com::e9a10513-a6e6-403a-a779-709641931796" providerId="AD" clId="Web-{494F3288-6A7F-EA51-1E93-2CA3352C81BF}" dt="2025-04-10T10:25:43.654" v="12" actId="1076"/>
          <ac:graphicFrameMkLst>
            <pc:docMk/>
            <pc:sldMk cId="4109660415" sldId="420"/>
            <ac:graphicFrameMk id="11" creationId="{75A1F85F-B9EE-BCA1-338D-9823C18E674B}"/>
          </ac:graphicFrameMkLst>
        </pc:graphicFrameChg>
        <pc:graphicFrameChg chg="mod">
          <ac:chgData name="Guerra, Daniel" userId="S::daniel.guerra.exl@canopius.com::e9a10513-a6e6-403a-a779-709641931796" providerId="AD" clId="Web-{494F3288-6A7F-EA51-1E93-2CA3352C81BF}" dt="2025-04-10T10:25:43.701" v="13" actId="1076"/>
          <ac:graphicFrameMkLst>
            <pc:docMk/>
            <pc:sldMk cId="4109660415" sldId="420"/>
            <ac:graphicFrameMk id="14" creationId="{EB75C9C6-9E9C-C53C-D401-7B12990D3BA0}"/>
          </ac:graphicFrameMkLst>
        </pc:graphicFrameChg>
        <pc:graphicFrameChg chg="mod">
          <ac:chgData name="Guerra, Daniel" userId="S::daniel.guerra.exl@canopius.com::e9a10513-a6e6-403a-a779-709641931796" providerId="AD" clId="Web-{494F3288-6A7F-EA51-1E93-2CA3352C81BF}" dt="2025-04-10T10:25:43.732" v="14" actId="1076"/>
          <ac:graphicFrameMkLst>
            <pc:docMk/>
            <pc:sldMk cId="4109660415" sldId="420"/>
            <ac:graphicFrameMk id="16" creationId="{21D5CA10-3E79-ECBE-36FE-8B450E86D02C}"/>
          </ac:graphicFrameMkLst>
        </pc:graphicFrameChg>
        <pc:cxnChg chg="mod">
          <ac:chgData name="Guerra, Daniel" userId="S::daniel.guerra.exl@canopius.com::e9a10513-a6e6-403a-a779-709641931796" providerId="AD" clId="Web-{494F3288-6A7F-EA51-1E93-2CA3352C81BF}" dt="2025-04-10T10:25:43.514" v="7" actId="1076"/>
          <ac:cxnSpMkLst>
            <pc:docMk/>
            <pc:sldMk cId="4109660415" sldId="420"/>
            <ac:cxnSpMk id="5" creationId="{D1908580-EE87-E1C2-2EBB-634B696E918E}"/>
          </ac:cxnSpMkLst>
        </pc:cxnChg>
        <pc:cxnChg chg="mod">
          <ac:chgData name="Guerra, Daniel" userId="S::daniel.guerra.exl@canopius.com::e9a10513-a6e6-403a-a779-709641931796" providerId="AD" clId="Web-{494F3288-6A7F-EA51-1E93-2CA3352C81BF}" dt="2025-04-10T10:25:43.545" v="8" actId="1076"/>
          <ac:cxnSpMkLst>
            <pc:docMk/>
            <pc:sldMk cId="4109660415" sldId="420"/>
            <ac:cxnSpMk id="6" creationId="{CD193FE3-0CB4-60D7-26AB-B5B828BD2159}"/>
          </ac:cxnSpMkLst>
        </pc:cxnChg>
      </pc:sldChg>
    </pc:docChg>
  </pc:docChgLst>
</pc:chgInfo>
</file>

<file path=ppt/comments/modernComment_1A9_A73EAA57.xml><?xml version="1.0" encoding="utf-8"?>
<p188:cmLst xmlns:a="http://schemas.openxmlformats.org/drawingml/2006/main" xmlns:r="http://schemas.openxmlformats.org/officeDocument/2006/relationships" xmlns:p188="http://schemas.microsoft.com/office/powerpoint/2018/8/main">
  <p188:cm id="{0FC3F3E7-9E35-4319-97D5-339B550B9090}" authorId="{B23092F6-8481-8122-3A60-816334672464}" created="2025-04-11T08:59:46.824">
    <ac:txMkLst xmlns:ac="http://schemas.microsoft.com/office/drawing/2013/main/command">
      <pc:docMk xmlns:pc="http://schemas.microsoft.com/office/powerpoint/2013/main/command"/>
      <pc:sldMk xmlns:pc="http://schemas.microsoft.com/office/powerpoint/2013/main/command" cId="2805901911" sldId="425"/>
      <ac:graphicFrameMk id="1038" creationId="{2276ED3B-6261-1948-7003-9EE7D0BF8B7B}"/>
      <ac:tblMk/>
      <ac:tcMk rowId="2465497900" colId="748289387"/>
      <ac:txMk cp="0" len="18">
        <ac:context len="19" hash="2126437437"/>
      </ac:txMk>
    </ac:txMkLst>
    <p188:pos x="7580685" y="1521200"/>
    <p188:replyLst>
      <p188:reply id="{41B370C7-D659-40C6-B662-BED97A567531}" authorId="{B1617FA6-2270-D894-217D-1D4E643B923D}" created="2025-04-15T08:32:55.031">
        <p188:txBody>
          <a:bodyPr/>
          <a:lstStyle/>
          <a:p>
            <a:r>
              <a:rPr lang="en-US"/>
              <a:t>Changed</a:t>
            </a:r>
          </a:p>
        </p188:txBody>
      </p188:reply>
    </p188:replyLst>
    <p188:txBody>
      <a:bodyPr/>
      <a:lstStyle/>
      <a:p>
        <a:r>
          <a:rPr lang="en-GB"/>
          <a:t>ABundleEnvironment</a:t>
        </a:r>
      </a:p>
    </p188:txBody>
  </p188:cm>
  <p188:cm id="{5D78179E-24B2-47B9-A16F-2AA0B9844BE6}" authorId="{B23092F6-8481-8122-3A60-816334672464}" created="2025-04-11T08:59:57.167">
    <ac:txMkLst xmlns:ac="http://schemas.microsoft.com/office/drawing/2013/main/command">
      <pc:docMk xmlns:pc="http://schemas.microsoft.com/office/powerpoint/2013/main/command"/>
      <pc:sldMk xmlns:pc="http://schemas.microsoft.com/office/powerpoint/2013/main/command" cId="2805901911" sldId="425"/>
      <ac:graphicFrameMk id="1038" creationId="{2276ED3B-6261-1948-7003-9EE7D0BF8B7B}"/>
      <ac:tblMk/>
      <ac:tcMk rowId="2561917079" colId="748289387"/>
      <ac:txMk cp="0" len="21">
        <ac:context len="22" hash="1022521831"/>
      </ac:txMk>
    </ac:txMkLst>
    <p188:pos x="7415222" y="1886960"/>
    <p188:replyLst>
      <p188:reply id="{35284FF5-DC52-4D22-8718-FFACF900A851}" authorId="{B1617FA6-2270-D894-217D-1D4E643B923D}" created="2025-04-15T08:32:57.469">
        <p188:txBody>
          <a:bodyPr/>
          <a:lstStyle/>
          <a:p>
            <a:r>
              <a:rPr lang="en-US"/>
              <a:t>Changed</a:t>
            </a:r>
          </a:p>
        </p188:txBody>
      </p188:reply>
    </p188:replyLst>
    <p188:txBody>
      <a:bodyPr/>
      <a:lstStyle/>
      <a:p>
        <a:r>
          <a:rPr lang="en-GB"/>
          <a:t>ABundleSubEnvironment</a:t>
        </a:r>
      </a:p>
    </p188:txBody>
  </p188:cm>
</p188:cmLst>
</file>

<file path=ppt/comments/modernComment_1AF_E596D286.xml><?xml version="1.0" encoding="utf-8"?>
<p188:cmLst xmlns:a="http://schemas.openxmlformats.org/drawingml/2006/main" xmlns:r="http://schemas.openxmlformats.org/officeDocument/2006/relationships" xmlns:p188="http://schemas.microsoft.com/office/powerpoint/2018/8/main">
  <p188:cm id="{5C2596D6-69AF-4FA6-BE7D-3548FE67696B}" authorId="{B23092F6-8481-8122-3A60-816334672464}" created="2025-04-11T08:57:41.496">
    <ac:txMkLst xmlns:ac="http://schemas.microsoft.com/office/drawing/2013/main/command">
      <pc:docMk xmlns:pc="http://schemas.microsoft.com/office/powerpoint/2013/main/command"/>
      <pc:sldMk xmlns:pc="http://schemas.microsoft.com/office/powerpoint/2013/main/command" cId="3851866758" sldId="431"/>
      <ac:spMk id="3" creationId="{3A5148AA-A478-0239-0076-484172090D06}"/>
      <ac:txMk cp="662" len="69">
        <ac:context len="936" hash="3333375506"/>
      </ac:txMk>
    </ac:txMkLst>
    <p188:pos x="9145786" y="2717967"/>
    <p188:replyLst>
      <p188:reply id="{F796D886-5308-43C9-A555-5E3FD3725520}" authorId="{B1617FA6-2270-D894-217D-1D4E643B923D}" created="2025-04-15T08:32:40.878">
        <p188:txBody>
          <a:bodyPr/>
          <a:lstStyle/>
          <a:p>
            <a:r>
              <a:rPr lang="en-US"/>
              <a:t>Added a link to Databricks Asset Bundles resources</a:t>
            </a:r>
          </a:p>
        </p188:txBody>
      </p188:reply>
    </p188:replyLst>
    <p188:txBody>
      <a:bodyPr/>
      <a:lstStyle/>
      <a:p>
        <a:r>
          <a:rPr lang="en-GB"/>
          <a:t>What infrastructure is possible through asset bundles?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12F635A-E664-4E1C-913B-1DE57385B92F}" type="datetimeFigureOut">
              <a:rPr lang="en-GB" smtClean="0"/>
              <a:t>01/05/2025</a:t>
            </a:fld>
            <a:endParaRPr lang="en-GB"/>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CF6E8AD-DE0D-4102-B836-F52F81CC78A8}" type="slidenum">
              <a:rPr lang="en-GB" smtClean="0"/>
              <a:t>‹#›</a:t>
            </a:fld>
            <a:endParaRPr lang="en-GB"/>
          </a:p>
        </p:txBody>
      </p:sp>
    </p:spTree>
    <p:extLst>
      <p:ext uri="{BB962C8B-B14F-4D97-AF65-F5344CB8AC3E}">
        <p14:creationId xmlns:p14="http://schemas.microsoft.com/office/powerpoint/2010/main" val="2966782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20reversed.png" TargetMode="External"/></Relationships>
</file>

<file path=ppt/slideLayouts/_rels/slideLayout8.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3.jp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jp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png"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jp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png" TargetMode="External"/></Relationships>
</file>

<file path=ppt/slideLayouts/_rels/slideLayout11.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jpeg"/></Relationships>
</file>

<file path=ppt/slideLayouts/_rels/slideLayout12.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13.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8.jpe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jpg"/><Relationship Id="rId1" Type="http://schemas.openxmlformats.org/officeDocument/2006/relationships/slideMaster" Target="../slideMasters/slideMaster1.xml"/><Relationship Id="rId4" Type="http://schemas.openxmlformats.org/officeDocument/2006/relationships/image" Target="file:////Users/9T6/Red%20Giant%20Dropbox/Red%20Giant%20Server/Canopius/Canopius%20Logos/Canopius%20vector%20logo.png" TargetMode="External"/></Relationships>
</file>

<file path=ppt/slideLayouts/_rels/slideLayout15.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20.jpeg"/></Relationships>
</file>

<file path=ppt/slideLayouts/_rels/slideLayout16.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21.jpeg"/></Relationships>
</file>

<file path=ppt/slideLayouts/_rels/slideLayout17.xml.rels><?xml version="1.0" encoding="UTF-8" standalone="yes"?>
<Relationships xmlns="http://schemas.openxmlformats.org/package/2006/relationships"><Relationship Id="rId3" Type="http://schemas.openxmlformats.org/officeDocument/2006/relationships/image" Target="file:////Users/9T6/Red%20Giant%20Dropbox/Red%20Giant%20Server/Canopius/Canopius%20Logos/Canopius%20vector%20logo.png" TargetMode="External"/><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8" name="object 4">
            <a:extLst>
              <a:ext uri="{FF2B5EF4-FFF2-40B4-BE49-F238E27FC236}">
                <a16:creationId xmlns:a16="http://schemas.microsoft.com/office/drawing/2014/main" id="{B10306C8-5A1E-A347-B534-0DB36E3E59D2}"/>
              </a:ext>
            </a:extLst>
          </p:cNvPr>
          <p:cNvPicPr/>
          <p:nvPr userDrawn="1"/>
        </p:nvPicPr>
        <p:blipFill>
          <a:blip r:embed="rId2" cstate="print"/>
          <a:stretch>
            <a:fillRect/>
          </a:stretch>
        </p:blipFill>
        <p:spPr>
          <a:xfrm>
            <a:off x="4057205" y="0"/>
            <a:ext cx="8135988" cy="6858000"/>
          </a:xfrm>
          <a:prstGeom prst="rect">
            <a:avLst/>
          </a:prstGeom>
        </p:spPr>
      </p:pic>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grpSp>
        <p:nvGrpSpPr>
          <p:cNvPr id="20" name="Group 19">
            <a:extLst>
              <a:ext uri="{FF2B5EF4-FFF2-40B4-BE49-F238E27FC236}">
                <a16:creationId xmlns:a16="http://schemas.microsoft.com/office/drawing/2014/main" id="{4B08E3CD-364A-A24C-BE89-177EABA3DF82}"/>
              </a:ext>
            </a:extLst>
          </p:cNvPr>
          <p:cNvGrpSpPr/>
          <p:nvPr userDrawn="1"/>
        </p:nvGrpSpPr>
        <p:grpSpPr>
          <a:xfrm>
            <a:off x="1478824"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a:p>
          </p:txBody>
        </p:sp>
      </p:grpSp>
      <p:sp>
        <p:nvSpPr>
          <p:cNvPr id="11" name="object 8">
            <a:extLst>
              <a:ext uri="{FF2B5EF4-FFF2-40B4-BE49-F238E27FC236}">
                <a16:creationId xmlns:a16="http://schemas.microsoft.com/office/drawing/2014/main" id="{ACCC0BFC-2E4F-D94E-AC95-0D330DBF108C}"/>
              </a:ext>
            </a:extLst>
          </p:cNvPr>
          <p:cNvSpPr txBox="1"/>
          <p:nvPr userDrawn="1"/>
        </p:nvSpPr>
        <p:spPr>
          <a:xfrm>
            <a:off x="551116" y="3204082"/>
            <a:ext cx="3808729" cy="380232"/>
          </a:xfrm>
          <a:prstGeom prst="rect">
            <a:avLst/>
          </a:prstGeom>
          <a:solidFill>
            <a:srgbClr val="E5007D"/>
          </a:solidFill>
          <a:effectLst>
            <a:outerShdw blurRad="233459" dist="19158" dir="10080000" sx="96000" sy="96000" algn="ctr" rotWithShape="0">
              <a:schemeClr val="tx1"/>
            </a:outerShdw>
          </a:effectLst>
        </p:spPr>
        <p:txBody>
          <a:bodyPr vert="horz" wrap="square" lIns="0" tIns="64135" rIns="0" bIns="0" rtlCol="0">
            <a:spAutoFit/>
          </a:bodyPr>
          <a:lstStyle/>
          <a:p>
            <a:pPr marL="227329">
              <a:lnSpc>
                <a:spcPct val="100000"/>
              </a:lnSpc>
              <a:spcBef>
                <a:spcPts val="505"/>
              </a:spcBef>
            </a:pPr>
            <a:endParaRPr sz="2050">
              <a:latin typeface="Verdana"/>
              <a:cs typeface="Verdana"/>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551116" y="693667"/>
            <a:ext cx="4721758" cy="211090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3" name="Picture 2" descr="A green and red frog&#10;&#10;Description automatically generated with low confidence">
            <a:extLst>
              <a:ext uri="{FF2B5EF4-FFF2-40B4-BE49-F238E27FC236}">
                <a16:creationId xmlns:a16="http://schemas.microsoft.com/office/drawing/2014/main" id="{F8F018E2-935B-4D47-ADCF-760D37836EA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963" b="11748"/>
          <a:stretch/>
        </p:blipFill>
        <p:spPr>
          <a:xfrm>
            <a:off x="4495801" y="-148"/>
            <a:ext cx="7696200" cy="6858001"/>
          </a:xfrm>
          <a:prstGeom prst="rect">
            <a:avLst/>
          </a:prstGeom>
        </p:spPr>
      </p:pic>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grpSp>
        <p:nvGrpSpPr>
          <p:cNvPr id="20" name="Group 19">
            <a:extLst>
              <a:ext uri="{FF2B5EF4-FFF2-40B4-BE49-F238E27FC236}">
                <a16:creationId xmlns:a16="http://schemas.microsoft.com/office/drawing/2014/main" id="{4B08E3CD-364A-A24C-BE89-177EABA3DF82}"/>
              </a:ext>
            </a:extLst>
          </p:cNvPr>
          <p:cNvGrpSpPr/>
          <p:nvPr userDrawn="1"/>
        </p:nvGrpSpPr>
        <p:grpSpPr>
          <a:xfrm>
            <a:off x="1478824"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a:p>
          </p:txBody>
        </p:sp>
      </p:grpSp>
      <p:sp>
        <p:nvSpPr>
          <p:cNvPr id="11" name="object 8">
            <a:extLst>
              <a:ext uri="{FF2B5EF4-FFF2-40B4-BE49-F238E27FC236}">
                <a16:creationId xmlns:a16="http://schemas.microsoft.com/office/drawing/2014/main" id="{ACCC0BFC-2E4F-D94E-AC95-0D330DBF108C}"/>
              </a:ext>
            </a:extLst>
          </p:cNvPr>
          <p:cNvSpPr txBox="1"/>
          <p:nvPr userDrawn="1"/>
        </p:nvSpPr>
        <p:spPr>
          <a:xfrm>
            <a:off x="551116" y="3204082"/>
            <a:ext cx="3808729" cy="380232"/>
          </a:xfrm>
          <a:prstGeom prst="rect">
            <a:avLst/>
          </a:prstGeom>
          <a:solidFill>
            <a:srgbClr val="E5007D"/>
          </a:solidFill>
          <a:effectLst>
            <a:outerShdw blurRad="233459" dist="19158" dir="10080000" sx="96000" sy="96000" algn="ctr" rotWithShape="0">
              <a:schemeClr val="tx1"/>
            </a:outerShdw>
          </a:effectLst>
        </p:spPr>
        <p:txBody>
          <a:bodyPr vert="horz" wrap="square" lIns="0" tIns="64135" rIns="0" bIns="0" rtlCol="0">
            <a:spAutoFit/>
          </a:bodyPr>
          <a:lstStyle/>
          <a:p>
            <a:pPr marL="227329">
              <a:lnSpc>
                <a:spcPct val="100000"/>
              </a:lnSpc>
              <a:spcBef>
                <a:spcPts val="505"/>
              </a:spcBef>
            </a:pPr>
            <a:endParaRPr sz="2050">
              <a:latin typeface="Verdana"/>
              <a:cs typeface="Verdana"/>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551116" y="693667"/>
            <a:ext cx="4721758" cy="2110904"/>
          </a:xfrm>
          <a:prstGeom prst="rect">
            <a:avLst/>
          </a:prstGeom>
        </p:spPr>
      </p:pic>
    </p:spTree>
    <p:extLst>
      <p:ext uri="{BB962C8B-B14F-4D97-AF65-F5344CB8AC3E}">
        <p14:creationId xmlns:p14="http://schemas.microsoft.com/office/powerpoint/2010/main" val="849989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6" name="Picture 5" descr="A group of birds flying over water&#10;&#10;Description automatically generated with medium confidence">
            <a:extLst>
              <a:ext uri="{FF2B5EF4-FFF2-40B4-BE49-F238E27FC236}">
                <a16:creationId xmlns:a16="http://schemas.microsoft.com/office/drawing/2014/main" id="{AA3269A5-4210-464C-9C58-24A71DFB5E2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9059" r="1068" b="3311"/>
          <a:stretch/>
        </p:blipFill>
        <p:spPr>
          <a:xfrm>
            <a:off x="4457175" y="0"/>
            <a:ext cx="7742511" cy="6858000"/>
          </a:xfrm>
          <a:prstGeom prst="rect">
            <a:avLst/>
          </a:prstGeom>
        </p:spPr>
      </p:pic>
      <p:grpSp>
        <p:nvGrpSpPr>
          <p:cNvPr id="20" name="Group 19">
            <a:extLst>
              <a:ext uri="{FF2B5EF4-FFF2-40B4-BE49-F238E27FC236}">
                <a16:creationId xmlns:a16="http://schemas.microsoft.com/office/drawing/2014/main" id="{4B08E3CD-364A-A24C-BE89-177EABA3DF82}"/>
              </a:ext>
            </a:extLst>
          </p:cNvPr>
          <p:cNvGrpSpPr/>
          <p:nvPr userDrawn="1"/>
        </p:nvGrpSpPr>
        <p:grpSpPr>
          <a:xfrm>
            <a:off x="1478824"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a:p>
          </p:txBody>
        </p:sp>
      </p:grpSp>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551116" y="693667"/>
            <a:ext cx="4721758" cy="2110904"/>
          </a:xfrm>
          <a:prstGeom prst="rect">
            <a:avLst/>
          </a:prstGeom>
        </p:spPr>
      </p:pic>
      <p:sp>
        <p:nvSpPr>
          <p:cNvPr id="11" name="object 8">
            <a:extLst>
              <a:ext uri="{FF2B5EF4-FFF2-40B4-BE49-F238E27FC236}">
                <a16:creationId xmlns:a16="http://schemas.microsoft.com/office/drawing/2014/main" id="{ACCC0BFC-2E4F-D94E-AC95-0D330DBF108C}"/>
              </a:ext>
            </a:extLst>
          </p:cNvPr>
          <p:cNvSpPr txBox="1"/>
          <p:nvPr userDrawn="1"/>
        </p:nvSpPr>
        <p:spPr>
          <a:xfrm>
            <a:off x="551116" y="3204082"/>
            <a:ext cx="3808729" cy="380232"/>
          </a:xfrm>
          <a:prstGeom prst="rect">
            <a:avLst/>
          </a:prstGeom>
          <a:solidFill>
            <a:srgbClr val="E5007D"/>
          </a:solidFill>
          <a:effectLst>
            <a:outerShdw blurRad="233459" dist="19158" dir="10080000" sx="96000" sy="96000" algn="ctr" rotWithShape="0">
              <a:schemeClr val="tx1"/>
            </a:outerShdw>
          </a:effectLst>
        </p:spPr>
        <p:txBody>
          <a:bodyPr vert="horz" wrap="square" lIns="0" tIns="64135" rIns="0" bIns="0" rtlCol="0">
            <a:spAutoFit/>
          </a:bodyPr>
          <a:lstStyle/>
          <a:p>
            <a:pPr marL="227329">
              <a:lnSpc>
                <a:spcPct val="100000"/>
              </a:lnSpc>
              <a:spcBef>
                <a:spcPts val="505"/>
              </a:spcBef>
            </a:pPr>
            <a:endParaRPr sz="2050">
              <a:latin typeface="Verdana"/>
              <a:cs typeface="Verdana"/>
            </a:endParaRPr>
          </a:p>
        </p:txBody>
      </p:sp>
    </p:spTree>
    <p:extLst>
      <p:ext uri="{BB962C8B-B14F-4D97-AF65-F5344CB8AC3E}">
        <p14:creationId xmlns:p14="http://schemas.microsoft.com/office/powerpoint/2010/main" val="2762709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15" name="object 4">
            <a:extLst>
              <a:ext uri="{FF2B5EF4-FFF2-40B4-BE49-F238E27FC236}">
                <a16:creationId xmlns:a16="http://schemas.microsoft.com/office/drawing/2014/main" id="{B190D3CC-1981-AB42-8D1A-B192BF7DCB89}"/>
              </a:ext>
            </a:extLst>
          </p:cNvPr>
          <p:cNvPicPr/>
          <p:nvPr userDrawn="1"/>
        </p:nvPicPr>
        <p:blipFill>
          <a:blip r:embed="rId2" cstate="print"/>
          <a:stretch>
            <a:fillRect/>
          </a:stretch>
        </p:blipFill>
        <p:spPr>
          <a:xfrm>
            <a:off x="3090608" y="0"/>
            <a:ext cx="9102585" cy="6858000"/>
          </a:xfrm>
          <a:prstGeom prst="rect">
            <a:avLst/>
          </a:prstGeom>
        </p:spPr>
      </p:pic>
      <p:grpSp>
        <p:nvGrpSpPr>
          <p:cNvPr id="20" name="Group 19">
            <a:extLst>
              <a:ext uri="{FF2B5EF4-FFF2-40B4-BE49-F238E27FC236}">
                <a16:creationId xmlns:a16="http://schemas.microsoft.com/office/drawing/2014/main" id="{4B08E3CD-364A-A24C-BE89-177EABA3DF82}"/>
              </a:ext>
            </a:extLst>
          </p:cNvPr>
          <p:cNvGrpSpPr/>
          <p:nvPr userDrawn="1"/>
        </p:nvGrpSpPr>
        <p:grpSpPr>
          <a:xfrm>
            <a:off x="152976"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b="1"/>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b="1"/>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b="1"/>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b="1"/>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b="1"/>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b="1"/>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b="1"/>
            </a:p>
          </p:txBody>
        </p:sp>
      </p:grpSp>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78452" y="5834154"/>
            <a:ext cx="1168951" cy="522590"/>
          </a:xfrm>
          <a:prstGeom prst="rect">
            <a:avLst/>
          </a:prstGeom>
        </p:spPr>
      </p:pic>
    </p:spTree>
    <p:extLst>
      <p:ext uri="{BB962C8B-B14F-4D97-AF65-F5344CB8AC3E}">
        <p14:creationId xmlns:p14="http://schemas.microsoft.com/office/powerpoint/2010/main" val="2794523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3" name="Picture 2" descr="A group of ladybugs on a plant&#10;&#10;Description automatically generated with medium confidence">
            <a:extLst>
              <a:ext uri="{FF2B5EF4-FFF2-40B4-BE49-F238E27FC236}">
                <a16:creationId xmlns:a16="http://schemas.microsoft.com/office/drawing/2014/main" id="{FEEF5EAB-57BC-4245-AE50-6D216B97FA0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1631" b="11632"/>
          <a:stretch/>
        </p:blipFill>
        <p:spPr>
          <a:xfrm>
            <a:off x="3258363" y="147"/>
            <a:ext cx="8936871" cy="6857853"/>
          </a:xfrm>
          <a:prstGeom prst="rect">
            <a:avLst/>
          </a:prstGeom>
        </p:spPr>
      </p:pic>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78452" y="5834154"/>
            <a:ext cx="1168951" cy="522590"/>
          </a:xfrm>
          <a:prstGeom prst="rect">
            <a:avLst/>
          </a:prstGeom>
        </p:spPr>
      </p:pic>
      <p:grpSp>
        <p:nvGrpSpPr>
          <p:cNvPr id="20" name="Group 19">
            <a:extLst>
              <a:ext uri="{FF2B5EF4-FFF2-40B4-BE49-F238E27FC236}">
                <a16:creationId xmlns:a16="http://schemas.microsoft.com/office/drawing/2014/main" id="{4B08E3CD-364A-A24C-BE89-177EABA3DF82}"/>
              </a:ext>
            </a:extLst>
          </p:cNvPr>
          <p:cNvGrpSpPr/>
          <p:nvPr userDrawn="1"/>
        </p:nvGrpSpPr>
        <p:grpSpPr>
          <a:xfrm>
            <a:off x="152976"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b="1"/>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b="1"/>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b="1"/>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b="1"/>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b="1"/>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b="1"/>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b="1"/>
            </a:p>
          </p:txBody>
        </p:sp>
      </p:grpSp>
    </p:spTree>
    <p:extLst>
      <p:ext uri="{BB962C8B-B14F-4D97-AF65-F5344CB8AC3E}">
        <p14:creationId xmlns:p14="http://schemas.microsoft.com/office/powerpoint/2010/main" val="3075550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14" name="object 3">
            <a:extLst>
              <a:ext uri="{FF2B5EF4-FFF2-40B4-BE49-F238E27FC236}">
                <a16:creationId xmlns:a16="http://schemas.microsoft.com/office/drawing/2014/main" id="{F4C648EA-9872-4348-8298-B7E411E62C2D}"/>
              </a:ext>
            </a:extLst>
          </p:cNvPr>
          <p:cNvPicPr/>
          <p:nvPr userDrawn="1"/>
        </p:nvPicPr>
        <p:blipFill>
          <a:blip r:embed="rId2" cstate="print"/>
          <a:stretch>
            <a:fillRect/>
          </a:stretch>
        </p:blipFill>
        <p:spPr>
          <a:xfrm>
            <a:off x="3384003" y="0"/>
            <a:ext cx="8809189" cy="6858000"/>
          </a:xfrm>
          <a:prstGeom prst="rect">
            <a:avLst/>
          </a:prstGeom>
        </p:spPr>
      </p:pic>
      <p:grpSp>
        <p:nvGrpSpPr>
          <p:cNvPr id="20" name="Group 19">
            <a:extLst>
              <a:ext uri="{FF2B5EF4-FFF2-40B4-BE49-F238E27FC236}">
                <a16:creationId xmlns:a16="http://schemas.microsoft.com/office/drawing/2014/main" id="{4B08E3CD-364A-A24C-BE89-177EABA3DF82}"/>
              </a:ext>
            </a:extLst>
          </p:cNvPr>
          <p:cNvGrpSpPr/>
          <p:nvPr userDrawn="1"/>
        </p:nvGrpSpPr>
        <p:grpSpPr>
          <a:xfrm>
            <a:off x="412024"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b="1"/>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b="1"/>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b="1"/>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b="1"/>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b="1"/>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b="1"/>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b="1"/>
            </a:p>
          </p:txBody>
        </p:sp>
      </p:grpSp>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78452" y="5834154"/>
            <a:ext cx="1168951" cy="522590"/>
          </a:xfrm>
          <a:prstGeom prst="rect">
            <a:avLst/>
          </a:prstGeom>
        </p:spPr>
      </p:pic>
    </p:spTree>
    <p:extLst>
      <p:ext uri="{BB962C8B-B14F-4D97-AF65-F5344CB8AC3E}">
        <p14:creationId xmlns:p14="http://schemas.microsoft.com/office/powerpoint/2010/main" val="3022202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C7E27CDF-19F8-7F4E-93BC-40B81B50DC32}"/>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100A30"/>
          </a:solidFill>
        </p:spPr>
        <p:txBody>
          <a:bodyPr wrap="square" lIns="0" tIns="0" rIns="0" bIns="0" rtlCol="0"/>
          <a:lstStyle/>
          <a:p>
            <a:endParaRPr/>
          </a:p>
        </p:txBody>
      </p:sp>
      <p:pic>
        <p:nvPicPr>
          <p:cNvPr id="3" name="Picture 2" descr="A bird with a yellow beak&#10;&#10;Description automatically generated with low confidence">
            <a:extLst>
              <a:ext uri="{FF2B5EF4-FFF2-40B4-BE49-F238E27FC236}">
                <a16:creationId xmlns:a16="http://schemas.microsoft.com/office/drawing/2014/main" id="{AC6AA8D3-DBC4-4B4C-8391-D561AC72C0F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7165" r="3999" b="21193"/>
          <a:stretch/>
        </p:blipFill>
        <p:spPr>
          <a:xfrm>
            <a:off x="3002444" y="0"/>
            <a:ext cx="9189556" cy="6857853"/>
          </a:xfrm>
          <a:prstGeom prst="rect">
            <a:avLst/>
          </a:prstGeom>
        </p:spPr>
      </p:pic>
      <p:grpSp>
        <p:nvGrpSpPr>
          <p:cNvPr id="20" name="Group 19">
            <a:extLst>
              <a:ext uri="{FF2B5EF4-FFF2-40B4-BE49-F238E27FC236}">
                <a16:creationId xmlns:a16="http://schemas.microsoft.com/office/drawing/2014/main" id="{4B08E3CD-364A-A24C-BE89-177EABA3DF82}"/>
              </a:ext>
            </a:extLst>
          </p:cNvPr>
          <p:cNvGrpSpPr/>
          <p:nvPr userDrawn="1"/>
        </p:nvGrpSpPr>
        <p:grpSpPr>
          <a:xfrm>
            <a:off x="412024" y="0"/>
            <a:ext cx="6445976" cy="6858147"/>
            <a:chOff x="1706584" y="0"/>
            <a:chExt cx="6445976" cy="6858147"/>
          </a:xfrm>
        </p:grpSpPr>
        <p:sp>
          <p:nvSpPr>
            <p:cNvPr id="21" name="object 2">
              <a:extLst>
                <a:ext uri="{FF2B5EF4-FFF2-40B4-BE49-F238E27FC236}">
                  <a16:creationId xmlns:a16="http://schemas.microsoft.com/office/drawing/2014/main" id="{CB2D2C32-7E2C-384F-ADBC-EDD4AA0CBF78}"/>
                </a:ext>
              </a:extLst>
            </p:cNvPr>
            <p:cNvSpPr/>
            <p:nvPr/>
          </p:nvSpPr>
          <p:spPr>
            <a:xfrm>
              <a:off x="1706584" y="0"/>
              <a:ext cx="5938520" cy="6858000"/>
            </a:xfrm>
            <a:custGeom>
              <a:avLst/>
              <a:gdLst/>
              <a:ahLst/>
              <a:cxnLst/>
              <a:rect l="l" t="t" r="r" b="b"/>
              <a:pathLst>
                <a:path w="5938520" h="6858000">
                  <a:moveTo>
                    <a:pt x="3497978" y="0"/>
                  </a:moveTo>
                  <a:lnTo>
                    <a:pt x="3457498" y="285"/>
                  </a:lnTo>
                  <a:lnTo>
                    <a:pt x="0" y="285"/>
                  </a:lnTo>
                  <a:lnTo>
                    <a:pt x="0" y="6858006"/>
                  </a:lnTo>
                  <a:lnTo>
                    <a:pt x="3014802" y="6858006"/>
                  </a:lnTo>
                  <a:lnTo>
                    <a:pt x="3149977" y="6711027"/>
                  </a:lnTo>
                  <a:lnTo>
                    <a:pt x="3287001" y="6559705"/>
                  </a:lnTo>
                  <a:lnTo>
                    <a:pt x="3425397" y="6404368"/>
                  </a:lnTo>
                  <a:lnTo>
                    <a:pt x="3529806" y="6285426"/>
                  </a:lnTo>
                  <a:lnTo>
                    <a:pt x="3634515" y="6164545"/>
                  </a:lnTo>
                  <a:lnTo>
                    <a:pt x="3739324" y="6041864"/>
                  </a:lnTo>
                  <a:lnTo>
                    <a:pt x="3844029" y="5917519"/>
                  </a:lnTo>
                  <a:lnTo>
                    <a:pt x="3948429" y="5791649"/>
                  </a:lnTo>
                  <a:lnTo>
                    <a:pt x="4052323" y="5664391"/>
                  </a:lnTo>
                  <a:lnTo>
                    <a:pt x="4121204" y="5578849"/>
                  </a:lnTo>
                  <a:lnTo>
                    <a:pt x="4189711" y="5492792"/>
                  </a:lnTo>
                  <a:lnTo>
                    <a:pt x="4257783" y="5406261"/>
                  </a:lnTo>
                  <a:lnTo>
                    <a:pt x="4325361" y="5319296"/>
                  </a:lnTo>
                  <a:lnTo>
                    <a:pt x="4392385" y="5231938"/>
                  </a:lnTo>
                  <a:lnTo>
                    <a:pt x="4458795" y="5144228"/>
                  </a:lnTo>
                  <a:lnTo>
                    <a:pt x="4524531" y="5056207"/>
                  </a:lnTo>
                  <a:lnTo>
                    <a:pt x="4589534" y="4967916"/>
                  </a:lnTo>
                  <a:lnTo>
                    <a:pt x="4621742" y="4923681"/>
                  </a:lnTo>
                  <a:lnTo>
                    <a:pt x="4653744" y="4879394"/>
                  </a:lnTo>
                  <a:lnTo>
                    <a:pt x="4685533" y="4835060"/>
                  </a:lnTo>
                  <a:lnTo>
                    <a:pt x="4717101" y="4790684"/>
                  </a:lnTo>
                  <a:lnTo>
                    <a:pt x="4748441" y="4746271"/>
                  </a:lnTo>
                  <a:lnTo>
                    <a:pt x="4779545" y="4701825"/>
                  </a:lnTo>
                  <a:lnTo>
                    <a:pt x="4810406" y="4657353"/>
                  </a:lnTo>
                  <a:lnTo>
                    <a:pt x="4841016" y="4612859"/>
                  </a:lnTo>
                  <a:lnTo>
                    <a:pt x="4871368" y="4568348"/>
                  </a:lnTo>
                  <a:lnTo>
                    <a:pt x="4901455" y="4523826"/>
                  </a:lnTo>
                  <a:lnTo>
                    <a:pt x="4931269" y="4479297"/>
                  </a:lnTo>
                  <a:lnTo>
                    <a:pt x="4960802" y="4434767"/>
                  </a:lnTo>
                  <a:lnTo>
                    <a:pt x="4990047" y="4390240"/>
                  </a:lnTo>
                  <a:lnTo>
                    <a:pt x="5018997" y="4345722"/>
                  </a:lnTo>
                  <a:lnTo>
                    <a:pt x="5047644" y="4301219"/>
                  </a:lnTo>
                  <a:lnTo>
                    <a:pt x="5075980" y="4256733"/>
                  </a:lnTo>
                  <a:lnTo>
                    <a:pt x="5103999" y="4212273"/>
                  </a:lnTo>
                  <a:lnTo>
                    <a:pt x="5131692" y="4167841"/>
                  </a:lnTo>
                  <a:lnTo>
                    <a:pt x="5159052" y="4123443"/>
                  </a:lnTo>
                  <a:lnTo>
                    <a:pt x="5186072" y="4079085"/>
                  </a:lnTo>
                  <a:lnTo>
                    <a:pt x="5212744" y="4034771"/>
                  </a:lnTo>
                  <a:lnTo>
                    <a:pt x="5239061" y="3990507"/>
                  </a:lnTo>
                  <a:lnTo>
                    <a:pt x="5265016" y="3946297"/>
                  </a:lnTo>
                  <a:lnTo>
                    <a:pt x="5290600" y="3902147"/>
                  </a:lnTo>
                  <a:lnTo>
                    <a:pt x="5315806" y="3858062"/>
                  </a:lnTo>
                  <a:lnTo>
                    <a:pt x="5340627" y="3814046"/>
                  </a:lnTo>
                  <a:lnTo>
                    <a:pt x="5365056" y="3770106"/>
                  </a:lnTo>
                  <a:lnTo>
                    <a:pt x="5389084" y="3726246"/>
                  </a:lnTo>
                  <a:lnTo>
                    <a:pt x="5412705" y="3682471"/>
                  </a:lnTo>
                  <a:lnTo>
                    <a:pt x="5435911" y="3638786"/>
                  </a:lnTo>
                  <a:lnTo>
                    <a:pt x="5458694" y="3595196"/>
                  </a:lnTo>
                  <a:lnTo>
                    <a:pt x="5481048" y="3551707"/>
                  </a:lnTo>
                  <a:lnTo>
                    <a:pt x="5502964" y="3508324"/>
                  </a:lnTo>
                  <a:lnTo>
                    <a:pt x="5524435" y="3465051"/>
                  </a:lnTo>
                  <a:lnTo>
                    <a:pt x="5545453" y="3421894"/>
                  </a:lnTo>
                  <a:lnTo>
                    <a:pt x="5566012" y="3378858"/>
                  </a:lnTo>
                  <a:lnTo>
                    <a:pt x="5586103" y="3335947"/>
                  </a:lnTo>
                  <a:lnTo>
                    <a:pt x="5605720" y="3293168"/>
                  </a:lnTo>
                  <a:lnTo>
                    <a:pt x="5624854" y="3250525"/>
                  </a:lnTo>
                  <a:lnTo>
                    <a:pt x="5643498" y="3208023"/>
                  </a:lnTo>
                  <a:lnTo>
                    <a:pt x="5661645" y="3165667"/>
                  </a:lnTo>
                  <a:lnTo>
                    <a:pt x="5679288" y="3123463"/>
                  </a:lnTo>
                  <a:lnTo>
                    <a:pt x="5696418" y="3081415"/>
                  </a:lnTo>
                  <a:lnTo>
                    <a:pt x="5713028" y="3039529"/>
                  </a:lnTo>
                  <a:lnTo>
                    <a:pt x="5729111" y="2997809"/>
                  </a:lnTo>
                  <a:lnTo>
                    <a:pt x="5744660" y="2956261"/>
                  </a:lnTo>
                  <a:lnTo>
                    <a:pt x="5759667" y="2914890"/>
                  </a:lnTo>
                  <a:lnTo>
                    <a:pt x="5774124" y="2873701"/>
                  </a:lnTo>
                  <a:lnTo>
                    <a:pt x="5788024" y="2832699"/>
                  </a:lnTo>
                  <a:lnTo>
                    <a:pt x="5801359" y="2791889"/>
                  </a:lnTo>
                  <a:lnTo>
                    <a:pt x="5814123" y="2751277"/>
                  </a:lnTo>
                  <a:lnTo>
                    <a:pt x="5826307" y="2710866"/>
                  </a:lnTo>
                  <a:lnTo>
                    <a:pt x="5837904" y="2670663"/>
                  </a:lnTo>
                  <a:lnTo>
                    <a:pt x="5848906" y="2630673"/>
                  </a:lnTo>
                  <a:lnTo>
                    <a:pt x="5859307" y="2590900"/>
                  </a:lnTo>
                  <a:lnTo>
                    <a:pt x="5869098" y="2551350"/>
                  </a:lnTo>
                  <a:lnTo>
                    <a:pt x="5878273" y="2512028"/>
                  </a:lnTo>
                  <a:lnTo>
                    <a:pt x="5886823" y="2472938"/>
                  </a:lnTo>
                  <a:lnTo>
                    <a:pt x="5894741" y="2434087"/>
                  </a:lnTo>
                  <a:lnTo>
                    <a:pt x="5902020" y="2395479"/>
                  </a:lnTo>
                  <a:lnTo>
                    <a:pt x="5908653" y="2357118"/>
                  </a:lnTo>
                  <a:lnTo>
                    <a:pt x="5914631" y="2319012"/>
                  </a:lnTo>
                  <a:lnTo>
                    <a:pt x="5919948" y="2281163"/>
                  </a:lnTo>
                  <a:lnTo>
                    <a:pt x="5928566" y="2206261"/>
                  </a:lnTo>
                  <a:lnTo>
                    <a:pt x="5934447" y="2132454"/>
                  </a:lnTo>
                  <a:lnTo>
                    <a:pt x="5937533" y="2059782"/>
                  </a:lnTo>
                  <a:lnTo>
                    <a:pt x="5938008" y="2023885"/>
                  </a:lnTo>
                  <a:lnTo>
                    <a:pt x="5937762" y="1988287"/>
                  </a:lnTo>
                  <a:lnTo>
                    <a:pt x="5935076" y="1918008"/>
                  </a:lnTo>
                  <a:lnTo>
                    <a:pt x="5929414" y="1848986"/>
                  </a:lnTo>
                  <a:lnTo>
                    <a:pt x="5921851" y="1784782"/>
                  </a:lnTo>
                  <a:lnTo>
                    <a:pt x="5912807" y="1722067"/>
                  </a:lnTo>
                  <a:lnTo>
                    <a:pt x="5902317" y="1660824"/>
                  </a:lnTo>
                  <a:lnTo>
                    <a:pt x="5890415" y="1601035"/>
                  </a:lnTo>
                  <a:lnTo>
                    <a:pt x="5877134" y="1542683"/>
                  </a:lnTo>
                  <a:lnTo>
                    <a:pt x="5862510" y="1485751"/>
                  </a:lnTo>
                  <a:lnTo>
                    <a:pt x="5846576" y="1430222"/>
                  </a:lnTo>
                  <a:lnTo>
                    <a:pt x="5829367" y="1376078"/>
                  </a:lnTo>
                  <a:lnTo>
                    <a:pt x="5810917" y="1323302"/>
                  </a:lnTo>
                  <a:lnTo>
                    <a:pt x="5791261" y="1271877"/>
                  </a:lnTo>
                  <a:lnTo>
                    <a:pt x="5770432" y="1221785"/>
                  </a:lnTo>
                  <a:lnTo>
                    <a:pt x="5748465" y="1173010"/>
                  </a:lnTo>
                  <a:lnTo>
                    <a:pt x="5725394" y="1125534"/>
                  </a:lnTo>
                  <a:lnTo>
                    <a:pt x="5701253" y="1079341"/>
                  </a:lnTo>
                  <a:lnTo>
                    <a:pt x="5676077" y="1034411"/>
                  </a:lnTo>
                  <a:lnTo>
                    <a:pt x="5649900" y="990729"/>
                  </a:lnTo>
                  <a:lnTo>
                    <a:pt x="5622756" y="948277"/>
                  </a:lnTo>
                  <a:lnTo>
                    <a:pt x="5594680" y="907039"/>
                  </a:lnTo>
                  <a:lnTo>
                    <a:pt x="5565706" y="866995"/>
                  </a:lnTo>
                  <a:lnTo>
                    <a:pt x="5535867" y="828131"/>
                  </a:lnTo>
                  <a:lnTo>
                    <a:pt x="5505199" y="790427"/>
                  </a:lnTo>
                  <a:lnTo>
                    <a:pt x="5473736" y="753867"/>
                  </a:lnTo>
                  <a:lnTo>
                    <a:pt x="5441511" y="718434"/>
                  </a:lnTo>
                  <a:lnTo>
                    <a:pt x="5408559" y="684111"/>
                  </a:lnTo>
                  <a:lnTo>
                    <a:pt x="5374915" y="650879"/>
                  </a:lnTo>
                  <a:lnTo>
                    <a:pt x="5340613" y="618723"/>
                  </a:lnTo>
                  <a:lnTo>
                    <a:pt x="5305686" y="587624"/>
                  </a:lnTo>
                  <a:lnTo>
                    <a:pt x="5270170" y="557565"/>
                  </a:lnTo>
                  <a:lnTo>
                    <a:pt x="5234098" y="528530"/>
                  </a:lnTo>
                  <a:lnTo>
                    <a:pt x="5197505" y="500501"/>
                  </a:lnTo>
                  <a:lnTo>
                    <a:pt x="5160425" y="473460"/>
                  </a:lnTo>
                  <a:lnTo>
                    <a:pt x="5122892" y="447391"/>
                  </a:lnTo>
                  <a:lnTo>
                    <a:pt x="5084941" y="422276"/>
                  </a:lnTo>
                  <a:lnTo>
                    <a:pt x="5046605" y="398098"/>
                  </a:lnTo>
                  <a:lnTo>
                    <a:pt x="5007920" y="374840"/>
                  </a:lnTo>
                  <a:lnTo>
                    <a:pt x="4968919" y="352484"/>
                  </a:lnTo>
                  <a:lnTo>
                    <a:pt x="4929637" y="331014"/>
                  </a:lnTo>
                  <a:lnTo>
                    <a:pt x="4890108" y="310411"/>
                  </a:lnTo>
                  <a:lnTo>
                    <a:pt x="4850365" y="290659"/>
                  </a:lnTo>
                  <a:lnTo>
                    <a:pt x="4810445" y="271741"/>
                  </a:lnTo>
                  <a:lnTo>
                    <a:pt x="4770380" y="253639"/>
                  </a:lnTo>
                  <a:lnTo>
                    <a:pt x="4730205" y="236336"/>
                  </a:lnTo>
                  <a:lnTo>
                    <a:pt x="4689954" y="219814"/>
                  </a:lnTo>
                  <a:lnTo>
                    <a:pt x="4649662" y="204058"/>
                  </a:lnTo>
                  <a:lnTo>
                    <a:pt x="4609363" y="189048"/>
                  </a:lnTo>
                  <a:lnTo>
                    <a:pt x="4569091" y="174768"/>
                  </a:lnTo>
                  <a:lnTo>
                    <a:pt x="4528880" y="161201"/>
                  </a:lnTo>
                  <a:lnTo>
                    <a:pt x="4488765" y="148330"/>
                  </a:lnTo>
                  <a:lnTo>
                    <a:pt x="4448780" y="136137"/>
                  </a:lnTo>
                  <a:lnTo>
                    <a:pt x="4408959" y="124605"/>
                  </a:lnTo>
                  <a:lnTo>
                    <a:pt x="4369336" y="113716"/>
                  </a:lnTo>
                  <a:lnTo>
                    <a:pt x="4329947" y="103454"/>
                  </a:lnTo>
                  <a:lnTo>
                    <a:pt x="4290824" y="93802"/>
                  </a:lnTo>
                  <a:lnTo>
                    <a:pt x="4252002" y="84741"/>
                  </a:lnTo>
                  <a:lnTo>
                    <a:pt x="4213516" y="76256"/>
                  </a:lnTo>
                  <a:lnTo>
                    <a:pt x="4175400" y="68327"/>
                  </a:lnTo>
                  <a:lnTo>
                    <a:pt x="4137688" y="60939"/>
                  </a:lnTo>
                  <a:lnTo>
                    <a:pt x="4063613" y="47715"/>
                  </a:lnTo>
                  <a:lnTo>
                    <a:pt x="3991566" y="36446"/>
                  </a:lnTo>
                  <a:lnTo>
                    <a:pt x="3887896" y="22903"/>
                  </a:lnTo>
                  <a:lnTo>
                    <a:pt x="3822118" y="15915"/>
                  </a:lnTo>
                  <a:lnTo>
                    <a:pt x="3759326" y="10399"/>
                  </a:lnTo>
                  <a:lnTo>
                    <a:pt x="3699796" y="6215"/>
                  </a:lnTo>
                  <a:lnTo>
                    <a:pt x="3643801" y="3227"/>
                  </a:lnTo>
                  <a:lnTo>
                    <a:pt x="3591616" y="1297"/>
                  </a:lnTo>
                  <a:lnTo>
                    <a:pt x="3543515" y="285"/>
                  </a:lnTo>
                  <a:lnTo>
                    <a:pt x="3497978" y="0"/>
                  </a:lnTo>
                  <a:close/>
                </a:path>
              </a:pathLst>
            </a:custGeom>
            <a:solidFill>
              <a:srgbClr val="100A30"/>
            </a:solidFill>
          </p:spPr>
          <p:txBody>
            <a:bodyPr wrap="square" lIns="0" tIns="0" rIns="0" bIns="0" rtlCol="0"/>
            <a:lstStyle/>
            <a:p>
              <a:endParaRPr b="1"/>
            </a:p>
          </p:txBody>
        </p:sp>
        <p:sp>
          <p:nvSpPr>
            <p:cNvPr id="22" name="object 2">
              <a:extLst>
                <a:ext uri="{FF2B5EF4-FFF2-40B4-BE49-F238E27FC236}">
                  <a16:creationId xmlns:a16="http://schemas.microsoft.com/office/drawing/2014/main" id="{C604CB20-22D1-A94D-A57F-5233E6EF0A1C}"/>
                </a:ext>
              </a:extLst>
            </p:cNvPr>
            <p:cNvSpPr/>
            <p:nvPr/>
          </p:nvSpPr>
          <p:spPr>
            <a:xfrm>
              <a:off x="4815353" y="135"/>
              <a:ext cx="2953385" cy="6858000"/>
            </a:xfrm>
            <a:custGeom>
              <a:avLst/>
              <a:gdLst/>
              <a:ahLst/>
              <a:cxnLst/>
              <a:rect l="l" t="t" r="r" b="b"/>
              <a:pathLst>
                <a:path w="2953384" h="6858000">
                  <a:moveTo>
                    <a:pt x="1318437" y="0"/>
                  </a:moveTo>
                  <a:lnTo>
                    <a:pt x="1014780" y="0"/>
                  </a:lnTo>
                  <a:lnTo>
                    <a:pt x="1059782" y="8674"/>
                  </a:lnTo>
                  <a:lnTo>
                    <a:pt x="1105269" y="18060"/>
                  </a:lnTo>
                  <a:lnTo>
                    <a:pt x="1151187" y="28186"/>
                  </a:lnTo>
                  <a:lnTo>
                    <a:pt x="1197485" y="39077"/>
                  </a:lnTo>
                  <a:lnTo>
                    <a:pt x="1244110" y="50760"/>
                  </a:lnTo>
                  <a:lnTo>
                    <a:pt x="1291009" y="63261"/>
                  </a:lnTo>
                  <a:lnTo>
                    <a:pt x="1338130" y="76608"/>
                  </a:lnTo>
                  <a:lnTo>
                    <a:pt x="1385420" y="90826"/>
                  </a:lnTo>
                  <a:lnTo>
                    <a:pt x="1432826" y="105943"/>
                  </a:lnTo>
                  <a:lnTo>
                    <a:pt x="1484165" y="123329"/>
                  </a:lnTo>
                  <a:lnTo>
                    <a:pt x="1534655" y="141495"/>
                  </a:lnTo>
                  <a:lnTo>
                    <a:pt x="1584290" y="160439"/>
                  </a:lnTo>
                  <a:lnTo>
                    <a:pt x="1633066" y="180157"/>
                  </a:lnTo>
                  <a:lnTo>
                    <a:pt x="1680978" y="200648"/>
                  </a:lnTo>
                  <a:lnTo>
                    <a:pt x="1728021" y="221908"/>
                  </a:lnTo>
                  <a:lnTo>
                    <a:pt x="1774189" y="243933"/>
                  </a:lnTo>
                  <a:lnTo>
                    <a:pt x="1819479" y="266721"/>
                  </a:lnTo>
                  <a:lnTo>
                    <a:pt x="1863886" y="290270"/>
                  </a:lnTo>
                  <a:lnTo>
                    <a:pt x="1907403" y="314576"/>
                  </a:lnTo>
                  <a:lnTo>
                    <a:pt x="1950027" y="339636"/>
                  </a:lnTo>
                  <a:lnTo>
                    <a:pt x="1991753" y="365447"/>
                  </a:lnTo>
                  <a:lnTo>
                    <a:pt x="2032576" y="392006"/>
                  </a:lnTo>
                  <a:lnTo>
                    <a:pt x="2072490" y="419311"/>
                  </a:lnTo>
                  <a:lnTo>
                    <a:pt x="2111492" y="447359"/>
                  </a:lnTo>
                  <a:lnTo>
                    <a:pt x="2149576" y="476146"/>
                  </a:lnTo>
                  <a:lnTo>
                    <a:pt x="2186737" y="505670"/>
                  </a:lnTo>
                  <a:lnTo>
                    <a:pt x="2222970" y="535927"/>
                  </a:lnTo>
                  <a:lnTo>
                    <a:pt x="2258271" y="566915"/>
                  </a:lnTo>
                  <a:lnTo>
                    <a:pt x="2292634" y="598631"/>
                  </a:lnTo>
                  <a:lnTo>
                    <a:pt x="2326055" y="631072"/>
                  </a:lnTo>
                  <a:lnTo>
                    <a:pt x="2358529" y="664235"/>
                  </a:lnTo>
                  <a:lnTo>
                    <a:pt x="2391788" y="700040"/>
                  </a:lnTo>
                  <a:lnTo>
                    <a:pt x="2423990" y="736664"/>
                  </a:lnTo>
                  <a:lnTo>
                    <a:pt x="2455135" y="774102"/>
                  </a:lnTo>
                  <a:lnTo>
                    <a:pt x="2485221" y="812351"/>
                  </a:lnTo>
                  <a:lnTo>
                    <a:pt x="2514246" y="851407"/>
                  </a:lnTo>
                  <a:lnTo>
                    <a:pt x="2542208" y="891265"/>
                  </a:lnTo>
                  <a:lnTo>
                    <a:pt x="2569106" y="931924"/>
                  </a:lnTo>
                  <a:lnTo>
                    <a:pt x="2594939" y="973378"/>
                  </a:lnTo>
                  <a:lnTo>
                    <a:pt x="2619704" y="1015623"/>
                  </a:lnTo>
                  <a:lnTo>
                    <a:pt x="2643399" y="1058657"/>
                  </a:lnTo>
                  <a:lnTo>
                    <a:pt x="2666024" y="1102475"/>
                  </a:lnTo>
                  <a:lnTo>
                    <a:pt x="2687577" y="1147073"/>
                  </a:lnTo>
                  <a:lnTo>
                    <a:pt x="2708055" y="1192449"/>
                  </a:lnTo>
                  <a:lnTo>
                    <a:pt x="2727458" y="1238596"/>
                  </a:lnTo>
                  <a:lnTo>
                    <a:pt x="2745784" y="1285514"/>
                  </a:lnTo>
                  <a:lnTo>
                    <a:pt x="2763030" y="1333196"/>
                  </a:lnTo>
                  <a:lnTo>
                    <a:pt x="2779196" y="1381640"/>
                  </a:lnTo>
                  <a:lnTo>
                    <a:pt x="2794280" y="1430841"/>
                  </a:lnTo>
                  <a:lnTo>
                    <a:pt x="2808279" y="1480797"/>
                  </a:lnTo>
                  <a:lnTo>
                    <a:pt x="2821193" y="1531503"/>
                  </a:lnTo>
                  <a:lnTo>
                    <a:pt x="2833020" y="1582955"/>
                  </a:lnTo>
                  <a:lnTo>
                    <a:pt x="2843758" y="1635149"/>
                  </a:lnTo>
                  <a:lnTo>
                    <a:pt x="2853405" y="1688083"/>
                  </a:lnTo>
                  <a:lnTo>
                    <a:pt x="2861960" y="1741751"/>
                  </a:lnTo>
                  <a:lnTo>
                    <a:pt x="2869422" y="1796151"/>
                  </a:lnTo>
                  <a:lnTo>
                    <a:pt x="2875788" y="1851278"/>
                  </a:lnTo>
                  <a:lnTo>
                    <a:pt x="2881782" y="1925466"/>
                  </a:lnTo>
                  <a:lnTo>
                    <a:pt x="2884419" y="2001632"/>
                  </a:lnTo>
                  <a:lnTo>
                    <a:pt x="2884478" y="2040455"/>
                  </a:lnTo>
                  <a:lnTo>
                    <a:pt x="2883700" y="2079768"/>
                  </a:lnTo>
                  <a:lnTo>
                    <a:pt x="2882083" y="2119571"/>
                  </a:lnTo>
                  <a:lnTo>
                    <a:pt x="2879628" y="2159862"/>
                  </a:lnTo>
                  <a:lnTo>
                    <a:pt x="2876337" y="2200639"/>
                  </a:lnTo>
                  <a:lnTo>
                    <a:pt x="2872209" y="2241902"/>
                  </a:lnTo>
                  <a:lnTo>
                    <a:pt x="2867244" y="2283650"/>
                  </a:lnTo>
                  <a:lnTo>
                    <a:pt x="2861444" y="2325879"/>
                  </a:lnTo>
                  <a:lnTo>
                    <a:pt x="2854808" y="2368591"/>
                  </a:lnTo>
                  <a:lnTo>
                    <a:pt x="2847337" y="2411782"/>
                  </a:lnTo>
                  <a:lnTo>
                    <a:pt x="2839031" y="2455451"/>
                  </a:lnTo>
                  <a:lnTo>
                    <a:pt x="2829892" y="2499598"/>
                  </a:lnTo>
                  <a:lnTo>
                    <a:pt x="2819918" y="2544221"/>
                  </a:lnTo>
                  <a:lnTo>
                    <a:pt x="2809111" y="2589318"/>
                  </a:lnTo>
                  <a:lnTo>
                    <a:pt x="2797471" y="2634889"/>
                  </a:lnTo>
                  <a:lnTo>
                    <a:pt x="2784999" y="2680931"/>
                  </a:lnTo>
                  <a:lnTo>
                    <a:pt x="2771695" y="2727444"/>
                  </a:lnTo>
                  <a:lnTo>
                    <a:pt x="2757558" y="2774426"/>
                  </a:lnTo>
                  <a:lnTo>
                    <a:pt x="2742591" y="2821875"/>
                  </a:lnTo>
                  <a:lnTo>
                    <a:pt x="2726793" y="2869791"/>
                  </a:lnTo>
                  <a:lnTo>
                    <a:pt x="2710164" y="2918172"/>
                  </a:lnTo>
                  <a:lnTo>
                    <a:pt x="2692706" y="2967016"/>
                  </a:lnTo>
                  <a:lnTo>
                    <a:pt x="2674417" y="3016323"/>
                  </a:lnTo>
                  <a:lnTo>
                    <a:pt x="2655300" y="3066091"/>
                  </a:lnTo>
                  <a:lnTo>
                    <a:pt x="2635354" y="3116318"/>
                  </a:lnTo>
                  <a:lnTo>
                    <a:pt x="2614580" y="3167003"/>
                  </a:lnTo>
                  <a:lnTo>
                    <a:pt x="2592978" y="3218145"/>
                  </a:lnTo>
                  <a:lnTo>
                    <a:pt x="2570548" y="3269743"/>
                  </a:lnTo>
                  <a:lnTo>
                    <a:pt x="2547291" y="3321794"/>
                  </a:lnTo>
                  <a:lnTo>
                    <a:pt x="2523208" y="3374299"/>
                  </a:lnTo>
                  <a:lnTo>
                    <a:pt x="2498298" y="3427255"/>
                  </a:lnTo>
                  <a:lnTo>
                    <a:pt x="2472563" y="3480660"/>
                  </a:lnTo>
                  <a:lnTo>
                    <a:pt x="2446002" y="3534515"/>
                  </a:lnTo>
                  <a:lnTo>
                    <a:pt x="2418617" y="3588817"/>
                  </a:lnTo>
                  <a:lnTo>
                    <a:pt x="2390406" y="3643564"/>
                  </a:lnTo>
                  <a:lnTo>
                    <a:pt x="2361372" y="3698757"/>
                  </a:lnTo>
                  <a:lnTo>
                    <a:pt x="2331514" y="3754392"/>
                  </a:lnTo>
                  <a:lnTo>
                    <a:pt x="2300833" y="3810469"/>
                  </a:lnTo>
                  <a:lnTo>
                    <a:pt x="2269329" y="3866987"/>
                  </a:lnTo>
                  <a:lnTo>
                    <a:pt x="2237003" y="3923944"/>
                  </a:lnTo>
                  <a:lnTo>
                    <a:pt x="2216161" y="3960144"/>
                  </a:lnTo>
                  <a:lnTo>
                    <a:pt x="2173500" y="4033065"/>
                  </a:lnTo>
                  <a:lnTo>
                    <a:pt x="2129537" y="4106675"/>
                  </a:lnTo>
                  <a:lnTo>
                    <a:pt x="2084277" y="4180968"/>
                  </a:lnTo>
                  <a:lnTo>
                    <a:pt x="2037723" y="4255939"/>
                  </a:lnTo>
                  <a:lnTo>
                    <a:pt x="1989882" y="4331580"/>
                  </a:lnTo>
                  <a:lnTo>
                    <a:pt x="1940755" y="4407887"/>
                  </a:lnTo>
                  <a:lnTo>
                    <a:pt x="1890349" y="4484854"/>
                  </a:lnTo>
                  <a:lnTo>
                    <a:pt x="1838666" y="4562475"/>
                  </a:lnTo>
                  <a:lnTo>
                    <a:pt x="1785712" y="4640744"/>
                  </a:lnTo>
                  <a:lnTo>
                    <a:pt x="1731490" y="4719655"/>
                  </a:lnTo>
                  <a:lnTo>
                    <a:pt x="1676005" y="4799203"/>
                  </a:lnTo>
                  <a:lnTo>
                    <a:pt x="1619260" y="4879381"/>
                  </a:lnTo>
                  <a:lnTo>
                    <a:pt x="1561261" y="4960184"/>
                  </a:lnTo>
                  <a:lnTo>
                    <a:pt x="1502012" y="5041606"/>
                  </a:lnTo>
                  <a:lnTo>
                    <a:pt x="1441515" y="5123642"/>
                  </a:lnTo>
                  <a:lnTo>
                    <a:pt x="1379777" y="5206284"/>
                  </a:lnTo>
                  <a:lnTo>
                    <a:pt x="1316801" y="5289529"/>
                  </a:lnTo>
                  <a:lnTo>
                    <a:pt x="1252591" y="5373369"/>
                  </a:lnTo>
                  <a:lnTo>
                    <a:pt x="1187152" y="5457799"/>
                  </a:lnTo>
                  <a:lnTo>
                    <a:pt x="1120487" y="5542813"/>
                  </a:lnTo>
                  <a:lnTo>
                    <a:pt x="1052601" y="5628405"/>
                  </a:lnTo>
                  <a:lnTo>
                    <a:pt x="983499" y="5714570"/>
                  </a:lnTo>
                  <a:lnTo>
                    <a:pt x="913184" y="5801302"/>
                  </a:lnTo>
                  <a:lnTo>
                    <a:pt x="841661" y="5888594"/>
                  </a:lnTo>
                  <a:lnTo>
                    <a:pt x="768934" y="5976442"/>
                  </a:lnTo>
                  <a:lnTo>
                    <a:pt x="695007" y="6064838"/>
                  </a:lnTo>
                  <a:lnTo>
                    <a:pt x="619884" y="6153778"/>
                  </a:lnTo>
                  <a:lnTo>
                    <a:pt x="513174" y="6278651"/>
                  </a:lnTo>
                  <a:lnTo>
                    <a:pt x="410052" y="6397766"/>
                  </a:lnTo>
                  <a:lnTo>
                    <a:pt x="306999" y="6515356"/>
                  </a:lnTo>
                  <a:lnTo>
                    <a:pt x="204189" y="6631311"/>
                  </a:lnTo>
                  <a:lnTo>
                    <a:pt x="101798" y="6745516"/>
                  </a:lnTo>
                  <a:lnTo>
                    <a:pt x="0" y="6857860"/>
                  </a:lnTo>
                  <a:lnTo>
                    <a:pt x="92303" y="6857860"/>
                  </a:lnTo>
                  <a:lnTo>
                    <a:pt x="193061" y="6746199"/>
                  </a:lnTo>
                  <a:lnTo>
                    <a:pt x="294327" y="6632773"/>
                  </a:lnTo>
                  <a:lnTo>
                    <a:pt x="395935" y="6517688"/>
                  </a:lnTo>
                  <a:lnTo>
                    <a:pt x="497718" y="6401051"/>
                  </a:lnTo>
                  <a:lnTo>
                    <a:pt x="599509" y="6282970"/>
                  </a:lnTo>
                  <a:lnTo>
                    <a:pt x="709437" y="6153741"/>
                  </a:lnTo>
                  <a:lnTo>
                    <a:pt x="784266" y="6064714"/>
                  </a:lnTo>
                  <a:lnTo>
                    <a:pt x="857895" y="5976231"/>
                  </a:lnTo>
                  <a:lnTo>
                    <a:pt x="930320" y="5888299"/>
                  </a:lnTo>
                  <a:lnTo>
                    <a:pt x="1001535" y="5800922"/>
                  </a:lnTo>
                  <a:lnTo>
                    <a:pt x="1071538" y="5714108"/>
                  </a:lnTo>
                  <a:lnTo>
                    <a:pt x="1140324" y="5627861"/>
                  </a:lnTo>
                  <a:lnTo>
                    <a:pt x="1207888" y="5542188"/>
                  </a:lnTo>
                  <a:lnTo>
                    <a:pt x="1274226" y="5457094"/>
                  </a:lnTo>
                  <a:lnTo>
                    <a:pt x="1339334" y="5372585"/>
                  </a:lnTo>
                  <a:lnTo>
                    <a:pt x="1403208" y="5288668"/>
                  </a:lnTo>
                  <a:lnTo>
                    <a:pt x="1465844" y="5205347"/>
                  </a:lnTo>
                  <a:lnTo>
                    <a:pt x="1527237" y="5122629"/>
                  </a:lnTo>
                  <a:lnTo>
                    <a:pt x="1587384" y="5040520"/>
                  </a:lnTo>
                  <a:lnTo>
                    <a:pt x="1646279" y="4959025"/>
                  </a:lnTo>
                  <a:lnTo>
                    <a:pt x="1703918" y="4878150"/>
                  </a:lnTo>
                  <a:lnTo>
                    <a:pt x="1760299" y="4797902"/>
                  </a:lnTo>
                  <a:lnTo>
                    <a:pt x="1815415" y="4718285"/>
                  </a:lnTo>
                  <a:lnTo>
                    <a:pt x="1869263" y="4639306"/>
                  </a:lnTo>
                  <a:lnTo>
                    <a:pt x="1921839" y="4560971"/>
                  </a:lnTo>
                  <a:lnTo>
                    <a:pt x="1973138" y="4483285"/>
                  </a:lnTo>
                  <a:lnTo>
                    <a:pt x="2023157" y="4406254"/>
                  </a:lnTo>
                  <a:lnTo>
                    <a:pt x="2071890" y="4329885"/>
                  </a:lnTo>
                  <a:lnTo>
                    <a:pt x="2119335" y="4254182"/>
                  </a:lnTo>
                  <a:lnTo>
                    <a:pt x="2165485" y="4179152"/>
                  </a:lnTo>
                  <a:lnTo>
                    <a:pt x="2210338" y="4104801"/>
                  </a:lnTo>
                  <a:lnTo>
                    <a:pt x="2253889" y="4031134"/>
                  </a:lnTo>
                  <a:lnTo>
                    <a:pt x="2296134" y="3958158"/>
                  </a:lnTo>
                  <a:lnTo>
                    <a:pt x="2328237" y="3901607"/>
                  </a:lnTo>
                  <a:lnTo>
                    <a:pt x="2359541" y="3845472"/>
                  </a:lnTo>
                  <a:lnTo>
                    <a:pt x="2390045" y="3789755"/>
                  </a:lnTo>
                  <a:lnTo>
                    <a:pt x="2419749" y="3734458"/>
                  </a:lnTo>
                  <a:lnTo>
                    <a:pt x="2448652" y="3679581"/>
                  </a:lnTo>
                  <a:lnTo>
                    <a:pt x="2476755" y="3625125"/>
                  </a:lnTo>
                  <a:lnTo>
                    <a:pt x="2504056" y="3571093"/>
                  </a:lnTo>
                  <a:lnTo>
                    <a:pt x="2530555" y="3517485"/>
                  </a:lnTo>
                  <a:lnTo>
                    <a:pt x="2556252" y="3464302"/>
                  </a:lnTo>
                  <a:lnTo>
                    <a:pt x="2581147" y="3411546"/>
                  </a:lnTo>
                  <a:lnTo>
                    <a:pt x="2605238" y="3359219"/>
                  </a:lnTo>
                  <a:lnTo>
                    <a:pt x="2628527" y="3307321"/>
                  </a:lnTo>
                  <a:lnTo>
                    <a:pt x="2651011" y="3255854"/>
                  </a:lnTo>
                  <a:lnTo>
                    <a:pt x="2672692" y="3204819"/>
                  </a:lnTo>
                  <a:lnTo>
                    <a:pt x="2693567" y="3154218"/>
                  </a:lnTo>
                  <a:lnTo>
                    <a:pt x="2713638" y="3104051"/>
                  </a:lnTo>
                  <a:lnTo>
                    <a:pt x="2732904" y="3054320"/>
                  </a:lnTo>
                  <a:lnTo>
                    <a:pt x="2751364" y="3005027"/>
                  </a:lnTo>
                  <a:lnTo>
                    <a:pt x="2769017" y="2956172"/>
                  </a:lnTo>
                  <a:lnTo>
                    <a:pt x="2785864" y="2907757"/>
                  </a:lnTo>
                  <a:lnTo>
                    <a:pt x="2801905" y="2859783"/>
                  </a:lnTo>
                  <a:lnTo>
                    <a:pt x="2817137" y="2812252"/>
                  </a:lnTo>
                  <a:lnTo>
                    <a:pt x="2831562" y="2765165"/>
                  </a:lnTo>
                  <a:lnTo>
                    <a:pt x="2845179" y="2718523"/>
                  </a:lnTo>
                  <a:lnTo>
                    <a:pt x="2857988" y="2672327"/>
                  </a:lnTo>
                  <a:lnTo>
                    <a:pt x="2869987" y="2626579"/>
                  </a:lnTo>
                  <a:lnTo>
                    <a:pt x="2881177" y="2581280"/>
                  </a:lnTo>
                  <a:lnTo>
                    <a:pt x="2891558" y="2536431"/>
                  </a:lnTo>
                  <a:lnTo>
                    <a:pt x="2901128" y="2492034"/>
                  </a:lnTo>
                  <a:lnTo>
                    <a:pt x="2909887" y="2448090"/>
                  </a:lnTo>
                  <a:lnTo>
                    <a:pt x="2917836" y="2404600"/>
                  </a:lnTo>
                  <a:lnTo>
                    <a:pt x="2924974" y="2361566"/>
                  </a:lnTo>
                  <a:lnTo>
                    <a:pt x="2931299" y="2318989"/>
                  </a:lnTo>
                  <a:lnTo>
                    <a:pt x="2936813" y="2276869"/>
                  </a:lnTo>
                  <a:lnTo>
                    <a:pt x="2941514" y="2235209"/>
                  </a:lnTo>
                  <a:lnTo>
                    <a:pt x="2945402" y="2194010"/>
                  </a:lnTo>
                  <a:lnTo>
                    <a:pt x="2948476" y="2153273"/>
                  </a:lnTo>
                  <a:lnTo>
                    <a:pt x="2950737" y="2112999"/>
                  </a:lnTo>
                  <a:lnTo>
                    <a:pt x="2952184" y="2073190"/>
                  </a:lnTo>
                  <a:lnTo>
                    <a:pt x="2952816" y="2033847"/>
                  </a:lnTo>
                  <a:lnTo>
                    <a:pt x="2952633" y="1994971"/>
                  </a:lnTo>
                  <a:lnTo>
                    <a:pt x="2951635" y="1956564"/>
                  </a:lnTo>
                  <a:lnTo>
                    <a:pt x="2947192" y="1881160"/>
                  </a:lnTo>
                  <a:lnTo>
                    <a:pt x="2937430" y="1789318"/>
                  </a:lnTo>
                  <a:lnTo>
                    <a:pt x="2930059" y="1735162"/>
                  </a:lnTo>
                  <a:lnTo>
                    <a:pt x="2921634" y="1681700"/>
                  </a:lnTo>
                  <a:lnTo>
                    <a:pt x="2912156" y="1628937"/>
                  </a:lnTo>
                  <a:lnTo>
                    <a:pt x="2901627" y="1576877"/>
                  </a:lnTo>
                  <a:lnTo>
                    <a:pt x="2890049" y="1525521"/>
                  </a:lnTo>
                  <a:lnTo>
                    <a:pt x="2877423" y="1474875"/>
                  </a:lnTo>
                  <a:lnTo>
                    <a:pt x="2863750" y="1424942"/>
                  </a:lnTo>
                  <a:lnTo>
                    <a:pt x="2849032" y="1375724"/>
                  </a:lnTo>
                  <a:lnTo>
                    <a:pt x="2833271" y="1327226"/>
                  </a:lnTo>
                  <a:lnTo>
                    <a:pt x="2816468" y="1279451"/>
                  </a:lnTo>
                  <a:lnTo>
                    <a:pt x="2798625" y="1232403"/>
                  </a:lnTo>
                  <a:lnTo>
                    <a:pt x="2779743" y="1186085"/>
                  </a:lnTo>
                  <a:lnTo>
                    <a:pt x="2759823" y="1140500"/>
                  </a:lnTo>
                  <a:lnTo>
                    <a:pt x="2738868" y="1095652"/>
                  </a:lnTo>
                  <a:lnTo>
                    <a:pt x="2716878" y="1051545"/>
                  </a:lnTo>
                  <a:lnTo>
                    <a:pt x="2693856" y="1008182"/>
                  </a:lnTo>
                  <a:lnTo>
                    <a:pt x="2669802" y="965566"/>
                  </a:lnTo>
                  <a:lnTo>
                    <a:pt x="2644719" y="923702"/>
                  </a:lnTo>
                  <a:lnTo>
                    <a:pt x="2618608" y="882592"/>
                  </a:lnTo>
                  <a:lnTo>
                    <a:pt x="2591470" y="842240"/>
                  </a:lnTo>
                  <a:lnTo>
                    <a:pt x="2563307" y="802649"/>
                  </a:lnTo>
                  <a:lnTo>
                    <a:pt x="2534121" y="763824"/>
                  </a:lnTo>
                  <a:lnTo>
                    <a:pt x="2503912" y="725767"/>
                  </a:lnTo>
                  <a:lnTo>
                    <a:pt x="2472683" y="688482"/>
                  </a:lnTo>
                  <a:lnTo>
                    <a:pt x="2440436" y="651972"/>
                  </a:lnTo>
                  <a:lnTo>
                    <a:pt x="2407170" y="616242"/>
                  </a:lnTo>
                  <a:lnTo>
                    <a:pt x="2373572" y="581969"/>
                  </a:lnTo>
                  <a:lnTo>
                    <a:pt x="2339007" y="548448"/>
                  </a:lnTo>
                  <a:lnTo>
                    <a:pt x="2303479" y="515681"/>
                  </a:lnTo>
                  <a:lnTo>
                    <a:pt x="2266994" y="483671"/>
                  </a:lnTo>
                  <a:lnTo>
                    <a:pt x="2229556" y="452421"/>
                  </a:lnTo>
                  <a:lnTo>
                    <a:pt x="2191171" y="421934"/>
                  </a:lnTo>
                  <a:lnTo>
                    <a:pt x="2151843" y="392213"/>
                  </a:lnTo>
                  <a:lnTo>
                    <a:pt x="2111578" y="363262"/>
                  </a:lnTo>
                  <a:lnTo>
                    <a:pt x="2070381" y="335083"/>
                  </a:lnTo>
                  <a:lnTo>
                    <a:pt x="2028256" y="307679"/>
                  </a:lnTo>
                  <a:lnTo>
                    <a:pt x="1985208" y="281054"/>
                  </a:lnTo>
                  <a:lnTo>
                    <a:pt x="1941243" y="255210"/>
                  </a:lnTo>
                  <a:lnTo>
                    <a:pt x="1896365" y="230150"/>
                  </a:lnTo>
                  <a:lnTo>
                    <a:pt x="1850580" y="205878"/>
                  </a:lnTo>
                  <a:lnTo>
                    <a:pt x="1803893" y="182396"/>
                  </a:lnTo>
                  <a:lnTo>
                    <a:pt x="1756308" y="159707"/>
                  </a:lnTo>
                  <a:lnTo>
                    <a:pt x="1707831" y="137816"/>
                  </a:lnTo>
                  <a:lnTo>
                    <a:pt x="1658466" y="116723"/>
                  </a:lnTo>
                  <a:lnTo>
                    <a:pt x="1608218" y="96434"/>
                  </a:lnTo>
                  <a:lnTo>
                    <a:pt x="1557094" y="76950"/>
                  </a:lnTo>
                  <a:lnTo>
                    <a:pt x="1505096" y="58274"/>
                  </a:lnTo>
                  <a:lnTo>
                    <a:pt x="1452232" y="40411"/>
                  </a:lnTo>
                  <a:lnTo>
                    <a:pt x="1385196" y="19338"/>
                  </a:lnTo>
                  <a:lnTo>
                    <a:pt x="1351775" y="9461"/>
                  </a:lnTo>
                  <a:lnTo>
                    <a:pt x="1318437" y="0"/>
                  </a:lnTo>
                  <a:close/>
                </a:path>
              </a:pathLst>
            </a:custGeom>
            <a:solidFill>
              <a:srgbClr val="100A30">
                <a:alpha val="85000"/>
              </a:srgbClr>
            </a:solidFill>
          </p:spPr>
          <p:txBody>
            <a:bodyPr wrap="square" lIns="0" tIns="0" rIns="0" bIns="0" rtlCol="0"/>
            <a:lstStyle/>
            <a:p>
              <a:endParaRPr b="1"/>
            </a:p>
          </p:txBody>
        </p:sp>
        <p:sp>
          <p:nvSpPr>
            <p:cNvPr id="23" name="object 2">
              <a:extLst>
                <a:ext uri="{FF2B5EF4-FFF2-40B4-BE49-F238E27FC236}">
                  <a16:creationId xmlns:a16="http://schemas.microsoft.com/office/drawing/2014/main" id="{20544D6B-4CDF-CD4C-872B-402400BFA8DE}"/>
                </a:ext>
              </a:extLst>
            </p:cNvPr>
            <p:cNvSpPr/>
            <p:nvPr/>
          </p:nvSpPr>
          <p:spPr>
            <a:xfrm>
              <a:off x="5000341" y="139"/>
              <a:ext cx="2884805" cy="6858000"/>
            </a:xfrm>
            <a:custGeom>
              <a:avLst/>
              <a:gdLst/>
              <a:ahLst/>
              <a:cxnLst/>
              <a:rect l="l" t="t" r="r" b="b"/>
              <a:pathLst>
                <a:path w="2884804" h="6858000">
                  <a:moveTo>
                    <a:pt x="1523276" y="0"/>
                  </a:moveTo>
                  <a:lnTo>
                    <a:pt x="1367777" y="0"/>
                  </a:lnTo>
                  <a:lnTo>
                    <a:pt x="1419963" y="19113"/>
                  </a:lnTo>
                  <a:lnTo>
                    <a:pt x="1471274" y="39021"/>
                  </a:lnTo>
                  <a:lnTo>
                    <a:pt x="1521706" y="59722"/>
                  </a:lnTo>
                  <a:lnTo>
                    <a:pt x="1571253" y="81213"/>
                  </a:lnTo>
                  <a:lnTo>
                    <a:pt x="1619911" y="103491"/>
                  </a:lnTo>
                  <a:lnTo>
                    <a:pt x="1667674" y="126553"/>
                  </a:lnTo>
                  <a:lnTo>
                    <a:pt x="1714538" y="150395"/>
                  </a:lnTo>
                  <a:lnTo>
                    <a:pt x="1760497" y="175016"/>
                  </a:lnTo>
                  <a:lnTo>
                    <a:pt x="1805547" y="200411"/>
                  </a:lnTo>
                  <a:lnTo>
                    <a:pt x="1849683" y="226579"/>
                  </a:lnTo>
                  <a:lnTo>
                    <a:pt x="1892899" y="253516"/>
                  </a:lnTo>
                  <a:lnTo>
                    <a:pt x="1935192" y="281220"/>
                  </a:lnTo>
                  <a:lnTo>
                    <a:pt x="1976555" y="309686"/>
                  </a:lnTo>
                  <a:lnTo>
                    <a:pt x="2016984" y="338914"/>
                  </a:lnTo>
                  <a:lnTo>
                    <a:pt x="2056474" y="368898"/>
                  </a:lnTo>
                  <a:lnTo>
                    <a:pt x="2095020" y="399638"/>
                  </a:lnTo>
                  <a:lnTo>
                    <a:pt x="2132616" y="431129"/>
                  </a:lnTo>
                  <a:lnTo>
                    <a:pt x="2169259" y="463369"/>
                  </a:lnTo>
                  <a:lnTo>
                    <a:pt x="2204943" y="496355"/>
                  </a:lnTo>
                  <a:lnTo>
                    <a:pt x="2239663" y="530084"/>
                  </a:lnTo>
                  <a:lnTo>
                    <a:pt x="2273414" y="564553"/>
                  </a:lnTo>
                  <a:lnTo>
                    <a:pt x="2306053" y="599613"/>
                  </a:lnTo>
                  <a:lnTo>
                    <a:pt x="2337732" y="635418"/>
                  </a:lnTo>
                  <a:lnTo>
                    <a:pt x="2368447" y="671964"/>
                  </a:lnTo>
                  <a:lnTo>
                    <a:pt x="2398199" y="709247"/>
                  </a:lnTo>
                  <a:lnTo>
                    <a:pt x="2426985" y="747265"/>
                  </a:lnTo>
                  <a:lnTo>
                    <a:pt x="2454805" y="786015"/>
                  </a:lnTo>
                  <a:lnTo>
                    <a:pt x="2481656" y="825493"/>
                  </a:lnTo>
                  <a:lnTo>
                    <a:pt x="2507538" y="865696"/>
                  </a:lnTo>
                  <a:lnTo>
                    <a:pt x="2532449" y="906620"/>
                  </a:lnTo>
                  <a:lnTo>
                    <a:pt x="2556387" y="948264"/>
                  </a:lnTo>
                  <a:lnTo>
                    <a:pt x="2579352" y="990622"/>
                  </a:lnTo>
                  <a:lnTo>
                    <a:pt x="2601341" y="1033693"/>
                  </a:lnTo>
                  <a:lnTo>
                    <a:pt x="2622355" y="1077473"/>
                  </a:lnTo>
                  <a:lnTo>
                    <a:pt x="2642390" y="1121959"/>
                  </a:lnTo>
                  <a:lnTo>
                    <a:pt x="2661446" y="1167147"/>
                  </a:lnTo>
                  <a:lnTo>
                    <a:pt x="2679522" y="1213035"/>
                  </a:lnTo>
                  <a:lnTo>
                    <a:pt x="2696615" y="1259619"/>
                  </a:lnTo>
                  <a:lnTo>
                    <a:pt x="2712725" y="1306896"/>
                  </a:lnTo>
                  <a:lnTo>
                    <a:pt x="2727851" y="1354863"/>
                  </a:lnTo>
                  <a:lnTo>
                    <a:pt x="2741990" y="1403516"/>
                  </a:lnTo>
                  <a:lnTo>
                    <a:pt x="2755142" y="1452853"/>
                  </a:lnTo>
                  <a:lnTo>
                    <a:pt x="2767305" y="1502870"/>
                  </a:lnTo>
                  <a:lnTo>
                    <a:pt x="2778477" y="1553564"/>
                  </a:lnTo>
                  <a:lnTo>
                    <a:pt x="2788658" y="1604932"/>
                  </a:lnTo>
                  <a:lnTo>
                    <a:pt x="2797846" y="1656970"/>
                  </a:lnTo>
                  <a:lnTo>
                    <a:pt x="2806040" y="1709676"/>
                  </a:lnTo>
                  <a:lnTo>
                    <a:pt x="2813237" y="1763046"/>
                  </a:lnTo>
                  <a:lnTo>
                    <a:pt x="2819438" y="1817077"/>
                  </a:lnTo>
                  <a:lnTo>
                    <a:pt x="2825558" y="1891846"/>
                  </a:lnTo>
                  <a:lnTo>
                    <a:pt x="2827404" y="1929945"/>
                  </a:lnTo>
                  <a:lnTo>
                    <a:pt x="2828441" y="1968518"/>
                  </a:lnTo>
                  <a:lnTo>
                    <a:pt x="2828670" y="2007565"/>
                  </a:lnTo>
                  <a:lnTo>
                    <a:pt x="2828091" y="2047084"/>
                  </a:lnTo>
                  <a:lnTo>
                    <a:pt x="2826704" y="2087075"/>
                  </a:lnTo>
                  <a:lnTo>
                    <a:pt x="2824510" y="2127534"/>
                  </a:lnTo>
                  <a:lnTo>
                    <a:pt x="2821509" y="2168463"/>
                  </a:lnTo>
                  <a:lnTo>
                    <a:pt x="2817702" y="2209858"/>
                  </a:lnTo>
                  <a:lnTo>
                    <a:pt x="2813089" y="2251720"/>
                  </a:lnTo>
                  <a:lnTo>
                    <a:pt x="2807670" y="2294046"/>
                  </a:lnTo>
                  <a:lnTo>
                    <a:pt x="2801446" y="2336836"/>
                  </a:lnTo>
                  <a:lnTo>
                    <a:pt x="2794417" y="2380088"/>
                  </a:lnTo>
                  <a:lnTo>
                    <a:pt x="2786584" y="2423800"/>
                  </a:lnTo>
                  <a:lnTo>
                    <a:pt x="2777946" y="2467973"/>
                  </a:lnTo>
                  <a:lnTo>
                    <a:pt x="2768505" y="2512603"/>
                  </a:lnTo>
                  <a:lnTo>
                    <a:pt x="2758260" y="2557691"/>
                  </a:lnTo>
                  <a:lnTo>
                    <a:pt x="2747213" y="2603235"/>
                  </a:lnTo>
                  <a:lnTo>
                    <a:pt x="2735363" y="2649233"/>
                  </a:lnTo>
                  <a:lnTo>
                    <a:pt x="2722711" y="2695685"/>
                  </a:lnTo>
                  <a:lnTo>
                    <a:pt x="2709257" y="2742589"/>
                  </a:lnTo>
                  <a:lnTo>
                    <a:pt x="2695001" y="2789943"/>
                  </a:lnTo>
                  <a:lnTo>
                    <a:pt x="2679945" y="2837748"/>
                  </a:lnTo>
                  <a:lnTo>
                    <a:pt x="2664088" y="2886000"/>
                  </a:lnTo>
                  <a:lnTo>
                    <a:pt x="2647431" y="2934700"/>
                  </a:lnTo>
                  <a:lnTo>
                    <a:pt x="2629974" y="2983845"/>
                  </a:lnTo>
                  <a:lnTo>
                    <a:pt x="2611718" y="3033435"/>
                  </a:lnTo>
                  <a:lnTo>
                    <a:pt x="2592663" y="3083469"/>
                  </a:lnTo>
                  <a:lnTo>
                    <a:pt x="2572809" y="3133944"/>
                  </a:lnTo>
                  <a:lnTo>
                    <a:pt x="2552156" y="3184860"/>
                  </a:lnTo>
                  <a:lnTo>
                    <a:pt x="2530706" y="3236216"/>
                  </a:lnTo>
                  <a:lnTo>
                    <a:pt x="2508458" y="3288009"/>
                  </a:lnTo>
                  <a:lnTo>
                    <a:pt x="2485414" y="3340240"/>
                  </a:lnTo>
                  <a:lnTo>
                    <a:pt x="2461572" y="3392907"/>
                  </a:lnTo>
                  <a:lnTo>
                    <a:pt x="2436935" y="3446008"/>
                  </a:lnTo>
                  <a:lnTo>
                    <a:pt x="2411501" y="3499542"/>
                  </a:lnTo>
                  <a:lnTo>
                    <a:pt x="2385272" y="3553509"/>
                  </a:lnTo>
                  <a:lnTo>
                    <a:pt x="2358247" y="3607906"/>
                  </a:lnTo>
                  <a:lnTo>
                    <a:pt x="2330428" y="3662732"/>
                  </a:lnTo>
                  <a:lnTo>
                    <a:pt x="2301815" y="3717987"/>
                  </a:lnTo>
                  <a:lnTo>
                    <a:pt x="2272407" y="3773669"/>
                  </a:lnTo>
                  <a:lnTo>
                    <a:pt x="2242206" y="3829776"/>
                  </a:lnTo>
                  <a:lnTo>
                    <a:pt x="2211212" y="3886308"/>
                  </a:lnTo>
                  <a:lnTo>
                    <a:pt x="2179425" y="3943262"/>
                  </a:lnTo>
                  <a:lnTo>
                    <a:pt x="2146846" y="4000639"/>
                  </a:lnTo>
                  <a:lnTo>
                    <a:pt x="2104203" y="4074329"/>
                  </a:lnTo>
                  <a:lnTo>
                    <a:pt x="2060283" y="4148697"/>
                  </a:lnTo>
                  <a:lnTo>
                    <a:pt x="2015090" y="4223737"/>
                  </a:lnTo>
                  <a:lnTo>
                    <a:pt x="1968626" y="4299444"/>
                  </a:lnTo>
                  <a:lnTo>
                    <a:pt x="1920897" y="4375812"/>
                  </a:lnTo>
                  <a:lnTo>
                    <a:pt x="1871905" y="4452836"/>
                  </a:lnTo>
                  <a:lnTo>
                    <a:pt x="1821656" y="4530510"/>
                  </a:lnTo>
                  <a:lnTo>
                    <a:pt x="1770154" y="4608829"/>
                  </a:lnTo>
                  <a:lnTo>
                    <a:pt x="1717401" y="4687788"/>
                  </a:lnTo>
                  <a:lnTo>
                    <a:pt x="1663403" y="4767380"/>
                  </a:lnTo>
                  <a:lnTo>
                    <a:pt x="1608162" y="4847601"/>
                  </a:lnTo>
                  <a:lnTo>
                    <a:pt x="1551684" y="4928444"/>
                  </a:lnTo>
                  <a:lnTo>
                    <a:pt x="1493973" y="5009905"/>
                  </a:lnTo>
                  <a:lnTo>
                    <a:pt x="1435031" y="5091977"/>
                  </a:lnTo>
                  <a:lnTo>
                    <a:pt x="1374864" y="5174656"/>
                  </a:lnTo>
                  <a:lnTo>
                    <a:pt x="1313475" y="5257935"/>
                  </a:lnTo>
                  <a:lnTo>
                    <a:pt x="1250868" y="5341810"/>
                  </a:lnTo>
                  <a:lnTo>
                    <a:pt x="1187047" y="5426275"/>
                  </a:lnTo>
                  <a:lnTo>
                    <a:pt x="1122017" y="5511324"/>
                  </a:lnTo>
                  <a:lnTo>
                    <a:pt x="1055781" y="5596951"/>
                  </a:lnTo>
                  <a:lnTo>
                    <a:pt x="988343" y="5683152"/>
                  </a:lnTo>
                  <a:lnTo>
                    <a:pt x="919707" y="5769921"/>
                  </a:lnTo>
                  <a:lnTo>
                    <a:pt x="849878" y="5857251"/>
                  </a:lnTo>
                  <a:lnTo>
                    <a:pt x="778859" y="5945139"/>
                  </a:lnTo>
                  <a:lnTo>
                    <a:pt x="706654" y="6033578"/>
                  </a:lnTo>
                  <a:lnTo>
                    <a:pt x="633267" y="6122562"/>
                  </a:lnTo>
                  <a:lnTo>
                    <a:pt x="558703" y="6212087"/>
                  </a:lnTo>
                  <a:lnTo>
                    <a:pt x="482965" y="6302146"/>
                  </a:lnTo>
                  <a:lnTo>
                    <a:pt x="406057" y="6392735"/>
                  </a:lnTo>
                  <a:lnTo>
                    <a:pt x="304471" y="6511113"/>
                  </a:lnTo>
                  <a:lnTo>
                    <a:pt x="202833" y="6628155"/>
                  </a:lnTo>
                  <a:lnTo>
                    <a:pt x="101292" y="6743768"/>
                  </a:lnTo>
                  <a:lnTo>
                    <a:pt x="0" y="6857860"/>
                  </a:lnTo>
                  <a:lnTo>
                    <a:pt x="74739" y="6857860"/>
                  </a:lnTo>
                  <a:lnTo>
                    <a:pt x="176531" y="6742813"/>
                  </a:lnTo>
                  <a:lnTo>
                    <a:pt x="278520" y="6626270"/>
                  </a:lnTo>
                  <a:lnTo>
                    <a:pt x="380559" y="6508322"/>
                  </a:lnTo>
                  <a:lnTo>
                    <a:pt x="486600" y="6384229"/>
                  </a:lnTo>
                  <a:lnTo>
                    <a:pt x="561875" y="6295158"/>
                  </a:lnTo>
                  <a:lnTo>
                    <a:pt x="636016" y="6206599"/>
                  </a:lnTo>
                  <a:lnTo>
                    <a:pt x="709019" y="6118557"/>
                  </a:lnTo>
                  <a:lnTo>
                    <a:pt x="780881" y="6031039"/>
                  </a:lnTo>
                  <a:lnTo>
                    <a:pt x="851598" y="5944049"/>
                  </a:lnTo>
                  <a:lnTo>
                    <a:pt x="921165" y="5857592"/>
                  </a:lnTo>
                  <a:lnTo>
                    <a:pt x="989579" y="5771674"/>
                  </a:lnTo>
                  <a:lnTo>
                    <a:pt x="1056837" y="5686300"/>
                  </a:lnTo>
                  <a:lnTo>
                    <a:pt x="1122934" y="5601475"/>
                  </a:lnTo>
                  <a:lnTo>
                    <a:pt x="1187866" y="5517205"/>
                  </a:lnTo>
                  <a:lnTo>
                    <a:pt x="1251631" y="5433494"/>
                  </a:lnTo>
                  <a:lnTo>
                    <a:pt x="1314223" y="5350348"/>
                  </a:lnTo>
                  <a:lnTo>
                    <a:pt x="1375639" y="5267773"/>
                  </a:lnTo>
                  <a:lnTo>
                    <a:pt x="1435876" y="5185772"/>
                  </a:lnTo>
                  <a:lnTo>
                    <a:pt x="1494930" y="5104352"/>
                  </a:lnTo>
                  <a:lnTo>
                    <a:pt x="1552796" y="5023518"/>
                  </a:lnTo>
                  <a:lnTo>
                    <a:pt x="1609471" y="4943276"/>
                  </a:lnTo>
                  <a:lnTo>
                    <a:pt x="1664951" y="4863629"/>
                  </a:lnTo>
                  <a:lnTo>
                    <a:pt x="1719233" y="4784584"/>
                  </a:lnTo>
                  <a:lnTo>
                    <a:pt x="1772312" y="4706146"/>
                  </a:lnTo>
                  <a:lnTo>
                    <a:pt x="1824185" y="4628320"/>
                  </a:lnTo>
                  <a:lnTo>
                    <a:pt x="1874847" y="4551112"/>
                  </a:lnTo>
                  <a:lnTo>
                    <a:pt x="1924296" y="4474525"/>
                  </a:lnTo>
                  <a:lnTo>
                    <a:pt x="1972527" y="4398567"/>
                  </a:lnTo>
                  <a:lnTo>
                    <a:pt x="2019537" y="4323242"/>
                  </a:lnTo>
                  <a:lnTo>
                    <a:pt x="2065321" y="4248555"/>
                  </a:lnTo>
                  <a:lnTo>
                    <a:pt x="2109876" y="4174511"/>
                  </a:lnTo>
                  <a:lnTo>
                    <a:pt x="2153198" y="4101117"/>
                  </a:lnTo>
                  <a:lnTo>
                    <a:pt x="2195283" y="4028376"/>
                  </a:lnTo>
                  <a:lnTo>
                    <a:pt x="2227552" y="3971553"/>
                  </a:lnTo>
                  <a:lnTo>
                    <a:pt x="2259053" y="3915131"/>
                  </a:lnTo>
                  <a:lnTo>
                    <a:pt x="2289784" y="3859113"/>
                  </a:lnTo>
                  <a:lnTo>
                    <a:pt x="2319746" y="3803498"/>
                  </a:lnTo>
                  <a:lnTo>
                    <a:pt x="2348938" y="3748289"/>
                  </a:lnTo>
                  <a:lnTo>
                    <a:pt x="2377359" y="3693485"/>
                  </a:lnTo>
                  <a:lnTo>
                    <a:pt x="2405010" y="3639090"/>
                  </a:lnTo>
                  <a:lnTo>
                    <a:pt x="2431890" y="3585103"/>
                  </a:lnTo>
                  <a:lnTo>
                    <a:pt x="2457999" y="3531527"/>
                  </a:lnTo>
                  <a:lnTo>
                    <a:pt x="2483336" y="3478361"/>
                  </a:lnTo>
                  <a:lnTo>
                    <a:pt x="2507901" y="3425608"/>
                  </a:lnTo>
                  <a:lnTo>
                    <a:pt x="2531694" y="3373269"/>
                  </a:lnTo>
                  <a:lnTo>
                    <a:pt x="2554713" y="3321344"/>
                  </a:lnTo>
                  <a:lnTo>
                    <a:pt x="2576960" y="3269835"/>
                  </a:lnTo>
                  <a:lnTo>
                    <a:pt x="2598433" y="3218744"/>
                  </a:lnTo>
                  <a:lnTo>
                    <a:pt x="2619132" y="3168071"/>
                  </a:lnTo>
                  <a:lnTo>
                    <a:pt x="2639057" y="3117817"/>
                  </a:lnTo>
                  <a:lnTo>
                    <a:pt x="2658207" y="3067985"/>
                  </a:lnTo>
                  <a:lnTo>
                    <a:pt x="2676582" y="3018574"/>
                  </a:lnTo>
                  <a:lnTo>
                    <a:pt x="2694182" y="2969586"/>
                  </a:lnTo>
                  <a:lnTo>
                    <a:pt x="2711006" y="2921023"/>
                  </a:lnTo>
                  <a:lnTo>
                    <a:pt x="2727054" y="2872886"/>
                  </a:lnTo>
                  <a:lnTo>
                    <a:pt x="2742326" y="2825175"/>
                  </a:lnTo>
                  <a:lnTo>
                    <a:pt x="2756820" y="2777892"/>
                  </a:lnTo>
                  <a:lnTo>
                    <a:pt x="2770538" y="2731038"/>
                  </a:lnTo>
                  <a:lnTo>
                    <a:pt x="2783477" y="2684615"/>
                  </a:lnTo>
                  <a:lnTo>
                    <a:pt x="2795639" y="2638623"/>
                  </a:lnTo>
                  <a:lnTo>
                    <a:pt x="2807023" y="2593064"/>
                  </a:lnTo>
                  <a:lnTo>
                    <a:pt x="2817628" y="2547939"/>
                  </a:lnTo>
                  <a:lnTo>
                    <a:pt x="2827453" y="2503249"/>
                  </a:lnTo>
                  <a:lnTo>
                    <a:pt x="2836500" y="2458996"/>
                  </a:lnTo>
                  <a:lnTo>
                    <a:pt x="2844766" y="2415180"/>
                  </a:lnTo>
                  <a:lnTo>
                    <a:pt x="2852252" y="2371802"/>
                  </a:lnTo>
                  <a:lnTo>
                    <a:pt x="2858958" y="2328865"/>
                  </a:lnTo>
                  <a:lnTo>
                    <a:pt x="2864883" y="2286369"/>
                  </a:lnTo>
                  <a:lnTo>
                    <a:pt x="2870027" y="2244315"/>
                  </a:lnTo>
                  <a:lnTo>
                    <a:pt x="2874389" y="2202705"/>
                  </a:lnTo>
                  <a:lnTo>
                    <a:pt x="2877969" y="2161540"/>
                  </a:lnTo>
                  <a:lnTo>
                    <a:pt x="2880766" y="2120820"/>
                  </a:lnTo>
                  <a:lnTo>
                    <a:pt x="2882781" y="2080547"/>
                  </a:lnTo>
                  <a:lnTo>
                    <a:pt x="2884013" y="2040723"/>
                  </a:lnTo>
                  <a:lnTo>
                    <a:pt x="2884461" y="2001349"/>
                  </a:lnTo>
                  <a:lnTo>
                    <a:pt x="2884125" y="1962425"/>
                  </a:lnTo>
                  <a:lnTo>
                    <a:pt x="2883005" y="1923953"/>
                  </a:lnTo>
                  <a:lnTo>
                    <a:pt x="2878411" y="1848370"/>
                  </a:lnTo>
                  <a:lnTo>
                    <a:pt x="2868814" y="1757750"/>
                  </a:lnTo>
                  <a:lnTo>
                    <a:pt x="2861734" y="1704869"/>
                  </a:lnTo>
                  <a:lnTo>
                    <a:pt x="2853697" y="1652618"/>
                  </a:lnTo>
                  <a:lnTo>
                    <a:pt x="2844705" y="1601001"/>
                  </a:lnTo>
                  <a:lnTo>
                    <a:pt x="2834758" y="1550022"/>
                  </a:lnTo>
                  <a:lnTo>
                    <a:pt x="2823859" y="1499683"/>
                  </a:lnTo>
                  <a:lnTo>
                    <a:pt x="2812008" y="1449987"/>
                  </a:lnTo>
                  <a:lnTo>
                    <a:pt x="2799206" y="1400937"/>
                  </a:lnTo>
                  <a:lnTo>
                    <a:pt x="2785456" y="1352536"/>
                  </a:lnTo>
                  <a:lnTo>
                    <a:pt x="2770758" y="1304786"/>
                  </a:lnTo>
                  <a:lnTo>
                    <a:pt x="2755113" y="1257692"/>
                  </a:lnTo>
                  <a:lnTo>
                    <a:pt x="2738524" y="1211256"/>
                  </a:lnTo>
                  <a:lnTo>
                    <a:pt x="2720990" y="1165480"/>
                  </a:lnTo>
                  <a:lnTo>
                    <a:pt x="2702514" y="1120368"/>
                  </a:lnTo>
                  <a:lnTo>
                    <a:pt x="2683097" y="1075923"/>
                  </a:lnTo>
                  <a:lnTo>
                    <a:pt x="2662740" y="1032148"/>
                  </a:lnTo>
                  <a:lnTo>
                    <a:pt x="2641444" y="989045"/>
                  </a:lnTo>
                  <a:lnTo>
                    <a:pt x="2619211" y="946617"/>
                  </a:lnTo>
                  <a:lnTo>
                    <a:pt x="2596042" y="904868"/>
                  </a:lnTo>
                  <a:lnTo>
                    <a:pt x="2571938" y="863801"/>
                  </a:lnTo>
                  <a:lnTo>
                    <a:pt x="2546901" y="823418"/>
                  </a:lnTo>
                  <a:lnTo>
                    <a:pt x="2520931" y="783723"/>
                  </a:lnTo>
                  <a:lnTo>
                    <a:pt x="2494031" y="744717"/>
                  </a:lnTo>
                  <a:lnTo>
                    <a:pt x="2466201" y="706405"/>
                  </a:lnTo>
                  <a:lnTo>
                    <a:pt x="2437443" y="668789"/>
                  </a:lnTo>
                  <a:lnTo>
                    <a:pt x="2407757" y="631873"/>
                  </a:lnTo>
                  <a:lnTo>
                    <a:pt x="2377146" y="595658"/>
                  </a:lnTo>
                  <a:lnTo>
                    <a:pt x="2345611" y="560149"/>
                  </a:lnTo>
                  <a:lnTo>
                    <a:pt x="2313152" y="525348"/>
                  </a:lnTo>
                  <a:lnTo>
                    <a:pt x="2279646" y="491130"/>
                  </a:lnTo>
                  <a:lnTo>
                    <a:pt x="2245217" y="457627"/>
                  </a:lnTo>
                  <a:lnTo>
                    <a:pt x="2209869" y="424843"/>
                  </a:lnTo>
                  <a:lnTo>
                    <a:pt x="2173607" y="392778"/>
                  </a:lnTo>
                  <a:lnTo>
                    <a:pt x="2136436" y="361437"/>
                  </a:lnTo>
                  <a:lnTo>
                    <a:pt x="2098362" y="330822"/>
                  </a:lnTo>
                  <a:lnTo>
                    <a:pt x="2059387" y="300934"/>
                  </a:lnTo>
                  <a:lnTo>
                    <a:pt x="2019518" y="271777"/>
                  </a:lnTo>
                  <a:lnTo>
                    <a:pt x="1978759" y="243353"/>
                  </a:lnTo>
                  <a:lnTo>
                    <a:pt x="1937115" y="215665"/>
                  </a:lnTo>
                  <a:lnTo>
                    <a:pt x="1894591" y="188715"/>
                  </a:lnTo>
                  <a:lnTo>
                    <a:pt x="1851191" y="162506"/>
                  </a:lnTo>
                  <a:lnTo>
                    <a:pt x="1806920" y="137041"/>
                  </a:lnTo>
                  <a:lnTo>
                    <a:pt x="1761783" y="112321"/>
                  </a:lnTo>
                  <a:lnTo>
                    <a:pt x="1715785" y="88350"/>
                  </a:lnTo>
                  <a:lnTo>
                    <a:pt x="1668930" y="65129"/>
                  </a:lnTo>
                  <a:lnTo>
                    <a:pt x="1621224" y="42662"/>
                  </a:lnTo>
                  <a:lnTo>
                    <a:pt x="1572671" y="20952"/>
                  </a:lnTo>
                  <a:lnTo>
                    <a:pt x="1523276" y="0"/>
                  </a:lnTo>
                  <a:close/>
                </a:path>
              </a:pathLst>
            </a:custGeom>
            <a:solidFill>
              <a:srgbClr val="100A30">
                <a:alpha val="70000"/>
              </a:srgbClr>
            </a:solidFill>
          </p:spPr>
          <p:txBody>
            <a:bodyPr wrap="square" lIns="0" tIns="0" rIns="0" bIns="0" rtlCol="0"/>
            <a:lstStyle/>
            <a:p>
              <a:endParaRPr b="1"/>
            </a:p>
          </p:txBody>
        </p:sp>
        <p:sp>
          <p:nvSpPr>
            <p:cNvPr id="24" name="object 2">
              <a:extLst>
                <a:ext uri="{FF2B5EF4-FFF2-40B4-BE49-F238E27FC236}">
                  <a16:creationId xmlns:a16="http://schemas.microsoft.com/office/drawing/2014/main" id="{2D7CB728-CCC3-B54C-A4A6-BE7069EEBFA6}"/>
                </a:ext>
              </a:extLst>
            </p:cNvPr>
            <p:cNvSpPr/>
            <p:nvPr/>
          </p:nvSpPr>
          <p:spPr>
            <a:xfrm>
              <a:off x="5139578" y="137"/>
              <a:ext cx="2844800" cy="6858000"/>
            </a:xfrm>
            <a:custGeom>
              <a:avLst/>
              <a:gdLst/>
              <a:ahLst/>
              <a:cxnLst/>
              <a:rect l="l" t="t" r="r" b="b"/>
              <a:pathLst>
                <a:path w="2844800" h="6858000">
                  <a:moveTo>
                    <a:pt x="1604276" y="0"/>
                  </a:moveTo>
                  <a:lnTo>
                    <a:pt x="1494764" y="0"/>
                  </a:lnTo>
                  <a:lnTo>
                    <a:pt x="1542627" y="21744"/>
                  </a:lnTo>
                  <a:lnTo>
                    <a:pt x="1589661" y="44218"/>
                  </a:lnTo>
                  <a:lnTo>
                    <a:pt x="1635859" y="67421"/>
                  </a:lnTo>
                  <a:lnTo>
                    <a:pt x="1681217" y="91349"/>
                  </a:lnTo>
                  <a:lnTo>
                    <a:pt x="1725731" y="116000"/>
                  </a:lnTo>
                  <a:lnTo>
                    <a:pt x="1769395" y="141373"/>
                  </a:lnTo>
                  <a:lnTo>
                    <a:pt x="1812206" y="167464"/>
                  </a:lnTo>
                  <a:lnTo>
                    <a:pt x="1854158" y="194271"/>
                  </a:lnTo>
                  <a:lnTo>
                    <a:pt x="1895246" y="221792"/>
                  </a:lnTo>
                  <a:lnTo>
                    <a:pt x="1935466" y="250025"/>
                  </a:lnTo>
                  <a:lnTo>
                    <a:pt x="1974813" y="278968"/>
                  </a:lnTo>
                  <a:lnTo>
                    <a:pt x="2013282" y="308617"/>
                  </a:lnTo>
                  <a:lnTo>
                    <a:pt x="2050868" y="338971"/>
                  </a:lnTo>
                  <a:lnTo>
                    <a:pt x="2087567" y="370028"/>
                  </a:lnTo>
                  <a:lnTo>
                    <a:pt x="2123374" y="401784"/>
                  </a:lnTo>
                  <a:lnTo>
                    <a:pt x="2158284" y="434238"/>
                  </a:lnTo>
                  <a:lnTo>
                    <a:pt x="2192293" y="467388"/>
                  </a:lnTo>
                  <a:lnTo>
                    <a:pt x="2225395" y="501230"/>
                  </a:lnTo>
                  <a:lnTo>
                    <a:pt x="2257947" y="536159"/>
                  </a:lnTo>
                  <a:lnTo>
                    <a:pt x="2289574" y="571804"/>
                  </a:lnTo>
                  <a:lnTo>
                    <a:pt x="2320275" y="608161"/>
                  </a:lnTo>
                  <a:lnTo>
                    <a:pt x="2350048" y="645228"/>
                  </a:lnTo>
                  <a:lnTo>
                    <a:pt x="2378892" y="683002"/>
                  </a:lnTo>
                  <a:lnTo>
                    <a:pt x="2406806" y="721480"/>
                  </a:lnTo>
                  <a:lnTo>
                    <a:pt x="2433788" y="760659"/>
                  </a:lnTo>
                  <a:lnTo>
                    <a:pt x="2459837" y="800536"/>
                  </a:lnTo>
                  <a:lnTo>
                    <a:pt x="2484952" y="841108"/>
                  </a:lnTo>
                  <a:lnTo>
                    <a:pt x="2509131" y="882372"/>
                  </a:lnTo>
                  <a:lnTo>
                    <a:pt x="2532374" y="924324"/>
                  </a:lnTo>
                  <a:lnTo>
                    <a:pt x="2554679" y="966963"/>
                  </a:lnTo>
                  <a:lnTo>
                    <a:pt x="2576044" y="1010285"/>
                  </a:lnTo>
                  <a:lnTo>
                    <a:pt x="2596469" y="1054287"/>
                  </a:lnTo>
                  <a:lnTo>
                    <a:pt x="2615952" y="1098966"/>
                  </a:lnTo>
                  <a:lnTo>
                    <a:pt x="2634492" y="1144319"/>
                  </a:lnTo>
                  <a:lnTo>
                    <a:pt x="2652087" y="1190343"/>
                  </a:lnTo>
                  <a:lnTo>
                    <a:pt x="2668736" y="1237036"/>
                  </a:lnTo>
                  <a:lnTo>
                    <a:pt x="2684438" y="1284393"/>
                  </a:lnTo>
                  <a:lnTo>
                    <a:pt x="2699192" y="1332413"/>
                  </a:lnTo>
                  <a:lnTo>
                    <a:pt x="2712996" y="1381092"/>
                  </a:lnTo>
                  <a:lnTo>
                    <a:pt x="2725849" y="1430428"/>
                  </a:lnTo>
                  <a:lnTo>
                    <a:pt x="2737750" y="1480416"/>
                  </a:lnTo>
                  <a:lnTo>
                    <a:pt x="2748697" y="1531055"/>
                  </a:lnTo>
                  <a:lnTo>
                    <a:pt x="2758690" y="1582341"/>
                  </a:lnTo>
                  <a:lnTo>
                    <a:pt x="2767726" y="1634272"/>
                  </a:lnTo>
                  <a:lnTo>
                    <a:pt x="2775805" y="1686844"/>
                  </a:lnTo>
                  <a:lnTo>
                    <a:pt x="2782925" y="1740054"/>
                  </a:lnTo>
                  <a:lnTo>
                    <a:pt x="2789085" y="1793900"/>
                  </a:lnTo>
                  <a:lnTo>
                    <a:pt x="2795202" y="1867759"/>
                  </a:lnTo>
                  <a:lnTo>
                    <a:pt x="2798257" y="1943418"/>
                  </a:lnTo>
                  <a:lnTo>
                    <a:pt x="2798637" y="1981919"/>
                  </a:lnTo>
                  <a:lnTo>
                    <a:pt x="2798251" y="2020867"/>
                  </a:lnTo>
                  <a:lnTo>
                    <a:pt x="2797102" y="2060260"/>
                  </a:lnTo>
                  <a:lnTo>
                    <a:pt x="2795188" y="2100097"/>
                  </a:lnTo>
                  <a:lnTo>
                    <a:pt x="2792511" y="2140377"/>
                  </a:lnTo>
                  <a:lnTo>
                    <a:pt x="2789071" y="2181099"/>
                  </a:lnTo>
                  <a:lnTo>
                    <a:pt x="2784867" y="2222261"/>
                  </a:lnTo>
                  <a:lnTo>
                    <a:pt x="2779901" y="2263863"/>
                  </a:lnTo>
                  <a:lnTo>
                    <a:pt x="2774173" y="2305903"/>
                  </a:lnTo>
                  <a:lnTo>
                    <a:pt x="2767683" y="2348381"/>
                  </a:lnTo>
                  <a:lnTo>
                    <a:pt x="2760431" y="2391295"/>
                  </a:lnTo>
                  <a:lnTo>
                    <a:pt x="2752418" y="2434644"/>
                  </a:lnTo>
                  <a:lnTo>
                    <a:pt x="2743645" y="2478426"/>
                  </a:lnTo>
                  <a:lnTo>
                    <a:pt x="2734110" y="2522641"/>
                  </a:lnTo>
                  <a:lnTo>
                    <a:pt x="2723816" y="2567288"/>
                  </a:lnTo>
                  <a:lnTo>
                    <a:pt x="2712762" y="2612365"/>
                  </a:lnTo>
                  <a:lnTo>
                    <a:pt x="2700948" y="2657872"/>
                  </a:lnTo>
                  <a:lnTo>
                    <a:pt x="2688376" y="2703806"/>
                  </a:lnTo>
                  <a:lnTo>
                    <a:pt x="2675044" y="2750168"/>
                  </a:lnTo>
                  <a:lnTo>
                    <a:pt x="2660954" y="2796955"/>
                  </a:lnTo>
                  <a:lnTo>
                    <a:pt x="2646106" y="2844168"/>
                  </a:lnTo>
                  <a:lnTo>
                    <a:pt x="2630501" y="2891803"/>
                  </a:lnTo>
                  <a:lnTo>
                    <a:pt x="2614138" y="2939861"/>
                  </a:lnTo>
                  <a:lnTo>
                    <a:pt x="2597018" y="2988340"/>
                  </a:lnTo>
                  <a:lnTo>
                    <a:pt x="2579142" y="3037240"/>
                  </a:lnTo>
                  <a:lnTo>
                    <a:pt x="2560509" y="3086558"/>
                  </a:lnTo>
                  <a:lnTo>
                    <a:pt x="2541121" y="3136294"/>
                  </a:lnTo>
                  <a:lnTo>
                    <a:pt x="2520976" y="3186447"/>
                  </a:lnTo>
                  <a:lnTo>
                    <a:pt x="2500077" y="3237016"/>
                  </a:lnTo>
                  <a:lnTo>
                    <a:pt x="2478423" y="3287999"/>
                  </a:lnTo>
                  <a:lnTo>
                    <a:pt x="2456014" y="3339395"/>
                  </a:lnTo>
                  <a:lnTo>
                    <a:pt x="2432851" y="3391203"/>
                  </a:lnTo>
                  <a:lnTo>
                    <a:pt x="2408934" y="3443422"/>
                  </a:lnTo>
                  <a:lnTo>
                    <a:pt x="2384264" y="3496051"/>
                  </a:lnTo>
                  <a:lnTo>
                    <a:pt x="2358840" y="3549089"/>
                  </a:lnTo>
                  <a:lnTo>
                    <a:pt x="2332664" y="3602535"/>
                  </a:lnTo>
                  <a:lnTo>
                    <a:pt x="2305736" y="3656386"/>
                  </a:lnTo>
                  <a:lnTo>
                    <a:pt x="2278055" y="3710643"/>
                  </a:lnTo>
                  <a:lnTo>
                    <a:pt x="2249623" y="3765304"/>
                  </a:lnTo>
                  <a:lnTo>
                    <a:pt x="2220439" y="3820369"/>
                  </a:lnTo>
                  <a:lnTo>
                    <a:pt x="2190504" y="3875834"/>
                  </a:lnTo>
                  <a:lnTo>
                    <a:pt x="2159819" y="3931701"/>
                  </a:lnTo>
                  <a:lnTo>
                    <a:pt x="2128384" y="3987967"/>
                  </a:lnTo>
                  <a:lnTo>
                    <a:pt x="2096198" y="4044632"/>
                  </a:lnTo>
                  <a:lnTo>
                    <a:pt x="2053779" y="4117966"/>
                  </a:lnTo>
                  <a:lnTo>
                    <a:pt x="2010130" y="4191951"/>
                  </a:lnTo>
                  <a:lnTo>
                    <a:pt x="1965257" y="4266583"/>
                  </a:lnTo>
                  <a:lnTo>
                    <a:pt x="1919161" y="4341857"/>
                  </a:lnTo>
                  <a:lnTo>
                    <a:pt x="1871848" y="4417768"/>
                  </a:lnTo>
                  <a:lnTo>
                    <a:pt x="1823320" y="4494310"/>
                  </a:lnTo>
                  <a:lnTo>
                    <a:pt x="1773581" y="4571478"/>
                  </a:lnTo>
                  <a:lnTo>
                    <a:pt x="1722636" y="4649267"/>
                  </a:lnTo>
                  <a:lnTo>
                    <a:pt x="1670488" y="4727673"/>
                  </a:lnTo>
                  <a:lnTo>
                    <a:pt x="1617140" y="4806689"/>
                  </a:lnTo>
                  <a:lnTo>
                    <a:pt x="1562596" y="4886312"/>
                  </a:lnTo>
                  <a:lnTo>
                    <a:pt x="1506861" y="4966535"/>
                  </a:lnTo>
                  <a:lnTo>
                    <a:pt x="1449938" y="5047353"/>
                  </a:lnTo>
                  <a:lnTo>
                    <a:pt x="1391829" y="5128763"/>
                  </a:lnTo>
                  <a:lnTo>
                    <a:pt x="1332541" y="5210757"/>
                  </a:lnTo>
                  <a:lnTo>
                    <a:pt x="1272075" y="5293332"/>
                  </a:lnTo>
                  <a:lnTo>
                    <a:pt x="1210436" y="5376482"/>
                  </a:lnTo>
                  <a:lnTo>
                    <a:pt x="1147627" y="5460202"/>
                  </a:lnTo>
                  <a:lnTo>
                    <a:pt x="1083652" y="5544487"/>
                  </a:lnTo>
                  <a:lnTo>
                    <a:pt x="1018516" y="5629331"/>
                  </a:lnTo>
                  <a:lnTo>
                    <a:pt x="952220" y="5714731"/>
                  </a:lnTo>
                  <a:lnTo>
                    <a:pt x="884771" y="5800680"/>
                  </a:lnTo>
                  <a:lnTo>
                    <a:pt x="816170" y="5887173"/>
                  </a:lnTo>
                  <a:lnTo>
                    <a:pt x="746422" y="5974206"/>
                  </a:lnTo>
                  <a:lnTo>
                    <a:pt x="675530" y="6061773"/>
                  </a:lnTo>
                  <a:lnTo>
                    <a:pt x="603499" y="6149869"/>
                  </a:lnTo>
                  <a:lnTo>
                    <a:pt x="530331" y="6238489"/>
                  </a:lnTo>
                  <a:lnTo>
                    <a:pt x="456032" y="6327628"/>
                  </a:lnTo>
                  <a:lnTo>
                    <a:pt x="380603" y="6417280"/>
                  </a:lnTo>
                  <a:lnTo>
                    <a:pt x="304050" y="6507441"/>
                  </a:lnTo>
                  <a:lnTo>
                    <a:pt x="202709" y="6625562"/>
                  </a:lnTo>
                  <a:lnTo>
                    <a:pt x="101315" y="6742398"/>
                  </a:lnTo>
                  <a:lnTo>
                    <a:pt x="0" y="6857860"/>
                  </a:lnTo>
                  <a:lnTo>
                    <a:pt x="61201" y="6857860"/>
                  </a:lnTo>
                  <a:lnTo>
                    <a:pt x="95873" y="6818374"/>
                  </a:lnTo>
                  <a:lnTo>
                    <a:pt x="199966" y="6698967"/>
                  </a:lnTo>
                  <a:lnTo>
                    <a:pt x="304054" y="6578177"/>
                  </a:lnTo>
                  <a:lnTo>
                    <a:pt x="415467" y="6447231"/>
                  </a:lnTo>
                  <a:lnTo>
                    <a:pt x="491086" y="6357354"/>
                  </a:lnTo>
                  <a:lnTo>
                    <a:pt x="565575" y="6267988"/>
                  </a:lnTo>
                  <a:lnTo>
                    <a:pt x="638930" y="6179141"/>
                  </a:lnTo>
                  <a:lnTo>
                    <a:pt x="711148" y="6090817"/>
                  </a:lnTo>
                  <a:lnTo>
                    <a:pt x="782225" y="6003020"/>
                  </a:lnTo>
                  <a:lnTo>
                    <a:pt x="852156" y="5915757"/>
                  </a:lnTo>
                  <a:lnTo>
                    <a:pt x="920939" y="5829032"/>
                  </a:lnTo>
                  <a:lnTo>
                    <a:pt x="988569" y="5742851"/>
                  </a:lnTo>
                  <a:lnTo>
                    <a:pt x="1055044" y="5657218"/>
                  </a:lnTo>
                  <a:lnTo>
                    <a:pt x="1120358" y="5572139"/>
                  </a:lnTo>
                  <a:lnTo>
                    <a:pt x="1184508" y="5487619"/>
                  </a:lnTo>
                  <a:lnTo>
                    <a:pt x="1247491" y="5403662"/>
                  </a:lnTo>
                  <a:lnTo>
                    <a:pt x="1309303" y="5320275"/>
                  </a:lnTo>
                  <a:lnTo>
                    <a:pt x="1369941" y="5237462"/>
                  </a:lnTo>
                  <a:lnTo>
                    <a:pt x="1429399" y="5155228"/>
                  </a:lnTo>
                  <a:lnTo>
                    <a:pt x="1487675" y="5073579"/>
                  </a:lnTo>
                  <a:lnTo>
                    <a:pt x="1544765" y="4992519"/>
                  </a:lnTo>
                  <a:lnTo>
                    <a:pt x="1600666" y="4912054"/>
                  </a:lnTo>
                  <a:lnTo>
                    <a:pt x="1655373" y="4832189"/>
                  </a:lnTo>
                  <a:lnTo>
                    <a:pt x="1708882" y="4752929"/>
                  </a:lnTo>
                  <a:lnTo>
                    <a:pt x="1761191" y="4674279"/>
                  </a:lnTo>
                  <a:lnTo>
                    <a:pt x="1812294" y="4596244"/>
                  </a:lnTo>
                  <a:lnTo>
                    <a:pt x="1862190" y="4518829"/>
                  </a:lnTo>
                  <a:lnTo>
                    <a:pt x="1910873" y="4442040"/>
                  </a:lnTo>
                  <a:lnTo>
                    <a:pt x="1958340" y="4365882"/>
                  </a:lnTo>
                  <a:lnTo>
                    <a:pt x="2004587" y="4290359"/>
                  </a:lnTo>
                  <a:lnTo>
                    <a:pt x="2049611" y="4215478"/>
                  </a:lnTo>
                  <a:lnTo>
                    <a:pt x="2093408" y="4141242"/>
                  </a:lnTo>
                  <a:lnTo>
                    <a:pt x="2135974" y="4067657"/>
                  </a:lnTo>
                  <a:lnTo>
                    <a:pt x="2168466" y="4010452"/>
                  </a:lnTo>
                  <a:lnTo>
                    <a:pt x="2200201" y="3953643"/>
                  </a:lnTo>
                  <a:lnTo>
                    <a:pt x="2231177" y="3897232"/>
                  </a:lnTo>
                  <a:lnTo>
                    <a:pt x="2261395" y="3841220"/>
                  </a:lnTo>
                  <a:lnTo>
                    <a:pt x="2290854" y="3785608"/>
                  </a:lnTo>
                  <a:lnTo>
                    <a:pt x="2319554" y="3730397"/>
                  </a:lnTo>
                  <a:lnTo>
                    <a:pt x="2347495" y="3675588"/>
                  </a:lnTo>
                  <a:lnTo>
                    <a:pt x="2374676" y="3621183"/>
                  </a:lnTo>
                  <a:lnTo>
                    <a:pt x="2401096" y="3567183"/>
                  </a:lnTo>
                  <a:lnTo>
                    <a:pt x="2426756" y="3513588"/>
                  </a:lnTo>
                  <a:lnTo>
                    <a:pt x="2451655" y="3460401"/>
                  </a:lnTo>
                  <a:lnTo>
                    <a:pt x="2475793" y="3407621"/>
                  </a:lnTo>
                  <a:lnTo>
                    <a:pt x="2499170" y="3355251"/>
                  </a:lnTo>
                  <a:lnTo>
                    <a:pt x="2521784" y="3303291"/>
                  </a:lnTo>
                  <a:lnTo>
                    <a:pt x="2543636" y="3251743"/>
                  </a:lnTo>
                  <a:lnTo>
                    <a:pt x="2564726" y="3200608"/>
                  </a:lnTo>
                  <a:lnTo>
                    <a:pt x="2585052" y="3149886"/>
                  </a:lnTo>
                  <a:lnTo>
                    <a:pt x="2604616" y="3099580"/>
                  </a:lnTo>
                  <a:lnTo>
                    <a:pt x="2623415" y="3049690"/>
                  </a:lnTo>
                  <a:lnTo>
                    <a:pt x="2641450" y="3000217"/>
                  </a:lnTo>
                  <a:lnTo>
                    <a:pt x="2658721" y="2951162"/>
                  </a:lnTo>
                  <a:lnTo>
                    <a:pt x="2675227" y="2902528"/>
                  </a:lnTo>
                  <a:lnTo>
                    <a:pt x="2690968" y="2854314"/>
                  </a:lnTo>
                  <a:lnTo>
                    <a:pt x="2705944" y="2806522"/>
                  </a:lnTo>
                  <a:lnTo>
                    <a:pt x="2720154" y="2759153"/>
                  </a:lnTo>
                  <a:lnTo>
                    <a:pt x="2733597" y="2712208"/>
                  </a:lnTo>
                  <a:lnTo>
                    <a:pt x="2746274" y="2665689"/>
                  </a:lnTo>
                  <a:lnTo>
                    <a:pt x="2758184" y="2619597"/>
                  </a:lnTo>
                  <a:lnTo>
                    <a:pt x="2769327" y="2573932"/>
                  </a:lnTo>
                  <a:lnTo>
                    <a:pt x="2779702" y="2528696"/>
                  </a:lnTo>
                  <a:lnTo>
                    <a:pt x="2789310" y="2483891"/>
                  </a:lnTo>
                  <a:lnTo>
                    <a:pt x="2798149" y="2439516"/>
                  </a:lnTo>
                  <a:lnTo>
                    <a:pt x="2806219" y="2395574"/>
                  </a:lnTo>
                  <a:lnTo>
                    <a:pt x="2813520" y="2352065"/>
                  </a:lnTo>
                  <a:lnTo>
                    <a:pt x="2820052" y="2308991"/>
                  </a:lnTo>
                  <a:lnTo>
                    <a:pt x="2825814" y="2266353"/>
                  </a:lnTo>
                  <a:lnTo>
                    <a:pt x="2830806" y="2224152"/>
                  </a:lnTo>
                  <a:lnTo>
                    <a:pt x="2835028" y="2182389"/>
                  </a:lnTo>
                  <a:lnTo>
                    <a:pt x="2838479" y="2141066"/>
                  </a:lnTo>
                  <a:lnTo>
                    <a:pt x="2841158" y="2100183"/>
                  </a:lnTo>
                  <a:lnTo>
                    <a:pt x="2843067" y="2059741"/>
                  </a:lnTo>
                  <a:lnTo>
                    <a:pt x="2844203" y="2019742"/>
                  </a:lnTo>
                  <a:lnTo>
                    <a:pt x="2844567" y="1980187"/>
                  </a:lnTo>
                  <a:lnTo>
                    <a:pt x="2844158" y="1941077"/>
                  </a:lnTo>
                  <a:lnTo>
                    <a:pt x="2842977" y="1902414"/>
                  </a:lnTo>
                  <a:lnTo>
                    <a:pt x="2841022" y="1864198"/>
                  </a:lnTo>
                  <a:lnTo>
                    <a:pt x="2834792" y="1789112"/>
                  </a:lnTo>
                  <a:lnTo>
                    <a:pt x="2828506" y="1734170"/>
                  </a:lnTo>
                  <a:lnTo>
                    <a:pt x="2821237" y="1679874"/>
                  </a:lnTo>
                  <a:lnTo>
                    <a:pt x="2812985" y="1626226"/>
                  </a:lnTo>
                  <a:lnTo>
                    <a:pt x="2803753" y="1573230"/>
                  </a:lnTo>
                  <a:lnTo>
                    <a:pt x="2793542" y="1520888"/>
                  </a:lnTo>
                  <a:lnTo>
                    <a:pt x="2782352" y="1469204"/>
                  </a:lnTo>
                  <a:lnTo>
                    <a:pt x="2770186" y="1418181"/>
                  </a:lnTo>
                  <a:lnTo>
                    <a:pt x="2757044" y="1367821"/>
                  </a:lnTo>
                  <a:lnTo>
                    <a:pt x="2742928" y="1318128"/>
                  </a:lnTo>
                  <a:lnTo>
                    <a:pt x="2727840" y="1269104"/>
                  </a:lnTo>
                  <a:lnTo>
                    <a:pt x="2711780" y="1220754"/>
                  </a:lnTo>
                  <a:lnTo>
                    <a:pt x="2694750" y="1173079"/>
                  </a:lnTo>
                  <a:lnTo>
                    <a:pt x="2676751" y="1126083"/>
                  </a:lnTo>
                  <a:lnTo>
                    <a:pt x="2657785" y="1079769"/>
                  </a:lnTo>
                  <a:lnTo>
                    <a:pt x="2637853" y="1034139"/>
                  </a:lnTo>
                  <a:lnTo>
                    <a:pt x="2616956" y="989198"/>
                  </a:lnTo>
                  <a:lnTo>
                    <a:pt x="2595096" y="944948"/>
                  </a:lnTo>
                  <a:lnTo>
                    <a:pt x="2572274" y="901391"/>
                  </a:lnTo>
                  <a:lnTo>
                    <a:pt x="2548490" y="858532"/>
                  </a:lnTo>
                  <a:lnTo>
                    <a:pt x="2523748" y="816373"/>
                  </a:lnTo>
                  <a:lnTo>
                    <a:pt x="2498047" y="774917"/>
                  </a:lnTo>
                  <a:lnTo>
                    <a:pt x="2471390" y="734167"/>
                  </a:lnTo>
                  <a:lnTo>
                    <a:pt x="2443777" y="694127"/>
                  </a:lnTo>
                  <a:lnTo>
                    <a:pt x="2415210" y="654799"/>
                  </a:lnTo>
                  <a:lnTo>
                    <a:pt x="2385690" y="616186"/>
                  </a:lnTo>
                  <a:lnTo>
                    <a:pt x="2355219" y="578291"/>
                  </a:lnTo>
                  <a:lnTo>
                    <a:pt x="2323798" y="541117"/>
                  </a:lnTo>
                  <a:lnTo>
                    <a:pt x="2291428" y="504669"/>
                  </a:lnTo>
                  <a:lnTo>
                    <a:pt x="2258110" y="468947"/>
                  </a:lnTo>
                  <a:lnTo>
                    <a:pt x="2224054" y="434156"/>
                  </a:lnTo>
                  <a:lnTo>
                    <a:pt x="2189069" y="400082"/>
                  </a:lnTo>
                  <a:lnTo>
                    <a:pt x="2153158" y="366730"/>
                  </a:lnTo>
                  <a:lnTo>
                    <a:pt x="2116328" y="334102"/>
                  </a:lnTo>
                  <a:lnTo>
                    <a:pt x="2078582" y="302200"/>
                  </a:lnTo>
                  <a:lnTo>
                    <a:pt x="2039925" y="271027"/>
                  </a:lnTo>
                  <a:lnTo>
                    <a:pt x="2000362" y="240586"/>
                  </a:lnTo>
                  <a:lnTo>
                    <a:pt x="1959897" y="210880"/>
                  </a:lnTo>
                  <a:lnTo>
                    <a:pt x="1918535" y="181911"/>
                  </a:lnTo>
                  <a:lnTo>
                    <a:pt x="1876281" y="153682"/>
                  </a:lnTo>
                  <a:lnTo>
                    <a:pt x="1833139" y="126195"/>
                  </a:lnTo>
                  <a:lnTo>
                    <a:pt x="1789114" y="99454"/>
                  </a:lnTo>
                  <a:lnTo>
                    <a:pt x="1744211" y="73462"/>
                  </a:lnTo>
                  <a:lnTo>
                    <a:pt x="1698434" y="48220"/>
                  </a:lnTo>
                  <a:lnTo>
                    <a:pt x="1651787" y="23731"/>
                  </a:lnTo>
                  <a:lnTo>
                    <a:pt x="1604276" y="0"/>
                  </a:lnTo>
                  <a:close/>
                </a:path>
              </a:pathLst>
            </a:custGeom>
            <a:solidFill>
              <a:srgbClr val="100A30">
                <a:alpha val="55000"/>
              </a:srgbClr>
            </a:solidFill>
          </p:spPr>
          <p:txBody>
            <a:bodyPr wrap="square" lIns="0" tIns="0" rIns="0" bIns="0" rtlCol="0"/>
            <a:lstStyle/>
            <a:p>
              <a:endParaRPr b="1"/>
            </a:p>
          </p:txBody>
        </p:sp>
        <p:sp>
          <p:nvSpPr>
            <p:cNvPr id="25" name="object 2">
              <a:extLst>
                <a:ext uri="{FF2B5EF4-FFF2-40B4-BE49-F238E27FC236}">
                  <a16:creationId xmlns:a16="http://schemas.microsoft.com/office/drawing/2014/main" id="{4E3714B9-868A-B544-A6F7-25087E472E46}"/>
                </a:ext>
              </a:extLst>
            </p:cNvPr>
            <p:cNvSpPr/>
            <p:nvPr/>
          </p:nvSpPr>
          <p:spPr>
            <a:xfrm>
              <a:off x="5275055" y="144"/>
              <a:ext cx="2783840" cy="6858000"/>
            </a:xfrm>
            <a:custGeom>
              <a:avLst/>
              <a:gdLst/>
              <a:ahLst/>
              <a:cxnLst/>
              <a:rect l="l" t="t" r="r" b="b"/>
              <a:pathLst>
                <a:path w="2783840" h="6858000">
                  <a:moveTo>
                    <a:pt x="1672399" y="0"/>
                  </a:moveTo>
                  <a:lnTo>
                    <a:pt x="1602867" y="0"/>
                  </a:lnTo>
                  <a:lnTo>
                    <a:pt x="1647432" y="25235"/>
                  </a:lnTo>
                  <a:lnTo>
                    <a:pt x="1691170" y="51172"/>
                  </a:lnTo>
                  <a:lnTo>
                    <a:pt x="1734076" y="77808"/>
                  </a:lnTo>
                  <a:lnTo>
                    <a:pt x="1776145" y="105142"/>
                  </a:lnTo>
                  <a:lnTo>
                    <a:pt x="1817373" y="133170"/>
                  </a:lnTo>
                  <a:lnTo>
                    <a:pt x="1857754" y="161892"/>
                  </a:lnTo>
                  <a:lnTo>
                    <a:pt x="1897284" y="191306"/>
                  </a:lnTo>
                  <a:lnTo>
                    <a:pt x="1935958" y="221409"/>
                  </a:lnTo>
                  <a:lnTo>
                    <a:pt x="1973771" y="252200"/>
                  </a:lnTo>
                  <a:lnTo>
                    <a:pt x="2010719" y="283678"/>
                  </a:lnTo>
                  <a:lnTo>
                    <a:pt x="2046795" y="315839"/>
                  </a:lnTo>
                  <a:lnTo>
                    <a:pt x="2081997" y="348682"/>
                  </a:lnTo>
                  <a:lnTo>
                    <a:pt x="2116318" y="382205"/>
                  </a:lnTo>
                  <a:lnTo>
                    <a:pt x="2149754" y="416407"/>
                  </a:lnTo>
                  <a:lnTo>
                    <a:pt x="2182683" y="451705"/>
                  </a:lnTo>
                  <a:lnTo>
                    <a:pt x="2214708" y="487703"/>
                  </a:lnTo>
                  <a:lnTo>
                    <a:pt x="2245827" y="524396"/>
                  </a:lnTo>
                  <a:lnTo>
                    <a:pt x="2276040" y="561783"/>
                  </a:lnTo>
                  <a:lnTo>
                    <a:pt x="2305345" y="599860"/>
                  </a:lnTo>
                  <a:lnTo>
                    <a:pt x="2333740" y="638626"/>
                  </a:lnTo>
                  <a:lnTo>
                    <a:pt x="2361226" y="678076"/>
                  </a:lnTo>
                  <a:lnTo>
                    <a:pt x="2387800" y="718208"/>
                  </a:lnTo>
                  <a:lnTo>
                    <a:pt x="2413461" y="759020"/>
                  </a:lnTo>
                  <a:lnTo>
                    <a:pt x="2438208" y="800508"/>
                  </a:lnTo>
                  <a:lnTo>
                    <a:pt x="2462039" y="842670"/>
                  </a:lnTo>
                  <a:lnTo>
                    <a:pt x="2484955" y="885502"/>
                  </a:lnTo>
                  <a:lnTo>
                    <a:pt x="2506952" y="929003"/>
                  </a:lnTo>
                  <a:lnTo>
                    <a:pt x="2528031" y="973169"/>
                  </a:lnTo>
                  <a:lnTo>
                    <a:pt x="2548189" y="1017998"/>
                  </a:lnTo>
                  <a:lnTo>
                    <a:pt x="2567427" y="1063487"/>
                  </a:lnTo>
                  <a:lnTo>
                    <a:pt x="2585741" y="1109632"/>
                  </a:lnTo>
                  <a:lnTo>
                    <a:pt x="2603132" y="1156431"/>
                  </a:lnTo>
                  <a:lnTo>
                    <a:pt x="2619597" y="1203882"/>
                  </a:lnTo>
                  <a:lnTo>
                    <a:pt x="2635137" y="1251981"/>
                  </a:lnTo>
                  <a:lnTo>
                    <a:pt x="2649748" y="1300725"/>
                  </a:lnTo>
                  <a:lnTo>
                    <a:pt x="2663431" y="1350113"/>
                  </a:lnTo>
                  <a:lnTo>
                    <a:pt x="2676184" y="1400140"/>
                  </a:lnTo>
                  <a:lnTo>
                    <a:pt x="2688006" y="1450805"/>
                  </a:lnTo>
                  <a:lnTo>
                    <a:pt x="2698896" y="1502104"/>
                  </a:lnTo>
                  <a:lnTo>
                    <a:pt x="2708851" y="1554035"/>
                  </a:lnTo>
                  <a:lnTo>
                    <a:pt x="2717872" y="1606594"/>
                  </a:lnTo>
                  <a:lnTo>
                    <a:pt x="2725957" y="1659780"/>
                  </a:lnTo>
                  <a:lnTo>
                    <a:pt x="2733104" y="1713588"/>
                  </a:lnTo>
                  <a:lnTo>
                    <a:pt x="2739313" y="1768017"/>
                  </a:lnTo>
                  <a:lnTo>
                    <a:pt x="2745514" y="1842068"/>
                  </a:lnTo>
                  <a:lnTo>
                    <a:pt x="2748767" y="1917847"/>
                  </a:lnTo>
                  <a:lnTo>
                    <a:pt x="2749289" y="1956382"/>
                  </a:lnTo>
                  <a:lnTo>
                    <a:pt x="2749076" y="1995346"/>
                  </a:lnTo>
                  <a:lnTo>
                    <a:pt x="2748127" y="2034738"/>
                  </a:lnTo>
                  <a:lnTo>
                    <a:pt x="2746443" y="2074556"/>
                  </a:lnTo>
                  <a:lnTo>
                    <a:pt x="2744024" y="2114801"/>
                  </a:lnTo>
                  <a:lnTo>
                    <a:pt x="2740870" y="2155470"/>
                  </a:lnTo>
                  <a:lnTo>
                    <a:pt x="2736982" y="2196562"/>
                  </a:lnTo>
                  <a:lnTo>
                    <a:pt x="2732361" y="2238077"/>
                  </a:lnTo>
                  <a:lnTo>
                    <a:pt x="2727006" y="2280014"/>
                  </a:lnTo>
                  <a:lnTo>
                    <a:pt x="2720917" y="2322371"/>
                  </a:lnTo>
                  <a:lnTo>
                    <a:pt x="2714096" y="2365147"/>
                  </a:lnTo>
                  <a:lnTo>
                    <a:pt x="2706542" y="2408342"/>
                  </a:lnTo>
                  <a:lnTo>
                    <a:pt x="2698256" y="2451954"/>
                  </a:lnTo>
                  <a:lnTo>
                    <a:pt x="2689238" y="2495982"/>
                  </a:lnTo>
                  <a:lnTo>
                    <a:pt x="2679489" y="2540426"/>
                  </a:lnTo>
                  <a:lnTo>
                    <a:pt x="2669008" y="2585283"/>
                  </a:lnTo>
                  <a:lnTo>
                    <a:pt x="2657796" y="2630554"/>
                  </a:lnTo>
                  <a:lnTo>
                    <a:pt x="2645854" y="2676237"/>
                  </a:lnTo>
                  <a:lnTo>
                    <a:pt x="2633181" y="2722331"/>
                  </a:lnTo>
                  <a:lnTo>
                    <a:pt x="2619778" y="2768834"/>
                  </a:lnTo>
                  <a:lnTo>
                    <a:pt x="2605646" y="2815747"/>
                  </a:lnTo>
                  <a:lnTo>
                    <a:pt x="2590784" y="2863067"/>
                  </a:lnTo>
                  <a:lnTo>
                    <a:pt x="2575193" y="2910794"/>
                  </a:lnTo>
                  <a:lnTo>
                    <a:pt x="2558874" y="2958927"/>
                  </a:lnTo>
                  <a:lnTo>
                    <a:pt x="2541826" y="3007464"/>
                  </a:lnTo>
                  <a:lnTo>
                    <a:pt x="2524051" y="3056405"/>
                  </a:lnTo>
                  <a:lnTo>
                    <a:pt x="2505547" y="3105749"/>
                  </a:lnTo>
                  <a:lnTo>
                    <a:pt x="2486317" y="3155494"/>
                  </a:lnTo>
                  <a:lnTo>
                    <a:pt x="2466359" y="3205639"/>
                  </a:lnTo>
                  <a:lnTo>
                    <a:pt x="2445674" y="3256184"/>
                  </a:lnTo>
                  <a:lnTo>
                    <a:pt x="2424263" y="3307127"/>
                  </a:lnTo>
                  <a:lnTo>
                    <a:pt x="2402126" y="3358467"/>
                  </a:lnTo>
                  <a:lnTo>
                    <a:pt x="2379263" y="3410204"/>
                  </a:lnTo>
                  <a:lnTo>
                    <a:pt x="2355675" y="3462336"/>
                  </a:lnTo>
                  <a:lnTo>
                    <a:pt x="2331362" y="3514862"/>
                  </a:lnTo>
                  <a:lnTo>
                    <a:pt x="2306323" y="3567780"/>
                  </a:lnTo>
                  <a:lnTo>
                    <a:pt x="2280561" y="3621091"/>
                  </a:lnTo>
                  <a:lnTo>
                    <a:pt x="2254074" y="3674793"/>
                  </a:lnTo>
                  <a:lnTo>
                    <a:pt x="2226863" y="3728885"/>
                  </a:lnTo>
                  <a:lnTo>
                    <a:pt x="2198929" y="3783366"/>
                  </a:lnTo>
                  <a:lnTo>
                    <a:pt x="2170272" y="3838234"/>
                  </a:lnTo>
                  <a:lnTo>
                    <a:pt x="2140892" y="3893489"/>
                  </a:lnTo>
                  <a:lnTo>
                    <a:pt x="2110789" y="3949130"/>
                  </a:lnTo>
                  <a:lnTo>
                    <a:pt x="2079965" y="4005155"/>
                  </a:lnTo>
                  <a:lnTo>
                    <a:pt x="2048418" y="4061564"/>
                  </a:lnTo>
                  <a:lnTo>
                    <a:pt x="2016150" y="4118355"/>
                  </a:lnTo>
                  <a:lnTo>
                    <a:pt x="1974045" y="4191180"/>
                  </a:lnTo>
                  <a:lnTo>
                    <a:pt x="1930777" y="4264621"/>
                  </a:lnTo>
                  <a:lnTo>
                    <a:pt x="1886349" y="4338674"/>
                  </a:lnTo>
                  <a:lnTo>
                    <a:pt x="1840766" y="4413334"/>
                  </a:lnTo>
                  <a:lnTo>
                    <a:pt x="1794030" y="4488597"/>
                  </a:lnTo>
                  <a:lnTo>
                    <a:pt x="1746145" y="4564459"/>
                  </a:lnTo>
                  <a:lnTo>
                    <a:pt x="1697114" y="4640913"/>
                  </a:lnTo>
                  <a:lnTo>
                    <a:pt x="1646941" y="4717957"/>
                  </a:lnTo>
                  <a:lnTo>
                    <a:pt x="1595629" y="4795585"/>
                  </a:lnTo>
                  <a:lnTo>
                    <a:pt x="1543180" y="4873793"/>
                  </a:lnTo>
                  <a:lnTo>
                    <a:pt x="1489600" y="4952576"/>
                  </a:lnTo>
                  <a:lnTo>
                    <a:pt x="1434890" y="5031929"/>
                  </a:lnTo>
                  <a:lnTo>
                    <a:pt x="1379054" y="5111848"/>
                  </a:lnTo>
                  <a:lnTo>
                    <a:pt x="1322097" y="5192328"/>
                  </a:lnTo>
                  <a:lnTo>
                    <a:pt x="1264020" y="5273366"/>
                  </a:lnTo>
                  <a:lnTo>
                    <a:pt x="1204827" y="5354955"/>
                  </a:lnTo>
                  <a:lnTo>
                    <a:pt x="1144522" y="5437091"/>
                  </a:lnTo>
                  <a:lnTo>
                    <a:pt x="1083109" y="5519771"/>
                  </a:lnTo>
                  <a:lnTo>
                    <a:pt x="1020589" y="5602988"/>
                  </a:lnTo>
                  <a:lnTo>
                    <a:pt x="956967" y="5686739"/>
                  </a:lnTo>
                  <a:lnTo>
                    <a:pt x="892247" y="5771020"/>
                  </a:lnTo>
                  <a:lnTo>
                    <a:pt x="826431" y="5855824"/>
                  </a:lnTo>
                  <a:lnTo>
                    <a:pt x="759523" y="5941149"/>
                  </a:lnTo>
                  <a:lnTo>
                    <a:pt x="691526" y="6026988"/>
                  </a:lnTo>
                  <a:lnTo>
                    <a:pt x="622443" y="6113338"/>
                  </a:lnTo>
                  <a:lnTo>
                    <a:pt x="552278" y="6200194"/>
                  </a:lnTo>
                  <a:lnTo>
                    <a:pt x="481035" y="6287552"/>
                  </a:lnTo>
                  <a:lnTo>
                    <a:pt x="408716" y="6375406"/>
                  </a:lnTo>
                  <a:lnTo>
                    <a:pt x="335325" y="6463752"/>
                  </a:lnTo>
                  <a:lnTo>
                    <a:pt x="223236" y="6597184"/>
                  </a:lnTo>
                  <a:lnTo>
                    <a:pt x="110408" y="6729758"/>
                  </a:lnTo>
                  <a:lnTo>
                    <a:pt x="0" y="6857860"/>
                  </a:lnTo>
                  <a:lnTo>
                    <a:pt x="45643" y="6857860"/>
                  </a:lnTo>
                  <a:lnTo>
                    <a:pt x="141320" y="6746669"/>
                  </a:lnTo>
                  <a:lnTo>
                    <a:pt x="249383" y="6619656"/>
                  </a:lnTo>
                  <a:lnTo>
                    <a:pt x="361676" y="6485984"/>
                  </a:lnTo>
                  <a:lnTo>
                    <a:pt x="435202" y="6397477"/>
                  </a:lnTo>
                  <a:lnTo>
                    <a:pt x="507654" y="6309462"/>
                  </a:lnTo>
                  <a:lnTo>
                    <a:pt x="579030" y="6221942"/>
                  </a:lnTo>
                  <a:lnTo>
                    <a:pt x="649326" y="6134922"/>
                  </a:lnTo>
                  <a:lnTo>
                    <a:pt x="718539" y="6048408"/>
                  </a:lnTo>
                  <a:lnTo>
                    <a:pt x="786666" y="5962403"/>
                  </a:lnTo>
                  <a:lnTo>
                    <a:pt x="853702" y="5876913"/>
                  </a:lnTo>
                  <a:lnTo>
                    <a:pt x="919646" y="5791942"/>
                  </a:lnTo>
                  <a:lnTo>
                    <a:pt x="984492" y="5707495"/>
                  </a:lnTo>
                  <a:lnTo>
                    <a:pt x="1048239" y="5623575"/>
                  </a:lnTo>
                  <a:lnTo>
                    <a:pt x="1110883" y="5540189"/>
                  </a:lnTo>
                  <a:lnTo>
                    <a:pt x="1172419" y="5457340"/>
                  </a:lnTo>
                  <a:lnTo>
                    <a:pt x="1232846" y="5375033"/>
                  </a:lnTo>
                  <a:lnTo>
                    <a:pt x="1292160" y="5293273"/>
                  </a:lnTo>
                  <a:lnTo>
                    <a:pt x="1350357" y="5212064"/>
                  </a:lnTo>
                  <a:lnTo>
                    <a:pt x="1407434" y="5131411"/>
                  </a:lnTo>
                  <a:lnTo>
                    <a:pt x="1463387" y="5051319"/>
                  </a:lnTo>
                  <a:lnTo>
                    <a:pt x="1518214" y="4971792"/>
                  </a:lnTo>
                  <a:lnTo>
                    <a:pt x="1571910" y="4892834"/>
                  </a:lnTo>
                  <a:lnTo>
                    <a:pt x="1624473" y="4814451"/>
                  </a:lnTo>
                  <a:lnTo>
                    <a:pt x="1675899" y="4736647"/>
                  </a:lnTo>
                  <a:lnTo>
                    <a:pt x="1726186" y="4659427"/>
                  </a:lnTo>
                  <a:lnTo>
                    <a:pt x="1775328" y="4582795"/>
                  </a:lnTo>
                  <a:lnTo>
                    <a:pt x="1823324" y="4506756"/>
                  </a:lnTo>
                  <a:lnTo>
                    <a:pt x="1870169" y="4431314"/>
                  </a:lnTo>
                  <a:lnTo>
                    <a:pt x="1915861" y="4356475"/>
                  </a:lnTo>
                  <a:lnTo>
                    <a:pt x="1960396" y="4282242"/>
                  </a:lnTo>
                  <a:lnTo>
                    <a:pt x="2003771" y="4208620"/>
                  </a:lnTo>
                  <a:lnTo>
                    <a:pt x="2045982" y="4135615"/>
                  </a:lnTo>
                  <a:lnTo>
                    <a:pt x="2078470" y="4078435"/>
                  </a:lnTo>
                  <a:lnTo>
                    <a:pt x="2110231" y="4021636"/>
                  </a:lnTo>
                  <a:lnTo>
                    <a:pt x="2141266" y="3965220"/>
                  </a:lnTo>
                  <a:lnTo>
                    <a:pt x="2171572" y="3909186"/>
                  </a:lnTo>
                  <a:lnTo>
                    <a:pt x="2201151" y="3853538"/>
                  </a:lnTo>
                  <a:lnTo>
                    <a:pt x="2230002" y="3798274"/>
                  </a:lnTo>
                  <a:lnTo>
                    <a:pt x="2258124" y="3743398"/>
                  </a:lnTo>
                  <a:lnTo>
                    <a:pt x="2285517" y="3688908"/>
                  </a:lnTo>
                  <a:lnTo>
                    <a:pt x="2312182" y="3634808"/>
                  </a:lnTo>
                  <a:lnTo>
                    <a:pt x="2338117" y="3581097"/>
                  </a:lnTo>
                  <a:lnTo>
                    <a:pt x="2363322" y="3527777"/>
                  </a:lnTo>
                  <a:lnTo>
                    <a:pt x="2387797" y="3474849"/>
                  </a:lnTo>
                  <a:lnTo>
                    <a:pt x="2411541" y="3422313"/>
                  </a:lnTo>
                  <a:lnTo>
                    <a:pt x="2434555" y="3370172"/>
                  </a:lnTo>
                  <a:lnTo>
                    <a:pt x="2456838" y="3318426"/>
                  </a:lnTo>
                  <a:lnTo>
                    <a:pt x="2478389" y="3267075"/>
                  </a:lnTo>
                  <a:lnTo>
                    <a:pt x="2499209" y="3216122"/>
                  </a:lnTo>
                  <a:lnTo>
                    <a:pt x="2519297" y="3165567"/>
                  </a:lnTo>
                  <a:lnTo>
                    <a:pt x="2538652" y="3115412"/>
                  </a:lnTo>
                  <a:lnTo>
                    <a:pt x="2557274" y="3065656"/>
                  </a:lnTo>
                  <a:lnTo>
                    <a:pt x="2575164" y="3016303"/>
                  </a:lnTo>
                  <a:lnTo>
                    <a:pt x="2592320" y="2967351"/>
                  </a:lnTo>
                  <a:lnTo>
                    <a:pt x="2608742" y="2918803"/>
                  </a:lnTo>
                  <a:lnTo>
                    <a:pt x="2624431" y="2870660"/>
                  </a:lnTo>
                  <a:lnTo>
                    <a:pt x="2639385" y="2822922"/>
                  </a:lnTo>
                  <a:lnTo>
                    <a:pt x="2653604" y="2775591"/>
                  </a:lnTo>
                  <a:lnTo>
                    <a:pt x="2667089" y="2728668"/>
                  </a:lnTo>
                  <a:lnTo>
                    <a:pt x="2679838" y="2682154"/>
                  </a:lnTo>
                  <a:lnTo>
                    <a:pt x="2691851" y="2636049"/>
                  </a:lnTo>
                  <a:lnTo>
                    <a:pt x="2703129" y="2590356"/>
                  </a:lnTo>
                  <a:lnTo>
                    <a:pt x="2713670" y="2545074"/>
                  </a:lnTo>
                  <a:lnTo>
                    <a:pt x="2723474" y="2500206"/>
                  </a:lnTo>
                  <a:lnTo>
                    <a:pt x="2732542" y="2455751"/>
                  </a:lnTo>
                  <a:lnTo>
                    <a:pt x="2740872" y="2411712"/>
                  </a:lnTo>
                  <a:lnTo>
                    <a:pt x="2748464" y="2368090"/>
                  </a:lnTo>
                  <a:lnTo>
                    <a:pt x="2755319" y="2324884"/>
                  </a:lnTo>
                  <a:lnTo>
                    <a:pt x="2761435" y="2282097"/>
                  </a:lnTo>
                  <a:lnTo>
                    <a:pt x="2766813" y="2239730"/>
                  </a:lnTo>
                  <a:lnTo>
                    <a:pt x="2771452" y="2197782"/>
                  </a:lnTo>
                  <a:lnTo>
                    <a:pt x="2775352" y="2156257"/>
                  </a:lnTo>
                  <a:lnTo>
                    <a:pt x="2778512" y="2115154"/>
                  </a:lnTo>
                  <a:lnTo>
                    <a:pt x="2780932" y="2074475"/>
                  </a:lnTo>
                  <a:lnTo>
                    <a:pt x="2782611" y="2034221"/>
                  </a:lnTo>
                  <a:lnTo>
                    <a:pt x="2783551" y="1994392"/>
                  </a:lnTo>
                  <a:lnTo>
                    <a:pt x="2783749" y="1954991"/>
                  </a:lnTo>
                  <a:lnTo>
                    <a:pt x="2783206" y="1916017"/>
                  </a:lnTo>
                  <a:lnTo>
                    <a:pt x="2781922" y="1877472"/>
                  </a:lnTo>
                  <a:lnTo>
                    <a:pt x="2779895" y="1839358"/>
                  </a:lnTo>
                  <a:lnTo>
                    <a:pt x="2773616" y="1764423"/>
                  </a:lnTo>
                  <a:lnTo>
                    <a:pt x="2767532" y="1710972"/>
                  </a:lnTo>
                  <a:lnTo>
                    <a:pt x="2760554" y="1658108"/>
                  </a:lnTo>
                  <a:lnTo>
                    <a:pt x="2752683" y="1605833"/>
                  </a:lnTo>
                  <a:lnTo>
                    <a:pt x="2743920" y="1554152"/>
                  </a:lnTo>
                  <a:lnTo>
                    <a:pt x="2734267" y="1503065"/>
                  </a:lnTo>
                  <a:lnTo>
                    <a:pt x="2723723" y="1452576"/>
                  </a:lnTo>
                  <a:lnTo>
                    <a:pt x="2712291" y="1402688"/>
                  </a:lnTo>
                  <a:lnTo>
                    <a:pt x="2699972" y="1353402"/>
                  </a:lnTo>
                  <a:lnTo>
                    <a:pt x="2686766" y="1304722"/>
                  </a:lnTo>
                  <a:lnTo>
                    <a:pt x="2672676" y="1256650"/>
                  </a:lnTo>
                  <a:lnTo>
                    <a:pt x="2657701" y="1209189"/>
                  </a:lnTo>
                  <a:lnTo>
                    <a:pt x="2641843" y="1162341"/>
                  </a:lnTo>
                  <a:lnTo>
                    <a:pt x="2625104" y="1116108"/>
                  </a:lnTo>
                  <a:lnTo>
                    <a:pt x="2607483" y="1070495"/>
                  </a:lnTo>
                  <a:lnTo>
                    <a:pt x="2588984" y="1025502"/>
                  </a:lnTo>
                  <a:lnTo>
                    <a:pt x="2569606" y="981133"/>
                  </a:lnTo>
                  <a:lnTo>
                    <a:pt x="2549350" y="937390"/>
                  </a:lnTo>
                  <a:lnTo>
                    <a:pt x="2528219" y="894276"/>
                  </a:lnTo>
                  <a:lnTo>
                    <a:pt x="2506212" y="851793"/>
                  </a:lnTo>
                  <a:lnTo>
                    <a:pt x="2483332" y="809944"/>
                  </a:lnTo>
                  <a:lnTo>
                    <a:pt x="2459578" y="768732"/>
                  </a:lnTo>
                  <a:lnTo>
                    <a:pt x="2434953" y="728158"/>
                  </a:lnTo>
                  <a:lnTo>
                    <a:pt x="2409458" y="688227"/>
                  </a:lnTo>
                  <a:lnTo>
                    <a:pt x="2383093" y="648940"/>
                  </a:lnTo>
                  <a:lnTo>
                    <a:pt x="2355860" y="610300"/>
                  </a:lnTo>
                  <a:lnTo>
                    <a:pt x="2327760" y="572309"/>
                  </a:lnTo>
                  <a:lnTo>
                    <a:pt x="2298793" y="534970"/>
                  </a:lnTo>
                  <a:lnTo>
                    <a:pt x="2268962" y="498286"/>
                  </a:lnTo>
                  <a:lnTo>
                    <a:pt x="2238267" y="462259"/>
                  </a:lnTo>
                  <a:lnTo>
                    <a:pt x="2206709" y="426893"/>
                  </a:lnTo>
                  <a:lnTo>
                    <a:pt x="2174290" y="392188"/>
                  </a:lnTo>
                  <a:lnTo>
                    <a:pt x="2140805" y="357945"/>
                  </a:lnTo>
                  <a:lnTo>
                    <a:pt x="2106446" y="324376"/>
                  </a:lnTo>
                  <a:lnTo>
                    <a:pt x="2071220" y="291483"/>
                  </a:lnTo>
                  <a:lnTo>
                    <a:pt x="2035131" y="259267"/>
                  </a:lnTo>
                  <a:lnTo>
                    <a:pt x="1998185" y="227729"/>
                  </a:lnTo>
                  <a:lnTo>
                    <a:pt x="1960387" y="196871"/>
                  </a:lnTo>
                  <a:lnTo>
                    <a:pt x="1921743" y="166693"/>
                  </a:lnTo>
                  <a:lnTo>
                    <a:pt x="1882258" y="137198"/>
                  </a:lnTo>
                  <a:lnTo>
                    <a:pt x="1841937" y="108386"/>
                  </a:lnTo>
                  <a:lnTo>
                    <a:pt x="1800785" y="80259"/>
                  </a:lnTo>
                  <a:lnTo>
                    <a:pt x="1758808" y="52818"/>
                  </a:lnTo>
                  <a:lnTo>
                    <a:pt x="1716011" y="26065"/>
                  </a:lnTo>
                  <a:lnTo>
                    <a:pt x="1672399" y="0"/>
                  </a:lnTo>
                  <a:close/>
                </a:path>
              </a:pathLst>
            </a:custGeom>
            <a:solidFill>
              <a:srgbClr val="100A30">
                <a:alpha val="40000"/>
              </a:srgbClr>
            </a:solidFill>
          </p:spPr>
          <p:txBody>
            <a:bodyPr wrap="square" lIns="0" tIns="0" rIns="0" bIns="0" rtlCol="0"/>
            <a:lstStyle/>
            <a:p>
              <a:endParaRPr b="1"/>
            </a:p>
          </p:txBody>
        </p:sp>
        <p:sp>
          <p:nvSpPr>
            <p:cNvPr id="26" name="object 2">
              <a:extLst>
                <a:ext uri="{FF2B5EF4-FFF2-40B4-BE49-F238E27FC236}">
                  <a16:creationId xmlns:a16="http://schemas.microsoft.com/office/drawing/2014/main" id="{42D92847-02CD-E540-B9B9-CF125C99C0A7}"/>
                </a:ext>
              </a:extLst>
            </p:cNvPr>
            <p:cNvSpPr/>
            <p:nvPr/>
          </p:nvSpPr>
          <p:spPr>
            <a:xfrm>
              <a:off x="5403753" y="137"/>
              <a:ext cx="2709545" cy="6858000"/>
            </a:xfrm>
            <a:custGeom>
              <a:avLst/>
              <a:gdLst/>
              <a:ahLst/>
              <a:cxnLst/>
              <a:rect l="l" t="t" r="r" b="b"/>
              <a:pathLst>
                <a:path w="2709545" h="6858000">
                  <a:moveTo>
                    <a:pt x="1702396" y="0"/>
                  </a:moveTo>
                  <a:lnTo>
                    <a:pt x="1667929" y="0"/>
                  </a:lnTo>
                  <a:lnTo>
                    <a:pt x="1711242" y="29445"/>
                  </a:lnTo>
                  <a:lnTo>
                    <a:pt x="1753677" y="59612"/>
                  </a:lnTo>
                  <a:lnTo>
                    <a:pt x="1795227" y="90500"/>
                  </a:lnTo>
                  <a:lnTo>
                    <a:pt x="1835883" y="122108"/>
                  </a:lnTo>
                  <a:lnTo>
                    <a:pt x="1875639" y="154436"/>
                  </a:lnTo>
                  <a:lnTo>
                    <a:pt x="1914487" y="187485"/>
                  </a:lnTo>
                  <a:lnTo>
                    <a:pt x="1952419" y="221255"/>
                  </a:lnTo>
                  <a:lnTo>
                    <a:pt x="1989429" y="255745"/>
                  </a:lnTo>
                  <a:lnTo>
                    <a:pt x="2025508" y="290955"/>
                  </a:lnTo>
                  <a:lnTo>
                    <a:pt x="2060651" y="326885"/>
                  </a:lnTo>
                  <a:lnTo>
                    <a:pt x="2093104" y="361612"/>
                  </a:lnTo>
                  <a:lnTo>
                    <a:pt x="2124723" y="396985"/>
                  </a:lnTo>
                  <a:lnTo>
                    <a:pt x="2155506" y="432999"/>
                  </a:lnTo>
                  <a:lnTo>
                    <a:pt x="2185453" y="469653"/>
                  </a:lnTo>
                  <a:lnTo>
                    <a:pt x="2214561" y="506945"/>
                  </a:lnTo>
                  <a:lnTo>
                    <a:pt x="2242830" y="544872"/>
                  </a:lnTo>
                  <a:lnTo>
                    <a:pt x="2270259" y="583432"/>
                  </a:lnTo>
                  <a:lnTo>
                    <a:pt x="2296847" y="622621"/>
                  </a:lnTo>
                  <a:lnTo>
                    <a:pt x="2322593" y="662438"/>
                  </a:lnTo>
                  <a:lnTo>
                    <a:pt x="2347495" y="702881"/>
                  </a:lnTo>
                  <a:lnTo>
                    <a:pt x="2371553" y="743946"/>
                  </a:lnTo>
                  <a:lnTo>
                    <a:pt x="2394766" y="785632"/>
                  </a:lnTo>
                  <a:lnTo>
                    <a:pt x="2417132" y="827936"/>
                  </a:lnTo>
                  <a:lnTo>
                    <a:pt x="2438651" y="870855"/>
                  </a:lnTo>
                  <a:lnTo>
                    <a:pt x="2459321" y="914387"/>
                  </a:lnTo>
                  <a:lnTo>
                    <a:pt x="2479141" y="958530"/>
                  </a:lnTo>
                  <a:lnTo>
                    <a:pt x="2498111" y="1003282"/>
                  </a:lnTo>
                  <a:lnTo>
                    <a:pt x="2516229" y="1048639"/>
                  </a:lnTo>
                  <a:lnTo>
                    <a:pt x="2533494" y="1094599"/>
                  </a:lnTo>
                  <a:lnTo>
                    <a:pt x="2549905" y="1141160"/>
                  </a:lnTo>
                  <a:lnTo>
                    <a:pt x="2565462" y="1188320"/>
                  </a:lnTo>
                  <a:lnTo>
                    <a:pt x="2580162" y="1236076"/>
                  </a:lnTo>
                  <a:lnTo>
                    <a:pt x="2594005" y="1284425"/>
                  </a:lnTo>
                  <a:lnTo>
                    <a:pt x="2606990" y="1333366"/>
                  </a:lnTo>
                  <a:lnTo>
                    <a:pt x="2619116" y="1382895"/>
                  </a:lnTo>
                  <a:lnTo>
                    <a:pt x="2630382" y="1433011"/>
                  </a:lnTo>
                  <a:lnTo>
                    <a:pt x="2640787" y="1483711"/>
                  </a:lnTo>
                  <a:lnTo>
                    <a:pt x="2650329" y="1534992"/>
                  </a:lnTo>
                  <a:lnTo>
                    <a:pt x="2659007" y="1586852"/>
                  </a:lnTo>
                  <a:lnTo>
                    <a:pt x="2666821" y="1639288"/>
                  </a:lnTo>
                  <a:lnTo>
                    <a:pt x="2673770" y="1692299"/>
                  </a:lnTo>
                  <a:lnTo>
                    <a:pt x="2679852" y="1745881"/>
                  </a:lnTo>
                  <a:lnTo>
                    <a:pt x="2686164" y="1820540"/>
                  </a:lnTo>
                  <a:lnTo>
                    <a:pt x="2689620" y="1896869"/>
                  </a:lnTo>
                  <a:lnTo>
                    <a:pt x="2690278" y="1935658"/>
                  </a:lnTo>
                  <a:lnTo>
                    <a:pt x="2690223" y="1974861"/>
                  </a:lnTo>
                  <a:lnTo>
                    <a:pt x="2689456" y="2014479"/>
                  </a:lnTo>
                  <a:lnTo>
                    <a:pt x="2687976" y="2054509"/>
                  </a:lnTo>
                  <a:lnTo>
                    <a:pt x="2685785" y="2094951"/>
                  </a:lnTo>
                  <a:lnTo>
                    <a:pt x="2682881" y="2135805"/>
                  </a:lnTo>
                  <a:lnTo>
                    <a:pt x="2679267" y="2177067"/>
                  </a:lnTo>
                  <a:lnTo>
                    <a:pt x="2674941" y="2218739"/>
                  </a:lnTo>
                  <a:lnTo>
                    <a:pt x="2669904" y="2260819"/>
                  </a:lnTo>
                  <a:lnTo>
                    <a:pt x="2664157" y="2303306"/>
                  </a:lnTo>
                  <a:lnTo>
                    <a:pt x="2657699" y="2346199"/>
                  </a:lnTo>
                  <a:lnTo>
                    <a:pt x="2650532" y="2389496"/>
                  </a:lnTo>
                  <a:lnTo>
                    <a:pt x="2642655" y="2433198"/>
                  </a:lnTo>
                  <a:lnTo>
                    <a:pt x="2634068" y="2477303"/>
                  </a:lnTo>
                  <a:lnTo>
                    <a:pt x="2624773" y="2521810"/>
                  </a:lnTo>
                  <a:lnTo>
                    <a:pt x="2614769" y="2566717"/>
                  </a:lnTo>
                  <a:lnTo>
                    <a:pt x="2604057" y="2612025"/>
                  </a:lnTo>
                  <a:lnTo>
                    <a:pt x="2592636" y="2657732"/>
                  </a:lnTo>
                  <a:lnTo>
                    <a:pt x="2580508" y="2703837"/>
                  </a:lnTo>
                  <a:lnTo>
                    <a:pt x="2567672" y="2750339"/>
                  </a:lnTo>
                  <a:lnTo>
                    <a:pt x="2554129" y="2797238"/>
                  </a:lnTo>
                  <a:lnTo>
                    <a:pt x="2539879" y="2844531"/>
                  </a:lnTo>
                  <a:lnTo>
                    <a:pt x="2524922" y="2892219"/>
                  </a:lnTo>
                  <a:lnTo>
                    <a:pt x="2509259" y="2940300"/>
                  </a:lnTo>
                  <a:lnTo>
                    <a:pt x="2492891" y="2988773"/>
                  </a:lnTo>
                  <a:lnTo>
                    <a:pt x="2475816" y="3037637"/>
                  </a:lnTo>
                  <a:lnTo>
                    <a:pt x="2458036" y="3086892"/>
                  </a:lnTo>
                  <a:lnTo>
                    <a:pt x="2439551" y="3136535"/>
                  </a:lnTo>
                  <a:lnTo>
                    <a:pt x="2420361" y="3186567"/>
                  </a:lnTo>
                  <a:lnTo>
                    <a:pt x="2400467" y="3236987"/>
                  </a:lnTo>
                  <a:lnTo>
                    <a:pt x="2379869" y="3287793"/>
                  </a:lnTo>
                  <a:lnTo>
                    <a:pt x="2358566" y="3338984"/>
                  </a:lnTo>
                  <a:lnTo>
                    <a:pt x="2336560" y="3390559"/>
                  </a:lnTo>
                  <a:lnTo>
                    <a:pt x="2313851" y="3442518"/>
                  </a:lnTo>
                  <a:lnTo>
                    <a:pt x="2290439" y="3494859"/>
                  </a:lnTo>
                  <a:lnTo>
                    <a:pt x="2266324" y="3547581"/>
                  </a:lnTo>
                  <a:lnTo>
                    <a:pt x="2241507" y="3600684"/>
                  </a:lnTo>
                  <a:lnTo>
                    <a:pt x="2215987" y="3654167"/>
                  </a:lnTo>
                  <a:lnTo>
                    <a:pt x="2189766" y="3708027"/>
                  </a:lnTo>
                  <a:lnTo>
                    <a:pt x="2162844" y="3762266"/>
                  </a:lnTo>
                  <a:lnTo>
                    <a:pt x="2135220" y="3816880"/>
                  </a:lnTo>
                  <a:lnTo>
                    <a:pt x="2106895" y="3871871"/>
                  </a:lnTo>
                  <a:lnTo>
                    <a:pt x="2077870" y="3927236"/>
                  </a:lnTo>
                  <a:lnTo>
                    <a:pt x="2048145" y="3982974"/>
                  </a:lnTo>
                  <a:lnTo>
                    <a:pt x="2017719" y="4039085"/>
                  </a:lnTo>
                  <a:lnTo>
                    <a:pt x="1986594" y="4095567"/>
                  </a:lnTo>
                  <a:lnTo>
                    <a:pt x="1954770" y="4152420"/>
                  </a:lnTo>
                  <a:lnTo>
                    <a:pt x="1922246" y="4209643"/>
                  </a:lnTo>
                  <a:lnTo>
                    <a:pt x="1880130" y="4282512"/>
                  </a:lnTo>
                  <a:lnTo>
                    <a:pt x="1836901" y="4355972"/>
                  </a:lnTo>
                  <a:lnTo>
                    <a:pt x="1792563" y="4430017"/>
                  </a:lnTo>
                  <a:lnTo>
                    <a:pt x="1747117" y="4504643"/>
                  </a:lnTo>
                  <a:lnTo>
                    <a:pt x="1700568" y="4579847"/>
                  </a:lnTo>
                  <a:lnTo>
                    <a:pt x="1652919" y="4655624"/>
                  </a:lnTo>
                  <a:lnTo>
                    <a:pt x="1604172" y="4731970"/>
                  </a:lnTo>
                  <a:lnTo>
                    <a:pt x="1554330" y="4808880"/>
                  </a:lnTo>
                  <a:lnTo>
                    <a:pt x="1503398" y="4886351"/>
                  </a:lnTo>
                  <a:lnTo>
                    <a:pt x="1451377" y="4964378"/>
                  </a:lnTo>
                  <a:lnTo>
                    <a:pt x="1398272" y="5042956"/>
                  </a:lnTo>
                  <a:lnTo>
                    <a:pt x="1344085" y="5122083"/>
                  </a:lnTo>
                  <a:lnTo>
                    <a:pt x="1288819" y="5201752"/>
                  </a:lnTo>
                  <a:lnTo>
                    <a:pt x="1232477" y="5281961"/>
                  </a:lnTo>
                  <a:lnTo>
                    <a:pt x="1175064" y="5362705"/>
                  </a:lnTo>
                  <a:lnTo>
                    <a:pt x="1116580" y="5443980"/>
                  </a:lnTo>
                  <a:lnTo>
                    <a:pt x="1057031" y="5525781"/>
                  </a:lnTo>
                  <a:lnTo>
                    <a:pt x="996418" y="5608104"/>
                  </a:lnTo>
                  <a:lnTo>
                    <a:pt x="934746" y="5690945"/>
                  </a:lnTo>
                  <a:lnTo>
                    <a:pt x="872016" y="5774300"/>
                  </a:lnTo>
                  <a:lnTo>
                    <a:pt x="808233" y="5858165"/>
                  </a:lnTo>
                  <a:lnTo>
                    <a:pt x="743400" y="5942535"/>
                  </a:lnTo>
                  <a:lnTo>
                    <a:pt x="677518" y="6027406"/>
                  </a:lnTo>
                  <a:lnTo>
                    <a:pt x="610593" y="6112773"/>
                  </a:lnTo>
                  <a:lnTo>
                    <a:pt x="542626" y="6198634"/>
                  </a:lnTo>
                  <a:lnTo>
                    <a:pt x="438730" y="6328339"/>
                  </a:lnTo>
                  <a:lnTo>
                    <a:pt x="332509" y="6459128"/>
                  </a:lnTo>
                  <a:lnTo>
                    <a:pt x="223973" y="6590987"/>
                  </a:lnTo>
                  <a:lnTo>
                    <a:pt x="113133" y="6723903"/>
                  </a:lnTo>
                  <a:lnTo>
                    <a:pt x="0" y="6857860"/>
                  </a:lnTo>
                  <a:lnTo>
                    <a:pt x="25133" y="6857860"/>
                  </a:lnTo>
                  <a:lnTo>
                    <a:pt x="63492" y="6812577"/>
                  </a:lnTo>
                  <a:lnTo>
                    <a:pt x="177006" y="6677437"/>
                  </a:lnTo>
                  <a:lnTo>
                    <a:pt x="288167" y="6543367"/>
                  </a:lnTo>
                  <a:lnTo>
                    <a:pt x="396966" y="6410382"/>
                  </a:lnTo>
                  <a:lnTo>
                    <a:pt x="468180" y="6322336"/>
                  </a:lnTo>
                  <a:lnTo>
                    <a:pt x="538336" y="6234784"/>
                  </a:lnTo>
                  <a:lnTo>
                    <a:pt x="607431" y="6147729"/>
                  </a:lnTo>
                  <a:lnTo>
                    <a:pt x="675461" y="6061176"/>
                  </a:lnTo>
                  <a:lnTo>
                    <a:pt x="742422" y="5975130"/>
                  </a:lnTo>
                  <a:lnTo>
                    <a:pt x="808313" y="5889595"/>
                  </a:lnTo>
                  <a:lnTo>
                    <a:pt x="873129" y="5804576"/>
                  </a:lnTo>
                  <a:lnTo>
                    <a:pt x="936868" y="5720076"/>
                  </a:lnTo>
                  <a:lnTo>
                    <a:pt x="999526" y="5636100"/>
                  </a:lnTo>
                  <a:lnTo>
                    <a:pt x="1061099" y="5552653"/>
                  </a:lnTo>
                  <a:lnTo>
                    <a:pt x="1121586" y="5469739"/>
                  </a:lnTo>
                  <a:lnTo>
                    <a:pt x="1180982" y="5387362"/>
                  </a:lnTo>
                  <a:lnTo>
                    <a:pt x="1239284" y="5305526"/>
                  </a:lnTo>
                  <a:lnTo>
                    <a:pt x="1296489" y="5224237"/>
                  </a:lnTo>
                  <a:lnTo>
                    <a:pt x="1352594" y="5143499"/>
                  </a:lnTo>
                  <a:lnTo>
                    <a:pt x="1407596" y="5063315"/>
                  </a:lnTo>
                  <a:lnTo>
                    <a:pt x="1461491" y="4983690"/>
                  </a:lnTo>
                  <a:lnTo>
                    <a:pt x="1514276" y="4904629"/>
                  </a:lnTo>
                  <a:lnTo>
                    <a:pt x="1565949" y="4826136"/>
                  </a:lnTo>
                  <a:lnTo>
                    <a:pt x="1616505" y="4748216"/>
                  </a:lnTo>
                  <a:lnTo>
                    <a:pt x="1665941" y="4670872"/>
                  </a:lnTo>
                  <a:lnTo>
                    <a:pt x="1714255" y="4594109"/>
                  </a:lnTo>
                  <a:lnTo>
                    <a:pt x="1761443" y="4517932"/>
                  </a:lnTo>
                  <a:lnTo>
                    <a:pt x="1807501" y="4442345"/>
                  </a:lnTo>
                  <a:lnTo>
                    <a:pt x="1852428" y="4367353"/>
                  </a:lnTo>
                  <a:lnTo>
                    <a:pt x="1896218" y="4292959"/>
                  </a:lnTo>
                  <a:lnTo>
                    <a:pt x="1938870" y="4219168"/>
                  </a:lnTo>
                  <a:lnTo>
                    <a:pt x="1970901" y="4162819"/>
                  </a:lnTo>
                  <a:lnTo>
                    <a:pt x="2002255" y="4106826"/>
                  </a:lnTo>
                  <a:lnTo>
                    <a:pt x="2032934" y="4051188"/>
                  </a:lnTo>
                  <a:lnTo>
                    <a:pt x="2062937" y="3995908"/>
                  </a:lnTo>
                  <a:lnTo>
                    <a:pt x="2092263" y="3940985"/>
                  </a:lnTo>
                  <a:lnTo>
                    <a:pt x="2120913" y="3886421"/>
                  </a:lnTo>
                  <a:lnTo>
                    <a:pt x="2148886" y="3832217"/>
                  </a:lnTo>
                  <a:lnTo>
                    <a:pt x="2176182" y="3778374"/>
                  </a:lnTo>
                  <a:lnTo>
                    <a:pt x="2202800" y="3724892"/>
                  </a:lnTo>
                  <a:lnTo>
                    <a:pt x="2228740" y="3671773"/>
                  </a:lnTo>
                  <a:lnTo>
                    <a:pt x="2254003" y="3619018"/>
                  </a:lnTo>
                  <a:lnTo>
                    <a:pt x="2278587" y="3566627"/>
                  </a:lnTo>
                  <a:lnTo>
                    <a:pt x="2302492" y="3514601"/>
                  </a:lnTo>
                  <a:lnTo>
                    <a:pt x="2325718" y="3462941"/>
                  </a:lnTo>
                  <a:lnTo>
                    <a:pt x="2348266" y="3411649"/>
                  </a:lnTo>
                  <a:lnTo>
                    <a:pt x="2370133" y="3360725"/>
                  </a:lnTo>
                  <a:lnTo>
                    <a:pt x="2391321" y="3310171"/>
                  </a:lnTo>
                  <a:lnTo>
                    <a:pt x="2411829" y="3259986"/>
                  </a:lnTo>
                  <a:lnTo>
                    <a:pt x="2431656" y="3210172"/>
                  </a:lnTo>
                  <a:lnTo>
                    <a:pt x="2450803" y="3160730"/>
                  </a:lnTo>
                  <a:lnTo>
                    <a:pt x="2469269" y="3111661"/>
                  </a:lnTo>
                  <a:lnTo>
                    <a:pt x="2487054" y="3062966"/>
                  </a:lnTo>
                  <a:lnTo>
                    <a:pt x="2504157" y="3014645"/>
                  </a:lnTo>
                  <a:lnTo>
                    <a:pt x="2520578" y="2966700"/>
                  </a:lnTo>
                  <a:lnTo>
                    <a:pt x="2536317" y="2919132"/>
                  </a:lnTo>
                  <a:lnTo>
                    <a:pt x="2551374" y="2871941"/>
                  </a:lnTo>
                  <a:lnTo>
                    <a:pt x="2565748" y="2825128"/>
                  </a:lnTo>
                  <a:lnTo>
                    <a:pt x="2579439" y="2778695"/>
                  </a:lnTo>
                  <a:lnTo>
                    <a:pt x="2592447" y="2732642"/>
                  </a:lnTo>
                  <a:lnTo>
                    <a:pt x="2604771" y="2686971"/>
                  </a:lnTo>
                  <a:lnTo>
                    <a:pt x="2616412" y="2641682"/>
                  </a:lnTo>
                  <a:lnTo>
                    <a:pt x="2627368" y="2596775"/>
                  </a:lnTo>
                  <a:lnTo>
                    <a:pt x="2637640" y="2552253"/>
                  </a:lnTo>
                  <a:lnTo>
                    <a:pt x="2647228" y="2508116"/>
                  </a:lnTo>
                  <a:lnTo>
                    <a:pt x="2656130" y="2464364"/>
                  </a:lnTo>
                  <a:lnTo>
                    <a:pt x="2664347" y="2420999"/>
                  </a:lnTo>
                  <a:lnTo>
                    <a:pt x="2671879" y="2378023"/>
                  </a:lnTo>
                  <a:lnTo>
                    <a:pt x="2678725" y="2335434"/>
                  </a:lnTo>
                  <a:lnTo>
                    <a:pt x="2684884" y="2293236"/>
                  </a:lnTo>
                  <a:lnTo>
                    <a:pt x="2690357" y="2251428"/>
                  </a:lnTo>
                  <a:lnTo>
                    <a:pt x="2695144" y="2210011"/>
                  </a:lnTo>
                  <a:lnTo>
                    <a:pt x="2699243" y="2168987"/>
                  </a:lnTo>
                  <a:lnTo>
                    <a:pt x="2702656" y="2128356"/>
                  </a:lnTo>
                  <a:lnTo>
                    <a:pt x="2705380" y="2088120"/>
                  </a:lnTo>
                  <a:lnTo>
                    <a:pt x="2707417" y="2048278"/>
                  </a:lnTo>
                  <a:lnTo>
                    <a:pt x="2708766" y="2008833"/>
                  </a:lnTo>
                  <a:lnTo>
                    <a:pt x="2709426" y="1969785"/>
                  </a:lnTo>
                  <a:lnTo>
                    <a:pt x="2709398" y="1931135"/>
                  </a:lnTo>
                  <a:lnTo>
                    <a:pt x="2708680" y="1892884"/>
                  </a:lnTo>
                  <a:lnTo>
                    <a:pt x="2705177" y="1817582"/>
                  </a:lnTo>
                  <a:lnTo>
                    <a:pt x="2698915" y="1743887"/>
                  </a:lnTo>
                  <a:lnTo>
                    <a:pt x="2692785" y="1689890"/>
                  </a:lnTo>
                  <a:lnTo>
                    <a:pt x="2685780" y="1636468"/>
                  </a:lnTo>
                  <a:lnTo>
                    <a:pt x="2677902" y="1583623"/>
                  </a:lnTo>
                  <a:lnTo>
                    <a:pt x="2669152" y="1531359"/>
                  </a:lnTo>
                  <a:lnTo>
                    <a:pt x="2659530" y="1479677"/>
                  </a:lnTo>
                  <a:lnTo>
                    <a:pt x="2649039" y="1428580"/>
                  </a:lnTo>
                  <a:lnTo>
                    <a:pt x="2637678" y="1378071"/>
                  </a:lnTo>
                  <a:lnTo>
                    <a:pt x="2625449" y="1328151"/>
                  </a:lnTo>
                  <a:lnTo>
                    <a:pt x="2612353" y="1278824"/>
                  </a:lnTo>
                  <a:lnTo>
                    <a:pt x="2598391" y="1230092"/>
                  </a:lnTo>
                  <a:lnTo>
                    <a:pt x="2583564" y="1181957"/>
                  </a:lnTo>
                  <a:lnTo>
                    <a:pt x="2567873" y="1134422"/>
                  </a:lnTo>
                  <a:lnTo>
                    <a:pt x="2551319" y="1087488"/>
                  </a:lnTo>
                  <a:lnTo>
                    <a:pt x="2533904" y="1041160"/>
                  </a:lnTo>
                  <a:lnTo>
                    <a:pt x="2515628" y="995438"/>
                  </a:lnTo>
                  <a:lnTo>
                    <a:pt x="2496492" y="950326"/>
                  </a:lnTo>
                  <a:lnTo>
                    <a:pt x="2476498" y="905826"/>
                  </a:lnTo>
                  <a:lnTo>
                    <a:pt x="2455647" y="861940"/>
                  </a:lnTo>
                  <a:lnTo>
                    <a:pt x="2433939" y="818672"/>
                  </a:lnTo>
                  <a:lnTo>
                    <a:pt x="2411376" y="776022"/>
                  </a:lnTo>
                  <a:lnTo>
                    <a:pt x="2387958" y="733994"/>
                  </a:lnTo>
                  <a:lnTo>
                    <a:pt x="2363688" y="692590"/>
                  </a:lnTo>
                  <a:lnTo>
                    <a:pt x="2338565" y="651813"/>
                  </a:lnTo>
                  <a:lnTo>
                    <a:pt x="2312591" y="611665"/>
                  </a:lnTo>
                  <a:lnTo>
                    <a:pt x="2285768" y="572149"/>
                  </a:lnTo>
                  <a:lnTo>
                    <a:pt x="2258095" y="533267"/>
                  </a:lnTo>
                  <a:lnTo>
                    <a:pt x="2229574" y="495021"/>
                  </a:lnTo>
                  <a:lnTo>
                    <a:pt x="2200207" y="457413"/>
                  </a:lnTo>
                  <a:lnTo>
                    <a:pt x="2169994" y="420448"/>
                  </a:lnTo>
                  <a:lnTo>
                    <a:pt x="2138936" y="384126"/>
                  </a:lnTo>
                  <a:lnTo>
                    <a:pt x="2107034" y="348450"/>
                  </a:lnTo>
                  <a:lnTo>
                    <a:pt x="2074291" y="313423"/>
                  </a:lnTo>
                  <a:lnTo>
                    <a:pt x="2040813" y="279160"/>
                  </a:lnTo>
                  <a:lnTo>
                    <a:pt x="2006495" y="245544"/>
                  </a:lnTo>
                  <a:lnTo>
                    <a:pt x="1971343" y="212578"/>
                  </a:lnTo>
                  <a:lnTo>
                    <a:pt x="1935363" y="180260"/>
                  </a:lnTo>
                  <a:lnTo>
                    <a:pt x="1898559" y="148591"/>
                  </a:lnTo>
                  <a:lnTo>
                    <a:pt x="1860938" y="117572"/>
                  </a:lnTo>
                  <a:lnTo>
                    <a:pt x="1822506" y="87203"/>
                  </a:lnTo>
                  <a:lnTo>
                    <a:pt x="1783267" y="57484"/>
                  </a:lnTo>
                  <a:lnTo>
                    <a:pt x="1743229" y="28416"/>
                  </a:lnTo>
                  <a:lnTo>
                    <a:pt x="1702396" y="0"/>
                  </a:lnTo>
                  <a:close/>
                </a:path>
              </a:pathLst>
            </a:custGeom>
            <a:solidFill>
              <a:srgbClr val="100A30">
                <a:alpha val="25000"/>
              </a:srgbClr>
            </a:solidFill>
          </p:spPr>
          <p:txBody>
            <a:bodyPr wrap="square" lIns="0" tIns="0" rIns="0" bIns="0" rtlCol="0"/>
            <a:lstStyle/>
            <a:p>
              <a:endParaRPr b="1"/>
            </a:p>
          </p:txBody>
        </p:sp>
        <p:sp>
          <p:nvSpPr>
            <p:cNvPr id="27" name="object 2">
              <a:extLst>
                <a:ext uri="{FF2B5EF4-FFF2-40B4-BE49-F238E27FC236}">
                  <a16:creationId xmlns:a16="http://schemas.microsoft.com/office/drawing/2014/main" id="{4662C95E-EDED-EB47-8EAB-915053EE86D0}"/>
                </a:ext>
              </a:extLst>
            </p:cNvPr>
            <p:cNvSpPr/>
            <p:nvPr/>
          </p:nvSpPr>
          <p:spPr>
            <a:xfrm>
              <a:off x="5481115" y="147"/>
              <a:ext cx="2671445" cy="6858000"/>
            </a:xfrm>
            <a:custGeom>
              <a:avLst/>
              <a:gdLst/>
              <a:ahLst/>
              <a:cxnLst/>
              <a:rect l="l" t="t" r="r" b="b"/>
              <a:pathLst>
                <a:path w="2671445" h="6858000">
                  <a:moveTo>
                    <a:pt x="1736801" y="0"/>
                  </a:moveTo>
                  <a:lnTo>
                    <a:pt x="1721053" y="0"/>
                  </a:lnTo>
                  <a:lnTo>
                    <a:pt x="1760214" y="29882"/>
                  </a:lnTo>
                  <a:lnTo>
                    <a:pt x="1798587" y="60400"/>
                  </a:lnTo>
                  <a:lnTo>
                    <a:pt x="1836167" y="91552"/>
                  </a:lnTo>
                  <a:lnTo>
                    <a:pt x="1872946" y="123339"/>
                  </a:lnTo>
                  <a:lnTo>
                    <a:pt x="1908919" y="155760"/>
                  </a:lnTo>
                  <a:lnTo>
                    <a:pt x="1944079" y="188816"/>
                  </a:lnTo>
                  <a:lnTo>
                    <a:pt x="1978419" y="222506"/>
                  </a:lnTo>
                  <a:lnTo>
                    <a:pt x="2011934" y="256832"/>
                  </a:lnTo>
                  <a:lnTo>
                    <a:pt x="2044421" y="291567"/>
                  </a:lnTo>
                  <a:lnTo>
                    <a:pt x="2076098" y="326927"/>
                  </a:lnTo>
                  <a:lnTo>
                    <a:pt x="2106964" y="362909"/>
                  </a:lnTo>
                  <a:lnTo>
                    <a:pt x="2137017" y="399513"/>
                  </a:lnTo>
                  <a:lnTo>
                    <a:pt x="2166258" y="436734"/>
                  </a:lnTo>
                  <a:lnTo>
                    <a:pt x="2194685" y="474572"/>
                  </a:lnTo>
                  <a:lnTo>
                    <a:pt x="2222297" y="513023"/>
                  </a:lnTo>
                  <a:lnTo>
                    <a:pt x="2249092" y="552086"/>
                  </a:lnTo>
                  <a:lnTo>
                    <a:pt x="2275071" y="591757"/>
                  </a:lnTo>
                  <a:lnTo>
                    <a:pt x="2300231" y="632036"/>
                  </a:lnTo>
                  <a:lnTo>
                    <a:pt x="2324572" y="672919"/>
                  </a:lnTo>
                  <a:lnTo>
                    <a:pt x="2348093" y="714404"/>
                  </a:lnTo>
                  <a:lnTo>
                    <a:pt x="2370794" y="756489"/>
                  </a:lnTo>
                  <a:lnTo>
                    <a:pt x="2392672" y="799172"/>
                  </a:lnTo>
                  <a:lnTo>
                    <a:pt x="2413727" y="842451"/>
                  </a:lnTo>
                  <a:lnTo>
                    <a:pt x="2433958" y="886322"/>
                  </a:lnTo>
                  <a:lnTo>
                    <a:pt x="2453363" y="930785"/>
                  </a:lnTo>
                  <a:lnTo>
                    <a:pt x="2471943" y="975835"/>
                  </a:lnTo>
                  <a:lnTo>
                    <a:pt x="2489696" y="1021473"/>
                  </a:lnTo>
                  <a:lnTo>
                    <a:pt x="2506621" y="1067694"/>
                  </a:lnTo>
                  <a:lnTo>
                    <a:pt x="2522716" y="1114497"/>
                  </a:lnTo>
                  <a:lnTo>
                    <a:pt x="2537982" y="1161879"/>
                  </a:lnTo>
                  <a:lnTo>
                    <a:pt x="2552416" y="1209838"/>
                  </a:lnTo>
                  <a:lnTo>
                    <a:pt x="2566018" y="1258372"/>
                  </a:lnTo>
                  <a:lnTo>
                    <a:pt x="2578788" y="1307479"/>
                  </a:lnTo>
                  <a:lnTo>
                    <a:pt x="2590723" y="1357156"/>
                  </a:lnTo>
                  <a:lnTo>
                    <a:pt x="2601823" y="1407401"/>
                  </a:lnTo>
                  <a:lnTo>
                    <a:pt x="2612087" y="1458212"/>
                  </a:lnTo>
                  <a:lnTo>
                    <a:pt x="2621515" y="1509586"/>
                  </a:lnTo>
                  <a:lnTo>
                    <a:pt x="2630104" y="1561522"/>
                  </a:lnTo>
                  <a:lnTo>
                    <a:pt x="2637854" y="1614016"/>
                  </a:lnTo>
                  <a:lnTo>
                    <a:pt x="2644764" y="1667067"/>
                  </a:lnTo>
                  <a:lnTo>
                    <a:pt x="2650832" y="1720672"/>
                  </a:lnTo>
                  <a:lnTo>
                    <a:pt x="2657155" y="1794768"/>
                  </a:lnTo>
                  <a:lnTo>
                    <a:pt x="2660749" y="1870458"/>
                  </a:lnTo>
                  <a:lnTo>
                    <a:pt x="2661524" y="1908900"/>
                  </a:lnTo>
                  <a:lnTo>
                    <a:pt x="2661617" y="1947737"/>
                  </a:lnTo>
                  <a:lnTo>
                    <a:pt x="2661029" y="1986970"/>
                  </a:lnTo>
                  <a:lnTo>
                    <a:pt x="2659760" y="2026596"/>
                  </a:lnTo>
                  <a:lnTo>
                    <a:pt x="2657811" y="2066617"/>
                  </a:lnTo>
                  <a:lnTo>
                    <a:pt x="2655182" y="2107029"/>
                  </a:lnTo>
                  <a:lnTo>
                    <a:pt x="2651872" y="2147833"/>
                  </a:lnTo>
                  <a:lnTo>
                    <a:pt x="2647883" y="2189028"/>
                  </a:lnTo>
                  <a:lnTo>
                    <a:pt x="2643215" y="2230612"/>
                  </a:lnTo>
                  <a:lnTo>
                    <a:pt x="2637868" y="2272585"/>
                  </a:lnTo>
                  <a:lnTo>
                    <a:pt x="2631842" y="2314946"/>
                  </a:lnTo>
                  <a:lnTo>
                    <a:pt x="2625137" y="2357694"/>
                  </a:lnTo>
                  <a:lnTo>
                    <a:pt x="2617754" y="2400828"/>
                  </a:lnTo>
                  <a:lnTo>
                    <a:pt x="2609693" y="2444348"/>
                  </a:lnTo>
                  <a:lnTo>
                    <a:pt x="2600954" y="2488251"/>
                  </a:lnTo>
                  <a:lnTo>
                    <a:pt x="2591538" y="2532538"/>
                  </a:lnTo>
                  <a:lnTo>
                    <a:pt x="2581445" y="2577208"/>
                  </a:lnTo>
                  <a:lnTo>
                    <a:pt x="2570675" y="2622259"/>
                  </a:lnTo>
                  <a:lnTo>
                    <a:pt x="2559228" y="2667690"/>
                  </a:lnTo>
                  <a:lnTo>
                    <a:pt x="2547105" y="2713502"/>
                  </a:lnTo>
                  <a:lnTo>
                    <a:pt x="2534306" y="2759692"/>
                  </a:lnTo>
                  <a:lnTo>
                    <a:pt x="2520831" y="2806260"/>
                  </a:lnTo>
                  <a:lnTo>
                    <a:pt x="2506681" y="2853205"/>
                  </a:lnTo>
                  <a:lnTo>
                    <a:pt x="2491856" y="2900527"/>
                  </a:lnTo>
                  <a:lnTo>
                    <a:pt x="2476355" y="2948223"/>
                  </a:lnTo>
                  <a:lnTo>
                    <a:pt x="2460180" y="2996294"/>
                  </a:lnTo>
                  <a:lnTo>
                    <a:pt x="2443331" y="3044738"/>
                  </a:lnTo>
                  <a:lnTo>
                    <a:pt x="2425808" y="3093555"/>
                  </a:lnTo>
                  <a:lnTo>
                    <a:pt x="2407610" y="3142743"/>
                  </a:lnTo>
                  <a:lnTo>
                    <a:pt x="2388740" y="3192302"/>
                  </a:lnTo>
                  <a:lnTo>
                    <a:pt x="2369196" y="3242231"/>
                  </a:lnTo>
                  <a:lnTo>
                    <a:pt x="2348979" y="3292529"/>
                  </a:lnTo>
                  <a:lnTo>
                    <a:pt x="2328089" y="3343195"/>
                  </a:lnTo>
                  <a:lnTo>
                    <a:pt x="2306527" y="3394228"/>
                  </a:lnTo>
                  <a:lnTo>
                    <a:pt x="2284293" y="3445627"/>
                  </a:lnTo>
                  <a:lnTo>
                    <a:pt x="2261387" y="3497391"/>
                  </a:lnTo>
                  <a:lnTo>
                    <a:pt x="2237810" y="3549519"/>
                  </a:lnTo>
                  <a:lnTo>
                    <a:pt x="2213561" y="3602011"/>
                  </a:lnTo>
                  <a:lnTo>
                    <a:pt x="2188641" y="3654866"/>
                  </a:lnTo>
                  <a:lnTo>
                    <a:pt x="2163050" y="3708082"/>
                  </a:lnTo>
                  <a:lnTo>
                    <a:pt x="2136789" y="3761659"/>
                  </a:lnTo>
                  <a:lnTo>
                    <a:pt x="2109858" y="3815596"/>
                  </a:lnTo>
                  <a:lnTo>
                    <a:pt x="2082257" y="3869891"/>
                  </a:lnTo>
                  <a:lnTo>
                    <a:pt x="2053986" y="3924545"/>
                  </a:lnTo>
                  <a:lnTo>
                    <a:pt x="2025046" y="3979556"/>
                  </a:lnTo>
                  <a:lnTo>
                    <a:pt x="1995437" y="4034923"/>
                  </a:lnTo>
                  <a:lnTo>
                    <a:pt x="1965159" y="4090645"/>
                  </a:lnTo>
                  <a:lnTo>
                    <a:pt x="1934213" y="4146722"/>
                  </a:lnTo>
                  <a:lnTo>
                    <a:pt x="1902598" y="4203152"/>
                  </a:lnTo>
                  <a:lnTo>
                    <a:pt x="1870316" y="4259935"/>
                  </a:lnTo>
                  <a:lnTo>
                    <a:pt x="1849052" y="4296899"/>
                  </a:lnTo>
                  <a:lnTo>
                    <a:pt x="1805687" y="4371273"/>
                  </a:lnTo>
                  <a:lnTo>
                    <a:pt x="1761206" y="4446236"/>
                  </a:lnTo>
                  <a:lnTo>
                    <a:pt x="1715613" y="4521784"/>
                  </a:lnTo>
                  <a:lnTo>
                    <a:pt x="1668911" y="4597914"/>
                  </a:lnTo>
                  <a:lnTo>
                    <a:pt x="1621104" y="4674621"/>
                  </a:lnTo>
                  <a:lnTo>
                    <a:pt x="1572193" y="4751901"/>
                  </a:lnTo>
                  <a:lnTo>
                    <a:pt x="1522183" y="4829749"/>
                  </a:lnTo>
                  <a:lnTo>
                    <a:pt x="1471076" y="4908162"/>
                  </a:lnTo>
                  <a:lnTo>
                    <a:pt x="1418876" y="4987136"/>
                  </a:lnTo>
                  <a:lnTo>
                    <a:pt x="1365584" y="5066665"/>
                  </a:lnTo>
                  <a:lnTo>
                    <a:pt x="1311206" y="5146747"/>
                  </a:lnTo>
                  <a:lnTo>
                    <a:pt x="1255743" y="5227376"/>
                  </a:lnTo>
                  <a:lnTo>
                    <a:pt x="1199199" y="5308549"/>
                  </a:lnTo>
                  <a:lnTo>
                    <a:pt x="1141576" y="5390262"/>
                  </a:lnTo>
                  <a:lnTo>
                    <a:pt x="1082878" y="5472509"/>
                  </a:lnTo>
                  <a:lnTo>
                    <a:pt x="1023108" y="5555288"/>
                  </a:lnTo>
                  <a:lnTo>
                    <a:pt x="962270" y="5638593"/>
                  </a:lnTo>
                  <a:lnTo>
                    <a:pt x="900365" y="5722422"/>
                  </a:lnTo>
                  <a:lnTo>
                    <a:pt x="837397" y="5806768"/>
                  </a:lnTo>
                  <a:lnTo>
                    <a:pt x="773370" y="5891629"/>
                  </a:lnTo>
                  <a:lnTo>
                    <a:pt x="708285" y="5977000"/>
                  </a:lnTo>
                  <a:lnTo>
                    <a:pt x="642147" y="6062877"/>
                  </a:lnTo>
                  <a:lnTo>
                    <a:pt x="574959" y="6149256"/>
                  </a:lnTo>
                  <a:lnTo>
                    <a:pt x="506723" y="6236133"/>
                  </a:lnTo>
                  <a:lnTo>
                    <a:pt x="437443" y="6323502"/>
                  </a:lnTo>
                  <a:lnTo>
                    <a:pt x="331571" y="6455473"/>
                  </a:lnTo>
                  <a:lnTo>
                    <a:pt x="223366" y="6588530"/>
                  </a:lnTo>
                  <a:lnTo>
                    <a:pt x="112839" y="6722659"/>
                  </a:lnTo>
                  <a:lnTo>
                    <a:pt x="0" y="6857847"/>
                  </a:lnTo>
                  <a:lnTo>
                    <a:pt x="12522" y="6857847"/>
                  </a:lnTo>
                  <a:lnTo>
                    <a:pt x="50292" y="6812761"/>
                  </a:lnTo>
                  <a:lnTo>
                    <a:pt x="162069" y="6678202"/>
                  </a:lnTo>
                  <a:lnTo>
                    <a:pt x="271540" y="6544701"/>
                  </a:lnTo>
                  <a:lnTo>
                    <a:pt x="378694" y="6412273"/>
                  </a:lnTo>
                  <a:lnTo>
                    <a:pt x="483521" y="6280931"/>
                  </a:lnTo>
                  <a:lnTo>
                    <a:pt x="552107" y="6193981"/>
                  </a:lnTo>
                  <a:lnTo>
                    <a:pt x="619652" y="6107524"/>
                  </a:lnTo>
                  <a:lnTo>
                    <a:pt x="686152" y="6021564"/>
                  </a:lnTo>
                  <a:lnTo>
                    <a:pt x="751603" y="5936106"/>
                  </a:lnTo>
                  <a:lnTo>
                    <a:pt x="816004" y="5851153"/>
                  </a:lnTo>
                  <a:lnTo>
                    <a:pt x="879351" y="5766711"/>
                  </a:lnTo>
                  <a:lnTo>
                    <a:pt x="941640" y="5682782"/>
                  </a:lnTo>
                  <a:lnTo>
                    <a:pt x="1002869" y="5599372"/>
                  </a:lnTo>
                  <a:lnTo>
                    <a:pt x="1063035" y="5516485"/>
                  </a:lnTo>
                  <a:lnTo>
                    <a:pt x="1122135" y="5434124"/>
                  </a:lnTo>
                  <a:lnTo>
                    <a:pt x="1180166" y="5352294"/>
                  </a:lnTo>
                  <a:lnTo>
                    <a:pt x="1237124" y="5270999"/>
                  </a:lnTo>
                  <a:lnTo>
                    <a:pt x="1293006" y="5190243"/>
                  </a:lnTo>
                  <a:lnTo>
                    <a:pt x="1347811" y="5110030"/>
                  </a:lnTo>
                  <a:lnTo>
                    <a:pt x="1401533" y="5030364"/>
                  </a:lnTo>
                  <a:lnTo>
                    <a:pt x="1454172" y="4951251"/>
                  </a:lnTo>
                  <a:lnTo>
                    <a:pt x="1505722" y="4872693"/>
                  </a:lnTo>
                  <a:lnTo>
                    <a:pt x="1556182" y="4794694"/>
                  </a:lnTo>
                  <a:lnTo>
                    <a:pt x="1605549" y="4717260"/>
                  </a:lnTo>
                  <a:lnTo>
                    <a:pt x="1653818" y="4640395"/>
                  </a:lnTo>
                  <a:lnTo>
                    <a:pt x="1700988" y="4564101"/>
                  </a:lnTo>
                  <a:lnTo>
                    <a:pt x="1747055" y="4488385"/>
                  </a:lnTo>
                  <a:lnTo>
                    <a:pt x="1792016" y="4413249"/>
                  </a:lnTo>
                  <a:lnTo>
                    <a:pt x="1835869" y="4338698"/>
                  </a:lnTo>
                  <a:lnTo>
                    <a:pt x="1878609" y="4264736"/>
                  </a:lnTo>
                  <a:lnTo>
                    <a:pt x="1910948" y="4207853"/>
                  </a:lnTo>
                  <a:lnTo>
                    <a:pt x="1942618" y="4151322"/>
                  </a:lnTo>
                  <a:lnTo>
                    <a:pt x="1973618" y="4095144"/>
                  </a:lnTo>
                  <a:lnTo>
                    <a:pt x="2003949" y="4039321"/>
                  </a:lnTo>
                  <a:lnTo>
                    <a:pt x="2033609" y="3983852"/>
                  </a:lnTo>
                  <a:lnTo>
                    <a:pt x="2062600" y="3928740"/>
                  </a:lnTo>
                  <a:lnTo>
                    <a:pt x="2090919" y="3873984"/>
                  </a:lnTo>
                  <a:lnTo>
                    <a:pt x="2118568" y="3819586"/>
                  </a:lnTo>
                  <a:lnTo>
                    <a:pt x="2145546" y="3765546"/>
                  </a:lnTo>
                  <a:lnTo>
                    <a:pt x="2171852" y="3711867"/>
                  </a:lnTo>
                  <a:lnTo>
                    <a:pt x="2197487" y="3658547"/>
                  </a:lnTo>
                  <a:lnTo>
                    <a:pt x="2222449" y="3605589"/>
                  </a:lnTo>
                  <a:lnTo>
                    <a:pt x="2246739" y="3552994"/>
                  </a:lnTo>
                  <a:lnTo>
                    <a:pt x="2270357" y="3500761"/>
                  </a:lnTo>
                  <a:lnTo>
                    <a:pt x="2293302" y="3448893"/>
                  </a:lnTo>
                  <a:lnTo>
                    <a:pt x="2315574" y="3397389"/>
                  </a:lnTo>
                  <a:lnTo>
                    <a:pt x="2337172" y="3346252"/>
                  </a:lnTo>
                  <a:lnTo>
                    <a:pt x="2358097" y="3295481"/>
                  </a:lnTo>
                  <a:lnTo>
                    <a:pt x="2378348" y="3245078"/>
                  </a:lnTo>
                  <a:lnTo>
                    <a:pt x="2397924" y="3195044"/>
                  </a:lnTo>
                  <a:lnTo>
                    <a:pt x="2416826" y="3145379"/>
                  </a:lnTo>
                  <a:lnTo>
                    <a:pt x="2435054" y="3096085"/>
                  </a:lnTo>
                  <a:lnTo>
                    <a:pt x="2452606" y="3047161"/>
                  </a:lnTo>
                  <a:lnTo>
                    <a:pt x="2469483" y="2998611"/>
                  </a:lnTo>
                  <a:lnTo>
                    <a:pt x="2485684" y="2950433"/>
                  </a:lnTo>
                  <a:lnTo>
                    <a:pt x="2501209" y="2902629"/>
                  </a:lnTo>
                  <a:lnTo>
                    <a:pt x="2516058" y="2855201"/>
                  </a:lnTo>
                  <a:lnTo>
                    <a:pt x="2530231" y="2808148"/>
                  </a:lnTo>
                  <a:lnTo>
                    <a:pt x="2543727" y="2761472"/>
                  </a:lnTo>
                  <a:lnTo>
                    <a:pt x="2556546" y="2715174"/>
                  </a:lnTo>
                  <a:lnTo>
                    <a:pt x="2568688" y="2669254"/>
                  </a:lnTo>
                  <a:lnTo>
                    <a:pt x="2580152" y="2623714"/>
                  </a:lnTo>
                  <a:lnTo>
                    <a:pt x="2590938" y="2578554"/>
                  </a:lnTo>
                  <a:lnTo>
                    <a:pt x="2601046" y="2533776"/>
                  </a:lnTo>
                  <a:lnTo>
                    <a:pt x="2610476" y="2489380"/>
                  </a:lnTo>
                  <a:lnTo>
                    <a:pt x="2619227" y="2445367"/>
                  </a:lnTo>
                  <a:lnTo>
                    <a:pt x="2627299" y="2401738"/>
                  </a:lnTo>
                  <a:lnTo>
                    <a:pt x="2634692" y="2358494"/>
                  </a:lnTo>
                  <a:lnTo>
                    <a:pt x="2641405" y="2315635"/>
                  </a:lnTo>
                  <a:lnTo>
                    <a:pt x="2647438" y="2273164"/>
                  </a:lnTo>
                  <a:lnTo>
                    <a:pt x="2652792" y="2231080"/>
                  </a:lnTo>
                  <a:lnTo>
                    <a:pt x="2657465" y="2189385"/>
                  </a:lnTo>
                  <a:lnTo>
                    <a:pt x="2661457" y="2148079"/>
                  </a:lnTo>
                  <a:lnTo>
                    <a:pt x="2664768" y="2107164"/>
                  </a:lnTo>
                  <a:lnTo>
                    <a:pt x="2667399" y="2066640"/>
                  </a:lnTo>
                  <a:lnTo>
                    <a:pt x="2669347" y="2026508"/>
                  </a:lnTo>
                  <a:lnTo>
                    <a:pt x="2670614" y="1986769"/>
                  </a:lnTo>
                  <a:lnTo>
                    <a:pt x="2671199" y="1947424"/>
                  </a:lnTo>
                  <a:lnTo>
                    <a:pt x="2671102" y="1908475"/>
                  </a:lnTo>
                  <a:lnTo>
                    <a:pt x="2670322" y="1869921"/>
                  </a:lnTo>
                  <a:lnTo>
                    <a:pt x="2668859" y="1831763"/>
                  </a:lnTo>
                  <a:lnTo>
                    <a:pt x="2663883" y="1756643"/>
                  </a:lnTo>
                  <a:lnTo>
                    <a:pt x="2654277" y="1665874"/>
                  </a:lnTo>
                  <a:lnTo>
                    <a:pt x="2647340" y="1612622"/>
                  </a:lnTo>
                  <a:lnTo>
                    <a:pt x="2639559" y="1559929"/>
                  </a:lnTo>
                  <a:lnTo>
                    <a:pt x="2630934" y="1507796"/>
                  </a:lnTo>
                  <a:lnTo>
                    <a:pt x="2621468" y="1456227"/>
                  </a:lnTo>
                  <a:lnTo>
                    <a:pt x="2611162" y="1405222"/>
                  </a:lnTo>
                  <a:lnTo>
                    <a:pt x="2600015" y="1354785"/>
                  </a:lnTo>
                  <a:lnTo>
                    <a:pt x="2588030" y="1304917"/>
                  </a:lnTo>
                  <a:lnTo>
                    <a:pt x="2575207" y="1255622"/>
                  </a:lnTo>
                  <a:lnTo>
                    <a:pt x="2561547" y="1206901"/>
                  </a:lnTo>
                  <a:lnTo>
                    <a:pt x="2547052" y="1158756"/>
                  </a:lnTo>
                  <a:lnTo>
                    <a:pt x="2531722" y="1111191"/>
                  </a:lnTo>
                  <a:lnTo>
                    <a:pt x="2515558" y="1064207"/>
                  </a:lnTo>
                  <a:lnTo>
                    <a:pt x="2498561" y="1017806"/>
                  </a:lnTo>
                  <a:lnTo>
                    <a:pt x="2480733" y="971991"/>
                  </a:lnTo>
                  <a:lnTo>
                    <a:pt x="2462074" y="926764"/>
                  </a:lnTo>
                  <a:lnTo>
                    <a:pt x="2442585" y="882127"/>
                  </a:lnTo>
                  <a:lnTo>
                    <a:pt x="2422268" y="838083"/>
                  </a:lnTo>
                  <a:lnTo>
                    <a:pt x="2401123" y="794634"/>
                  </a:lnTo>
                  <a:lnTo>
                    <a:pt x="2379151" y="751782"/>
                  </a:lnTo>
                  <a:lnTo>
                    <a:pt x="2356354" y="709530"/>
                  </a:lnTo>
                  <a:lnTo>
                    <a:pt x="2332732" y="667879"/>
                  </a:lnTo>
                  <a:lnTo>
                    <a:pt x="2308286" y="626833"/>
                  </a:lnTo>
                  <a:lnTo>
                    <a:pt x="2283018" y="586393"/>
                  </a:lnTo>
                  <a:lnTo>
                    <a:pt x="2256928" y="546562"/>
                  </a:lnTo>
                  <a:lnTo>
                    <a:pt x="2230018" y="507342"/>
                  </a:lnTo>
                  <a:lnTo>
                    <a:pt x="2202288" y="468735"/>
                  </a:lnTo>
                  <a:lnTo>
                    <a:pt x="2173739" y="430743"/>
                  </a:lnTo>
                  <a:lnTo>
                    <a:pt x="2144373" y="393370"/>
                  </a:lnTo>
                  <a:lnTo>
                    <a:pt x="2114191" y="356617"/>
                  </a:lnTo>
                  <a:lnTo>
                    <a:pt x="2083192" y="320486"/>
                  </a:lnTo>
                  <a:lnTo>
                    <a:pt x="2051380" y="284980"/>
                  </a:lnTo>
                  <a:lnTo>
                    <a:pt x="2018753" y="250101"/>
                  </a:lnTo>
                  <a:lnTo>
                    <a:pt x="1981477" y="212026"/>
                  </a:lnTo>
                  <a:lnTo>
                    <a:pt x="1943180" y="174739"/>
                  </a:lnTo>
                  <a:lnTo>
                    <a:pt x="1903873" y="138236"/>
                  </a:lnTo>
                  <a:lnTo>
                    <a:pt x="1863569" y="102515"/>
                  </a:lnTo>
                  <a:lnTo>
                    <a:pt x="1822281" y="67570"/>
                  </a:lnTo>
                  <a:lnTo>
                    <a:pt x="1780020" y="33400"/>
                  </a:lnTo>
                  <a:lnTo>
                    <a:pt x="1736801" y="0"/>
                  </a:lnTo>
                  <a:close/>
                </a:path>
              </a:pathLst>
            </a:custGeom>
            <a:solidFill>
              <a:srgbClr val="100A30">
                <a:alpha val="10000"/>
              </a:srgbClr>
            </a:solidFill>
          </p:spPr>
          <p:txBody>
            <a:bodyPr wrap="square" lIns="0" tIns="0" rIns="0" bIns="0" rtlCol="0"/>
            <a:lstStyle/>
            <a:p>
              <a:endParaRPr b="1"/>
            </a:p>
          </p:txBody>
        </p:sp>
      </p:grpSp>
      <p:sp>
        <p:nvSpPr>
          <p:cNvPr id="9" name="object 5">
            <a:extLst>
              <a:ext uri="{FF2B5EF4-FFF2-40B4-BE49-F238E27FC236}">
                <a16:creationId xmlns:a16="http://schemas.microsoft.com/office/drawing/2014/main" id="{B82CC18E-BA9B-3247-B081-3D945B8EF3A3}"/>
              </a:ext>
            </a:extLst>
          </p:cNvPr>
          <p:cNvSpPr/>
          <p:nvPr userDrawn="1"/>
        </p:nvSpPr>
        <p:spPr>
          <a:xfrm>
            <a:off x="9239516" y="0"/>
            <a:ext cx="2959100" cy="6858000"/>
          </a:xfrm>
          <a:custGeom>
            <a:avLst/>
            <a:gdLst/>
            <a:ahLst/>
            <a:cxnLst/>
            <a:rect l="l" t="t" r="r" b="b"/>
            <a:pathLst>
              <a:path w="2959100" h="6858000">
                <a:moveTo>
                  <a:pt x="2958744" y="0"/>
                </a:moveTo>
                <a:lnTo>
                  <a:pt x="0" y="0"/>
                </a:lnTo>
                <a:lnTo>
                  <a:pt x="0" y="6858000"/>
                </a:lnTo>
                <a:lnTo>
                  <a:pt x="2958744" y="6858000"/>
                </a:lnTo>
                <a:lnTo>
                  <a:pt x="2958744" y="0"/>
                </a:lnTo>
                <a:close/>
              </a:path>
            </a:pathLst>
          </a:custGeom>
          <a:gradFill>
            <a:gsLst>
              <a:gs pos="0">
                <a:schemeClr val="accent1">
                  <a:lumMod val="5000"/>
                  <a:lumOff val="95000"/>
                  <a:alpha val="0"/>
                </a:schemeClr>
              </a:gs>
              <a:gs pos="97000">
                <a:srgbClr val="100930">
                  <a:alpha val="71593"/>
                </a:srgbClr>
              </a:gs>
            </a:gsLst>
            <a:lin ang="0" scaled="0"/>
          </a:gradFill>
        </p:spPr>
        <p:txBody>
          <a:bodyPr wrap="square" lIns="0" tIns="0" rIns="0" bIns="0" rtlCol="0"/>
          <a:lstStyle/>
          <a:p>
            <a:endParaRPr/>
          </a:p>
        </p:txBody>
      </p:sp>
      <p:pic>
        <p:nvPicPr>
          <p:cNvPr id="19" name="Picture 18" descr="Logo&#10;&#10;Description automatically generated">
            <a:extLst>
              <a:ext uri="{FF2B5EF4-FFF2-40B4-BE49-F238E27FC236}">
                <a16:creationId xmlns:a16="http://schemas.microsoft.com/office/drawing/2014/main" id="{DAD63CEA-99A4-4746-82CA-91FABC535F52}"/>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78452" y="5834154"/>
            <a:ext cx="1168951" cy="522590"/>
          </a:xfrm>
          <a:prstGeom prst="rect">
            <a:avLst/>
          </a:prstGeom>
        </p:spPr>
      </p:pic>
    </p:spTree>
    <p:extLst>
      <p:ext uri="{BB962C8B-B14F-4D97-AF65-F5344CB8AC3E}">
        <p14:creationId xmlns:p14="http://schemas.microsoft.com/office/powerpoint/2010/main" val="1537515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5" name="Picture 24" descr="Logo&#10;&#10;Description automatically generated">
            <a:extLst>
              <a:ext uri="{FF2B5EF4-FFF2-40B4-BE49-F238E27FC236}">
                <a16:creationId xmlns:a16="http://schemas.microsoft.com/office/drawing/2014/main" id="{7A900EFF-1986-7C49-8893-FBE182B4FF5E}"/>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pic>
        <p:nvPicPr>
          <p:cNvPr id="21" name="object 19">
            <a:extLst>
              <a:ext uri="{FF2B5EF4-FFF2-40B4-BE49-F238E27FC236}">
                <a16:creationId xmlns:a16="http://schemas.microsoft.com/office/drawing/2014/main" id="{314020C9-D8E8-7F4D-9AE2-BBC4E2C64239}"/>
              </a:ext>
            </a:extLst>
          </p:cNvPr>
          <p:cNvPicPr/>
          <p:nvPr userDrawn="1"/>
        </p:nvPicPr>
        <p:blipFill>
          <a:blip r:embed="rId4" cstate="print"/>
          <a:stretch>
            <a:fillRect/>
          </a:stretch>
        </p:blipFill>
        <p:spPr>
          <a:xfrm>
            <a:off x="0" y="0"/>
            <a:ext cx="12193193" cy="1404010"/>
          </a:xfrm>
          <a:prstGeom prst="rect">
            <a:avLst/>
          </a:prstGeom>
        </p:spPr>
      </p:pic>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2" name="object 2">
            <a:extLst>
              <a:ext uri="{FF2B5EF4-FFF2-40B4-BE49-F238E27FC236}">
                <a16:creationId xmlns:a16="http://schemas.microsoft.com/office/drawing/2014/main" id="{32F45D3B-1567-D149-A978-DB98556CA7D1}"/>
              </a:ext>
            </a:extLst>
          </p:cNvPr>
          <p:cNvPicPr/>
          <p:nvPr userDrawn="1"/>
        </p:nvPicPr>
        <p:blipFill>
          <a:blip r:embed="rId2" cstate="print"/>
          <a:stretch>
            <a:fillRect/>
          </a:stretch>
        </p:blipFill>
        <p:spPr>
          <a:xfrm>
            <a:off x="0" y="0"/>
            <a:ext cx="12193193" cy="1404010"/>
          </a:xfrm>
          <a:prstGeom prst="rect">
            <a:avLst/>
          </a:prstGeom>
        </p:spPr>
      </p:pic>
      <p:pic>
        <p:nvPicPr>
          <p:cNvPr id="23" name="Picture 22" descr="Logo&#10;&#10;Description automatically generated">
            <a:extLst>
              <a:ext uri="{FF2B5EF4-FFF2-40B4-BE49-F238E27FC236}">
                <a16:creationId xmlns:a16="http://schemas.microsoft.com/office/drawing/2014/main" id="{04864BC8-AB3A-6D4B-88AA-35568E17BDE6}"/>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spTree>
    <p:extLst>
      <p:ext uri="{BB962C8B-B14F-4D97-AF65-F5344CB8AC3E}">
        <p14:creationId xmlns:p14="http://schemas.microsoft.com/office/powerpoint/2010/main" val="1344717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1" name="object 2">
            <a:extLst>
              <a:ext uri="{FF2B5EF4-FFF2-40B4-BE49-F238E27FC236}">
                <a16:creationId xmlns:a16="http://schemas.microsoft.com/office/drawing/2014/main" id="{FFAF579B-9A57-A845-8856-A1467B11346B}"/>
              </a:ext>
            </a:extLst>
          </p:cNvPr>
          <p:cNvPicPr/>
          <p:nvPr userDrawn="1"/>
        </p:nvPicPr>
        <p:blipFill>
          <a:blip r:embed="rId2" cstate="print"/>
          <a:stretch>
            <a:fillRect/>
          </a:stretch>
        </p:blipFill>
        <p:spPr>
          <a:xfrm>
            <a:off x="0" y="0"/>
            <a:ext cx="12193193" cy="1404010"/>
          </a:xfrm>
          <a:prstGeom prst="rect">
            <a:avLst/>
          </a:prstGeom>
        </p:spPr>
      </p:pic>
      <p:pic>
        <p:nvPicPr>
          <p:cNvPr id="23" name="Picture 22" descr="Logo&#10;&#10;Description automatically generated">
            <a:extLst>
              <a:ext uri="{FF2B5EF4-FFF2-40B4-BE49-F238E27FC236}">
                <a16:creationId xmlns:a16="http://schemas.microsoft.com/office/drawing/2014/main" id="{27A97D30-8BD1-8F4A-A7FA-709410F21353}"/>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spTree>
    <p:extLst>
      <p:ext uri="{BB962C8B-B14F-4D97-AF65-F5344CB8AC3E}">
        <p14:creationId xmlns:p14="http://schemas.microsoft.com/office/powerpoint/2010/main" val="307469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3" name="Picture 22" descr="Logo&#10;&#10;Description automatically generated">
            <a:extLst>
              <a:ext uri="{FF2B5EF4-FFF2-40B4-BE49-F238E27FC236}">
                <a16:creationId xmlns:a16="http://schemas.microsoft.com/office/drawing/2014/main" id="{27A97D30-8BD1-8F4A-A7FA-709410F21353}"/>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pic>
        <p:nvPicPr>
          <p:cNvPr id="3" name="Picture 2" descr="A picture containing mammal, outdoor, badger, blurry&#10;&#10;Description automatically generated">
            <a:extLst>
              <a:ext uri="{FF2B5EF4-FFF2-40B4-BE49-F238E27FC236}">
                <a16:creationId xmlns:a16="http://schemas.microsoft.com/office/drawing/2014/main" id="{BC99033A-FA50-4D74-8323-C8E3300B07EF}"/>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31285" b="24493"/>
          <a:stretch/>
        </p:blipFill>
        <p:spPr>
          <a:xfrm>
            <a:off x="0" y="0"/>
            <a:ext cx="12192000" cy="1404011"/>
          </a:xfrm>
          <a:prstGeom prst="rect">
            <a:avLst/>
          </a:prstGeom>
        </p:spPr>
      </p:pic>
    </p:spTree>
    <p:extLst>
      <p:ext uri="{BB962C8B-B14F-4D97-AF65-F5344CB8AC3E}">
        <p14:creationId xmlns:p14="http://schemas.microsoft.com/office/powerpoint/2010/main" val="2767752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3" name="Picture 22" descr="Logo&#10;&#10;Description automatically generated">
            <a:extLst>
              <a:ext uri="{FF2B5EF4-FFF2-40B4-BE49-F238E27FC236}">
                <a16:creationId xmlns:a16="http://schemas.microsoft.com/office/drawing/2014/main" id="{27A97D30-8BD1-8F4A-A7FA-709410F21353}"/>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pic>
        <p:nvPicPr>
          <p:cNvPr id="3" name="Picture 2" descr="A picture containing spiny-finned fish, ocean floor&#10;&#10;Description automatically generated">
            <a:extLst>
              <a:ext uri="{FF2B5EF4-FFF2-40B4-BE49-F238E27FC236}">
                <a16:creationId xmlns:a16="http://schemas.microsoft.com/office/drawing/2014/main" id="{402FC088-5CBF-4DAA-831E-E6E9A29B6302}"/>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34351" b="21427"/>
          <a:stretch/>
        </p:blipFill>
        <p:spPr>
          <a:xfrm>
            <a:off x="0" y="0"/>
            <a:ext cx="12192000" cy="1404010"/>
          </a:xfrm>
          <a:prstGeom prst="rect">
            <a:avLst/>
          </a:prstGeom>
        </p:spPr>
      </p:pic>
    </p:spTree>
    <p:extLst>
      <p:ext uri="{BB962C8B-B14F-4D97-AF65-F5344CB8AC3E}">
        <p14:creationId xmlns:p14="http://schemas.microsoft.com/office/powerpoint/2010/main" val="15552165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3" name="Picture 22" descr="Logo&#10;&#10;Description automatically generated">
            <a:extLst>
              <a:ext uri="{FF2B5EF4-FFF2-40B4-BE49-F238E27FC236}">
                <a16:creationId xmlns:a16="http://schemas.microsoft.com/office/drawing/2014/main" id="{27A97D30-8BD1-8F4A-A7FA-709410F21353}"/>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pic>
        <p:nvPicPr>
          <p:cNvPr id="3" name="Picture 2" descr="A picture containing bird, red&#10;&#10;Description automatically generated">
            <a:extLst>
              <a:ext uri="{FF2B5EF4-FFF2-40B4-BE49-F238E27FC236}">
                <a16:creationId xmlns:a16="http://schemas.microsoft.com/office/drawing/2014/main" id="{26D4903D-A921-4E2D-B80D-EA5CC51B81D6}"/>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27889" b="27889"/>
          <a:stretch/>
        </p:blipFill>
        <p:spPr>
          <a:xfrm>
            <a:off x="0" y="0"/>
            <a:ext cx="12192000" cy="1404011"/>
          </a:xfrm>
          <a:prstGeom prst="rect">
            <a:avLst/>
          </a:prstGeom>
        </p:spPr>
      </p:pic>
    </p:spTree>
    <p:extLst>
      <p:ext uri="{BB962C8B-B14F-4D97-AF65-F5344CB8AC3E}">
        <p14:creationId xmlns:p14="http://schemas.microsoft.com/office/powerpoint/2010/main" val="16453915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2" name="object 2">
            <a:extLst>
              <a:ext uri="{FF2B5EF4-FFF2-40B4-BE49-F238E27FC236}">
                <a16:creationId xmlns:a16="http://schemas.microsoft.com/office/drawing/2014/main" id="{F3D9727B-E5D9-0E4D-8FAD-C12922D25AB9}"/>
              </a:ext>
            </a:extLst>
          </p:cNvPr>
          <p:cNvPicPr/>
          <p:nvPr userDrawn="1"/>
        </p:nvPicPr>
        <p:blipFill>
          <a:blip r:embed="rId2" cstate="print"/>
          <a:stretch>
            <a:fillRect/>
          </a:stretch>
        </p:blipFill>
        <p:spPr>
          <a:xfrm>
            <a:off x="0" y="0"/>
            <a:ext cx="12193193" cy="1404010"/>
          </a:xfrm>
          <a:prstGeom prst="rect">
            <a:avLst/>
          </a:prstGeom>
        </p:spPr>
      </p:pic>
      <p:pic>
        <p:nvPicPr>
          <p:cNvPr id="23" name="Picture 22" descr="Logo&#10;&#10;Description automatically generated">
            <a:extLst>
              <a:ext uri="{FF2B5EF4-FFF2-40B4-BE49-F238E27FC236}">
                <a16:creationId xmlns:a16="http://schemas.microsoft.com/office/drawing/2014/main" id="{CBEE6EB4-487B-1541-9CDD-6B2676D766AD}"/>
              </a:ext>
            </a:extLst>
          </p:cNvPr>
          <p:cNvPicPr>
            <a:picLocks noChangeAspect="1"/>
          </p:cNvPicPr>
          <p:nvPr userDrawn="1"/>
        </p:nvPicPr>
        <p:blipFill>
          <a:blip r:embed="rId3" r:link="rId4"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spTree>
    <p:extLst>
      <p:ext uri="{BB962C8B-B14F-4D97-AF65-F5344CB8AC3E}">
        <p14:creationId xmlns:p14="http://schemas.microsoft.com/office/powerpoint/2010/main" val="24088401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3" name="Picture 22" descr="Logo&#10;&#10;Description automatically generated">
            <a:extLst>
              <a:ext uri="{FF2B5EF4-FFF2-40B4-BE49-F238E27FC236}">
                <a16:creationId xmlns:a16="http://schemas.microsoft.com/office/drawing/2014/main" id="{CBEE6EB4-487B-1541-9CDD-6B2676D766AD}"/>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pic>
        <p:nvPicPr>
          <p:cNvPr id="3" name="Picture 2" descr="A picture containing bird of prey, hawk, bird, fish&#10;&#10;Description automatically generated">
            <a:extLst>
              <a:ext uri="{FF2B5EF4-FFF2-40B4-BE49-F238E27FC236}">
                <a16:creationId xmlns:a16="http://schemas.microsoft.com/office/drawing/2014/main" id="{A0F82D89-6606-4217-8774-EB682D333CEC}"/>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21600" b="34179"/>
          <a:stretch/>
        </p:blipFill>
        <p:spPr>
          <a:xfrm>
            <a:off x="0" y="0"/>
            <a:ext cx="12192000" cy="1404010"/>
          </a:xfrm>
          <a:prstGeom prst="rect">
            <a:avLst/>
          </a:prstGeom>
        </p:spPr>
      </p:pic>
    </p:spTree>
    <p:extLst>
      <p:ext uri="{BB962C8B-B14F-4D97-AF65-F5344CB8AC3E}">
        <p14:creationId xmlns:p14="http://schemas.microsoft.com/office/powerpoint/2010/main" val="1894823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pic>
        <p:nvPicPr>
          <p:cNvPr id="23" name="Picture 22" descr="Logo&#10;&#10;Description automatically generated">
            <a:extLst>
              <a:ext uri="{FF2B5EF4-FFF2-40B4-BE49-F238E27FC236}">
                <a16:creationId xmlns:a16="http://schemas.microsoft.com/office/drawing/2014/main" id="{CBEE6EB4-487B-1541-9CDD-6B2676D766AD}"/>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pic>
        <p:nvPicPr>
          <p:cNvPr id="3" name="Picture 2" descr="A picture containing outdoor, mammal, dry, several&#10;&#10;Description automatically generated">
            <a:extLst>
              <a:ext uri="{FF2B5EF4-FFF2-40B4-BE49-F238E27FC236}">
                <a16:creationId xmlns:a16="http://schemas.microsoft.com/office/drawing/2014/main" id="{450E5C73-2035-47D4-9C0E-B53E0637C75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27889" b="27889"/>
          <a:stretch/>
        </p:blipFill>
        <p:spPr>
          <a:xfrm>
            <a:off x="0" y="0"/>
            <a:ext cx="12192000" cy="1404010"/>
          </a:xfrm>
          <a:prstGeom prst="rect">
            <a:avLst/>
          </a:prstGeom>
        </p:spPr>
      </p:pic>
    </p:spTree>
    <p:extLst>
      <p:ext uri="{BB962C8B-B14F-4D97-AF65-F5344CB8AC3E}">
        <p14:creationId xmlns:p14="http://schemas.microsoft.com/office/powerpoint/2010/main" val="2418265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25" name="Picture 24" descr="Logo&#10;&#10;Description automatically generated">
            <a:extLst>
              <a:ext uri="{FF2B5EF4-FFF2-40B4-BE49-F238E27FC236}">
                <a16:creationId xmlns:a16="http://schemas.microsoft.com/office/drawing/2014/main" id="{7A900EFF-1986-7C49-8893-FBE182B4FF5E}"/>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10483798" y="5838558"/>
            <a:ext cx="1168951" cy="522590"/>
          </a:xfrm>
          <a:prstGeom prst="rect">
            <a:avLst/>
          </a:prstGeom>
        </p:spPr>
      </p:pic>
      <p:sp>
        <p:nvSpPr>
          <p:cNvPr id="20" name="object 15">
            <a:extLst>
              <a:ext uri="{FF2B5EF4-FFF2-40B4-BE49-F238E27FC236}">
                <a16:creationId xmlns:a16="http://schemas.microsoft.com/office/drawing/2014/main" id="{C8341A02-6503-5747-BAEE-EF6F2E560A71}"/>
              </a:ext>
            </a:extLst>
          </p:cNvPr>
          <p:cNvSpPr txBox="1"/>
          <p:nvPr userDrawn="1"/>
        </p:nvSpPr>
        <p:spPr>
          <a:xfrm>
            <a:off x="527300" y="6206412"/>
            <a:ext cx="9826625" cy="135935"/>
          </a:xfrm>
          <a:prstGeom prst="rect">
            <a:avLst/>
          </a:prstGeom>
        </p:spPr>
        <p:txBody>
          <a:bodyPr vert="horz" wrap="square" lIns="0" tIns="12700" rIns="0" bIns="0" rtlCol="0">
            <a:spAutoFit/>
          </a:bodyPr>
          <a:lstStyle/>
          <a:p>
            <a:pPr marL="12700">
              <a:lnSpc>
                <a:spcPct val="100000"/>
              </a:lnSpc>
              <a:spcBef>
                <a:spcPts val="100"/>
              </a:spcBef>
              <a:tabLst>
                <a:tab pos="9813290" algn="l"/>
              </a:tabLst>
            </a:pPr>
            <a:fld id="{4F48A0BA-40C1-9D46-BB87-DE556387C592}" type="slidenum">
              <a:rPr lang="en-GB" sz="800" b="1" smtClean="0">
                <a:solidFill>
                  <a:srgbClr val="100A30"/>
                </a:solidFill>
                <a:latin typeface="Verdana"/>
                <a:cs typeface="Verdana"/>
              </a:rPr>
              <a:t>‹#›</a:t>
            </a:fld>
            <a:r>
              <a:rPr sz="800" b="1" spc="45">
                <a:solidFill>
                  <a:srgbClr val="100A30"/>
                </a:solidFill>
                <a:latin typeface="Verdana"/>
                <a:cs typeface="Verdana"/>
              </a:rPr>
              <a:t> </a:t>
            </a:r>
            <a:r>
              <a:rPr sz="800" b="1" u="sng">
                <a:solidFill>
                  <a:srgbClr val="100A30"/>
                </a:solidFill>
                <a:uFill>
                  <a:solidFill>
                    <a:srgbClr val="100A30"/>
                  </a:solidFill>
                </a:uFill>
                <a:latin typeface="Verdana"/>
                <a:cs typeface="Verdana"/>
              </a:rPr>
              <a:t> 	</a:t>
            </a:r>
            <a:endParaRPr sz="800">
              <a:latin typeface="Verdana"/>
              <a:cs typeface="Verdana"/>
            </a:endParaRPr>
          </a:p>
        </p:txBody>
      </p:sp>
    </p:spTree>
    <p:extLst>
      <p:ext uri="{BB962C8B-B14F-4D97-AF65-F5344CB8AC3E}">
        <p14:creationId xmlns:p14="http://schemas.microsoft.com/office/powerpoint/2010/main" val="37116714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E5007D"/>
                </a:solidFill>
                <a:latin typeface="Verdana"/>
                <a:cs typeface="Verdana"/>
              </a:defRPr>
            </a:lvl1pPr>
          </a:lstStyle>
          <a:p>
            <a:endParaRPr/>
          </a:p>
        </p:txBody>
      </p:sp>
      <p:sp>
        <p:nvSpPr>
          <p:cNvPr id="3" name="Holder 3"/>
          <p:cNvSpPr>
            <a:spLocks noGrp="1"/>
          </p:cNvSpPr>
          <p:nvPr>
            <p:ph sz="half" idx="2"/>
          </p:nvPr>
        </p:nvSpPr>
        <p:spPr>
          <a:xfrm>
            <a:off x="609917" y="1577340"/>
            <a:ext cx="5306282"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82150" y="1577340"/>
            <a:ext cx="5306282"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E5007D"/>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F5F4F8"/>
          </a:solidFill>
        </p:spPr>
        <p:txBody>
          <a:bodyPr wrap="square" lIns="0" tIns="0" rIns="0" bIns="0" rtlCol="0"/>
          <a:lstStyle/>
          <a:p>
            <a:endParaRPr/>
          </a:p>
        </p:txBody>
      </p:sp>
      <p:pic>
        <p:nvPicPr>
          <p:cNvPr id="17" name="bg object 17"/>
          <p:cNvPicPr/>
          <p:nvPr/>
        </p:nvPicPr>
        <p:blipFill>
          <a:blip r:embed="rId22" cstate="print"/>
          <a:stretch>
            <a:fillRect/>
          </a:stretch>
        </p:blipFill>
        <p:spPr>
          <a:xfrm>
            <a:off x="6276642" y="0"/>
            <a:ext cx="5916551" cy="6858000"/>
          </a:xfrm>
          <a:prstGeom prst="rect">
            <a:avLst/>
          </a:prstGeom>
        </p:spPr>
      </p:pic>
      <p:sp>
        <p:nvSpPr>
          <p:cNvPr id="2" name="Holder 2"/>
          <p:cNvSpPr>
            <a:spLocks noGrp="1"/>
          </p:cNvSpPr>
          <p:nvPr>
            <p:ph type="title"/>
          </p:nvPr>
        </p:nvSpPr>
        <p:spPr>
          <a:xfrm>
            <a:off x="527300" y="1031564"/>
            <a:ext cx="4389120" cy="391159"/>
          </a:xfrm>
          <a:prstGeom prst="rect">
            <a:avLst/>
          </a:prstGeom>
        </p:spPr>
        <p:txBody>
          <a:bodyPr wrap="square" lIns="0" tIns="0" rIns="0" bIns="0">
            <a:spAutoFit/>
          </a:bodyPr>
          <a:lstStyle>
            <a:lvl1pPr>
              <a:defRPr sz="2400" b="1" i="0">
                <a:solidFill>
                  <a:srgbClr val="E5007D"/>
                </a:solidFill>
                <a:latin typeface="Verdana"/>
                <a:cs typeface="Verdana"/>
              </a:defRPr>
            </a:lvl1pPr>
          </a:lstStyle>
          <a:p>
            <a:endParaRPr/>
          </a:p>
        </p:txBody>
      </p:sp>
      <p:sp>
        <p:nvSpPr>
          <p:cNvPr id="3" name="Holder 3"/>
          <p:cNvSpPr>
            <a:spLocks noGrp="1"/>
          </p:cNvSpPr>
          <p:nvPr>
            <p:ph type="body" idx="1"/>
          </p:nvPr>
        </p:nvSpPr>
        <p:spPr>
          <a:xfrm>
            <a:off x="609917" y="1577340"/>
            <a:ext cx="10978515"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5/1/2025</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73" r:id="rId2"/>
    <p:sldLayoutId id="2147483674" r:id="rId3"/>
    <p:sldLayoutId id="2147483669" r:id="rId4"/>
    <p:sldLayoutId id="2147483680" r:id="rId5"/>
    <p:sldLayoutId id="2147483670" r:id="rId6"/>
    <p:sldLayoutId id="2147483672" r:id="rId7"/>
    <p:sldLayoutId id="2147483662" r:id="rId8"/>
    <p:sldLayoutId id="2147483666" r:id="rId9"/>
    <p:sldLayoutId id="2147483667" r:id="rId10"/>
    <p:sldLayoutId id="2147483679" r:id="rId11"/>
    <p:sldLayoutId id="2147483677" r:id="rId12"/>
    <p:sldLayoutId id="2147483678" r:id="rId13"/>
    <p:sldLayoutId id="2147483668" r:id="rId14"/>
    <p:sldLayoutId id="2147483675" r:id="rId15"/>
    <p:sldLayoutId id="2147483676" r:id="rId16"/>
    <p:sldLayoutId id="2147483671" r:id="rId17"/>
    <p:sldLayoutId id="2147483663" r:id="rId18"/>
    <p:sldLayoutId id="2147483664" r:id="rId19"/>
    <p:sldLayoutId id="2147483665" r:id="rId20"/>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docs.databricks.com/aws/en/dev-tools/bundles/resources#supported-resources" TargetMode="External"/><Relationship Id="rId2" Type="http://schemas.microsoft.com/office/2018/10/relationships/comments" Target="../comments/modernComment_1AF_E596D286.xml"/><Relationship Id="rId1" Type="http://schemas.openxmlformats.org/officeDocument/2006/relationships/slideLayout" Target="../slideLayouts/slideLayout9.xml"/><Relationship Id="rId4" Type="http://schemas.openxmlformats.org/officeDocument/2006/relationships/hyperlink" Target="https://docs.databricks.com/aws/en/dev-tools/bundles/"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dev.azure.com/Canopius-IT/ATL%20DevOps/_wiki/wikis/DevOps.wiki/288/Environments" TargetMode="Externa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2" Type="http://schemas.microsoft.com/office/2018/10/relationships/comments" Target="../comments/modernComment_1A9_A73EAA5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3BA0CB-301D-B35E-BA31-86B3803823CF}"/>
              </a:ext>
            </a:extLst>
          </p:cNvPr>
          <p:cNvSpPr txBox="1"/>
          <p:nvPr/>
        </p:nvSpPr>
        <p:spPr>
          <a:xfrm>
            <a:off x="493930" y="3200400"/>
            <a:ext cx="4360942" cy="369332"/>
          </a:xfrm>
          <a:prstGeom prst="rect">
            <a:avLst/>
          </a:prstGeom>
          <a:solidFill>
            <a:srgbClr val="E5007D"/>
          </a:solidFill>
        </p:spPr>
        <p:txBody>
          <a:bodyPr wrap="square" rtlCol="0">
            <a:spAutoFit/>
          </a:bodyPr>
          <a:lstStyle/>
          <a:p>
            <a:r>
              <a:rPr lang="en-GB" sz="1800" b="1">
                <a:effectLst/>
                <a:latin typeface="Calibri" panose="020F0502020204030204" pitchFamily="34" charset="0"/>
              </a:rPr>
              <a:t>Databricks Asset Bundles Solution Design</a:t>
            </a:r>
          </a:p>
        </p:txBody>
      </p:sp>
    </p:spTree>
    <p:extLst>
      <p:ext uri="{BB962C8B-B14F-4D97-AF65-F5344CB8AC3E}">
        <p14:creationId xmlns:p14="http://schemas.microsoft.com/office/powerpoint/2010/main" val="1764666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61DA9-E14F-2B7B-0C8D-60C168C5A0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D99D7D-395A-0832-504F-73FFD404FFEE}"/>
              </a:ext>
            </a:extLst>
          </p:cNvPr>
          <p:cNvSpPr txBox="1"/>
          <p:nvPr/>
        </p:nvSpPr>
        <p:spPr>
          <a:xfrm>
            <a:off x="685799" y="266700"/>
            <a:ext cx="7304103" cy="707886"/>
          </a:xfrm>
          <a:prstGeom prst="rect">
            <a:avLst/>
          </a:prstGeom>
          <a:noFill/>
        </p:spPr>
        <p:txBody>
          <a:bodyPr wrap="square" lIns="91440" tIns="45720" rIns="91440" bIns="45720" anchor="t">
            <a:spAutoFit/>
          </a:bodyPr>
          <a:lstStyle/>
          <a:p>
            <a:pPr marL="0" marR="0">
              <a:spcBef>
                <a:spcPts val="0"/>
              </a:spcBef>
              <a:spcAft>
                <a:spcPts val="0"/>
              </a:spcAft>
            </a:pPr>
            <a:r>
              <a:rPr lang="en-US" sz="4000" b="1">
                <a:solidFill>
                  <a:schemeClr val="bg1"/>
                </a:solidFill>
                <a:latin typeface="Calibri"/>
                <a:ea typeface="Calibri"/>
                <a:cs typeface="Calibri"/>
              </a:rPr>
              <a:t>Introduction</a:t>
            </a:r>
            <a:endParaRPr lang="en-US" sz="4000" b="1">
              <a:solidFill>
                <a:schemeClr val="bg1"/>
              </a:solidFill>
              <a:latin typeface="Calibri" panose="020F0502020204030204" pitchFamily="34" charset="0"/>
              <a:ea typeface="Calibri"/>
              <a:cs typeface="Calibri"/>
            </a:endParaRPr>
          </a:p>
        </p:txBody>
      </p:sp>
      <p:sp>
        <p:nvSpPr>
          <p:cNvPr id="3" name="TextBox 2">
            <a:extLst>
              <a:ext uri="{FF2B5EF4-FFF2-40B4-BE49-F238E27FC236}">
                <a16:creationId xmlns:a16="http://schemas.microsoft.com/office/drawing/2014/main" id="{3A5148AA-A478-0239-0076-484172090D06}"/>
              </a:ext>
            </a:extLst>
          </p:cNvPr>
          <p:cNvSpPr txBox="1"/>
          <p:nvPr/>
        </p:nvSpPr>
        <p:spPr>
          <a:xfrm>
            <a:off x="686191" y="1714696"/>
            <a:ext cx="9207695"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a:ea typeface="Calibri"/>
                <a:cs typeface="Calibri"/>
              </a:rPr>
              <a:t>Currently the automated deployments are only for notebooks, where we copy all the notebooks and deploy them on the target environment by deleting the existing ones first and then copy the most recent version.</a:t>
            </a:r>
          </a:p>
          <a:p>
            <a:endParaRPr lang="en-US">
              <a:ea typeface="Calibri"/>
              <a:cs typeface="Calibri"/>
            </a:endParaRPr>
          </a:p>
          <a:p>
            <a:pPr marL="285750" indent="-285750">
              <a:buFont typeface="Arial" panose="020B0604020202020204" pitchFamily="34" charset="0"/>
              <a:buChar char="•"/>
            </a:pPr>
            <a:r>
              <a:rPr lang="en-US"/>
              <a:t>Databricks Asset Bundles make it possible to describe Databricks resources such as jobs, pipelines (</a:t>
            </a:r>
            <a:r>
              <a:rPr lang="en-US">
                <a:hlinkClick r:id="rId3"/>
              </a:rPr>
              <a:t>Databricks Asset Bundles resources</a:t>
            </a:r>
            <a:r>
              <a:rPr lang="en-US"/>
              <a:t>), and notebooks as source files. These source files provide an end-to-end definition of a project, including how it should be structured, tested, and deployed, which makes it easier to collaborate on projects during active development.</a:t>
            </a:r>
            <a:endParaRPr lang="en-US">
              <a:ea typeface="Calibri"/>
              <a:cs typeface="Calibri"/>
            </a:endParaRP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Bundles provide a way to include metadata alongside the project’s source files. This metadata is used to provision infrastructure and other resources. The project’s collection of source files and metadata is then deployed as a single bundle to your target environment.</a:t>
            </a:r>
            <a:endParaRPr lang="en-US">
              <a:ea typeface="Calibri"/>
              <a:cs typeface="Calibri"/>
            </a:endParaRPr>
          </a:p>
          <a:p>
            <a:pPr marL="285750" indent="-285750" algn="l">
              <a:buFont typeface="Arial" panose="020B0604020202020204" pitchFamily="34" charset="0"/>
              <a:buChar char="•"/>
            </a:pPr>
            <a:endParaRPr lang="en-US">
              <a:ea typeface="Calibri"/>
              <a:cs typeface="Calibri"/>
            </a:endParaRPr>
          </a:p>
          <a:p>
            <a:pPr marL="285750" indent="-285750">
              <a:buFont typeface="Arial" panose="020B0604020202020204" pitchFamily="34" charset="0"/>
              <a:buChar char="•"/>
            </a:pPr>
            <a:r>
              <a:rPr lang="en-US">
                <a:ea typeface="Calibri"/>
                <a:cs typeface="Calibri"/>
              </a:rPr>
              <a:t>For more information on Databricks Asset Bundles consult </a:t>
            </a:r>
            <a:r>
              <a:rPr lang="en-US">
                <a:ea typeface="Calibri"/>
                <a:cs typeface="Calibri"/>
                <a:hlinkClick r:id="rId4"/>
              </a:rPr>
              <a:t>Databricks</a:t>
            </a:r>
            <a:r>
              <a:rPr lang="en-US">
                <a:ea typeface="+mn-lt"/>
                <a:cs typeface="+mn-lt"/>
                <a:hlinkClick r:id="rId4"/>
              </a:rPr>
              <a:t> Documentation</a:t>
            </a:r>
            <a:endParaRPr lang="en-US">
              <a:ea typeface="+mn-lt"/>
              <a:cs typeface="+mn-lt"/>
            </a:endParaRPr>
          </a:p>
          <a:p>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3851866758"/>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695150-3F4B-348F-88C8-F5388EC92BAC}"/>
              </a:ext>
            </a:extLst>
          </p:cNvPr>
          <p:cNvSpPr txBox="1"/>
          <p:nvPr/>
        </p:nvSpPr>
        <p:spPr>
          <a:xfrm>
            <a:off x="685799" y="266700"/>
            <a:ext cx="7304103" cy="707886"/>
          </a:xfrm>
          <a:prstGeom prst="rect">
            <a:avLst/>
          </a:prstGeom>
          <a:noFill/>
        </p:spPr>
        <p:txBody>
          <a:bodyPr wrap="square">
            <a:spAutoFit/>
          </a:bodyPr>
          <a:lstStyle/>
          <a:p>
            <a:pPr marL="0" marR="0">
              <a:spcBef>
                <a:spcPts val="0"/>
              </a:spcBef>
              <a:spcAft>
                <a:spcPts val="0"/>
              </a:spcAft>
            </a:pPr>
            <a:r>
              <a:rPr lang="en-US" sz="4000" b="1" err="1">
                <a:solidFill>
                  <a:schemeClr val="bg1"/>
                </a:solidFill>
                <a:effectLst/>
                <a:latin typeface="Calibri" panose="020F0502020204030204" pitchFamily="34" charset="0"/>
              </a:rPr>
              <a:t>Canopius</a:t>
            </a:r>
            <a:r>
              <a:rPr lang="en-US" sz="4000" b="1">
                <a:solidFill>
                  <a:schemeClr val="bg1"/>
                </a:solidFill>
                <a:effectLst/>
                <a:latin typeface="Calibri" panose="020F0502020204030204" pitchFamily="34" charset="0"/>
              </a:rPr>
              <a:t> Insights Environments</a:t>
            </a:r>
            <a:endParaRPr lang="en-US" sz="4000" b="1">
              <a:solidFill>
                <a:schemeClr val="bg1"/>
              </a:solidFill>
              <a:latin typeface="Calibri" panose="020F0502020204030204" pitchFamily="34" charset="0"/>
            </a:endParaRPr>
          </a:p>
        </p:txBody>
      </p:sp>
      <p:cxnSp>
        <p:nvCxnSpPr>
          <p:cNvPr id="5" name="Straight Connector 4">
            <a:extLst>
              <a:ext uri="{FF2B5EF4-FFF2-40B4-BE49-F238E27FC236}">
                <a16:creationId xmlns:a16="http://schemas.microsoft.com/office/drawing/2014/main" id="{D1908580-EE87-E1C2-2EBB-634B696E918E}"/>
              </a:ext>
            </a:extLst>
          </p:cNvPr>
          <p:cNvCxnSpPr/>
          <p:nvPr/>
        </p:nvCxnSpPr>
        <p:spPr>
          <a:xfrm>
            <a:off x="4088185" y="2327961"/>
            <a:ext cx="0" cy="32834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D193FE3-0CB4-60D7-26AB-B5B828BD2159}"/>
              </a:ext>
            </a:extLst>
          </p:cNvPr>
          <p:cNvCxnSpPr/>
          <p:nvPr/>
        </p:nvCxnSpPr>
        <p:spPr>
          <a:xfrm>
            <a:off x="7836042" y="2327961"/>
            <a:ext cx="0" cy="3283467"/>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AE6BE1A-FA05-7EBB-35C2-F3C72D832311}"/>
              </a:ext>
            </a:extLst>
          </p:cNvPr>
          <p:cNvSpPr txBox="1"/>
          <p:nvPr/>
        </p:nvSpPr>
        <p:spPr>
          <a:xfrm>
            <a:off x="1176483" y="2330120"/>
            <a:ext cx="2192779" cy="523220"/>
          </a:xfrm>
          <a:prstGeom prst="rect">
            <a:avLst/>
          </a:prstGeom>
          <a:noFill/>
        </p:spPr>
        <p:txBody>
          <a:bodyPr wrap="square" rtlCol="0">
            <a:spAutoFit/>
          </a:bodyPr>
          <a:lstStyle/>
          <a:p>
            <a:pPr algn="ctr"/>
            <a:r>
              <a:rPr lang="en-GB" sz="2800"/>
              <a:t>Development</a:t>
            </a:r>
            <a:endParaRPr lang="en-US" sz="2800"/>
          </a:p>
        </p:txBody>
      </p:sp>
      <p:sp>
        <p:nvSpPr>
          <p:cNvPr id="9" name="TextBox 8">
            <a:extLst>
              <a:ext uri="{FF2B5EF4-FFF2-40B4-BE49-F238E27FC236}">
                <a16:creationId xmlns:a16="http://schemas.microsoft.com/office/drawing/2014/main" id="{B1FC03DE-0C7E-910B-AC3D-BBEBB86FD253}"/>
              </a:ext>
            </a:extLst>
          </p:cNvPr>
          <p:cNvSpPr txBox="1"/>
          <p:nvPr/>
        </p:nvSpPr>
        <p:spPr>
          <a:xfrm>
            <a:off x="4934109" y="2330120"/>
            <a:ext cx="2192779" cy="523220"/>
          </a:xfrm>
          <a:prstGeom prst="rect">
            <a:avLst/>
          </a:prstGeom>
          <a:noFill/>
        </p:spPr>
        <p:txBody>
          <a:bodyPr wrap="square" rtlCol="0">
            <a:spAutoFit/>
          </a:bodyPr>
          <a:lstStyle/>
          <a:p>
            <a:pPr algn="ctr"/>
            <a:r>
              <a:rPr lang="en-GB" sz="2800"/>
              <a:t>Test</a:t>
            </a:r>
            <a:endParaRPr lang="en-US" sz="2800"/>
          </a:p>
        </p:txBody>
      </p:sp>
      <p:sp>
        <p:nvSpPr>
          <p:cNvPr id="10" name="TextBox 9">
            <a:extLst>
              <a:ext uri="{FF2B5EF4-FFF2-40B4-BE49-F238E27FC236}">
                <a16:creationId xmlns:a16="http://schemas.microsoft.com/office/drawing/2014/main" id="{ED58BFE2-7363-DE35-B409-11D02C37ABBD}"/>
              </a:ext>
            </a:extLst>
          </p:cNvPr>
          <p:cNvSpPr txBox="1"/>
          <p:nvPr/>
        </p:nvSpPr>
        <p:spPr>
          <a:xfrm>
            <a:off x="8842275" y="2330120"/>
            <a:ext cx="2192779" cy="523220"/>
          </a:xfrm>
          <a:prstGeom prst="rect">
            <a:avLst/>
          </a:prstGeom>
          <a:noFill/>
        </p:spPr>
        <p:txBody>
          <a:bodyPr wrap="square" lIns="91440" tIns="45720" rIns="91440" bIns="45720" rtlCol="0" anchor="t">
            <a:spAutoFit/>
          </a:bodyPr>
          <a:lstStyle/>
          <a:p>
            <a:pPr algn="ctr"/>
            <a:r>
              <a:rPr lang="en-GB" sz="2800"/>
              <a:t>Production</a:t>
            </a:r>
            <a:endParaRPr lang="en-US" sz="2800">
              <a:ea typeface="Calibri"/>
              <a:cs typeface="Calibri"/>
            </a:endParaRPr>
          </a:p>
        </p:txBody>
      </p:sp>
      <p:graphicFrame>
        <p:nvGraphicFramePr>
          <p:cNvPr id="11" name="Table 10">
            <a:extLst>
              <a:ext uri="{FF2B5EF4-FFF2-40B4-BE49-F238E27FC236}">
                <a16:creationId xmlns:a16="http://schemas.microsoft.com/office/drawing/2014/main" id="{75A1F85F-B9EE-BCA1-338D-9823C18E674B}"/>
              </a:ext>
            </a:extLst>
          </p:cNvPr>
          <p:cNvGraphicFramePr>
            <a:graphicFrameLocks noGrp="1"/>
          </p:cNvGraphicFramePr>
          <p:nvPr>
            <p:extLst>
              <p:ext uri="{D42A27DB-BD31-4B8C-83A1-F6EECF244321}">
                <p14:modId xmlns:p14="http://schemas.microsoft.com/office/powerpoint/2010/main" val="1603286623"/>
              </p:ext>
            </p:extLst>
          </p:nvPr>
        </p:nvGraphicFramePr>
        <p:xfrm>
          <a:off x="651785" y="2951089"/>
          <a:ext cx="3249970" cy="2489200"/>
        </p:xfrm>
        <a:graphic>
          <a:graphicData uri="http://schemas.openxmlformats.org/drawingml/2006/table">
            <a:tbl>
              <a:tblPr firstRow="1" bandRow="1">
                <a:tableStyleId>{5C22544A-7EE6-4342-B048-85BDC9FD1C3A}</a:tableStyleId>
              </a:tblPr>
              <a:tblGrid>
                <a:gridCol w="1624985">
                  <a:extLst>
                    <a:ext uri="{9D8B030D-6E8A-4147-A177-3AD203B41FA5}">
                      <a16:colId xmlns:a16="http://schemas.microsoft.com/office/drawing/2014/main" val="1397213483"/>
                    </a:ext>
                  </a:extLst>
                </a:gridCol>
                <a:gridCol w="1624985">
                  <a:extLst>
                    <a:ext uri="{9D8B030D-6E8A-4147-A177-3AD203B41FA5}">
                      <a16:colId xmlns:a16="http://schemas.microsoft.com/office/drawing/2014/main" val="326581675"/>
                    </a:ext>
                  </a:extLst>
                </a:gridCol>
              </a:tblGrid>
              <a:tr h="370840">
                <a:tc>
                  <a:txBody>
                    <a:bodyPr/>
                    <a:lstStyle/>
                    <a:p>
                      <a:pPr algn="ctr"/>
                      <a:r>
                        <a:rPr lang="en-GB" sz="1400"/>
                        <a:t>Environment</a:t>
                      </a:r>
                      <a:endParaRPr lang="en-US" sz="1400"/>
                    </a:p>
                  </a:txBody>
                  <a:tcPr/>
                </a:tc>
                <a:tc>
                  <a:txBody>
                    <a:bodyPr/>
                    <a:lstStyle/>
                    <a:p>
                      <a:pPr algn="ctr"/>
                      <a:r>
                        <a:rPr lang="en-GB" sz="1400"/>
                        <a:t>Purpose</a:t>
                      </a:r>
                      <a:endParaRPr lang="en-US" sz="1400"/>
                    </a:p>
                  </a:txBody>
                  <a:tcPr/>
                </a:tc>
                <a:extLst>
                  <a:ext uri="{0D108BD9-81ED-4DB2-BD59-A6C34878D82A}">
                    <a16:rowId xmlns:a16="http://schemas.microsoft.com/office/drawing/2014/main" val="3407385090"/>
                  </a:ext>
                </a:extLst>
              </a:tr>
              <a:tr h="370840">
                <a:tc>
                  <a:txBody>
                    <a:bodyPr/>
                    <a:lstStyle/>
                    <a:p>
                      <a:pPr algn="ctr"/>
                      <a:r>
                        <a:rPr lang="en-US" sz="1400"/>
                        <a:t>insights_dev_001</a:t>
                      </a:r>
                    </a:p>
                  </a:txBody>
                  <a:tcPr anchor="ctr"/>
                </a:tc>
                <a:tc>
                  <a:txBody>
                    <a:bodyPr/>
                    <a:lstStyle/>
                    <a:p>
                      <a:pPr marL="171450" indent="-171450" algn="l">
                        <a:buFont typeface="Arial" panose="020B0604020202020204" pitchFamily="34" charset="0"/>
                        <a:buChar char="•"/>
                      </a:pPr>
                      <a:r>
                        <a:rPr lang="en-GB" sz="1000"/>
                        <a:t>Deployment testing</a:t>
                      </a:r>
                    </a:p>
                    <a:p>
                      <a:pPr marL="171450" indent="-171450" algn="l">
                        <a:buFont typeface="Arial" panose="020B0604020202020204" pitchFamily="34" charset="0"/>
                        <a:buChar char="•"/>
                      </a:pPr>
                      <a:r>
                        <a:rPr lang="en-GB" sz="1000"/>
                        <a:t>Maintenance and </a:t>
                      </a:r>
                      <a:r>
                        <a:rPr lang="en-GB" sz="1000" err="1"/>
                        <a:t>init</a:t>
                      </a:r>
                      <a:r>
                        <a:rPr lang="en-GB" sz="1000"/>
                        <a:t> scripts</a:t>
                      </a:r>
                    </a:p>
                    <a:p>
                      <a:pPr marL="171450" indent="-171450" algn="l">
                        <a:buFont typeface="Arial" panose="020B0604020202020204" pitchFamily="34" charset="0"/>
                        <a:buChar char="•"/>
                      </a:pPr>
                      <a:r>
                        <a:rPr lang="en-GB" sz="1000" err="1"/>
                        <a:t>Eventhub</a:t>
                      </a:r>
                      <a:r>
                        <a:rPr lang="en-GB" sz="1000"/>
                        <a:t> and DLTs related workflows, pipelines and notebooks</a:t>
                      </a:r>
                    </a:p>
                  </a:txBody>
                  <a:tcPr anchor="ctr"/>
                </a:tc>
                <a:extLst>
                  <a:ext uri="{0D108BD9-81ED-4DB2-BD59-A6C34878D82A}">
                    <a16:rowId xmlns:a16="http://schemas.microsoft.com/office/drawing/2014/main" val="1778439857"/>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a:t>insights_dev_002</a:t>
                      </a:r>
                    </a:p>
                  </a:txBody>
                  <a:tcPr anchor="ctr"/>
                </a:tc>
                <a:tc>
                  <a:txBody>
                    <a:bodyPr/>
                    <a:lstStyle/>
                    <a:p>
                      <a:pPr marL="171450" indent="-171450" algn="l">
                        <a:buFont typeface="Arial" panose="020B0604020202020204" pitchFamily="34" charset="0"/>
                        <a:buChar char="•"/>
                      </a:pPr>
                      <a:r>
                        <a:rPr lang="en-GB" sz="1000"/>
                        <a:t>General development</a:t>
                      </a:r>
                      <a:endParaRPr lang="en-US" sz="1000"/>
                    </a:p>
                  </a:txBody>
                  <a:tcPr anchor="ctr"/>
                </a:tc>
                <a:extLst>
                  <a:ext uri="{0D108BD9-81ED-4DB2-BD59-A6C34878D82A}">
                    <a16:rowId xmlns:a16="http://schemas.microsoft.com/office/drawing/2014/main" val="477652029"/>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a:t>insights_dev_003</a:t>
                      </a:r>
                    </a:p>
                  </a:txBody>
                  <a:tcPr anchor="ctr"/>
                </a:tc>
                <a:tc>
                  <a:txBody>
                    <a:bodyPr/>
                    <a:lstStyle/>
                    <a:p>
                      <a:pPr marL="171450" indent="-171450" algn="l">
                        <a:buFont typeface="Arial" panose="020B0604020202020204" pitchFamily="34" charset="0"/>
                        <a:buChar char="•"/>
                      </a:pPr>
                      <a:r>
                        <a:rPr lang="en-GB" sz="1000"/>
                        <a:t>General development</a:t>
                      </a:r>
                      <a:endParaRPr lang="en-US" sz="1000"/>
                    </a:p>
                  </a:txBody>
                  <a:tcPr anchor="ctr"/>
                </a:tc>
                <a:extLst>
                  <a:ext uri="{0D108BD9-81ED-4DB2-BD59-A6C34878D82A}">
                    <a16:rowId xmlns:a16="http://schemas.microsoft.com/office/drawing/2014/main" val="1668515623"/>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a:t>insights_dev_004</a:t>
                      </a:r>
                    </a:p>
                  </a:txBody>
                  <a:tcPr anchor="ctr"/>
                </a:tc>
                <a:tc>
                  <a:txBody>
                    <a:bodyPr/>
                    <a:lstStyle/>
                    <a:p>
                      <a:pPr marL="171450" indent="-171450" algn="l">
                        <a:buFont typeface="Arial" panose="020B0604020202020204" pitchFamily="34" charset="0"/>
                        <a:buChar char="•"/>
                      </a:pPr>
                      <a:r>
                        <a:rPr lang="en-GB" sz="1000"/>
                        <a:t>Hotfixes development</a:t>
                      </a:r>
                      <a:endParaRPr lang="en-US" sz="1000"/>
                    </a:p>
                  </a:txBody>
                  <a:tcPr anchor="ctr"/>
                </a:tc>
                <a:extLst>
                  <a:ext uri="{0D108BD9-81ED-4DB2-BD59-A6C34878D82A}">
                    <a16:rowId xmlns:a16="http://schemas.microsoft.com/office/drawing/2014/main" val="2396662164"/>
                  </a:ext>
                </a:extLst>
              </a:tr>
            </a:tbl>
          </a:graphicData>
        </a:graphic>
      </p:graphicFrame>
      <p:graphicFrame>
        <p:nvGraphicFramePr>
          <p:cNvPr id="14" name="Table 13">
            <a:extLst>
              <a:ext uri="{FF2B5EF4-FFF2-40B4-BE49-F238E27FC236}">
                <a16:creationId xmlns:a16="http://schemas.microsoft.com/office/drawing/2014/main" id="{EB75C9C6-9E9C-C53C-D401-7B12990D3BA0}"/>
              </a:ext>
            </a:extLst>
          </p:cNvPr>
          <p:cNvGraphicFramePr>
            <a:graphicFrameLocks noGrp="1"/>
          </p:cNvGraphicFramePr>
          <p:nvPr>
            <p:extLst>
              <p:ext uri="{D42A27DB-BD31-4B8C-83A1-F6EECF244321}">
                <p14:modId xmlns:p14="http://schemas.microsoft.com/office/powerpoint/2010/main" val="1258209249"/>
              </p:ext>
            </p:extLst>
          </p:nvPr>
        </p:nvGraphicFramePr>
        <p:xfrm>
          <a:off x="4473626" y="3233029"/>
          <a:ext cx="3124940" cy="1925320"/>
        </p:xfrm>
        <a:graphic>
          <a:graphicData uri="http://schemas.openxmlformats.org/drawingml/2006/table">
            <a:tbl>
              <a:tblPr firstRow="1" bandRow="1">
                <a:tableStyleId>{5C22544A-7EE6-4342-B048-85BDC9FD1C3A}</a:tableStyleId>
              </a:tblPr>
              <a:tblGrid>
                <a:gridCol w="1562470">
                  <a:extLst>
                    <a:ext uri="{9D8B030D-6E8A-4147-A177-3AD203B41FA5}">
                      <a16:colId xmlns:a16="http://schemas.microsoft.com/office/drawing/2014/main" val="1397213483"/>
                    </a:ext>
                  </a:extLst>
                </a:gridCol>
                <a:gridCol w="1562470">
                  <a:extLst>
                    <a:ext uri="{9D8B030D-6E8A-4147-A177-3AD203B41FA5}">
                      <a16:colId xmlns:a16="http://schemas.microsoft.com/office/drawing/2014/main" val="326581675"/>
                    </a:ext>
                  </a:extLst>
                </a:gridCol>
              </a:tblGrid>
              <a:tr h="370840">
                <a:tc>
                  <a:txBody>
                    <a:bodyPr/>
                    <a:lstStyle/>
                    <a:p>
                      <a:pPr algn="ctr"/>
                      <a:r>
                        <a:rPr lang="en-GB" sz="1400"/>
                        <a:t>Environment</a:t>
                      </a:r>
                      <a:endParaRPr lang="en-US" sz="1400"/>
                    </a:p>
                  </a:txBody>
                  <a:tcPr/>
                </a:tc>
                <a:tc>
                  <a:txBody>
                    <a:bodyPr/>
                    <a:lstStyle/>
                    <a:p>
                      <a:pPr algn="ctr"/>
                      <a:r>
                        <a:rPr lang="en-GB" sz="1400"/>
                        <a:t>Purpose</a:t>
                      </a:r>
                      <a:endParaRPr lang="en-US" sz="1400"/>
                    </a:p>
                  </a:txBody>
                  <a:tcPr/>
                </a:tc>
                <a:extLst>
                  <a:ext uri="{0D108BD9-81ED-4DB2-BD59-A6C34878D82A}">
                    <a16:rowId xmlns:a16="http://schemas.microsoft.com/office/drawing/2014/main" val="1326487957"/>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a:t>insights_test_001</a:t>
                      </a:r>
                    </a:p>
                  </a:txBody>
                  <a:tcPr anchor="ctr"/>
                </a:tc>
                <a:tc>
                  <a:txBody>
                    <a:bodyPr/>
                    <a:lstStyle/>
                    <a:p>
                      <a:pPr marL="171450" indent="-171450" algn="l">
                        <a:buFont typeface="Arial" panose="020B0604020202020204" pitchFamily="34" charset="0"/>
                        <a:buChar char="•"/>
                      </a:pPr>
                      <a:r>
                        <a:rPr lang="en-GB" sz="1000"/>
                        <a:t>Deployment testing</a:t>
                      </a:r>
                    </a:p>
                    <a:p>
                      <a:pPr marL="171450" indent="-171450" algn="l">
                        <a:buFont typeface="Arial" panose="020B0604020202020204" pitchFamily="34" charset="0"/>
                        <a:buChar char="•"/>
                      </a:pPr>
                      <a:r>
                        <a:rPr lang="en-GB" sz="1000"/>
                        <a:t>Maintenance and </a:t>
                      </a:r>
                      <a:r>
                        <a:rPr lang="en-GB" sz="1000" err="1"/>
                        <a:t>init</a:t>
                      </a:r>
                      <a:r>
                        <a:rPr lang="en-GB" sz="1000"/>
                        <a:t> scripts</a:t>
                      </a:r>
                    </a:p>
                    <a:p>
                      <a:pPr marL="171450" indent="-171450" algn="l">
                        <a:buFont typeface="Arial" panose="020B0604020202020204" pitchFamily="34" charset="0"/>
                        <a:buChar char="•"/>
                      </a:pPr>
                      <a:r>
                        <a:rPr lang="en-GB" sz="1000" err="1"/>
                        <a:t>Eventhub</a:t>
                      </a:r>
                      <a:r>
                        <a:rPr lang="en-GB" sz="1000"/>
                        <a:t> and DLTs related workflows, pipelines and notebooks</a:t>
                      </a:r>
                    </a:p>
                  </a:txBody>
                  <a:tcPr anchor="ctr"/>
                </a:tc>
                <a:extLst>
                  <a:ext uri="{0D108BD9-81ED-4DB2-BD59-A6C34878D82A}">
                    <a16:rowId xmlns:a16="http://schemas.microsoft.com/office/drawing/2014/main" val="1778439857"/>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a:t>insights_test_002</a:t>
                      </a:r>
                    </a:p>
                  </a:txBody>
                  <a:tcPr anchor="ctr"/>
                </a:tc>
                <a:tc>
                  <a:txBody>
                    <a:bodyPr/>
                    <a:lstStyle/>
                    <a:p>
                      <a:pPr marL="228600" marR="0" lvl="0" indent="-22860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Hotfixes deployment testing</a:t>
                      </a:r>
                      <a:endParaRPr lang="en-US" sz="1000"/>
                    </a:p>
                  </a:txBody>
                  <a:tcPr anchor="ctr"/>
                </a:tc>
                <a:extLst>
                  <a:ext uri="{0D108BD9-81ED-4DB2-BD59-A6C34878D82A}">
                    <a16:rowId xmlns:a16="http://schemas.microsoft.com/office/drawing/2014/main" val="477652029"/>
                  </a:ext>
                </a:extLst>
              </a:tr>
            </a:tbl>
          </a:graphicData>
        </a:graphic>
      </p:graphicFrame>
      <p:graphicFrame>
        <p:nvGraphicFramePr>
          <p:cNvPr id="16" name="Table 15">
            <a:extLst>
              <a:ext uri="{FF2B5EF4-FFF2-40B4-BE49-F238E27FC236}">
                <a16:creationId xmlns:a16="http://schemas.microsoft.com/office/drawing/2014/main" id="{21D5CA10-3E79-ECBE-36FE-8B450E86D02C}"/>
              </a:ext>
            </a:extLst>
          </p:cNvPr>
          <p:cNvGraphicFramePr>
            <a:graphicFrameLocks noGrp="1"/>
          </p:cNvGraphicFramePr>
          <p:nvPr>
            <p:extLst>
              <p:ext uri="{D42A27DB-BD31-4B8C-83A1-F6EECF244321}">
                <p14:modId xmlns:p14="http://schemas.microsoft.com/office/powerpoint/2010/main" val="1601009791"/>
              </p:ext>
            </p:extLst>
          </p:nvPr>
        </p:nvGraphicFramePr>
        <p:xfrm>
          <a:off x="8376105" y="3824849"/>
          <a:ext cx="3124940" cy="741680"/>
        </p:xfrm>
        <a:graphic>
          <a:graphicData uri="http://schemas.openxmlformats.org/drawingml/2006/table">
            <a:tbl>
              <a:tblPr firstRow="1" bandRow="1">
                <a:tableStyleId>{5C22544A-7EE6-4342-B048-85BDC9FD1C3A}</a:tableStyleId>
              </a:tblPr>
              <a:tblGrid>
                <a:gridCol w="1562470">
                  <a:extLst>
                    <a:ext uri="{9D8B030D-6E8A-4147-A177-3AD203B41FA5}">
                      <a16:colId xmlns:a16="http://schemas.microsoft.com/office/drawing/2014/main" val="1397213483"/>
                    </a:ext>
                  </a:extLst>
                </a:gridCol>
                <a:gridCol w="1562470">
                  <a:extLst>
                    <a:ext uri="{9D8B030D-6E8A-4147-A177-3AD203B41FA5}">
                      <a16:colId xmlns:a16="http://schemas.microsoft.com/office/drawing/2014/main" val="326581675"/>
                    </a:ext>
                  </a:extLst>
                </a:gridCol>
              </a:tblGrid>
              <a:tr h="370840">
                <a:tc>
                  <a:txBody>
                    <a:bodyPr/>
                    <a:lstStyle/>
                    <a:p>
                      <a:pPr algn="ctr"/>
                      <a:r>
                        <a:rPr lang="en-GB" sz="1400"/>
                        <a:t>Environment</a:t>
                      </a:r>
                      <a:endParaRPr lang="en-US" sz="1400"/>
                    </a:p>
                  </a:txBody>
                  <a:tcPr/>
                </a:tc>
                <a:tc>
                  <a:txBody>
                    <a:bodyPr/>
                    <a:lstStyle/>
                    <a:p>
                      <a:pPr algn="ctr"/>
                      <a:r>
                        <a:rPr lang="en-GB" sz="1400"/>
                        <a:t>Purpose</a:t>
                      </a:r>
                      <a:endParaRPr lang="en-US" sz="1400"/>
                    </a:p>
                  </a:txBody>
                  <a:tcPr/>
                </a:tc>
                <a:extLst>
                  <a:ext uri="{0D108BD9-81ED-4DB2-BD59-A6C34878D82A}">
                    <a16:rowId xmlns:a16="http://schemas.microsoft.com/office/drawing/2014/main" val="1326487957"/>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err="1"/>
                        <a:t>insights_prod</a:t>
                      </a:r>
                      <a:endParaRPr lang="en-US" sz="1400"/>
                    </a:p>
                  </a:txBody>
                  <a:tcPr anchor="ctr"/>
                </a:tc>
                <a:tc>
                  <a:txBody>
                    <a:bodyPr/>
                    <a:lstStyle/>
                    <a:p>
                      <a:pPr algn="l"/>
                      <a:r>
                        <a:rPr lang="en-GB" sz="1000"/>
                        <a:t>Production environment</a:t>
                      </a:r>
                      <a:endParaRPr lang="en-US" sz="1000"/>
                    </a:p>
                  </a:txBody>
                  <a:tcPr anchor="ctr"/>
                </a:tc>
                <a:extLst>
                  <a:ext uri="{0D108BD9-81ED-4DB2-BD59-A6C34878D82A}">
                    <a16:rowId xmlns:a16="http://schemas.microsoft.com/office/drawing/2014/main" val="1778439857"/>
                  </a:ext>
                </a:extLst>
              </a:tr>
            </a:tbl>
          </a:graphicData>
        </a:graphic>
      </p:graphicFrame>
      <p:sp>
        <p:nvSpPr>
          <p:cNvPr id="3" name="TextBox 2">
            <a:extLst>
              <a:ext uri="{FF2B5EF4-FFF2-40B4-BE49-F238E27FC236}">
                <a16:creationId xmlns:a16="http://schemas.microsoft.com/office/drawing/2014/main" id="{586488E2-30E9-445D-28CC-B6904B0DECBC}"/>
              </a:ext>
            </a:extLst>
          </p:cNvPr>
          <p:cNvSpPr txBox="1"/>
          <p:nvPr/>
        </p:nvSpPr>
        <p:spPr>
          <a:xfrm>
            <a:off x="655185" y="1626734"/>
            <a:ext cx="5963702" cy="400110"/>
          </a:xfrm>
          <a:prstGeom prst="rect">
            <a:avLst/>
          </a:prstGeom>
          <a:noFill/>
        </p:spPr>
        <p:txBody>
          <a:bodyPr wrap="square" lIns="91440" tIns="45720" rIns="91440" bIns="45720" rtlCol="0" anchor="t">
            <a:spAutoFit/>
          </a:bodyPr>
          <a:lstStyle/>
          <a:p>
            <a:r>
              <a:rPr lang="en-GB" sz="2000">
                <a:ea typeface="Calibri"/>
                <a:cs typeface="Calibri"/>
              </a:rPr>
              <a:t>Current environment and sub environment structure</a:t>
            </a:r>
          </a:p>
        </p:txBody>
      </p:sp>
      <p:sp>
        <p:nvSpPr>
          <p:cNvPr id="4" name="TextBox 3">
            <a:extLst>
              <a:ext uri="{FF2B5EF4-FFF2-40B4-BE49-F238E27FC236}">
                <a16:creationId xmlns:a16="http://schemas.microsoft.com/office/drawing/2014/main" id="{4FD83DD9-C7B5-0993-7792-423E6E8608BC}"/>
              </a:ext>
            </a:extLst>
          </p:cNvPr>
          <p:cNvSpPr txBox="1"/>
          <p:nvPr/>
        </p:nvSpPr>
        <p:spPr>
          <a:xfrm>
            <a:off x="655185" y="5798195"/>
            <a:ext cx="7302085" cy="338554"/>
          </a:xfrm>
          <a:prstGeom prst="rect">
            <a:avLst/>
          </a:prstGeom>
          <a:noFill/>
        </p:spPr>
        <p:txBody>
          <a:bodyPr wrap="square" lIns="91440" tIns="45720" rIns="91440" bIns="45720" rtlCol="0" anchor="t">
            <a:spAutoFit/>
          </a:bodyPr>
          <a:lstStyle/>
          <a:p>
            <a:r>
              <a:rPr lang="en-GB" sz="1600">
                <a:ea typeface="Calibri"/>
                <a:cs typeface="Calibri"/>
              </a:rPr>
              <a:t>For more info on the current environments consult </a:t>
            </a:r>
            <a:r>
              <a:rPr lang="en-GB" sz="1600">
                <a:ea typeface="+mn-lt"/>
                <a:cs typeface="+mn-lt"/>
                <a:hlinkClick r:id="rId2"/>
              </a:rPr>
              <a:t>Environments - Overview</a:t>
            </a:r>
            <a:endParaRPr lang="en-US" sz="1600">
              <a:ea typeface="Calibri"/>
              <a:cs typeface="Calibri"/>
            </a:endParaRPr>
          </a:p>
        </p:txBody>
      </p:sp>
    </p:spTree>
    <p:extLst>
      <p:ext uri="{BB962C8B-B14F-4D97-AF65-F5344CB8AC3E}">
        <p14:creationId xmlns:p14="http://schemas.microsoft.com/office/powerpoint/2010/main" val="4109660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0E08D-F529-AD18-DB66-EF83C07A50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A9CDF6-F7E5-17CE-DF4F-2EF48ED0AA01}"/>
              </a:ext>
            </a:extLst>
          </p:cNvPr>
          <p:cNvSpPr txBox="1"/>
          <p:nvPr/>
        </p:nvSpPr>
        <p:spPr>
          <a:xfrm>
            <a:off x="685799" y="266700"/>
            <a:ext cx="7304103" cy="707886"/>
          </a:xfrm>
          <a:prstGeom prst="rect">
            <a:avLst/>
          </a:prstGeom>
          <a:noFill/>
        </p:spPr>
        <p:txBody>
          <a:bodyPr wrap="square" lIns="91440" tIns="45720" rIns="91440" bIns="45720" anchor="t">
            <a:spAutoFit/>
          </a:bodyPr>
          <a:lstStyle/>
          <a:p>
            <a:r>
              <a:rPr lang="en-US" sz="4000" b="1">
                <a:solidFill>
                  <a:schemeClr val="bg1"/>
                </a:solidFill>
                <a:latin typeface="Calibri"/>
                <a:ea typeface="Calibri"/>
                <a:cs typeface="Calibri"/>
              </a:rPr>
              <a:t>CI/CD introduction</a:t>
            </a:r>
            <a:endParaRPr lang="en-US" sz="4000" b="1">
              <a:solidFill>
                <a:schemeClr val="bg1"/>
              </a:solidFill>
              <a:latin typeface="Calibri" panose="020F0502020204030204" pitchFamily="34" charset="0"/>
              <a:ea typeface="Calibri"/>
              <a:cs typeface="Calibri"/>
            </a:endParaRPr>
          </a:p>
        </p:txBody>
      </p:sp>
      <p:sp>
        <p:nvSpPr>
          <p:cNvPr id="3" name="TextBox 2">
            <a:extLst>
              <a:ext uri="{FF2B5EF4-FFF2-40B4-BE49-F238E27FC236}">
                <a16:creationId xmlns:a16="http://schemas.microsoft.com/office/drawing/2014/main" id="{8B5C214C-3140-36A4-E918-8B115ED8BA5B}"/>
              </a:ext>
            </a:extLst>
          </p:cNvPr>
          <p:cNvSpPr txBox="1"/>
          <p:nvPr/>
        </p:nvSpPr>
        <p:spPr>
          <a:xfrm>
            <a:off x="685799" y="1515520"/>
            <a:ext cx="10422803" cy="45550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lnSpc>
                <a:spcPts val="1650"/>
              </a:lnSpc>
              <a:spcAft>
                <a:spcPts val="600"/>
              </a:spcAft>
              <a:buNone/>
            </a:pPr>
            <a:r>
              <a:rPr lang="en-US" b="1"/>
              <a:t>CI/CD</a:t>
            </a:r>
            <a:r>
              <a:rPr lang="en-US"/>
              <a:t> is a series of steps that automate the process of software delivery, from code integration to deployment. CI/CD stands for Continuous Integration and Continuous Delivery/Deployment, which are practices aimed at improving software development and delivery through automation.</a:t>
            </a:r>
          </a:p>
          <a:p>
            <a:pPr algn="l">
              <a:lnSpc>
                <a:spcPts val="1650"/>
              </a:lnSpc>
              <a:spcAft>
                <a:spcPts val="900"/>
              </a:spcAft>
              <a:buNone/>
            </a:pPr>
            <a:endParaRPr lang="en-US" b="1"/>
          </a:p>
          <a:p>
            <a:pPr algn="l">
              <a:lnSpc>
                <a:spcPts val="1650"/>
              </a:lnSpc>
              <a:spcAft>
                <a:spcPts val="900"/>
              </a:spcAft>
              <a:buNone/>
            </a:pPr>
            <a:r>
              <a:rPr lang="en-US" b="1"/>
              <a:t>Continuous Integration (CI)</a:t>
            </a:r>
          </a:p>
          <a:p>
            <a:pPr algn="l">
              <a:lnSpc>
                <a:spcPts val="1650"/>
              </a:lnSpc>
              <a:spcAft>
                <a:spcPts val="600"/>
              </a:spcAft>
            </a:pPr>
            <a:r>
              <a:rPr lang="en-US"/>
              <a:t>Continuous Integration involves developers frequently committing their code changes to a shared repository. Each user (developer) can commit their code to be under source control (users' deployment), but the code is only promoted to the master branch once is reviewed. A change on the master branch triggers an automated build and test process, ensuring that the new code integrates smoothly with the existing codebase (dev deployment). This practice helps in identifying and fixing bugs early, improving software quality, and reducing integration issues.</a:t>
            </a:r>
          </a:p>
          <a:p>
            <a:pPr algn="l">
              <a:lnSpc>
                <a:spcPts val="1650"/>
              </a:lnSpc>
              <a:spcAft>
                <a:spcPts val="600"/>
              </a:spcAft>
            </a:pPr>
            <a:endParaRPr lang="en-US"/>
          </a:p>
          <a:p>
            <a:pPr algn="l"/>
            <a:r>
              <a:rPr lang="en-US"/>
              <a:t>In our specific case we will introduce a concept of environment level (dev, test, prod) and sub environment level (dev_001, dev_002, dev_003, dev_004, test_001, test_002). The objective is to split everything that is related with maintenance, </a:t>
            </a:r>
            <a:r>
              <a:rPr lang="en-GB" sz="1800" err="1"/>
              <a:t>init</a:t>
            </a:r>
            <a:r>
              <a:rPr lang="en-GB" sz="1800"/>
              <a:t> scripts, </a:t>
            </a:r>
            <a:r>
              <a:rPr lang="en-GB" sz="1800" err="1"/>
              <a:t>eventhub</a:t>
            </a:r>
            <a:r>
              <a:rPr lang="en-GB" sz="1800"/>
              <a:t> and DLTs related workflows, pipelines and notebooks from the general notebooks, workflows and pipelines. Anything related with maintenance (etc) wil</a:t>
            </a:r>
            <a:r>
              <a:rPr lang="en-GB"/>
              <a:t>l be deployed on an environment level repository and all the rest will be deployed on a sub environment level repository.</a:t>
            </a:r>
            <a:endParaRPr lang="en-GB" sz="1800"/>
          </a:p>
        </p:txBody>
      </p:sp>
    </p:spTree>
    <p:extLst>
      <p:ext uri="{BB962C8B-B14F-4D97-AF65-F5344CB8AC3E}">
        <p14:creationId xmlns:p14="http://schemas.microsoft.com/office/powerpoint/2010/main" val="2351159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5AD22-9CC4-86DC-F269-032BCE39FDF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BEE5AB-4A19-B061-1A7D-C1A871DE564B}"/>
              </a:ext>
            </a:extLst>
          </p:cNvPr>
          <p:cNvSpPr txBox="1"/>
          <p:nvPr/>
        </p:nvSpPr>
        <p:spPr>
          <a:xfrm>
            <a:off x="685799" y="266700"/>
            <a:ext cx="7304103" cy="707886"/>
          </a:xfrm>
          <a:prstGeom prst="rect">
            <a:avLst/>
          </a:prstGeom>
          <a:noFill/>
        </p:spPr>
        <p:txBody>
          <a:bodyPr wrap="square" lIns="91440" tIns="45720" rIns="91440" bIns="45720" anchor="t">
            <a:spAutoFit/>
          </a:bodyPr>
          <a:lstStyle/>
          <a:p>
            <a:r>
              <a:rPr lang="en-US" sz="4000" b="1">
                <a:solidFill>
                  <a:schemeClr val="bg1"/>
                </a:solidFill>
                <a:latin typeface="Calibri"/>
                <a:ea typeface="Calibri"/>
                <a:cs typeface="Calibri"/>
              </a:rPr>
              <a:t>CI/CD introduction</a:t>
            </a:r>
            <a:endParaRPr lang="en-US" sz="4000" b="1">
              <a:solidFill>
                <a:schemeClr val="bg1"/>
              </a:solidFill>
              <a:latin typeface="Calibri" panose="020F0502020204030204" pitchFamily="34" charset="0"/>
              <a:ea typeface="Calibri"/>
              <a:cs typeface="Calibri"/>
            </a:endParaRPr>
          </a:p>
        </p:txBody>
      </p:sp>
      <p:sp>
        <p:nvSpPr>
          <p:cNvPr id="4" name="TextBox 3">
            <a:extLst>
              <a:ext uri="{FF2B5EF4-FFF2-40B4-BE49-F238E27FC236}">
                <a16:creationId xmlns:a16="http://schemas.microsoft.com/office/drawing/2014/main" id="{82A4665D-D289-3963-F039-A56A59EDF21B}"/>
              </a:ext>
            </a:extLst>
          </p:cNvPr>
          <p:cNvSpPr txBox="1"/>
          <p:nvPr/>
        </p:nvSpPr>
        <p:spPr>
          <a:xfrm>
            <a:off x="686555" y="1656784"/>
            <a:ext cx="10431100" cy="3857466"/>
          </a:xfrm>
          <a:prstGeom prst="rect">
            <a:avLst/>
          </a:prstGeom>
          <a:noFill/>
        </p:spPr>
        <p:txBody>
          <a:bodyPr wrap="square" rtlCol="0">
            <a:spAutoFit/>
          </a:bodyPr>
          <a:lstStyle/>
          <a:p>
            <a:pPr>
              <a:lnSpc>
                <a:spcPts val="1650"/>
              </a:lnSpc>
            </a:pPr>
            <a:r>
              <a:rPr lang="en-US" b="1"/>
              <a:t>Continuous Delivery </a:t>
            </a:r>
            <a:r>
              <a:rPr lang="en-US"/>
              <a:t>extends CI by automating the release process. After the code passes the CI pipeline, it is deployed to a test environment where further tests, such as integration and regression tests, are conducted. This ensures that the code is always in a deployable state.</a:t>
            </a:r>
          </a:p>
          <a:p>
            <a:pPr>
              <a:lnSpc>
                <a:spcPts val="1650"/>
              </a:lnSpc>
            </a:pPr>
            <a:r>
              <a:rPr lang="en-US"/>
              <a:t>On Insights this step is achieved through a pull request from development to test.</a:t>
            </a:r>
          </a:p>
          <a:p>
            <a:pPr>
              <a:lnSpc>
                <a:spcPts val="1650"/>
              </a:lnSpc>
            </a:pPr>
            <a:endParaRPr lang="en-US"/>
          </a:p>
          <a:p>
            <a:pPr>
              <a:lnSpc>
                <a:spcPts val="1650"/>
              </a:lnSpc>
            </a:pPr>
            <a:endParaRPr lang="en-US" b="1"/>
          </a:p>
          <a:p>
            <a:pPr>
              <a:lnSpc>
                <a:spcPts val="1650"/>
              </a:lnSpc>
            </a:pPr>
            <a:endParaRPr lang="en-US" b="1"/>
          </a:p>
          <a:p>
            <a:pPr>
              <a:lnSpc>
                <a:spcPts val="1650"/>
              </a:lnSpc>
            </a:pPr>
            <a:r>
              <a:rPr lang="en-US" b="1"/>
              <a:t>Continuous Deployment </a:t>
            </a:r>
            <a:r>
              <a:rPr lang="en-US"/>
              <a:t>takes CD a step further by automating the deployment to production. Every change that passes the automated tests is automatically deployed to the production environment, after the necessary approvals.</a:t>
            </a:r>
          </a:p>
          <a:p>
            <a:pPr>
              <a:lnSpc>
                <a:spcPts val="1650"/>
              </a:lnSpc>
            </a:pPr>
            <a:endParaRPr lang="en-US"/>
          </a:p>
          <a:p>
            <a:pPr>
              <a:lnSpc>
                <a:spcPts val="1650"/>
              </a:lnSpc>
            </a:pPr>
            <a:endParaRPr lang="en-US"/>
          </a:p>
          <a:p>
            <a:pPr>
              <a:lnSpc>
                <a:spcPts val="1650"/>
              </a:lnSpc>
            </a:pPr>
            <a:r>
              <a:rPr lang="en-US"/>
              <a:t>In this case:</a:t>
            </a:r>
          </a:p>
          <a:p>
            <a:pPr marL="742950" lvl="1" indent="-285750">
              <a:lnSpc>
                <a:spcPts val="1650"/>
              </a:lnSpc>
              <a:buFont typeface="Arial" panose="020B0604020202020204" pitchFamily="34" charset="0"/>
              <a:buChar char="•"/>
            </a:pPr>
            <a:r>
              <a:rPr lang="en-US"/>
              <a:t>The maintenance (</a:t>
            </a:r>
            <a:r>
              <a:rPr lang="en-US" err="1"/>
              <a:t>etc</a:t>
            </a:r>
            <a:r>
              <a:rPr lang="en-US"/>
              <a:t>) related objects will move from the environments dev to test to prod.</a:t>
            </a:r>
          </a:p>
          <a:p>
            <a:pPr marL="742950" lvl="1" indent="-285750">
              <a:lnSpc>
                <a:spcPts val="1650"/>
              </a:lnSpc>
              <a:buFont typeface="Arial" panose="020B0604020202020204" pitchFamily="34" charset="0"/>
              <a:buChar char="•"/>
            </a:pPr>
            <a:r>
              <a:rPr lang="en-US"/>
              <a:t> All the remaining objects will move from the sub environments (dev_001, dev_002, dev_003, 	dev_004) to (test_001, test_002) to prod.</a:t>
            </a:r>
          </a:p>
          <a:p>
            <a:endParaRPr lang="en-US"/>
          </a:p>
        </p:txBody>
      </p:sp>
    </p:spTree>
    <p:extLst>
      <p:ext uri="{BB962C8B-B14F-4D97-AF65-F5344CB8AC3E}">
        <p14:creationId xmlns:p14="http://schemas.microsoft.com/office/powerpoint/2010/main" val="2473591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5" name="Rectangle 1044">
            <a:extLst>
              <a:ext uri="{FF2B5EF4-FFF2-40B4-BE49-F238E27FC236}">
                <a16:creationId xmlns:a16="http://schemas.microsoft.com/office/drawing/2014/main" id="{59F39544-7894-3CC4-E476-C01940D5D01E}"/>
              </a:ext>
            </a:extLst>
          </p:cNvPr>
          <p:cNvSpPr/>
          <p:nvPr/>
        </p:nvSpPr>
        <p:spPr>
          <a:xfrm>
            <a:off x="1315623" y="1485900"/>
            <a:ext cx="9560754" cy="4664092"/>
          </a:xfrm>
          <a:prstGeom prst="rect">
            <a:avLst/>
          </a:prstGeom>
          <a:solidFill>
            <a:schemeClr val="bg1"/>
          </a:solidFill>
          <a:ln>
            <a:noFill/>
          </a:ln>
          <a:effectLst>
            <a:outerShdw>
              <a:srgbClr val="00000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TextBox 1041">
            <a:extLst>
              <a:ext uri="{FF2B5EF4-FFF2-40B4-BE49-F238E27FC236}">
                <a16:creationId xmlns:a16="http://schemas.microsoft.com/office/drawing/2014/main" id="{BC83FA33-86A6-2EE9-3FCA-ACB3C64A5E93}"/>
              </a:ext>
            </a:extLst>
          </p:cNvPr>
          <p:cNvSpPr txBox="1"/>
          <p:nvPr/>
        </p:nvSpPr>
        <p:spPr>
          <a:xfrm>
            <a:off x="5810402" y="4528754"/>
            <a:ext cx="1068401" cy="415498"/>
          </a:xfrm>
          <a:prstGeom prst="rect">
            <a:avLst/>
          </a:prstGeom>
          <a:solidFill>
            <a:schemeClr val="bg1"/>
          </a:solidFill>
        </p:spPr>
        <p:txBody>
          <a:bodyPr wrap="square" lIns="91440" tIns="45720" rIns="91440" bIns="45720" rtlCol="0" anchor="t">
            <a:spAutoFit/>
          </a:bodyPr>
          <a:lstStyle/>
          <a:p>
            <a:r>
              <a:rPr lang="en-GB" sz="700" b="1">
                <a:solidFill>
                  <a:srgbClr val="A3A3A3"/>
                </a:solidFill>
              </a:rPr>
              <a:t>Code is </a:t>
            </a:r>
            <a:r>
              <a:rPr lang="en-GB" sz="700" b="1" err="1">
                <a:solidFill>
                  <a:srgbClr val="A3A3A3"/>
                </a:solidFill>
              </a:rPr>
              <a:t>deploed</a:t>
            </a:r>
            <a:r>
              <a:rPr lang="en-GB" sz="700" b="1">
                <a:solidFill>
                  <a:srgbClr val="A3A3A3"/>
                </a:solidFill>
              </a:rPr>
              <a:t> to dev main branch once approved.</a:t>
            </a:r>
            <a:endParaRPr lang="en-US" sz="700" b="1">
              <a:solidFill>
                <a:srgbClr val="A3A3A3"/>
              </a:solidFill>
            </a:endParaRPr>
          </a:p>
        </p:txBody>
      </p:sp>
      <p:pic>
        <p:nvPicPr>
          <p:cNvPr id="4" name="Picture 3" descr="A diagram of a project bundle&#10;&#10;Description automatically generated">
            <a:extLst>
              <a:ext uri="{FF2B5EF4-FFF2-40B4-BE49-F238E27FC236}">
                <a16:creationId xmlns:a16="http://schemas.microsoft.com/office/drawing/2014/main" id="{29E6796A-BC7A-158E-7D1F-790D36AD08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5622" y="2387323"/>
            <a:ext cx="2686425" cy="3762900"/>
          </a:xfrm>
          <a:prstGeom prst="rect">
            <a:avLst/>
          </a:prstGeom>
        </p:spPr>
      </p:pic>
      <p:grpSp>
        <p:nvGrpSpPr>
          <p:cNvPr id="31" name="Group 30">
            <a:extLst>
              <a:ext uri="{FF2B5EF4-FFF2-40B4-BE49-F238E27FC236}">
                <a16:creationId xmlns:a16="http://schemas.microsoft.com/office/drawing/2014/main" id="{0D3C471B-0E1D-28EC-28F9-25FF57159228}"/>
              </a:ext>
            </a:extLst>
          </p:cNvPr>
          <p:cNvGrpSpPr/>
          <p:nvPr/>
        </p:nvGrpSpPr>
        <p:grpSpPr>
          <a:xfrm>
            <a:off x="4002047" y="1574661"/>
            <a:ext cx="6697406" cy="2807500"/>
            <a:chOff x="3492699" y="2124166"/>
            <a:chExt cx="6697406" cy="2807500"/>
          </a:xfrm>
        </p:grpSpPr>
        <p:grpSp>
          <p:nvGrpSpPr>
            <p:cNvPr id="29" name="Group 28">
              <a:extLst>
                <a:ext uri="{FF2B5EF4-FFF2-40B4-BE49-F238E27FC236}">
                  <a16:creationId xmlns:a16="http://schemas.microsoft.com/office/drawing/2014/main" id="{5B7928EB-8631-837D-F8E7-2DC0EE1E2645}"/>
                </a:ext>
              </a:extLst>
            </p:cNvPr>
            <p:cNvGrpSpPr/>
            <p:nvPr/>
          </p:nvGrpSpPr>
          <p:grpSpPr>
            <a:xfrm>
              <a:off x="3492699" y="2124166"/>
              <a:ext cx="6697406" cy="2807500"/>
              <a:chOff x="3492699" y="2124166"/>
              <a:chExt cx="6697406" cy="2807500"/>
            </a:xfrm>
          </p:grpSpPr>
          <p:grpSp>
            <p:nvGrpSpPr>
              <p:cNvPr id="28" name="Group 27">
                <a:extLst>
                  <a:ext uri="{FF2B5EF4-FFF2-40B4-BE49-F238E27FC236}">
                    <a16:creationId xmlns:a16="http://schemas.microsoft.com/office/drawing/2014/main" id="{E0F9D347-3E77-6BDD-F9C3-7B841D1D4A66}"/>
                  </a:ext>
                </a:extLst>
              </p:cNvPr>
              <p:cNvGrpSpPr/>
              <p:nvPr/>
            </p:nvGrpSpPr>
            <p:grpSpPr>
              <a:xfrm>
                <a:off x="3492699" y="2124166"/>
                <a:ext cx="6697406" cy="2807500"/>
                <a:chOff x="3149392" y="2910379"/>
                <a:chExt cx="6697406" cy="2807500"/>
              </a:xfrm>
            </p:grpSpPr>
            <p:sp>
              <p:nvSpPr>
                <p:cNvPr id="11" name="Rectangle: Rounded Corners 10">
                  <a:extLst>
                    <a:ext uri="{FF2B5EF4-FFF2-40B4-BE49-F238E27FC236}">
                      <a16:creationId xmlns:a16="http://schemas.microsoft.com/office/drawing/2014/main" id="{32252738-E5FE-744C-498F-FA55ADC08FFC}"/>
                    </a:ext>
                  </a:extLst>
                </p:cNvPr>
                <p:cNvSpPr/>
                <p:nvPr/>
              </p:nvSpPr>
              <p:spPr>
                <a:xfrm>
                  <a:off x="3149392" y="2910379"/>
                  <a:ext cx="6697406" cy="2807500"/>
                </a:xfrm>
                <a:prstGeom prst="roundRect">
                  <a:avLst/>
                </a:prstGeom>
                <a:solidFill>
                  <a:schemeClr val="bg1"/>
                </a:solidFill>
                <a:ln w="15875">
                  <a:solidFill>
                    <a:srgbClr val="FFA299"/>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247EB83C-4489-88C6-8604-007602D5354F}"/>
                    </a:ext>
                  </a:extLst>
                </p:cNvPr>
                <p:cNvSpPr/>
                <p:nvPr/>
              </p:nvSpPr>
              <p:spPr>
                <a:xfrm>
                  <a:off x="3273310" y="3743388"/>
                  <a:ext cx="3036923" cy="1806153"/>
                </a:xfrm>
                <a:prstGeom prst="roundRect">
                  <a:avLst/>
                </a:prstGeom>
                <a:solidFill>
                  <a:schemeClr val="bg1"/>
                </a:solidFill>
                <a:ln w="15875">
                  <a:solidFill>
                    <a:srgbClr val="FFA299"/>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5C90F03-80AE-896B-6584-73E1CE554F9A}"/>
                    </a:ext>
                  </a:extLst>
                </p:cNvPr>
                <p:cNvSpPr txBox="1"/>
                <p:nvPr/>
              </p:nvSpPr>
              <p:spPr>
                <a:xfrm>
                  <a:off x="5189130" y="3743388"/>
                  <a:ext cx="913467" cy="1015663"/>
                </a:xfrm>
                <a:prstGeom prst="rect">
                  <a:avLst/>
                </a:prstGeom>
                <a:noFill/>
              </p:spPr>
              <p:txBody>
                <a:bodyPr wrap="square" rtlCol="0">
                  <a:spAutoFit/>
                </a:bodyPr>
                <a:lstStyle/>
                <a:p>
                  <a:pPr algn="ctr"/>
                  <a:r>
                    <a:rPr lang="en-GB" sz="1200">
                      <a:solidFill>
                        <a:schemeClr val="accent1">
                          <a:lumMod val="75000"/>
                        </a:schemeClr>
                      </a:solidFill>
                    </a:rPr>
                    <a:t>dev</a:t>
                  </a:r>
                </a:p>
                <a:p>
                  <a:pPr algn="ctr"/>
                  <a:r>
                    <a:rPr lang="en-GB" sz="1200">
                      <a:solidFill>
                        <a:schemeClr val="accent1">
                          <a:lumMod val="75000"/>
                        </a:schemeClr>
                      </a:solidFill>
                    </a:rPr>
                    <a:t>dev_001</a:t>
                  </a:r>
                </a:p>
                <a:p>
                  <a:pPr algn="ctr"/>
                  <a:r>
                    <a:rPr lang="en-GB" sz="1200">
                      <a:solidFill>
                        <a:schemeClr val="accent1">
                          <a:lumMod val="75000"/>
                        </a:schemeClr>
                      </a:solidFill>
                    </a:rPr>
                    <a:t>dev_002</a:t>
                  </a:r>
                </a:p>
                <a:p>
                  <a:pPr algn="ctr"/>
                  <a:r>
                    <a:rPr lang="en-GB" sz="1200">
                      <a:solidFill>
                        <a:schemeClr val="accent1">
                          <a:lumMod val="75000"/>
                        </a:schemeClr>
                      </a:solidFill>
                    </a:rPr>
                    <a:t>dev_003</a:t>
                  </a:r>
                </a:p>
                <a:p>
                  <a:pPr algn="ctr"/>
                  <a:r>
                    <a:rPr lang="en-GB" sz="1200">
                      <a:solidFill>
                        <a:schemeClr val="accent1">
                          <a:lumMod val="75000"/>
                        </a:schemeClr>
                      </a:solidFill>
                    </a:rPr>
                    <a:t>dev_004</a:t>
                  </a:r>
                </a:p>
              </p:txBody>
            </p:sp>
            <p:sp>
              <p:nvSpPr>
                <p:cNvPr id="15" name="Rectangle: Rounded Corners 14">
                  <a:extLst>
                    <a:ext uri="{FF2B5EF4-FFF2-40B4-BE49-F238E27FC236}">
                      <a16:creationId xmlns:a16="http://schemas.microsoft.com/office/drawing/2014/main" id="{901E8AA1-E7DA-CC8B-7B9E-C235F9F1F7C8}"/>
                    </a:ext>
                  </a:extLst>
                </p:cNvPr>
                <p:cNvSpPr/>
                <p:nvPr/>
              </p:nvSpPr>
              <p:spPr>
                <a:xfrm>
                  <a:off x="5100936" y="4773663"/>
                  <a:ext cx="1089856" cy="631677"/>
                </a:xfrm>
                <a:prstGeom prst="roundRect">
                  <a:avLst/>
                </a:prstGeom>
                <a:solidFill>
                  <a:schemeClr val="bg1"/>
                </a:solidFill>
                <a:ln w="12700">
                  <a:solidFill>
                    <a:srgbClr val="6577FF"/>
                  </a:solidFill>
                  <a:prstDash val="solid"/>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accent1">
                          <a:lumMod val="75000"/>
                        </a:schemeClr>
                      </a:solidFill>
                    </a:rPr>
                    <a:t>dev deployment</a:t>
                  </a:r>
                  <a:endParaRPr lang="en-US" sz="1000">
                    <a:solidFill>
                      <a:schemeClr val="accent1">
                        <a:lumMod val="75000"/>
                      </a:schemeClr>
                    </a:solidFill>
                  </a:endParaRPr>
                </a:p>
              </p:txBody>
            </p:sp>
            <p:sp>
              <p:nvSpPr>
                <p:cNvPr id="17" name="Rectangle: Rounded Corners 16">
                  <a:extLst>
                    <a:ext uri="{FF2B5EF4-FFF2-40B4-BE49-F238E27FC236}">
                      <a16:creationId xmlns:a16="http://schemas.microsoft.com/office/drawing/2014/main" id="{CBE52639-AD52-E735-1C0B-91601E391100}"/>
                    </a:ext>
                  </a:extLst>
                </p:cNvPr>
                <p:cNvSpPr/>
                <p:nvPr/>
              </p:nvSpPr>
              <p:spPr>
                <a:xfrm>
                  <a:off x="6666221" y="3743388"/>
                  <a:ext cx="1342431" cy="1806153"/>
                </a:xfrm>
                <a:prstGeom prst="roundRect">
                  <a:avLst/>
                </a:prstGeom>
                <a:solidFill>
                  <a:schemeClr val="bg1"/>
                </a:solidFill>
                <a:ln w="15875">
                  <a:solidFill>
                    <a:srgbClr val="FFA299"/>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2B7AB8F0-4986-7EFE-41BB-905466406431}"/>
                    </a:ext>
                  </a:extLst>
                </p:cNvPr>
                <p:cNvSpPr/>
                <p:nvPr/>
              </p:nvSpPr>
              <p:spPr>
                <a:xfrm>
                  <a:off x="8352775" y="3743388"/>
                  <a:ext cx="1342431" cy="1806153"/>
                </a:xfrm>
                <a:prstGeom prst="roundRect">
                  <a:avLst/>
                </a:prstGeom>
                <a:solidFill>
                  <a:schemeClr val="bg1"/>
                </a:solidFill>
                <a:ln w="15875">
                  <a:solidFill>
                    <a:srgbClr val="FFA299"/>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0FA98929-DCF5-DAC8-4962-9F3FFE701A1C}"/>
                    </a:ext>
                  </a:extLst>
                </p:cNvPr>
                <p:cNvSpPr/>
                <p:nvPr/>
              </p:nvSpPr>
              <p:spPr>
                <a:xfrm>
                  <a:off x="6790636" y="4779806"/>
                  <a:ext cx="1089856" cy="631677"/>
                </a:xfrm>
                <a:prstGeom prst="roundRect">
                  <a:avLst/>
                </a:prstGeom>
                <a:solidFill>
                  <a:schemeClr val="bg1"/>
                </a:solidFill>
                <a:ln w="12700">
                  <a:solidFill>
                    <a:srgbClr val="6577FF"/>
                  </a:solidFill>
                  <a:prstDash val="solid"/>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accent1">
                          <a:lumMod val="75000"/>
                        </a:schemeClr>
                      </a:solidFill>
                    </a:rPr>
                    <a:t>test deployment</a:t>
                  </a:r>
                  <a:endParaRPr lang="en-US" sz="1000">
                    <a:solidFill>
                      <a:schemeClr val="accent1">
                        <a:lumMod val="75000"/>
                      </a:schemeClr>
                    </a:solidFill>
                  </a:endParaRPr>
                </a:p>
              </p:txBody>
            </p:sp>
            <p:sp>
              <p:nvSpPr>
                <p:cNvPr id="21" name="Rectangle: Rounded Corners 20">
                  <a:extLst>
                    <a:ext uri="{FF2B5EF4-FFF2-40B4-BE49-F238E27FC236}">
                      <a16:creationId xmlns:a16="http://schemas.microsoft.com/office/drawing/2014/main" id="{AB87727B-E224-01A8-2145-864337414E68}"/>
                    </a:ext>
                  </a:extLst>
                </p:cNvPr>
                <p:cNvSpPr/>
                <p:nvPr/>
              </p:nvSpPr>
              <p:spPr>
                <a:xfrm>
                  <a:off x="8476693" y="4773663"/>
                  <a:ext cx="1089856" cy="631677"/>
                </a:xfrm>
                <a:prstGeom prst="roundRect">
                  <a:avLst/>
                </a:prstGeom>
                <a:solidFill>
                  <a:schemeClr val="bg1"/>
                </a:solidFill>
                <a:ln w="12700">
                  <a:solidFill>
                    <a:srgbClr val="6577FF"/>
                  </a:solidFill>
                  <a:prstDash val="solid"/>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accent1">
                          <a:lumMod val="75000"/>
                        </a:schemeClr>
                      </a:solidFill>
                    </a:rPr>
                    <a:t>production deployment</a:t>
                  </a:r>
                  <a:endParaRPr lang="en-US" sz="1000">
                    <a:solidFill>
                      <a:schemeClr val="accent1">
                        <a:lumMod val="75000"/>
                      </a:schemeClr>
                    </a:solidFill>
                  </a:endParaRPr>
                </a:p>
              </p:txBody>
            </p:sp>
            <p:sp>
              <p:nvSpPr>
                <p:cNvPr id="22" name="TextBox 21">
                  <a:extLst>
                    <a:ext uri="{FF2B5EF4-FFF2-40B4-BE49-F238E27FC236}">
                      <a16:creationId xmlns:a16="http://schemas.microsoft.com/office/drawing/2014/main" id="{194CFF5E-F8D2-D925-FD28-ECDB22BDF5B0}"/>
                    </a:ext>
                  </a:extLst>
                </p:cNvPr>
                <p:cNvSpPr txBox="1"/>
                <p:nvPr/>
              </p:nvSpPr>
              <p:spPr>
                <a:xfrm>
                  <a:off x="6878830" y="3985976"/>
                  <a:ext cx="913467" cy="830997"/>
                </a:xfrm>
                <a:prstGeom prst="rect">
                  <a:avLst/>
                </a:prstGeom>
                <a:noFill/>
              </p:spPr>
              <p:txBody>
                <a:bodyPr wrap="square" rtlCol="0">
                  <a:spAutoFit/>
                </a:bodyPr>
                <a:lstStyle/>
                <a:p>
                  <a:pPr algn="ctr"/>
                  <a:r>
                    <a:rPr lang="en-GB" sz="1200">
                      <a:solidFill>
                        <a:schemeClr val="accent1">
                          <a:lumMod val="75000"/>
                        </a:schemeClr>
                      </a:solidFill>
                    </a:rPr>
                    <a:t>test</a:t>
                  </a:r>
                </a:p>
                <a:p>
                  <a:pPr algn="ctr"/>
                  <a:r>
                    <a:rPr lang="en-GB" sz="1200">
                      <a:solidFill>
                        <a:schemeClr val="accent1">
                          <a:lumMod val="75000"/>
                        </a:schemeClr>
                      </a:solidFill>
                    </a:rPr>
                    <a:t>test_001</a:t>
                  </a:r>
                </a:p>
                <a:p>
                  <a:pPr algn="ctr"/>
                  <a:r>
                    <a:rPr lang="en-GB" sz="1200">
                      <a:solidFill>
                        <a:schemeClr val="accent1">
                          <a:lumMod val="75000"/>
                        </a:schemeClr>
                      </a:solidFill>
                    </a:rPr>
                    <a:t>test_002</a:t>
                  </a:r>
                </a:p>
                <a:p>
                  <a:pPr algn="ctr"/>
                  <a:endParaRPr lang="en-US" sz="1200">
                    <a:solidFill>
                      <a:schemeClr val="accent1">
                        <a:lumMod val="75000"/>
                      </a:schemeClr>
                    </a:solidFill>
                  </a:endParaRPr>
                </a:p>
              </p:txBody>
            </p:sp>
            <p:sp>
              <p:nvSpPr>
                <p:cNvPr id="23" name="TextBox 22">
                  <a:extLst>
                    <a:ext uri="{FF2B5EF4-FFF2-40B4-BE49-F238E27FC236}">
                      <a16:creationId xmlns:a16="http://schemas.microsoft.com/office/drawing/2014/main" id="{2797162F-17AD-CDB1-E27F-FDD493746F5F}"/>
                    </a:ext>
                  </a:extLst>
                </p:cNvPr>
                <p:cNvSpPr txBox="1"/>
                <p:nvPr/>
              </p:nvSpPr>
              <p:spPr>
                <a:xfrm>
                  <a:off x="8564887" y="4020386"/>
                  <a:ext cx="913467" cy="276999"/>
                </a:xfrm>
                <a:prstGeom prst="rect">
                  <a:avLst/>
                </a:prstGeom>
                <a:noFill/>
              </p:spPr>
              <p:txBody>
                <a:bodyPr wrap="square" rtlCol="0">
                  <a:spAutoFit/>
                </a:bodyPr>
                <a:lstStyle/>
                <a:p>
                  <a:pPr algn="ctr"/>
                  <a:r>
                    <a:rPr lang="en-GB" sz="1200">
                      <a:solidFill>
                        <a:schemeClr val="accent1">
                          <a:lumMod val="75000"/>
                        </a:schemeClr>
                      </a:solidFill>
                    </a:rPr>
                    <a:t>prod</a:t>
                  </a:r>
                  <a:endParaRPr lang="en-US" sz="1200">
                    <a:solidFill>
                      <a:schemeClr val="accent1">
                        <a:lumMod val="75000"/>
                      </a:schemeClr>
                    </a:solidFill>
                  </a:endParaRPr>
                </a:p>
              </p:txBody>
            </p:sp>
            <p:sp>
              <p:nvSpPr>
                <p:cNvPr id="24" name="TextBox 23">
                  <a:extLst>
                    <a:ext uri="{FF2B5EF4-FFF2-40B4-BE49-F238E27FC236}">
                      <a16:creationId xmlns:a16="http://schemas.microsoft.com/office/drawing/2014/main" id="{7A5C2BB0-4BDD-9F37-6645-4A637BBACAC8}"/>
                    </a:ext>
                  </a:extLst>
                </p:cNvPr>
                <p:cNvSpPr txBox="1"/>
                <p:nvPr/>
              </p:nvSpPr>
              <p:spPr>
                <a:xfrm>
                  <a:off x="3494166" y="4078308"/>
                  <a:ext cx="913467" cy="461665"/>
                </a:xfrm>
                <a:prstGeom prst="rect">
                  <a:avLst/>
                </a:prstGeom>
                <a:noFill/>
              </p:spPr>
              <p:txBody>
                <a:bodyPr wrap="square" rtlCol="0">
                  <a:spAutoFit/>
                </a:bodyPr>
                <a:lstStyle/>
                <a:p>
                  <a:pPr algn="ctr"/>
                  <a:r>
                    <a:rPr lang="en-GB" sz="1200">
                      <a:solidFill>
                        <a:schemeClr val="accent1">
                          <a:lumMod val="75000"/>
                        </a:schemeClr>
                      </a:solidFill>
                    </a:rPr>
                    <a:t>users</a:t>
                  </a:r>
                </a:p>
                <a:p>
                  <a:pPr algn="ctr"/>
                  <a:r>
                    <a:rPr lang="en-GB" sz="1200">
                      <a:solidFill>
                        <a:schemeClr val="accent1">
                          <a:lumMod val="75000"/>
                        </a:schemeClr>
                      </a:solidFill>
                    </a:rPr>
                    <a:t>workspaces</a:t>
                  </a:r>
                  <a:endParaRPr lang="en-US" sz="1200">
                    <a:solidFill>
                      <a:schemeClr val="accent1">
                        <a:lumMod val="75000"/>
                      </a:schemeClr>
                    </a:solidFill>
                  </a:endParaRPr>
                </a:p>
              </p:txBody>
            </p:sp>
            <p:sp>
              <p:nvSpPr>
                <p:cNvPr id="27" name="Rectangle: Rounded Corners 26">
                  <a:extLst>
                    <a:ext uri="{FF2B5EF4-FFF2-40B4-BE49-F238E27FC236}">
                      <a16:creationId xmlns:a16="http://schemas.microsoft.com/office/drawing/2014/main" id="{96A5A464-DC56-4774-BA36-666A5D994ADF}"/>
                    </a:ext>
                  </a:extLst>
                </p:cNvPr>
                <p:cNvSpPr/>
                <p:nvPr/>
              </p:nvSpPr>
              <p:spPr>
                <a:xfrm>
                  <a:off x="3405972" y="4781216"/>
                  <a:ext cx="1089856" cy="631677"/>
                </a:xfrm>
                <a:prstGeom prst="roundRect">
                  <a:avLst/>
                </a:prstGeom>
                <a:solidFill>
                  <a:schemeClr val="bg1"/>
                </a:solidFill>
                <a:ln w="12700">
                  <a:solidFill>
                    <a:srgbClr val="6577FF"/>
                  </a:solidFill>
                  <a:prstDash val="solid"/>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accent1">
                          <a:lumMod val="75000"/>
                        </a:schemeClr>
                      </a:solidFill>
                    </a:rPr>
                    <a:t>users  deployment</a:t>
                  </a:r>
                  <a:endParaRPr lang="en-US" sz="1000">
                    <a:solidFill>
                      <a:schemeClr val="accent1">
                        <a:lumMod val="75000"/>
                      </a:schemeClr>
                    </a:solidFill>
                  </a:endParaRPr>
                </a:p>
              </p:txBody>
            </p:sp>
          </p:grpSp>
          <p:pic>
            <p:nvPicPr>
              <p:cNvPr id="10" name="Picture 9">
                <a:extLst>
                  <a:ext uri="{FF2B5EF4-FFF2-40B4-BE49-F238E27FC236}">
                    <a16:creationId xmlns:a16="http://schemas.microsoft.com/office/drawing/2014/main" id="{C8AF7AD1-6CE0-9CC3-4F40-ED14494FFD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3938" y="2249859"/>
                <a:ext cx="362001" cy="333422"/>
              </a:xfrm>
              <a:prstGeom prst="rect">
                <a:avLst/>
              </a:prstGeom>
            </p:spPr>
          </p:pic>
        </p:grpSp>
        <p:sp>
          <p:nvSpPr>
            <p:cNvPr id="30" name="TextBox 29">
              <a:extLst>
                <a:ext uri="{FF2B5EF4-FFF2-40B4-BE49-F238E27FC236}">
                  <a16:creationId xmlns:a16="http://schemas.microsoft.com/office/drawing/2014/main" id="{EA5B2229-C2F2-DB24-2917-FC9DAE81EEA5}"/>
                </a:ext>
              </a:extLst>
            </p:cNvPr>
            <p:cNvSpPr txBox="1"/>
            <p:nvPr/>
          </p:nvSpPr>
          <p:spPr>
            <a:xfrm>
              <a:off x="5707013" y="2229486"/>
              <a:ext cx="2268777" cy="276999"/>
            </a:xfrm>
            <a:prstGeom prst="rect">
              <a:avLst/>
            </a:prstGeom>
            <a:noFill/>
          </p:spPr>
          <p:txBody>
            <a:bodyPr wrap="square" rtlCol="0">
              <a:spAutoFit/>
            </a:bodyPr>
            <a:lstStyle/>
            <a:p>
              <a:pPr algn="ctr"/>
              <a:r>
                <a:rPr lang="en-GB" sz="1200">
                  <a:solidFill>
                    <a:schemeClr val="accent1">
                      <a:lumMod val="75000"/>
                    </a:schemeClr>
                  </a:solidFill>
                </a:rPr>
                <a:t>Databricks workspaces</a:t>
              </a:r>
              <a:endParaRPr lang="en-US" sz="1200">
                <a:solidFill>
                  <a:schemeClr val="accent1">
                    <a:lumMod val="75000"/>
                  </a:schemeClr>
                </a:solidFill>
              </a:endParaRPr>
            </a:p>
          </p:txBody>
        </p:sp>
      </p:grpSp>
      <p:cxnSp>
        <p:nvCxnSpPr>
          <p:cNvPr id="33" name="Straight Arrow Connector 32">
            <a:extLst>
              <a:ext uri="{FF2B5EF4-FFF2-40B4-BE49-F238E27FC236}">
                <a16:creationId xmlns:a16="http://schemas.microsoft.com/office/drawing/2014/main" id="{3058BD74-F236-3DE9-8196-13675F861394}"/>
              </a:ext>
            </a:extLst>
          </p:cNvPr>
          <p:cNvCxnSpPr>
            <a:cxnSpLocks/>
            <a:endCxn id="27" idx="1"/>
          </p:cNvCxnSpPr>
          <p:nvPr/>
        </p:nvCxnSpPr>
        <p:spPr>
          <a:xfrm flipV="1">
            <a:off x="2742342" y="3761337"/>
            <a:ext cx="1516285" cy="906164"/>
          </a:xfrm>
          <a:prstGeom prst="straightConnector1">
            <a:avLst/>
          </a:prstGeom>
          <a:ln w="15875">
            <a:solidFill>
              <a:srgbClr val="CEDFE2"/>
            </a:solidFill>
            <a:tailEnd type="triangle"/>
          </a:ln>
        </p:spPr>
        <p:style>
          <a:lnRef idx="1">
            <a:schemeClr val="accent1"/>
          </a:lnRef>
          <a:fillRef idx="0">
            <a:schemeClr val="accent1"/>
          </a:fillRef>
          <a:effectRef idx="0">
            <a:schemeClr val="accent1"/>
          </a:effectRef>
          <a:fontRef idx="minor">
            <a:schemeClr val="tx1"/>
          </a:fontRef>
        </p:style>
      </p:cxnSp>
      <p:pic>
        <p:nvPicPr>
          <p:cNvPr id="36" name="Picture 35" descr="A diagram of a data processing&#10;&#10;Description automatically generated">
            <a:extLst>
              <a:ext uri="{FF2B5EF4-FFF2-40B4-BE49-F238E27FC236}">
                <a16:creationId xmlns:a16="http://schemas.microsoft.com/office/drawing/2014/main" id="{607FE003-09D7-3C44-38EE-8DA97971F9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71769" y="5311675"/>
            <a:ext cx="4706007" cy="838317"/>
          </a:xfrm>
          <a:prstGeom prst="rect">
            <a:avLst/>
          </a:prstGeom>
        </p:spPr>
      </p:pic>
      <p:cxnSp>
        <p:nvCxnSpPr>
          <p:cNvPr id="37" name="Straight Arrow Connector 36">
            <a:extLst>
              <a:ext uri="{FF2B5EF4-FFF2-40B4-BE49-F238E27FC236}">
                <a16:creationId xmlns:a16="http://schemas.microsoft.com/office/drawing/2014/main" id="{616A7778-5F59-3776-3230-94C0928818CF}"/>
              </a:ext>
            </a:extLst>
          </p:cNvPr>
          <p:cNvCxnSpPr>
            <a:cxnSpLocks/>
          </p:cNvCxnSpPr>
          <p:nvPr/>
        </p:nvCxnSpPr>
        <p:spPr>
          <a:xfrm>
            <a:off x="2733863" y="4885551"/>
            <a:ext cx="1534559" cy="955105"/>
          </a:xfrm>
          <a:prstGeom prst="straightConnector1">
            <a:avLst/>
          </a:prstGeom>
          <a:ln w="15875">
            <a:solidFill>
              <a:srgbClr val="CEDFE2"/>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2B2B703-EFAA-0E0A-EFB3-7A9AC5C70A3E}"/>
              </a:ext>
            </a:extLst>
          </p:cNvPr>
          <p:cNvCxnSpPr>
            <a:cxnSpLocks/>
            <a:endCxn id="16" idx="2"/>
          </p:cNvCxnSpPr>
          <p:nvPr/>
        </p:nvCxnSpPr>
        <p:spPr>
          <a:xfrm flipV="1">
            <a:off x="7310249" y="4075765"/>
            <a:ext cx="877970" cy="1287338"/>
          </a:xfrm>
          <a:prstGeom prst="straightConnector1">
            <a:avLst/>
          </a:prstGeom>
          <a:ln w="15875">
            <a:solidFill>
              <a:srgbClr val="CEDFE2"/>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D875135-E3A7-6258-8E6E-9081169F82FE}"/>
              </a:ext>
            </a:extLst>
          </p:cNvPr>
          <p:cNvCxnSpPr>
            <a:cxnSpLocks/>
            <a:endCxn id="21" idx="2"/>
          </p:cNvCxnSpPr>
          <p:nvPr/>
        </p:nvCxnSpPr>
        <p:spPr>
          <a:xfrm flipV="1">
            <a:off x="7302655" y="4069622"/>
            <a:ext cx="2571621" cy="1293481"/>
          </a:xfrm>
          <a:prstGeom prst="straightConnector1">
            <a:avLst/>
          </a:prstGeom>
          <a:ln w="15875">
            <a:solidFill>
              <a:srgbClr val="CEDFE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3C6B0C6-78CA-02F7-E691-384846F0D461}"/>
              </a:ext>
            </a:extLst>
          </p:cNvPr>
          <p:cNvCxnSpPr>
            <a:cxnSpLocks/>
            <a:endCxn id="15" idx="2"/>
          </p:cNvCxnSpPr>
          <p:nvPr/>
        </p:nvCxnSpPr>
        <p:spPr>
          <a:xfrm flipH="1" flipV="1">
            <a:off x="6498519" y="4069622"/>
            <a:ext cx="804136" cy="1293481"/>
          </a:xfrm>
          <a:prstGeom prst="straightConnector1">
            <a:avLst/>
          </a:prstGeom>
          <a:ln w="15875">
            <a:solidFill>
              <a:srgbClr val="CEDFE2"/>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38B8621-B6AF-0391-4B22-5E1DF29AA5AA}"/>
              </a:ext>
            </a:extLst>
          </p:cNvPr>
          <p:cNvSpPr txBox="1"/>
          <p:nvPr/>
        </p:nvSpPr>
        <p:spPr>
          <a:xfrm>
            <a:off x="685800" y="266700"/>
            <a:ext cx="8253234" cy="707886"/>
          </a:xfrm>
          <a:prstGeom prst="rect">
            <a:avLst/>
          </a:prstGeom>
          <a:noFill/>
        </p:spPr>
        <p:txBody>
          <a:bodyPr wrap="square">
            <a:spAutoFit/>
          </a:bodyPr>
          <a:lstStyle/>
          <a:p>
            <a:pPr marL="0" marR="0">
              <a:spcBef>
                <a:spcPts val="0"/>
              </a:spcBef>
              <a:spcAft>
                <a:spcPts val="0"/>
              </a:spcAft>
            </a:pPr>
            <a:r>
              <a:rPr lang="en-US" sz="4000" b="1">
                <a:solidFill>
                  <a:schemeClr val="bg1"/>
                </a:solidFill>
                <a:effectLst/>
                <a:latin typeface="Calibri" panose="020F0502020204030204" pitchFamily="34" charset="0"/>
              </a:rPr>
              <a:t>Solution design</a:t>
            </a:r>
            <a:endParaRPr lang="en-US" sz="4000" b="1">
              <a:solidFill>
                <a:schemeClr val="bg1"/>
              </a:solidFill>
              <a:latin typeface="Calibri" panose="020F0502020204030204" pitchFamily="34" charset="0"/>
            </a:endParaRPr>
          </a:p>
        </p:txBody>
      </p:sp>
      <p:sp>
        <p:nvSpPr>
          <p:cNvPr id="5" name="TextBox 4">
            <a:extLst>
              <a:ext uri="{FF2B5EF4-FFF2-40B4-BE49-F238E27FC236}">
                <a16:creationId xmlns:a16="http://schemas.microsoft.com/office/drawing/2014/main" id="{77774B30-858D-5499-C72A-883395B15CFC}"/>
              </a:ext>
            </a:extLst>
          </p:cNvPr>
          <p:cNvSpPr txBox="1"/>
          <p:nvPr/>
        </p:nvSpPr>
        <p:spPr>
          <a:xfrm>
            <a:off x="5019573" y="2167331"/>
            <a:ext cx="1089856" cy="276999"/>
          </a:xfrm>
          <a:prstGeom prst="rect">
            <a:avLst/>
          </a:prstGeom>
          <a:noFill/>
        </p:spPr>
        <p:txBody>
          <a:bodyPr wrap="square" rtlCol="0">
            <a:spAutoFit/>
          </a:bodyPr>
          <a:lstStyle/>
          <a:p>
            <a:pPr algn="ctr"/>
            <a:r>
              <a:rPr lang="en-GB" sz="1200">
                <a:solidFill>
                  <a:schemeClr val="accent1">
                    <a:lumMod val="75000"/>
                  </a:schemeClr>
                </a:solidFill>
              </a:rPr>
              <a:t>Development</a:t>
            </a:r>
            <a:endParaRPr lang="en-US" sz="1200">
              <a:solidFill>
                <a:schemeClr val="accent1">
                  <a:lumMod val="75000"/>
                </a:schemeClr>
              </a:solidFill>
            </a:endParaRPr>
          </a:p>
        </p:txBody>
      </p:sp>
      <p:sp>
        <p:nvSpPr>
          <p:cNvPr id="7" name="TextBox 6">
            <a:extLst>
              <a:ext uri="{FF2B5EF4-FFF2-40B4-BE49-F238E27FC236}">
                <a16:creationId xmlns:a16="http://schemas.microsoft.com/office/drawing/2014/main" id="{FBE92799-D169-C021-8045-DD4787206169}"/>
              </a:ext>
            </a:extLst>
          </p:cNvPr>
          <p:cNvSpPr txBox="1"/>
          <p:nvPr/>
        </p:nvSpPr>
        <p:spPr>
          <a:xfrm>
            <a:off x="7610757" y="2169434"/>
            <a:ext cx="1089856" cy="276999"/>
          </a:xfrm>
          <a:prstGeom prst="rect">
            <a:avLst/>
          </a:prstGeom>
          <a:noFill/>
        </p:spPr>
        <p:txBody>
          <a:bodyPr wrap="square" rtlCol="0">
            <a:spAutoFit/>
          </a:bodyPr>
          <a:lstStyle/>
          <a:p>
            <a:pPr algn="ctr"/>
            <a:r>
              <a:rPr lang="en-GB" sz="1200">
                <a:solidFill>
                  <a:schemeClr val="accent1">
                    <a:lumMod val="75000"/>
                  </a:schemeClr>
                </a:solidFill>
              </a:rPr>
              <a:t>Test</a:t>
            </a:r>
            <a:endParaRPr lang="en-US" sz="1200">
              <a:solidFill>
                <a:schemeClr val="accent1">
                  <a:lumMod val="75000"/>
                </a:schemeClr>
              </a:solidFill>
            </a:endParaRPr>
          </a:p>
        </p:txBody>
      </p:sp>
      <p:sp>
        <p:nvSpPr>
          <p:cNvPr id="8" name="TextBox 7">
            <a:extLst>
              <a:ext uri="{FF2B5EF4-FFF2-40B4-BE49-F238E27FC236}">
                <a16:creationId xmlns:a16="http://schemas.microsoft.com/office/drawing/2014/main" id="{D055A240-EA64-A4BA-A796-1B956C5C8848}"/>
              </a:ext>
            </a:extLst>
          </p:cNvPr>
          <p:cNvSpPr txBox="1"/>
          <p:nvPr/>
        </p:nvSpPr>
        <p:spPr>
          <a:xfrm>
            <a:off x="9304384" y="2175653"/>
            <a:ext cx="1089856" cy="276999"/>
          </a:xfrm>
          <a:prstGeom prst="rect">
            <a:avLst/>
          </a:prstGeom>
          <a:noFill/>
        </p:spPr>
        <p:txBody>
          <a:bodyPr wrap="square" rtlCol="0">
            <a:spAutoFit/>
          </a:bodyPr>
          <a:lstStyle/>
          <a:p>
            <a:pPr algn="ctr"/>
            <a:r>
              <a:rPr lang="en-GB" sz="1200">
                <a:solidFill>
                  <a:schemeClr val="accent1">
                    <a:lumMod val="75000"/>
                  </a:schemeClr>
                </a:solidFill>
              </a:rPr>
              <a:t>Production</a:t>
            </a:r>
            <a:endParaRPr lang="en-US" sz="1200">
              <a:solidFill>
                <a:schemeClr val="accent1">
                  <a:lumMod val="75000"/>
                </a:schemeClr>
              </a:solidFill>
            </a:endParaRPr>
          </a:p>
        </p:txBody>
      </p:sp>
      <p:sp>
        <p:nvSpPr>
          <p:cNvPr id="9" name="TextBox 8">
            <a:extLst>
              <a:ext uri="{FF2B5EF4-FFF2-40B4-BE49-F238E27FC236}">
                <a16:creationId xmlns:a16="http://schemas.microsoft.com/office/drawing/2014/main" id="{C7CB4AE4-0958-2C9C-C39C-0B4C6B821739}"/>
              </a:ext>
            </a:extLst>
          </p:cNvPr>
          <p:cNvSpPr txBox="1"/>
          <p:nvPr/>
        </p:nvSpPr>
        <p:spPr>
          <a:xfrm>
            <a:off x="7342229" y="5698459"/>
            <a:ext cx="1190081" cy="369332"/>
          </a:xfrm>
          <a:prstGeom prst="rect">
            <a:avLst/>
          </a:prstGeom>
          <a:solidFill>
            <a:schemeClr val="bg1"/>
          </a:solidFill>
          <a:ln>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800">
                <a:ea typeface="Calibri"/>
                <a:cs typeface="Calibri"/>
              </a:rPr>
              <a:t>Configure service principals,</a:t>
            </a:r>
            <a:endParaRPr lang="en-US"/>
          </a:p>
          <a:p>
            <a:r>
              <a:rPr lang="en-US" sz="800">
                <a:ea typeface="Calibri"/>
                <a:cs typeface="Calibri"/>
              </a:rPr>
              <a:t> kick off runs of jobs, and </a:t>
            </a:r>
            <a:endParaRPr lang="en-US">
              <a:ea typeface="Calibri"/>
              <a:cs typeface="Calibri"/>
            </a:endParaRPr>
          </a:p>
          <a:p>
            <a:r>
              <a:rPr lang="en-US" sz="800">
                <a:ea typeface="Calibri"/>
                <a:cs typeface="Calibri"/>
              </a:rPr>
              <a:t>other tasks.</a:t>
            </a:r>
            <a:endParaRPr lang="en-US">
              <a:ea typeface="Calibri"/>
              <a:cs typeface="Calibri"/>
            </a:endParaRPr>
          </a:p>
        </p:txBody>
      </p:sp>
      <p:sp>
        <p:nvSpPr>
          <p:cNvPr id="14" name="TextBox 13">
            <a:extLst>
              <a:ext uri="{FF2B5EF4-FFF2-40B4-BE49-F238E27FC236}">
                <a16:creationId xmlns:a16="http://schemas.microsoft.com/office/drawing/2014/main" id="{4BA3273D-7D35-014B-DF67-3C598D62E5EA}"/>
              </a:ext>
            </a:extLst>
          </p:cNvPr>
          <p:cNvSpPr txBox="1"/>
          <p:nvPr/>
        </p:nvSpPr>
        <p:spPr>
          <a:xfrm>
            <a:off x="5838021" y="4530719"/>
            <a:ext cx="1008785" cy="369332"/>
          </a:xfrm>
          <a:prstGeom prst="rect">
            <a:avLst/>
          </a:prstGeom>
          <a:solidFill>
            <a:schemeClr val="bg1"/>
          </a:solidFill>
          <a:ln>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800">
                <a:ea typeface="Calibri"/>
                <a:cs typeface="Calibri"/>
              </a:rPr>
              <a:t>Code is deployed to dev</a:t>
            </a:r>
          </a:p>
          <a:p>
            <a:r>
              <a:rPr lang="en-US" sz="800">
                <a:ea typeface="Calibri"/>
                <a:cs typeface="Calibri"/>
              </a:rPr>
              <a:t>main branch once </a:t>
            </a:r>
          </a:p>
          <a:p>
            <a:r>
              <a:rPr lang="en-US" sz="800">
                <a:ea typeface="Calibri"/>
                <a:cs typeface="Calibri"/>
              </a:rPr>
              <a:t>approved.</a:t>
            </a:r>
          </a:p>
        </p:txBody>
      </p:sp>
      <p:sp>
        <p:nvSpPr>
          <p:cNvPr id="19" name="TextBox 18">
            <a:extLst>
              <a:ext uri="{FF2B5EF4-FFF2-40B4-BE49-F238E27FC236}">
                <a16:creationId xmlns:a16="http://schemas.microsoft.com/office/drawing/2014/main" id="{9C869BF6-242A-B0C5-E18F-8B24F092592D}"/>
              </a:ext>
            </a:extLst>
          </p:cNvPr>
          <p:cNvSpPr txBox="1"/>
          <p:nvPr/>
        </p:nvSpPr>
        <p:spPr>
          <a:xfrm>
            <a:off x="7233371" y="4510926"/>
            <a:ext cx="918930" cy="369332"/>
          </a:xfrm>
          <a:prstGeom prst="rect">
            <a:avLst/>
          </a:prstGeom>
          <a:solidFill>
            <a:schemeClr val="bg1"/>
          </a:solidFill>
          <a:ln>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800">
                <a:ea typeface="Calibri"/>
                <a:cs typeface="Calibri"/>
              </a:rPr>
              <a:t>Code is deployed to test after being tested and approved.</a:t>
            </a:r>
          </a:p>
        </p:txBody>
      </p:sp>
      <p:sp>
        <p:nvSpPr>
          <p:cNvPr id="20" name="TextBox 19">
            <a:extLst>
              <a:ext uri="{FF2B5EF4-FFF2-40B4-BE49-F238E27FC236}">
                <a16:creationId xmlns:a16="http://schemas.microsoft.com/office/drawing/2014/main" id="{B8DC8470-9F85-4D02-FE78-C76A4D6B4C09}"/>
              </a:ext>
            </a:extLst>
          </p:cNvPr>
          <p:cNvSpPr txBox="1"/>
          <p:nvPr/>
        </p:nvSpPr>
        <p:spPr>
          <a:xfrm>
            <a:off x="8925604" y="4530718"/>
            <a:ext cx="918930" cy="369332"/>
          </a:xfrm>
          <a:prstGeom prst="rect">
            <a:avLst/>
          </a:prstGeom>
          <a:solidFill>
            <a:schemeClr val="bg1"/>
          </a:solidFill>
          <a:ln>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800">
                <a:ea typeface="Calibri"/>
                <a:cs typeface="Calibri"/>
              </a:rPr>
              <a:t>Code is deployed to production after </a:t>
            </a:r>
            <a:endParaRPr lang="en-US"/>
          </a:p>
          <a:p>
            <a:r>
              <a:rPr lang="en-US" sz="800">
                <a:ea typeface="Calibri"/>
                <a:cs typeface="Calibri"/>
              </a:rPr>
              <a:t>review and approval.</a:t>
            </a:r>
          </a:p>
        </p:txBody>
      </p:sp>
      <p:sp>
        <p:nvSpPr>
          <p:cNvPr id="2" name="TextBox 1">
            <a:extLst>
              <a:ext uri="{FF2B5EF4-FFF2-40B4-BE49-F238E27FC236}">
                <a16:creationId xmlns:a16="http://schemas.microsoft.com/office/drawing/2014/main" id="{E37095EB-165C-BF5C-24FE-04C655C734CC}"/>
              </a:ext>
            </a:extLst>
          </p:cNvPr>
          <p:cNvSpPr txBox="1"/>
          <p:nvPr/>
        </p:nvSpPr>
        <p:spPr>
          <a:xfrm>
            <a:off x="2096911" y="5497872"/>
            <a:ext cx="772393" cy="492443"/>
          </a:xfrm>
          <a:prstGeom prst="rect">
            <a:avLst/>
          </a:prstGeom>
          <a:solidFill>
            <a:schemeClr val="bg1"/>
          </a:solidFill>
          <a:ln>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800">
                <a:ea typeface="Calibri"/>
                <a:cs typeface="Calibri"/>
              </a:rPr>
              <a:t>Users can do direct edits for items that aren't source controlled.</a:t>
            </a:r>
          </a:p>
        </p:txBody>
      </p:sp>
      <p:sp>
        <p:nvSpPr>
          <p:cNvPr id="25" name="TextBox 24">
            <a:extLst>
              <a:ext uri="{FF2B5EF4-FFF2-40B4-BE49-F238E27FC236}">
                <a16:creationId xmlns:a16="http://schemas.microsoft.com/office/drawing/2014/main" id="{04B9E920-ACFF-3EAE-B738-BA1AD8CE1DE0}"/>
              </a:ext>
            </a:extLst>
          </p:cNvPr>
          <p:cNvSpPr txBox="1"/>
          <p:nvPr/>
        </p:nvSpPr>
        <p:spPr>
          <a:xfrm>
            <a:off x="5467295" y="5800717"/>
            <a:ext cx="616085" cy="246221"/>
          </a:xfrm>
          <a:prstGeom prst="rect">
            <a:avLst/>
          </a:prstGeom>
          <a:solidFill>
            <a:schemeClr val="bg1"/>
          </a:solidFill>
          <a:ln>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800">
                <a:ea typeface="Calibri"/>
                <a:cs typeface="Calibri"/>
              </a:rPr>
              <a:t>Notifications </a:t>
            </a:r>
            <a:endParaRPr lang="en-US">
              <a:ea typeface="Calibri"/>
              <a:cs typeface="Calibri"/>
            </a:endParaRPr>
          </a:p>
          <a:p>
            <a:r>
              <a:rPr lang="en-US" sz="800">
                <a:ea typeface="Calibri"/>
                <a:cs typeface="Calibri"/>
              </a:rPr>
              <a:t>trigger CI/CD</a:t>
            </a:r>
            <a:endParaRPr lang="en-US">
              <a:ea typeface="Calibri"/>
              <a:cs typeface="Calibri"/>
            </a:endParaRPr>
          </a:p>
        </p:txBody>
      </p:sp>
      <p:sp>
        <p:nvSpPr>
          <p:cNvPr id="26" name="TextBox 25">
            <a:extLst>
              <a:ext uri="{FF2B5EF4-FFF2-40B4-BE49-F238E27FC236}">
                <a16:creationId xmlns:a16="http://schemas.microsoft.com/office/drawing/2014/main" id="{967AFE3E-0334-17D0-9B3A-67E7F0222AD6}"/>
              </a:ext>
            </a:extLst>
          </p:cNvPr>
          <p:cNvSpPr txBox="1"/>
          <p:nvPr/>
        </p:nvSpPr>
        <p:spPr>
          <a:xfrm>
            <a:off x="3200833" y="3964102"/>
            <a:ext cx="596547" cy="738664"/>
          </a:xfrm>
          <a:prstGeom prst="rect">
            <a:avLst/>
          </a:prstGeom>
          <a:solidFill>
            <a:schemeClr val="bg1"/>
          </a:solidFill>
          <a:ln>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800">
                <a:ea typeface="Calibri"/>
                <a:cs typeface="Calibri"/>
              </a:rPr>
              <a:t>Users can</a:t>
            </a:r>
          </a:p>
          <a:p>
            <a:r>
              <a:rPr lang="en-US" sz="800">
                <a:ea typeface="Calibri"/>
                <a:cs typeface="Calibri"/>
              </a:rPr>
              <a:t>manually</a:t>
            </a:r>
          </a:p>
          <a:p>
            <a:r>
              <a:rPr lang="en-US" sz="800">
                <a:ea typeface="Calibri"/>
                <a:cs typeface="Calibri"/>
              </a:rPr>
              <a:t>deploy to see</a:t>
            </a:r>
          </a:p>
          <a:p>
            <a:r>
              <a:rPr lang="en-US" sz="800">
                <a:ea typeface="Calibri"/>
                <a:cs typeface="Calibri"/>
              </a:rPr>
              <a:t>and test</a:t>
            </a:r>
          </a:p>
          <a:p>
            <a:r>
              <a:rPr lang="en-US" sz="800">
                <a:ea typeface="Calibri"/>
                <a:cs typeface="Calibri"/>
              </a:rPr>
              <a:t>changes in </a:t>
            </a:r>
          </a:p>
          <a:p>
            <a:r>
              <a:rPr lang="en-US" sz="800">
                <a:ea typeface="Calibri"/>
                <a:cs typeface="Calibri"/>
              </a:rPr>
              <a:t>dev.</a:t>
            </a:r>
          </a:p>
        </p:txBody>
      </p:sp>
      <p:sp>
        <p:nvSpPr>
          <p:cNvPr id="32" name="TextBox 31">
            <a:extLst>
              <a:ext uri="{FF2B5EF4-FFF2-40B4-BE49-F238E27FC236}">
                <a16:creationId xmlns:a16="http://schemas.microsoft.com/office/drawing/2014/main" id="{3030B2F9-DEE9-6D76-5FC3-AAC949EABA41}"/>
              </a:ext>
            </a:extLst>
          </p:cNvPr>
          <p:cNvSpPr txBox="1"/>
          <p:nvPr/>
        </p:nvSpPr>
        <p:spPr>
          <a:xfrm>
            <a:off x="3230141" y="5615102"/>
            <a:ext cx="772393" cy="369332"/>
          </a:xfrm>
          <a:prstGeom prst="rect">
            <a:avLst/>
          </a:prstGeom>
          <a:solidFill>
            <a:schemeClr val="bg1"/>
          </a:solidFill>
          <a:ln>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800">
                <a:ea typeface="Calibri"/>
                <a:cs typeface="Calibri"/>
              </a:rPr>
              <a:t>Users can commit changes to source control.</a:t>
            </a:r>
          </a:p>
        </p:txBody>
      </p:sp>
    </p:spTree>
    <p:extLst>
      <p:ext uri="{BB962C8B-B14F-4D97-AF65-F5344CB8AC3E}">
        <p14:creationId xmlns:p14="http://schemas.microsoft.com/office/powerpoint/2010/main" val="4054564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8B8621-B6AF-0391-4B22-5E1DF29AA5AA}"/>
              </a:ext>
            </a:extLst>
          </p:cNvPr>
          <p:cNvSpPr txBox="1"/>
          <p:nvPr/>
        </p:nvSpPr>
        <p:spPr>
          <a:xfrm>
            <a:off x="685800" y="266700"/>
            <a:ext cx="8253234" cy="707886"/>
          </a:xfrm>
          <a:prstGeom prst="rect">
            <a:avLst/>
          </a:prstGeom>
          <a:noFill/>
        </p:spPr>
        <p:txBody>
          <a:bodyPr wrap="square">
            <a:spAutoFit/>
          </a:bodyPr>
          <a:lstStyle/>
          <a:p>
            <a:pPr marL="0" marR="0">
              <a:spcBef>
                <a:spcPts val="0"/>
              </a:spcBef>
              <a:spcAft>
                <a:spcPts val="0"/>
              </a:spcAft>
            </a:pPr>
            <a:r>
              <a:rPr lang="en-US" sz="4000" b="1">
                <a:solidFill>
                  <a:schemeClr val="bg1"/>
                </a:solidFill>
                <a:latin typeface="Calibri" panose="020F0502020204030204" pitchFamily="34" charset="0"/>
              </a:rPr>
              <a:t>Solution design – Asset Bundles</a:t>
            </a:r>
          </a:p>
        </p:txBody>
      </p:sp>
      <p:graphicFrame>
        <p:nvGraphicFramePr>
          <p:cNvPr id="1038" name="Table 1037">
            <a:extLst>
              <a:ext uri="{FF2B5EF4-FFF2-40B4-BE49-F238E27FC236}">
                <a16:creationId xmlns:a16="http://schemas.microsoft.com/office/drawing/2014/main" id="{2276ED3B-6261-1948-7003-9EE7D0BF8B7B}"/>
              </a:ext>
            </a:extLst>
          </p:cNvPr>
          <p:cNvGraphicFramePr>
            <a:graphicFrameLocks noGrp="1"/>
          </p:cNvGraphicFramePr>
          <p:nvPr>
            <p:extLst>
              <p:ext uri="{D42A27DB-BD31-4B8C-83A1-F6EECF244321}">
                <p14:modId xmlns:p14="http://schemas.microsoft.com/office/powerpoint/2010/main" val="3157995339"/>
              </p:ext>
            </p:extLst>
          </p:nvPr>
        </p:nvGraphicFramePr>
        <p:xfrm>
          <a:off x="2190332" y="1439714"/>
          <a:ext cx="7836504" cy="4821819"/>
        </p:xfrm>
        <a:graphic>
          <a:graphicData uri="http://schemas.openxmlformats.org/drawingml/2006/table">
            <a:tbl>
              <a:tblPr firstRow="1" bandRow="1">
                <a:tableStyleId>{5C22544A-7EE6-4342-B048-85BDC9FD1C3A}</a:tableStyleId>
              </a:tblPr>
              <a:tblGrid>
                <a:gridCol w="762393">
                  <a:extLst>
                    <a:ext uri="{9D8B030D-6E8A-4147-A177-3AD203B41FA5}">
                      <a16:colId xmlns:a16="http://schemas.microsoft.com/office/drawing/2014/main" val="2093075860"/>
                    </a:ext>
                  </a:extLst>
                </a:gridCol>
                <a:gridCol w="762393">
                  <a:extLst>
                    <a:ext uri="{9D8B030D-6E8A-4147-A177-3AD203B41FA5}">
                      <a16:colId xmlns:a16="http://schemas.microsoft.com/office/drawing/2014/main" val="3941493122"/>
                    </a:ext>
                  </a:extLst>
                </a:gridCol>
                <a:gridCol w="762393">
                  <a:extLst>
                    <a:ext uri="{9D8B030D-6E8A-4147-A177-3AD203B41FA5}">
                      <a16:colId xmlns:a16="http://schemas.microsoft.com/office/drawing/2014/main" val="2667206705"/>
                    </a:ext>
                  </a:extLst>
                </a:gridCol>
                <a:gridCol w="762393">
                  <a:extLst>
                    <a:ext uri="{9D8B030D-6E8A-4147-A177-3AD203B41FA5}">
                      <a16:colId xmlns:a16="http://schemas.microsoft.com/office/drawing/2014/main" val="3935216137"/>
                    </a:ext>
                  </a:extLst>
                </a:gridCol>
                <a:gridCol w="762393">
                  <a:extLst>
                    <a:ext uri="{9D8B030D-6E8A-4147-A177-3AD203B41FA5}">
                      <a16:colId xmlns:a16="http://schemas.microsoft.com/office/drawing/2014/main" val="2470165568"/>
                    </a:ext>
                  </a:extLst>
                </a:gridCol>
                <a:gridCol w="762393">
                  <a:extLst>
                    <a:ext uri="{9D8B030D-6E8A-4147-A177-3AD203B41FA5}">
                      <a16:colId xmlns:a16="http://schemas.microsoft.com/office/drawing/2014/main" val="144406931"/>
                    </a:ext>
                  </a:extLst>
                </a:gridCol>
                <a:gridCol w="762393">
                  <a:extLst>
                    <a:ext uri="{9D8B030D-6E8A-4147-A177-3AD203B41FA5}">
                      <a16:colId xmlns:a16="http://schemas.microsoft.com/office/drawing/2014/main" val="1195674994"/>
                    </a:ext>
                  </a:extLst>
                </a:gridCol>
                <a:gridCol w="762393">
                  <a:extLst>
                    <a:ext uri="{9D8B030D-6E8A-4147-A177-3AD203B41FA5}">
                      <a16:colId xmlns:a16="http://schemas.microsoft.com/office/drawing/2014/main" val="3528890922"/>
                    </a:ext>
                  </a:extLst>
                </a:gridCol>
                <a:gridCol w="1737360">
                  <a:extLst>
                    <a:ext uri="{9D8B030D-6E8A-4147-A177-3AD203B41FA5}">
                      <a16:colId xmlns:a16="http://schemas.microsoft.com/office/drawing/2014/main" val="748289387"/>
                    </a:ext>
                  </a:extLst>
                </a:gridCol>
              </a:tblGrid>
              <a:tr h="369811">
                <a:tc rowSpan="2" gridSpan="2">
                  <a:txBody>
                    <a:bodyPr/>
                    <a:lstStyle/>
                    <a:p>
                      <a:pPr algn="ctr"/>
                      <a:r>
                        <a:rPr lang="en-GB" sz="1200"/>
                        <a:t>Environments</a:t>
                      </a:r>
                      <a:endParaRPr lang="en-US" sz="1200"/>
                    </a:p>
                  </a:txBody>
                  <a:tcPr anchor="ctr"/>
                </a:tc>
                <a:tc rowSpan="2" hMerge="1">
                  <a:txBody>
                    <a:bodyPr/>
                    <a:lstStyle/>
                    <a:p>
                      <a:pPr algn="ctr"/>
                      <a:endParaRPr lang="en-US" sz="1200"/>
                    </a:p>
                  </a:txBody>
                  <a:tcPr anchor="ctr"/>
                </a:tc>
                <a:tc gridSpan="2">
                  <a:txBody>
                    <a:bodyPr/>
                    <a:lstStyle/>
                    <a:p>
                      <a:pPr algn="ctr"/>
                      <a:r>
                        <a:rPr lang="en-GB" sz="1200"/>
                        <a:t>Notebooks</a:t>
                      </a:r>
                      <a:endParaRPr lang="en-US" sz="1200"/>
                    </a:p>
                  </a:txBody>
                  <a:tcPr anchor="ctr"/>
                </a:tc>
                <a:tc hMerge="1">
                  <a:txBody>
                    <a:bodyPr/>
                    <a:lstStyle/>
                    <a:p>
                      <a:pPr algn="ctr"/>
                      <a:endParaRPr lang="en-US" sz="1200"/>
                    </a:p>
                  </a:txBody>
                  <a:tcPr anchor="ctr"/>
                </a:tc>
                <a:tc gridSpan="2">
                  <a:txBody>
                    <a:bodyPr/>
                    <a:lstStyle/>
                    <a:p>
                      <a:pPr algn="ctr"/>
                      <a:r>
                        <a:rPr lang="en-GB" sz="1200"/>
                        <a:t>Workflows</a:t>
                      </a:r>
                      <a:endParaRPr lang="en-US" sz="1200"/>
                    </a:p>
                  </a:txBody>
                  <a:tcPr anchor="ctr"/>
                </a:tc>
                <a:tc hMerge="1">
                  <a:txBody>
                    <a:bodyPr/>
                    <a:lstStyle/>
                    <a:p>
                      <a:pPr algn="ctr"/>
                      <a:endParaRPr lang="en-US" sz="1200"/>
                    </a:p>
                  </a:txBody>
                  <a:tcPr anchor="ctr"/>
                </a:tc>
                <a:tc gridSpan="2">
                  <a:txBody>
                    <a:bodyPr/>
                    <a:lstStyle/>
                    <a:p>
                      <a:pPr algn="ctr"/>
                      <a:r>
                        <a:rPr lang="en-GB" sz="1200"/>
                        <a:t>Pipelines</a:t>
                      </a:r>
                      <a:endParaRPr lang="en-US" sz="1200"/>
                    </a:p>
                  </a:txBody>
                  <a:tcPr anchor="ctr"/>
                </a:tc>
                <a:tc hMerge="1">
                  <a:txBody>
                    <a:bodyPr/>
                    <a:lstStyle/>
                    <a:p>
                      <a:pPr algn="ctr"/>
                      <a:endParaRPr lang="en-US" sz="1200"/>
                    </a:p>
                  </a:txBody>
                  <a:tcPr anchor="ctr"/>
                </a:tc>
                <a:tc rowSpan="2">
                  <a:txBody>
                    <a:bodyPr/>
                    <a:lstStyle/>
                    <a:p>
                      <a:pPr algn="ctr"/>
                      <a:r>
                        <a:rPr lang="en-GB" sz="1200"/>
                        <a:t>Asset Bundles</a:t>
                      </a:r>
                      <a:endParaRPr lang="en-US" sz="1200"/>
                    </a:p>
                  </a:txBody>
                  <a:tcPr anchor="ctr"/>
                </a:tc>
                <a:extLst>
                  <a:ext uri="{0D108BD9-81ED-4DB2-BD59-A6C34878D82A}">
                    <a16:rowId xmlns:a16="http://schemas.microsoft.com/office/drawing/2014/main" val="2893853494"/>
                  </a:ext>
                </a:extLst>
              </a:tr>
              <a:tr h="759535">
                <a:tc gridSpan="2" vMerge="1">
                  <a:txBody>
                    <a:bodyPr/>
                    <a:lstStyle/>
                    <a:p>
                      <a:pPr algn="ctr"/>
                      <a:endParaRPr lang="en-US" sz="1200"/>
                    </a:p>
                  </a:txBody>
                  <a:tcPr anchor="ctr"/>
                </a:tc>
                <a:tc hMerge="1" vMerge="1">
                  <a:txBody>
                    <a:bodyPr/>
                    <a:lstStyle/>
                    <a:p>
                      <a:pPr algn="ctr"/>
                      <a:endParaRPr lang="en-US" sz="120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000">
                          <a:solidFill>
                            <a:schemeClr val="accent1">
                              <a:lumMod val="75000"/>
                            </a:schemeClr>
                          </a:solidFill>
                        </a:rPr>
                        <a:t>Notebooks for DLTs and </a:t>
                      </a:r>
                      <a:r>
                        <a:rPr lang="en-GB" sz="1000" err="1">
                          <a:solidFill>
                            <a:schemeClr val="accent1">
                              <a:lumMod val="75000"/>
                            </a:schemeClr>
                          </a:solidFill>
                        </a:rPr>
                        <a:t>init</a:t>
                      </a:r>
                      <a:r>
                        <a:rPr lang="en-GB" sz="1000">
                          <a:solidFill>
                            <a:schemeClr val="accent1">
                              <a:lumMod val="75000"/>
                            </a:schemeClr>
                          </a:solidFill>
                        </a:rPr>
                        <a:t> scripts</a:t>
                      </a:r>
                      <a:endParaRPr lang="en-US" sz="1000">
                        <a:solidFill>
                          <a:schemeClr val="accent1">
                            <a:lumMod val="75000"/>
                          </a:schemeClr>
                        </a:solidFill>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000">
                          <a:solidFill>
                            <a:schemeClr val="accent1">
                              <a:lumMod val="75000"/>
                            </a:schemeClr>
                          </a:solidFill>
                        </a:rPr>
                        <a:t>All other Notebooks</a:t>
                      </a:r>
                      <a:endParaRPr lang="en-US" sz="1000">
                        <a:solidFill>
                          <a:schemeClr val="accent1">
                            <a:lumMod val="75000"/>
                          </a:schemeClr>
                        </a:solidFill>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US" sz="1000">
                        <a:solidFill>
                          <a:schemeClr val="accent1">
                            <a:lumMod val="75000"/>
                          </a:schemeClr>
                        </a:solidFill>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000" err="1">
                          <a:solidFill>
                            <a:schemeClr val="accent1">
                              <a:lumMod val="75000"/>
                            </a:schemeClr>
                          </a:solidFill>
                        </a:rPr>
                        <a:t>Eventhub</a:t>
                      </a:r>
                      <a:r>
                        <a:rPr lang="en-GB" sz="1000">
                          <a:solidFill>
                            <a:schemeClr val="accent1">
                              <a:lumMod val="75000"/>
                            </a:schemeClr>
                          </a:solidFill>
                        </a:rPr>
                        <a:t> related and maintenance</a:t>
                      </a:r>
                      <a:endParaRPr lang="en-US" sz="1000">
                        <a:solidFill>
                          <a:schemeClr val="accent1">
                            <a:lumMod val="75000"/>
                          </a:schemeClr>
                        </a:solidFill>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000">
                          <a:solidFill>
                            <a:schemeClr val="accent1">
                              <a:lumMod val="75000"/>
                            </a:schemeClr>
                          </a:solidFill>
                        </a:rPr>
                        <a:t>All other Workflows</a:t>
                      </a:r>
                      <a:endParaRPr lang="en-US" sz="1000">
                        <a:solidFill>
                          <a:schemeClr val="accent1">
                            <a:lumMod val="75000"/>
                          </a:schemeClr>
                        </a:solidFill>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000" err="1">
                          <a:solidFill>
                            <a:schemeClr val="accent1">
                              <a:lumMod val="75000"/>
                            </a:schemeClr>
                          </a:solidFill>
                        </a:rPr>
                        <a:t>Eventhub</a:t>
                      </a:r>
                      <a:r>
                        <a:rPr lang="en-GB" sz="1000">
                          <a:solidFill>
                            <a:schemeClr val="accent1">
                              <a:lumMod val="75000"/>
                            </a:schemeClr>
                          </a:solidFill>
                        </a:rPr>
                        <a:t> related</a:t>
                      </a:r>
                      <a:endParaRPr lang="en-US" sz="1000">
                        <a:solidFill>
                          <a:schemeClr val="accent1">
                            <a:lumMod val="75000"/>
                          </a:schemeClr>
                        </a:solidFill>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000">
                          <a:solidFill>
                            <a:schemeClr val="accent1">
                              <a:lumMod val="75000"/>
                            </a:schemeClr>
                          </a:solidFill>
                        </a:rPr>
                        <a:t>All other Pipelines</a:t>
                      </a:r>
                      <a:endParaRPr lang="en-US" sz="1000">
                        <a:solidFill>
                          <a:schemeClr val="accent1">
                            <a:lumMod val="75000"/>
                          </a:schemeClr>
                        </a:solidFill>
                      </a:endParaRPr>
                    </a:p>
                  </a:txBody>
                  <a:tcPr anchor="ctr"/>
                </a:tc>
                <a:tc v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000">
                        <a:solidFill>
                          <a:schemeClr val="accent1">
                            <a:lumMod val="75000"/>
                          </a:schemeClr>
                        </a:solidFill>
                      </a:endParaRPr>
                    </a:p>
                  </a:txBody>
                  <a:tcPr anchor="ctr"/>
                </a:tc>
                <a:extLst>
                  <a:ext uri="{0D108BD9-81ED-4DB2-BD59-A6C34878D82A}">
                    <a16:rowId xmlns:a16="http://schemas.microsoft.com/office/drawing/2014/main" val="1697614777"/>
                  </a:ext>
                </a:extLst>
              </a:tr>
              <a:tr h="369811">
                <a:tc rowSpan="5">
                  <a:txBody>
                    <a:bodyPr/>
                    <a:lstStyle/>
                    <a:p>
                      <a:pPr algn="ctr"/>
                      <a:r>
                        <a:rPr lang="en-GB" sz="1200"/>
                        <a:t>Development</a:t>
                      </a:r>
                      <a:endParaRPr lang="en-US" sz="1200"/>
                    </a:p>
                  </a:txBody>
                  <a:tcPr vert="vert27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a:t>dev</a:t>
                      </a: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lvl="0" algn="ctr">
                        <a:buNone/>
                      </a:pPr>
                      <a:endParaRPr lang="en-US" sz="1200"/>
                    </a:p>
                  </a:txBody>
                  <a:tcPr anchor="ctr"/>
                </a:tc>
                <a:tc>
                  <a:txBody>
                    <a:bodyPr/>
                    <a:lstStyle/>
                    <a:p>
                      <a:pPr algn="ctr"/>
                      <a:r>
                        <a:rPr lang="en-US" sz="1200" err="1">
                          <a:solidFill>
                            <a:schemeClr val="dk1"/>
                          </a:solidFill>
                          <a:latin typeface="+mn-lt"/>
                          <a:ea typeface="+mn-ea"/>
                          <a:cs typeface="+mn-cs"/>
                        </a:rPr>
                        <a:t>ABundleEnvironment</a:t>
                      </a:r>
                      <a:endParaRPr lang="en-US" sz="1200">
                        <a:solidFill>
                          <a:schemeClr val="dk1"/>
                        </a:solidFill>
                        <a:latin typeface="+mn-lt"/>
                        <a:ea typeface="+mn-ea"/>
                        <a:cs typeface="+mn-cs"/>
                      </a:endParaRPr>
                    </a:p>
                  </a:txBody>
                  <a:tcPr anchor="ctr"/>
                </a:tc>
                <a:extLst>
                  <a:ext uri="{0D108BD9-81ED-4DB2-BD59-A6C34878D82A}">
                    <a16:rowId xmlns:a16="http://schemas.microsoft.com/office/drawing/2014/main" val="2465497900"/>
                  </a:ext>
                </a:extLst>
              </a:tr>
              <a:tr h="369811">
                <a:tc vMerge="1">
                  <a:txBody>
                    <a:bodyPr/>
                    <a:lstStyle/>
                    <a:p>
                      <a:endParaRPr/>
                    </a:p>
                  </a:txBody>
                  <a:tcPr vert="vert27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a:t>dev_001</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r>
                        <a:rPr lang="en-US" sz="1200" err="1">
                          <a:solidFill>
                            <a:schemeClr val="dk1"/>
                          </a:solidFill>
                          <a:latin typeface="+mn-lt"/>
                          <a:ea typeface="+mn-ea"/>
                          <a:cs typeface="+mn-cs"/>
                        </a:rPr>
                        <a:t>ABundleSubEnvironment</a:t>
                      </a:r>
                      <a:endParaRPr lang="en-US" sz="1200">
                        <a:solidFill>
                          <a:schemeClr val="dk1"/>
                        </a:solidFill>
                        <a:latin typeface="+mn-lt"/>
                        <a:ea typeface="+mn-ea"/>
                        <a:cs typeface="+mn-cs"/>
                      </a:endParaRPr>
                    </a:p>
                  </a:txBody>
                  <a:tcPr anchor="ctr"/>
                </a:tc>
                <a:extLst>
                  <a:ext uri="{0D108BD9-81ED-4DB2-BD59-A6C34878D82A}">
                    <a16:rowId xmlns:a16="http://schemas.microsoft.com/office/drawing/2014/main" val="2561917079"/>
                  </a:ext>
                </a:extLst>
              </a:tr>
              <a:tr h="369811">
                <a:tc vMerge="1">
                  <a:txBody>
                    <a:bodyPr/>
                    <a:lstStyle/>
                    <a:p>
                      <a:pPr algn="ctr"/>
                      <a:endParaRPr lang="en-US" sz="120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a:t>dev_002</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r>
                        <a:rPr lang="en-US" sz="1200" err="1">
                          <a:solidFill>
                            <a:schemeClr val="dk1"/>
                          </a:solidFill>
                          <a:latin typeface="+mn-lt"/>
                          <a:ea typeface="+mn-ea"/>
                          <a:cs typeface="+mn-cs"/>
                        </a:rPr>
                        <a:t>ABundleSubEnvironment</a:t>
                      </a:r>
                      <a:endParaRPr lang="en-US" sz="1200"/>
                    </a:p>
                  </a:txBody>
                  <a:tcPr anchor="ctr"/>
                </a:tc>
                <a:extLst>
                  <a:ext uri="{0D108BD9-81ED-4DB2-BD59-A6C34878D82A}">
                    <a16:rowId xmlns:a16="http://schemas.microsoft.com/office/drawing/2014/main" val="3176317470"/>
                  </a:ext>
                </a:extLst>
              </a:tr>
              <a:tr h="369811">
                <a:tc vMerge="1">
                  <a:txBody>
                    <a:bodyPr/>
                    <a:lstStyle/>
                    <a:p>
                      <a:pPr algn="ctr"/>
                      <a:endParaRPr lang="en-US" sz="120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a:t>dev_003</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r>
                        <a:rPr lang="en-US" sz="1200" err="1">
                          <a:solidFill>
                            <a:schemeClr val="dk1"/>
                          </a:solidFill>
                          <a:latin typeface="+mn-lt"/>
                          <a:ea typeface="+mn-ea"/>
                          <a:cs typeface="+mn-cs"/>
                        </a:rPr>
                        <a:t>ABundleSubEnvironment</a:t>
                      </a:r>
                      <a:endParaRPr lang="en-US" sz="1200"/>
                    </a:p>
                  </a:txBody>
                  <a:tcPr anchor="ctr"/>
                </a:tc>
                <a:extLst>
                  <a:ext uri="{0D108BD9-81ED-4DB2-BD59-A6C34878D82A}">
                    <a16:rowId xmlns:a16="http://schemas.microsoft.com/office/drawing/2014/main" val="4007476698"/>
                  </a:ext>
                </a:extLst>
              </a:tr>
              <a:tr h="369811">
                <a:tc vMerge="1">
                  <a:txBody>
                    <a:bodyPr/>
                    <a:lstStyle/>
                    <a:p>
                      <a:pPr algn="ctr"/>
                      <a:endParaRPr lang="en-US" sz="120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a:t>dev_004</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r>
                        <a:rPr lang="en-US" sz="1200" err="1">
                          <a:solidFill>
                            <a:schemeClr val="dk1"/>
                          </a:solidFill>
                          <a:latin typeface="+mn-lt"/>
                          <a:ea typeface="+mn-ea"/>
                          <a:cs typeface="+mn-cs"/>
                        </a:rPr>
                        <a:t>ABundleSubEnvironment</a:t>
                      </a:r>
                      <a:endParaRPr lang="en-US" sz="1200"/>
                    </a:p>
                  </a:txBody>
                  <a:tcPr anchor="ctr"/>
                </a:tc>
                <a:extLst>
                  <a:ext uri="{0D108BD9-81ED-4DB2-BD59-A6C34878D82A}">
                    <a16:rowId xmlns:a16="http://schemas.microsoft.com/office/drawing/2014/main" val="2324984462"/>
                  </a:ext>
                </a:extLst>
              </a:tr>
              <a:tr h="369811">
                <a:tc rowSpan="3">
                  <a:txBody>
                    <a:bodyPr/>
                    <a:lstStyle/>
                    <a:p>
                      <a:pPr algn="ctr"/>
                      <a:r>
                        <a:rPr lang="en-GB" sz="1200">
                          <a:solidFill>
                            <a:schemeClr val="dk1"/>
                          </a:solidFill>
                          <a:latin typeface="+mn-lt"/>
                          <a:ea typeface="+mn-ea"/>
                          <a:cs typeface="+mn-cs"/>
                        </a:rPr>
                        <a:t>Test</a:t>
                      </a:r>
                      <a:endParaRPr lang="en-US" sz="1200">
                        <a:solidFill>
                          <a:schemeClr val="dk1"/>
                        </a:solidFill>
                        <a:latin typeface="+mn-lt"/>
                        <a:ea typeface="+mn-ea"/>
                        <a:cs typeface="+mn-cs"/>
                      </a:endParaRPr>
                    </a:p>
                  </a:txBody>
                  <a:tcPr vert="vert270" anchor="ctr"/>
                </a:tc>
                <a:tc>
                  <a:txBody>
                    <a:bodyPr/>
                    <a:lstStyle/>
                    <a:p>
                      <a:pPr algn="ctr"/>
                      <a:r>
                        <a:rPr lang="en-GB" sz="1200"/>
                        <a:t>test</a:t>
                      </a: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err="1">
                          <a:solidFill>
                            <a:schemeClr val="dk1"/>
                          </a:solidFill>
                          <a:latin typeface="+mn-lt"/>
                          <a:ea typeface="+mn-ea"/>
                          <a:cs typeface="+mn-cs"/>
                        </a:rPr>
                        <a:t>ABundleEnvironment</a:t>
                      </a:r>
                      <a:endParaRPr lang="en-US" sz="1200"/>
                    </a:p>
                  </a:txBody>
                  <a:tcPr anchor="ctr"/>
                </a:tc>
                <a:extLst>
                  <a:ext uri="{0D108BD9-81ED-4DB2-BD59-A6C34878D82A}">
                    <a16:rowId xmlns:a16="http://schemas.microsoft.com/office/drawing/2014/main" val="3642586167"/>
                  </a:ext>
                </a:extLst>
              </a:tr>
              <a:tr h="369811">
                <a:tc vMerge="1">
                  <a:txBody>
                    <a:bodyPr/>
                    <a:lstStyle/>
                    <a:p>
                      <a:endParaRPr/>
                    </a:p>
                  </a:txBody>
                  <a:tcPr vert="vert270" anchor="ctr"/>
                </a:tc>
                <a:tc>
                  <a:txBody>
                    <a:bodyPr/>
                    <a:lstStyle/>
                    <a:p>
                      <a:pPr algn="ctr"/>
                      <a:r>
                        <a:rPr lang="en-GB" sz="1200"/>
                        <a:t>test_001</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r>
                        <a:rPr lang="en-US" sz="1200" err="1">
                          <a:solidFill>
                            <a:schemeClr val="dk1"/>
                          </a:solidFill>
                          <a:latin typeface="+mn-lt"/>
                          <a:ea typeface="+mn-ea"/>
                          <a:cs typeface="+mn-cs"/>
                        </a:rPr>
                        <a:t>ABundleSubEnvironment</a:t>
                      </a:r>
                      <a:endParaRPr lang="en-US" sz="1200"/>
                    </a:p>
                  </a:txBody>
                  <a:tcPr anchor="ctr"/>
                </a:tc>
                <a:extLst>
                  <a:ext uri="{0D108BD9-81ED-4DB2-BD59-A6C34878D82A}">
                    <a16:rowId xmlns:a16="http://schemas.microsoft.com/office/drawing/2014/main" val="753369630"/>
                  </a:ext>
                </a:extLst>
              </a:tr>
              <a:tr h="369811">
                <a:tc vMerge="1">
                  <a:txBody>
                    <a:bodyPr/>
                    <a:lstStyle/>
                    <a:p>
                      <a:pPr algn="ctr"/>
                      <a:endParaRPr lang="en-US" sz="1200"/>
                    </a:p>
                  </a:txBody>
                  <a:tcPr anchor="ctr"/>
                </a:tc>
                <a:tc>
                  <a:txBody>
                    <a:bodyPr/>
                    <a:lstStyle/>
                    <a:p>
                      <a:pPr algn="ctr"/>
                      <a:r>
                        <a:rPr lang="en-GB" sz="1200"/>
                        <a:t>test_002</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r>
                        <a:rPr lang="en-US" sz="1200" err="1">
                          <a:solidFill>
                            <a:schemeClr val="dk1"/>
                          </a:solidFill>
                          <a:latin typeface="+mn-lt"/>
                          <a:ea typeface="+mn-ea"/>
                          <a:cs typeface="+mn-cs"/>
                        </a:rPr>
                        <a:t>ABundleSubEnvironment</a:t>
                      </a:r>
                      <a:endParaRPr lang="en-US" sz="1200"/>
                    </a:p>
                  </a:txBody>
                  <a:tcPr anchor="ctr"/>
                </a:tc>
                <a:extLst>
                  <a:ext uri="{0D108BD9-81ED-4DB2-BD59-A6C34878D82A}">
                    <a16:rowId xmlns:a16="http://schemas.microsoft.com/office/drawing/2014/main" val="334380096"/>
                  </a:ext>
                </a:extLst>
              </a:tr>
              <a:tr h="401220">
                <a:tc>
                  <a:txBody>
                    <a:bodyPr/>
                    <a:lstStyle/>
                    <a:p>
                      <a:pPr algn="ctr"/>
                      <a:r>
                        <a:rPr lang="en-GB" sz="1200">
                          <a:solidFill>
                            <a:schemeClr val="dk1"/>
                          </a:solidFill>
                          <a:latin typeface="+mn-lt"/>
                          <a:ea typeface="+mn-ea"/>
                          <a:cs typeface="+mn-cs"/>
                        </a:rPr>
                        <a:t>Prod</a:t>
                      </a:r>
                      <a:endParaRPr lang="en-US" sz="1200">
                        <a:solidFill>
                          <a:schemeClr val="dk1"/>
                        </a:solidFill>
                        <a:latin typeface="+mn-lt"/>
                        <a:ea typeface="+mn-ea"/>
                        <a:cs typeface="+mn-cs"/>
                      </a:endParaRPr>
                    </a:p>
                  </a:txBody>
                  <a:tcPr vert="vert270" anchor="ctr"/>
                </a:tc>
                <a:tc>
                  <a:txBody>
                    <a:bodyPr/>
                    <a:lstStyle/>
                    <a:p>
                      <a:pPr algn="ctr"/>
                      <a:r>
                        <a:rPr lang="en-GB" sz="1200"/>
                        <a:t>prod</a:t>
                      </a:r>
                    </a:p>
                  </a:txBody>
                  <a:tcPr anchor="ctr"/>
                </a:tc>
                <a:tc>
                  <a:txBody>
                    <a:bodyPr/>
                    <a:lstStyle/>
                    <a:p>
                      <a:pPr algn="ctr"/>
                      <a:r>
                        <a:rPr lang="en-US" sz="1200">
                          <a:sym typeface="Wingdings" panose="05000000000000000000" pitchFamily="2" charset="2"/>
                        </a:rPr>
                        <a:t></a:t>
                      </a:r>
                      <a:endParaRPr lang="en-GB"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r>
                        <a:rPr lang="en-US" sz="1200">
                          <a:sym typeface="Wingdings" panose="05000000000000000000" pitchFamily="2" charset="2"/>
                        </a:rPr>
                        <a:t></a:t>
                      </a:r>
                      <a:endParaRPr lang="en-US" sz="1200"/>
                    </a:p>
                  </a:txBody>
                  <a:tcPr anchor="ctr"/>
                </a:tc>
                <a:tc>
                  <a:txBody>
                    <a:bodyPr/>
                    <a:lstStyle/>
                    <a:p>
                      <a:pPr algn="ctr"/>
                      <a:r>
                        <a:rPr lang="en-US" sz="1200" err="1">
                          <a:solidFill>
                            <a:schemeClr val="dk1"/>
                          </a:solidFill>
                          <a:latin typeface="+mn-lt"/>
                          <a:ea typeface="+mn-ea"/>
                          <a:cs typeface="+mn-cs"/>
                        </a:rPr>
                        <a:t>ABundleEnvironment</a:t>
                      </a:r>
                      <a:r>
                        <a:rPr lang="en-GB" sz="1200"/>
                        <a:t> and </a:t>
                      </a:r>
                    </a:p>
                    <a:p>
                      <a:pPr algn="ctr"/>
                      <a:r>
                        <a:rPr lang="en-US" sz="1200" err="1">
                          <a:solidFill>
                            <a:schemeClr val="dk1"/>
                          </a:solidFill>
                          <a:latin typeface="+mn-lt"/>
                          <a:ea typeface="+mn-ea"/>
                          <a:cs typeface="+mn-cs"/>
                        </a:rPr>
                        <a:t>ABundleSubEnvironment</a:t>
                      </a:r>
                      <a:endParaRPr lang="en-US" sz="1200"/>
                    </a:p>
                  </a:txBody>
                  <a:tcPr anchor="ctr"/>
                </a:tc>
                <a:extLst>
                  <a:ext uri="{0D108BD9-81ED-4DB2-BD59-A6C34878D82A}">
                    <a16:rowId xmlns:a16="http://schemas.microsoft.com/office/drawing/2014/main" val="3129693467"/>
                  </a:ext>
                </a:extLst>
              </a:tr>
            </a:tbl>
          </a:graphicData>
        </a:graphic>
      </p:graphicFrame>
    </p:spTree>
    <p:extLst>
      <p:ext uri="{BB962C8B-B14F-4D97-AF65-F5344CB8AC3E}">
        <p14:creationId xmlns:p14="http://schemas.microsoft.com/office/powerpoint/2010/main" val="2805901911"/>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5FADB-5D14-483A-2B29-096062B7F1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B48A673-ADC9-51FA-2686-4320FDF3D71E}"/>
              </a:ext>
            </a:extLst>
          </p:cNvPr>
          <p:cNvSpPr txBox="1"/>
          <p:nvPr/>
        </p:nvSpPr>
        <p:spPr>
          <a:xfrm>
            <a:off x="685800" y="266700"/>
            <a:ext cx="8253234" cy="707886"/>
          </a:xfrm>
          <a:prstGeom prst="rect">
            <a:avLst/>
          </a:prstGeom>
          <a:noFill/>
        </p:spPr>
        <p:txBody>
          <a:bodyPr wrap="square">
            <a:spAutoFit/>
          </a:bodyPr>
          <a:lstStyle/>
          <a:p>
            <a:pPr marL="0" marR="0">
              <a:spcBef>
                <a:spcPts val="0"/>
              </a:spcBef>
              <a:spcAft>
                <a:spcPts val="0"/>
              </a:spcAft>
            </a:pPr>
            <a:r>
              <a:rPr lang="en-US" sz="4000" b="1">
                <a:solidFill>
                  <a:schemeClr val="bg1"/>
                </a:solidFill>
                <a:latin typeface="Calibri" panose="020F0502020204030204" pitchFamily="34" charset="0"/>
              </a:rPr>
              <a:t>Solution design – Asset Bundles</a:t>
            </a:r>
          </a:p>
        </p:txBody>
      </p:sp>
      <p:sp>
        <p:nvSpPr>
          <p:cNvPr id="5" name="TextBox 4">
            <a:extLst>
              <a:ext uri="{FF2B5EF4-FFF2-40B4-BE49-F238E27FC236}">
                <a16:creationId xmlns:a16="http://schemas.microsoft.com/office/drawing/2014/main" id="{4D32D264-EE5A-7854-D3BD-0ACD562E5A82}"/>
              </a:ext>
            </a:extLst>
          </p:cNvPr>
          <p:cNvSpPr txBox="1"/>
          <p:nvPr/>
        </p:nvSpPr>
        <p:spPr>
          <a:xfrm>
            <a:off x="3845606" y="1709159"/>
            <a:ext cx="7058827" cy="341632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GB"/>
              <a:t>1 folder for each of the asset bundles with the respective configuration file (</a:t>
            </a:r>
            <a:r>
              <a:rPr lang="en-GB" err="1"/>
              <a:t>databricks.yml</a:t>
            </a:r>
            <a:r>
              <a:rPr lang="en-GB"/>
              <a:t>) </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1 sub-folder with the resources configuration (1 .</a:t>
            </a:r>
            <a:r>
              <a:rPr lang="en-GB" err="1"/>
              <a:t>yml</a:t>
            </a:r>
            <a:r>
              <a:rPr lang="en-GB"/>
              <a:t> file for each job and/or pipeline)</a:t>
            </a:r>
          </a:p>
          <a:p>
            <a:endParaRPr lang="en-GB"/>
          </a:p>
          <a:p>
            <a:pPr marL="285750" indent="-285750">
              <a:buFont typeface="Arial" panose="020B0604020202020204" pitchFamily="34" charset="0"/>
              <a:buChar char="•"/>
            </a:pPr>
            <a:r>
              <a:rPr lang="en-GB"/>
              <a:t>1 sub-folder with the notebooks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err="1"/>
              <a:t>ABundleEnvironment</a:t>
            </a:r>
            <a:r>
              <a:rPr lang="en-US"/>
              <a:t> will contain all the artifacts (notebooks, jobs and pipelines) for DLTs, maintenance, </a:t>
            </a:r>
            <a:r>
              <a:rPr lang="en-US" err="1"/>
              <a:t>init</a:t>
            </a:r>
            <a:r>
              <a:rPr lang="en-US"/>
              <a:t> and EventHub related</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ABundleSubEnvironment will contain all the remaining artifacts </a:t>
            </a:r>
            <a:endParaRPr lang="en-US">
              <a:ea typeface="Calibri"/>
              <a:cs typeface="Calibri"/>
            </a:endParaRPr>
          </a:p>
        </p:txBody>
      </p:sp>
      <p:pic>
        <p:nvPicPr>
          <p:cNvPr id="2" name="Picture 1">
            <a:extLst>
              <a:ext uri="{FF2B5EF4-FFF2-40B4-BE49-F238E27FC236}">
                <a16:creationId xmlns:a16="http://schemas.microsoft.com/office/drawing/2014/main" id="{C9F5828B-15E1-8CC9-B3F6-CD6FF7B77498}"/>
              </a:ext>
            </a:extLst>
          </p:cNvPr>
          <p:cNvPicPr>
            <a:picLocks noChangeAspect="1"/>
          </p:cNvPicPr>
          <p:nvPr/>
        </p:nvPicPr>
        <p:blipFill>
          <a:blip r:embed="rId2"/>
          <a:stretch>
            <a:fillRect/>
          </a:stretch>
        </p:blipFill>
        <p:spPr>
          <a:xfrm>
            <a:off x="687841" y="1712006"/>
            <a:ext cx="2769961" cy="2227490"/>
          </a:xfrm>
          <a:prstGeom prst="rect">
            <a:avLst/>
          </a:prstGeom>
        </p:spPr>
      </p:pic>
    </p:spTree>
    <p:extLst>
      <p:ext uri="{BB962C8B-B14F-4D97-AF65-F5344CB8AC3E}">
        <p14:creationId xmlns:p14="http://schemas.microsoft.com/office/powerpoint/2010/main" val="2365996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31D05-827F-E04B-B296-54B48BCBDFB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167E41-CEEE-3EFC-0987-0BE809FCBAC3}"/>
              </a:ext>
            </a:extLst>
          </p:cNvPr>
          <p:cNvSpPr txBox="1"/>
          <p:nvPr/>
        </p:nvSpPr>
        <p:spPr>
          <a:xfrm>
            <a:off x="685800" y="266700"/>
            <a:ext cx="8253234" cy="707886"/>
          </a:xfrm>
          <a:prstGeom prst="rect">
            <a:avLst/>
          </a:prstGeom>
          <a:noFill/>
        </p:spPr>
        <p:txBody>
          <a:bodyPr wrap="square">
            <a:spAutoFit/>
          </a:bodyPr>
          <a:lstStyle/>
          <a:p>
            <a:pPr marL="0" marR="0">
              <a:spcBef>
                <a:spcPts val="0"/>
              </a:spcBef>
              <a:spcAft>
                <a:spcPts val="0"/>
              </a:spcAft>
            </a:pPr>
            <a:r>
              <a:rPr lang="en-US" sz="4000" b="1">
                <a:solidFill>
                  <a:schemeClr val="bg1"/>
                </a:solidFill>
                <a:effectLst/>
                <a:latin typeface="Calibri" panose="020F0502020204030204" pitchFamily="34" charset="0"/>
              </a:rPr>
              <a:t>Solution design - </a:t>
            </a:r>
            <a:r>
              <a:rPr lang="en-US" sz="4000" b="1" err="1">
                <a:solidFill>
                  <a:schemeClr val="bg1"/>
                </a:solidFill>
                <a:effectLst/>
                <a:latin typeface="Calibri" panose="020F0502020204030204" pitchFamily="34" charset="0"/>
              </a:rPr>
              <a:t>Devops</a:t>
            </a:r>
            <a:endParaRPr lang="en-US" sz="4000" b="1">
              <a:solidFill>
                <a:schemeClr val="bg1"/>
              </a:solidFill>
              <a:latin typeface="Calibri" panose="020F0502020204030204" pitchFamily="34" charset="0"/>
            </a:endParaRPr>
          </a:p>
        </p:txBody>
      </p:sp>
      <p:sp>
        <p:nvSpPr>
          <p:cNvPr id="2" name="TextBox 1">
            <a:extLst>
              <a:ext uri="{FF2B5EF4-FFF2-40B4-BE49-F238E27FC236}">
                <a16:creationId xmlns:a16="http://schemas.microsoft.com/office/drawing/2014/main" id="{2DAAE538-9ED0-32C6-566F-478C47DF2882}"/>
              </a:ext>
            </a:extLst>
          </p:cNvPr>
          <p:cNvSpPr txBox="1"/>
          <p:nvPr/>
        </p:nvSpPr>
        <p:spPr>
          <a:xfrm>
            <a:off x="685800" y="1360731"/>
            <a:ext cx="10585764" cy="5078313"/>
          </a:xfrm>
          <a:prstGeom prst="rect">
            <a:avLst/>
          </a:prstGeom>
          <a:noFill/>
        </p:spPr>
        <p:txBody>
          <a:bodyPr wrap="square" rtlCol="0">
            <a:spAutoFit/>
          </a:bodyPr>
          <a:lstStyle/>
          <a:p>
            <a:pPr marL="285750" indent="-285750">
              <a:buFont typeface="Arial" panose="020B0604020202020204" pitchFamily="34" charset="0"/>
              <a:buChar char="•"/>
            </a:pPr>
            <a:r>
              <a:rPr lang="en-GB"/>
              <a:t>Create an extra repository for </a:t>
            </a:r>
            <a:r>
              <a:rPr lang="en-US"/>
              <a:t>notebooks, jobs and pipelines related with DLTs, maintenance, </a:t>
            </a:r>
            <a:r>
              <a:rPr lang="en-US" err="1"/>
              <a:t>init</a:t>
            </a:r>
            <a:r>
              <a:rPr lang="en-US"/>
              <a:t> and EventHub. This repository will be the environment level as explained before. The existing repositories will be used as sub environment levels.</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In terms of </a:t>
            </a:r>
            <a:r>
              <a:rPr lang="en-GB" err="1"/>
              <a:t>devops</a:t>
            </a:r>
            <a:r>
              <a:rPr lang="en-GB"/>
              <a:t> pipelines the structure will be the following:</a:t>
            </a:r>
          </a:p>
          <a:p>
            <a:pPr marL="742950" lvl="1" indent="-285750">
              <a:buFont typeface="Arial" panose="020B0604020202020204" pitchFamily="34" charset="0"/>
              <a:buChar char="•"/>
            </a:pPr>
            <a:r>
              <a:rPr lang="en-GB"/>
              <a:t>2 pipelines for development (1 for dev (</a:t>
            </a:r>
            <a:r>
              <a:rPr lang="en-US" sz="1800" err="1">
                <a:effectLst/>
                <a:latin typeface="Segoe UI" panose="020B0502040204020203" pitchFamily="34" charset="0"/>
              </a:rPr>
              <a:t>ABundleEnvironment</a:t>
            </a:r>
            <a:r>
              <a:rPr lang="en-GB"/>
              <a:t>) and another for dev_001, dev_002, dev_003 and dev_004 (</a:t>
            </a:r>
            <a:r>
              <a:rPr lang="en-US" sz="1800" err="1">
                <a:effectLst/>
                <a:latin typeface="Segoe UI" panose="020B0502040204020203" pitchFamily="34" charset="0"/>
              </a:rPr>
              <a:t>ABundleSubEnvironment</a:t>
            </a:r>
            <a:r>
              <a:rPr lang="en-GB"/>
              <a:t>))</a:t>
            </a:r>
          </a:p>
          <a:p>
            <a:pPr marL="742950" lvl="1" indent="-285750">
              <a:buFont typeface="Arial" panose="020B0604020202020204" pitchFamily="34" charset="0"/>
              <a:buChar char="•"/>
            </a:pPr>
            <a:r>
              <a:rPr lang="en-GB"/>
              <a:t>2 pipelines for test and production (1 for test and prod (</a:t>
            </a:r>
            <a:r>
              <a:rPr lang="en-US" sz="1800" err="1">
                <a:effectLst/>
                <a:latin typeface="Segoe UI" panose="020B0502040204020203" pitchFamily="34" charset="0"/>
              </a:rPr>
              <a:t>ABundleEnvironment</a:t>
            </a:r>
            <a:r>
              <a:rPr lang="en-GB"/>
              <a:t>) and another for test_001, test_002 and prod (</a:t>
            </a:r>
            <a:r>
              <a:rPr lang="en-US" sz="1800" err="1">
                <a:effectLst/>
                <a:latin typeface="Segoe UI" panose="020B0502040204020203" pitchFamily="34" charset="0"/>
              </a:rPr>
              <a:t>ABundleSubEnvironment</a:t>
            </a:r>
            <a:r>
              <a:rPr lang="en-GB"/>
              <a:t>))</a:t>
            </a:r>
          </a:p>
          <a:p>
            <a:endParaRPr lang="en-GB"/>
          </a:p>
          <a:p>
            <a:pPr marL="285750" indent="-285750">
              <a:buFont typeface="Arial" panose="020B0604020202020204" pitchFamily="34" charset="0"/>
              <a:buChar char="•"/>
            </a:pPr>
            <a:r>
              <a:rPr lang="en-GB"/>
              <a:t>The pipelines will be similar to the already existing ones, creating an artifact with a copy of the asset bundle folder which will only contain the relevant objects for the environment or sub environment.</a:t>
            </a:r>
          </a:p>
          <a:p>
            <a:endParaRPr lang="en-US"/>
          </a:p>
          <a:p>
            <a:pPr marL="285750" indent="-285750">
              <a:buFont typeface="Arial" panose="020B0604020202020204" pitchFamily="34" charset="0"/>
              <a:buChar char="•"/>
            </a:pPr>
            <a:r>
              <a:rPr lang="en-US"/>
              <a:t>The releases will also be similar to the existing ones, deploying in the correct environments or sub environments by validating and deploying the asset bundle in the artifact created in the pipelines.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Developers will not need to get out the entire branch in </a:t>
            </a:r>
            <a:r>
              <a:rPr lang="en-US" err="1"/>
              <a:t>databricks</a:t>
            </a:r>
            <a:r>
              <a:rPr lang="en-US"/>
              <a:t>, they would do a sparse checkout for the notebooks folder down.</a:t>
            </a:r>
          </a:p>
        </p:txBody>
      </p:sp>
    </p:spTree>
    <p:extLst>
      <p:ext uri="{BB962C8B-B14F-4D97-AF65-F5344CB8AC3E}">
        <p14:creationId xmlns:p14="http://schemas.microsoft.com/office/powerpoint/2010/main" val="12623388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1676895BF7FFF4BB12004E08A7F8030" ma:contentTypeVersion="17" ma:contentTypeDescription="Create a new document." ma:contentTypeScope="" ma:versionID="6ccba9e78a7d7aff60f7d655e50dbd5b">
  <xsd:schema xmlns:xsd="http://www.w3.org/2001/XMLSchema" xmlns:xs="http://www.w3.org/2001/XMLSchema" xmlns:p="http://schemas.microsoft.com/office/2006/metadata/properties" xmlns:ns2="c2e88ccc-cbbe-46fe-a823-a677cb74174f" xmlns:ns3="a0e77d89-447a-4ff5-aee4-b0e5ec8cd825" targetNamespace="http://schemas.microsoft.com/office/2006/metadata/properties" ma:root="true" ma:fieldsID="23f9ff10cec6b293fd39c677f179d298" ns2:_="" ns3:_="">
    <xsd:import namespace="c2e88ccc-cbbe-46fe-a823-a677cb74174f"/>
    <xsd:import namespace="a0e77d89-447a-4ff5-aee4-b0e5ec8cd8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e88ccc-cbbe-46fe-a823-a677cb7417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b1f1a22-d11f-4f8a-804a-f9df9b68866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0e77d89-447a-4ff5-aee4-b0e5ec8cd82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7087cc7-660c-4a12-9f7f-b66306384599}" ma:internalName="TaxCatchAll" ma:showField="CatchAllData" ma:web="a0e77d89-447a-4ff5-aee4-b0e5ec8cd8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2e88ccc-cbbe-46fe-a823-a677cb74174f">
      <Terms xmlns="http://schemas.microsoft.com/office/infopath/2007/PartnerControls"/>
    </lcf76f155ced4ddcb4097134ff3c332f>
    <TaxCatchAll xmlns="a0e77d89-447a-4ff5-aee4-b0e5ec8cd825" xsi:nil="true"/>
  </documentManagement>
</p:properties>
</file>

<file path=customXml/itemProps1.xml><?xml version="1.0" encoding="utf-8"?>
<ds:datastoreItem xmlns:ds="http://schemas.openxmlformats.org/officeDocument/2006/customXml" ds:itemID="{CFF34C97-DD83-4101-BE9A-572632A27A5F}">
  <ds:schemaRefs>
    <ds:schemaRef ds:uri="http://schemas.microsoft.com/sharepoint/v3/contenttype/forms"/>
  </ds:schemaRefs>
</ds:datastoreItem>
</file>

<file path=customXml/itemProps2.xml><?xml version="1.0" encoding="utf-8"?>
<ds:datastoreItem xmlns:ds="http://schemas.openxmlformats.org/officeDocument/2006/customXml" ds:itemID="{68FB2464-9595-4DA3-A220-B240E887EBFC}">
  <ds:schemaRefs>
    <ds:schemaRef ds:uri="a0e77d89-447a-4ff5-aee4-b0e5ec8cd825"/>
    <ds:schemaRef ds:uri="c2e88ccc-cbbe-46fe-a823-a677cb7417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8E07C5D-40C2-45B0-915F-B93EEB7160C7}">
  <ds:schemaRefs>
    <ds:schemaRef ds:uri="a0e77d89-447a-4ff5-aee4-b0e5ec8cd825"/>
    <ds:schemaRef ds:uri="c2e88ccc-cbbe-46fe-a823-a677cb74174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Palmer, Amanda</dc:creator>
  <cp:revision>1</cp:revision>
  <dcterms:created xsi:type="dcterms:W3CDTF">2021-06-25T12:50:25Z</dcterms:created>
  <dcterms:modified xsi:type="dcterms:W3CDTF">2025-05-01T14:14:13Z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2021-06-25T00:00:00Z</vt:filetime>
  </property>
  <property fmtid="{D5CDD505-2E9C-101B-9397-08002B2CF9AE}" pid="3" name="Creator">
    <vt:lpwstr>Adobe InDesign 16.2 (Macintosh)</vt:lpwstr>
  </property>
  <property fmtid="{D5CDD505-2E9C-101B-9397-08002B2CF9AE}" pid="4" name="LastSaved">
    <vt:filetime>2021-06-25T00:00:00Z</vt:filetime>
  </property>
  <property fmtid="{D5CDD505-2E9C-101B-9397-08002B2CF9AE}" pid="5" name="ContentTypeId">
    <vt:lpwstr>0x01010061676895BF7FFF4BB12004E08A7F8030</vt:lpwstr>
  </property>
  <property fmtid="{D5CDD505-2E9C-101B-9397-08002B2CF9AE}" pid="6" name="MediaServiceImageTags">
    <vt:lpwstr/>
  </property>
  <property fmtid="{D5CDD505-2E9C-101B-9397-08002B2CF9AE}" pid="7" name="MSIP_Label_5b5832c2-122e-4c56-85a9-bc2fa83b9933_Enabled">
    <vt:lpwstr>true</vt:lpwstr>
  </property>
  <property fmtid="{D5CDD505-2E9C-101B-9397-08002B2CF9AE}" pid="8" name="MSIP_Label_5b5832c2-122e-4c56-85a9-bc2fa83b9933_SetDate">
    <vt:lpwstr>2025-04-04T09:42:49Z</vt:lpwstr>
  </property>
  <property fmtid="{D5CDD505-2E9C-101B-9397-08002B2CF9AE}" pid="9" name="MSIP_Label_5b5832c2-122e-4c56-85a9-bc2fa83b9933_Method">
    <vt:lpwstr>Privileged</vt:lpwstr>
  </property>
  <property fmtid="{D5CDD505-2E9C-101B-9397-08002B2CF9AE}" pid="10" name="MSIP_Label_5b5832c2-122e-4c56-85a9-bc2fa83b9933_Name">
    <vt:lpwstr>General</vt:lpwstr>
  </property>
  <property fmtid="{D5CDD505-2E9C-101B-9397-08002B2CF9AE}" pid="11" name="MSIP_Label_5b5832c2-122e-4c56-85a9-bc2fa83b9933_SiteId">
    <vt:lpwstr>89a64c04-5070-4bae-a1ed-e9639497e1b7</vt:lpwstr>
  </property>
  <property fmtid="{D5CDD505-2E9C-101B-9397-08002B2CF9AE}" pid="12" name="MSIP_Label_5b5832c2-122e-4c56-85a9-bc2fa83b9933_ActionId">
    <vt:lpwstr>6e53f7f6-7e69-4db2-8843-c0327cc1f4c9</vt:lpwstr>
  </property>
  <property fmtid="{D5CDD505-2E9C-101B-9397-08002B2CF9AE}" pid="13" name="MSIP_Label_5b5832c2-122e-4c56-85a9-bc2fa83b9933_ContentBits">
    <vt:lpwstr>0</vt:lpwstr>
  </property>
</Properties>
</file>