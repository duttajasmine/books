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8.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9.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6" r:id="rId4"/>
    <p:sldMasterId id="2147483687" r:id="rId5"/>
    <p:sldMasterId id="2147483696" r:id="rId6"/>
    <p:sldMasterId id="2147483712" r:id="rId7"/>
    <p:sldMasterId id="2147483719" r:id="rId8"/>
    <p:sldMasterId id="2147483762" r:id="rId9"/>
    <p:sldMasterId id="2147483725" r:id="rId10"/>
    <p:sldMasterId id="2147483770" r:id="rId11"/>
    <p:sldMasterId id="2147483779" r:id="rId12"/>
    <p:sldMasterId id="2147483793" r:id="rId13"/>
  </p:sldMasterIdLst>
  <p:notesMasterIdLst>
    <p:notesMasterId r:id="rId38"/>
  </p:notesMasterIdLst>
  <p:sldIdLst>
    <p:sldId id="256" r:id="rId14"/>
    <p:sldId id="2147481653" r:id="rId15"/>
    <p:sldId id="2147481648" r:id="rId16"/>
    <p:sldId id="2147481649" r:id="rId17"/>
    <p:sldId id="2147481650" r:id="rId18"/>
    <p:sldId id="2147481654" r:id="rId19"/>
    <p:sldId id="2147481651" r:id="rId20"/>
    <p:sldId id="2147481652" r:id="rId21"/>
    <p:sldId id="2147481655" r:id="rId22"/>
    <p:sldId id="2147481658" r:id="rId23"/>
    <p:sldId id="2147481660" r:id="rId24"/>
    <p:sldId id="2147481656" r:id="rId25"/>
    <p:sldId id="2147481661" r:id="rId26"/>
    <p:sldId id="2147481662" r:id="rId27"/>
    <p:sldId id="2147481663" r:id="rId28"/>
    <p:sldId id="2147481664" r:id="rId29"/>
    <p:sldId id="2147481665" r:id="rId30"/>
    <p:sldId id="2147481666" r:id="rId31"/>
    <p:sldId id="2147481667" r:id="rId32"/>
    <p:sldId id="259" r:id="rId33"/>
    <p:sldId id="282" r:id="rId34"/>
    <p:sldId id="283" r:id="rId35"/>
    <p:sldId id="284" r:id="rId36"/>
    <p:sldId id="285" r:id="rId3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85DC46-EBB1-F58D-7087-8C3CBAEC32C7}" name="Lo, Yuk Ying Amy" initials="" userId="S::YukYingAmy.Lo@canopius.com::39caf07b-10f3-46d2-9c82-d667913243af" providerId="AD"/>
  <p188:author id="{F447915D-086F-7AE7-8C44-94AD71A93C1A}" name="Sara Bogin" initials="SB" userId="Sara Bogin" providerId="None"/>
  <p188:author id="{D122DB6E-63EF-F85C-DB19-00759F43FA25}" name="Pugh, Maddy" initials="PM" userId="S::maddy.pugh@canopius.com::f87e95f0-2993-44c0-8ecd-7d06707c37e3" providerId="AD"/>
  <p188:author id="{07D103C9-A20A-B3A6-C88A-EB128E55BA38}" name="Luscombe, Jess" initials="JL" userId="S::Jess.Luscombe@canopius.com::e2d6d1a9-2555-4f2c-b1af-22717a3a5ef8" providerId="AD"/>
  <p188:author id="{EB9CB6EE-5F73-3079-C8D4-E6D4DBB5441B}" name="Retief, Monique" initials="RM" userId="S::Monique.Retief@canopius.com::1ac3837d-1108-4447-a282-009bcce10ce7" providerId="AD"/>
  <p188:author id="{10B293F5-2EC0-74F7-0EC8-9035BBB8C478}" name="Webster, Tom" initials="" userId="S::Tom.Webster.Prudent@canopius.com::5ca1850c-5ef5-4dc1-855c-4ced6b32052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289"/>
    <a:srgbClr val="CD2883"/>
    <a:srgbClr val="4472C4"/>
    <a:srgbClr val="E4017E"/>
    <a:srgbClr val="D23D8F"/>
    <a:srgbClr val="FFC000"/>
    <a:srgbClr val="2E75B6"/>
    <a:srgbClr val="921168"/>
    <a:srgbClr val="7F7F7F"/>
    <a:srgbClr val="2A27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540310-C123-FEAD-5892-ADF31A6AC547}" v="29" dt="2025-09-22T14:34:46.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presProps" Target="presProps.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notesMaster" Target="notesMasters/notesMaster1.xml"/><Relationship Id="rId20" Type="http://schemas.openxmlformats.org/officeDocument/2006/relationships/slide" Target="slides/slide7.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bster, Tom" userId="5ca1850c-5ef5-4dc1-855c-4ced6b32052c" providerId="ADAL" clId="{F3FE5590-0664-483A-B0F4-7510FF0536CC}"/>
    <pc:docChg chg="undo custSel addSld delSld modSld">
      <pc:chgData name="Webster, Tom" userId="5ca1850c-5ef5-4dc1-855c-4ced6b32052c" providerId="ADAL" clId="{F3FE5590-0664-483A-B0F4-7510FF0536CC}" dt="2025-09-17T14:21:33.036" v="2444"/>
      <pc:docMkLst>
        <pc:docMk/>
      </pc:docMkLst>
      <pc:sldChg chg="modSp mod">
        <pc:chgData name="Webster, Tom" userId="5ca1850c-5ef5-4dc1-855c-4ced6b32052c" providerId="ADAL" clId="{F3FE5590-0664-483A-B0F4-7510FF0536CC}" dt="2025-09-16T17:02:45.336" v="81" actId="20577"/>
        <pc:sldMkLst>
          <pc:docMk/>
          <pc:sldMk cId="1588029860" sldId="256"/>
        </pc:sldMkLst>
        <pc:spChg chg="mod">
          <ac:chgData name="Webster, Tom" userId="5ca1850c-5ef5-4dc1-855c-4ced6b32052c" providerId="ADAL" clId="{F3FE5590-0664-483A-B0F4-7510FF0536CC}" dt="2025-09-16T17:02:26.991" v="15" actId="20577"/>
          <ac:spMkLst>
            <pc:docMk/>
            <pc:sldMk cId="1588029860" sldId="256"/>
            <ac:spMk id="2" creationId="{8EA66AC9-B4F0-4C9E-B13A-73FB42FB5498}"/>
          </ac:spMkLst>
        </pc:spChg>
        <pc:spChg chg="mod">
          <ac:chgData name="Webster, Tom" userId="5ca1850c-5ef5-4dc1-855c-4ced6b32052c" providerId="ADAL" clId="{F3FE5590-0664-483A-B0F4-7510FF0536CC}" dt="2025-09-16T17:02:32.520" v="29" actId="20577"/>
          <ac:spMkLst>
            <pc:docMk/>
            <pc:sldMk cId="1588029860" sldId="256"/>
            <ac:spMk id="3" creationId="{754621B5-4B2D-47F9-954C-BD9A729B7F9A}"/>
          </ac:spMkLst>
        </pc:spChg>
        <pc:spChg chg="mod">
          <ac:chgData name="Webster, Tom" userId="5ca1850c-5ef5-4dc1-855c-4ced6b32052c" providerId="ADAL" clId="{F3FE5590-0664-483A-B0F4-7510FF0536CC}" dt="2025-09-16T17:02:45.336" v="81" actId="20577"/>
          <ac:spMkLst>
            <pc:docMk/>
            <pc:sldMk cId="1588029860" sldId="256"/>
            <ac:spMk id="4" creationId="{26D0D9F7-4553-4231-AE3C-3213E42D315F}"/>
          </ac:spMkLst>
        </pc:spChg>
      </pc:sldChg>
      <pc:sldChg chg="add del">
        <pc:chgData name="Webster, Tom" userId="5ca1850c-5ef5-4dc1-855c-4ced6b32052c" providerId="ADAL" clId="{F3FE5590-0664-483A-B0F4-7510FF0536CC}" dt="2025-09-17T14:21:33.036" v="2444"/>
        <pc:sldMkLst>
          <pc:docMk/>
          <pc:sldMk cId="1050653502" sldId="259"/>
        </pc:sldMkLst>
      </pc:sldChg>
      <pc:sldChg chg="add del">
        <pc:chgData name="Webster, Tom" userId="5ca1850c-5ef5-4dc1-855c-4ced6b32052c" providerId="ADAL" clId="{F3FE5590-0664-483A-B0F4-7510FF0536CC}" dt="2025-09-17T14:21:33.036" v="2444"/>
        <pc:sldMkLst>
          <pc:docMk/>
          <pc:sldMk cId="2831929781" sldId="282"/>
        </pc:sldMkLst>
      </pc:sldChg>
      <pc:sldChg chg="add del">
        <pc:chgData name="Webster, Tom" userId="5ca1850c-5ef5-4dc1-855c-4ced6b32052c" providerId="ADAL" clId="{F3FE5590-0664-483A-B0F4-7510FF0536CC}" dt="2025-09-17T14:21:33.036" v="2444"/>
        <pc:sldMkLst>
          <pc:docMk/>
          <pc:sldMk cId="1286411382" sldId="283"/>
        </pc:sldMkLst>
      </pc:sldChg>
      <pc:sldChg chg="add del">
        <pc:chgData name="Webster, Tom" userId="5ca1850c-5ef5-4dc1-855c-4ced6b32052c" providerId="ADAL" clId="{F3FE5590-0664-483A-B0F4-7510FF0536CC}" dt="2025-09-17T14:21:33.036" v="2444"/>
        <pc:sldMkLst>
          <pc:docMk/>
          <pc:sldMk cId="1181874937" sldId="284"/>
        </pc:sldMkLst>
      </pc:sldChg>
      <pc:sldChg chg="add del">
        <pc:chgData name="Webster, Tom" userId="5ca1850c-5ef5-4dc1-855c-4ced6b32052c" providerId="ADAL" clId="{F3FE5590-0664-483A-B0F4-7510FF0536CC}" dt="2025-09-17T14:21:33.036" v="2444"/>
        <pc:sldMkLst>
          <pc:docMk/>
          <pc:sldMk cId="878265762" sldId="285"/>
        </pc:sldMkLst>
      </pc:sldChg>
      <pc:sldChg chg="addSp delSp modSp mod">
        <pc:chgData name="Webster, Tom" userId="5ca1850c-5ef5-4dc1-855c-4ced6b32052c" providerId="ADAL" clId="{F3FE5590-0664-483A-B0F4-7510FF0536CC}" dt="2025-09-16T17:14:31.985" v="1106" actId="20577"/>
        <pc:sldMkLst>
          <pc:docMk/>
          <pc:sldMk cId="1951638739" sldId="2147481648"/>
        </pc:sldMkLst>
        <pc:spChg chg="add mod">
          <ac:chgData name="Webster, Tom" userId="5ca1850c-5ef5-4dc1-855c-4ced6b32052c" providerId="ADAL" clId="{F3FE5590-0664-483A-B0F4-7510FF0536CC}" dt="2025-09-16T17:14:31.985" v="1106" actId="20577"/>
          <ac:spMkLst>
            <pc:docMk/>
            <pc:sldMk cId="1951638739" sldId="2147481648"/>
            <ac:spMk id="2" creationId="{35E27745-5D17-9394-506A-D0F7A9D2181E}"/>
          </ac:spMkLst>
        </pc:spChg>
        <pc:spChg chg="mod">
          <ac:chgData name="Webster, Tom" userId="5ca1850c-5ef5-4dc1-855c-4ced6b32052c" providerId="ADAL" clId="{F3FE5590-0664-483A-B0F4-7510FF0536CC}" dt="2025-09-16T17:09:45.255" v="220" actId="20577"/>
          <ac:spMkLst>
            <pc:docMk/>
            <pc:sldMk cId="1951638739" sldId="2147481648"/>
            <ac:spMk id="5" creationId="{68875DF7-03FA-2F16-F1AB-D6C8A5992B75}"/>
          </ac:spMkLst>
        </pc:spChg>
        <pc:spChg chg="mod">
          <ac:chgData name="Webster, Tom" userId="5ca1850c-5ef5-4dc1-855c-4ced6b32052c" providerId="ADAL" clId="{F3FE5590-0664-483A-B0F4-7510FF0536CC}" dt="2025-09-16T17:10:02.334" v="225" actId="14100"/>
          <ac:spMkLst>
            <pc:docMk/>
            <pc:sldMk cId="1951638739" sldId="2147481648"/>
            <ac:spMk id="8" creationId="{9EC3D0E2-B61F-FFA8-53D6-4808C1326D7A}"/>
          </ac:spMkLst>
        </pc:spChg>
        <pc:picChg chg="add del mod">
          <ac:chgData name="Webster, Tom" userId="5ca1850c-5ef5-4dc1-855c-4ced6b32052c" providerId="ADAL" clId="{F3FE5590-0664-483A-B0F4-7510FF0536CC}" dt="2025-09-16T17:09:20.191" v="192" actId="1076"/>
          <ac:picMkLst>
            <pc:docMk/>
            <pc:sldMk cId="1951638739" sldId="2147481648"/>
            <ac:picMk id="15" creationId="{A8651266-907A-0F0A-73C6-D2395BE1B71D}"/>
          </ac:picMkLst>
        </pc:picChg>
      </pc:sldChg>
      <pc:sldChg chg="modSp mod">
        <pc:chgData name="Webster, Tom" userId="5ca1850c-5ef5-4dc1-855c-4ced6b32052c" providerId="ADAL" clId="{F3FE5590-0664-483A-B0F4-7510FF0536CC}" dt="2025-09-16T17:05:26.095" v="144" actId="404"/>
        <pc:sldMkLst>
          <pc:docMk/>
          <pc:sldMk cId="3760510829" sldId="2147481649"/>
        </pc:sldMkLst>
        <pc:spChg chg="mod">
          <ac:chgData name="Webster, Tom" userId="5ca1850c-5ef5-4dc1-855c-4ced6b32052c" providerId="ADAL" clId="{F3FE5590-0664-483A-B0F4-7510FF0536CC}" dt="2025-09-16T17:05:26.095" v="144" actId="404"/>
          <ac:spMkLst>
            <pc:docMk/>
            <pc:sldMk cId="3760510829" sldId="2147481649"/>
            <ac:spMk id="5" creationId="{610E324E-1965-1669-B1CC-2806C708D462}"/>
          </ac:spMkLst>
        </pc:spChg>
      </pc:sldChg>
      <pc:sldChg chg="modSp mod">
        <pc:chgData name="Webster, Tom" userId="5ca1850c-5ef5-4dc1-855c-4ced6b32052c" providerId="ADAL" clId="{F3FE5590-0664-483A-B0F4-7510FF0536CC}" dt="2025-09-16T17:05:45.955" v="167" actId="14100"/>
        <pc:sldMkLst>
          <pc:docMk/>
          <pc:sldMk cId="3958508648" sldId="2147481650"/>
        </pc:sldMkLst>
        <pc:spChg chg="mod">
          <ac:chgData name="Webster, Tom" userId="5ca1850c-5ef5-4dc1-855c-4ced6b32052c" providerId="ADAL" clId="{F3FE5590-0664-483A-B0F4-7510FF0536CC}" dt="2025-09-16T17:05:45.955" v="167" actId="14100"/>
          <ac:spMkLst>
            <pc:docMk/>
            <pc:sldMk cId="3958508648" sldId="2147481650"/>
            <ac:spMk id="5" creationId="{2EDBB909-57F3-1867-9D45-4A216D62D669}"/>
          </ac:spMkLst>
        </pc:spChg>
      </pc:sldChg>
      <pc:sldChg chg="addSp delSp modSp add mod">
        <pc:chgData name="Webster, Tom" userId="5ca1850c-5ef5-4dc1-855c-4ced6b32052c" providerId="ADAL" clId="{F3FE5590-0664-483A-B0F4-7510FF0536CC}" dt="2025-09-17T09:09:37.348" v="2441" actId="108"/>
        <pc:sldMkLst>
          <pc:docMk/>
          <pc:sldMk cId="4093687994" sldId="2147481651"/>
        </pc:sldMkLst>
        <pc:spChg chg="mod">
          <ac:chgData name="Webster, Tom" userId="5ca1850c-5ef5-4dc1-855c-4ced6b32052c" providerId="ADAL" clId="{F3FE5590-0664-483A-B0F4-7510FF0536CC}" dt="2025-09-17T09:09:37.348" v="2441" actId="108"/>
          <ac:spMkLst>
            <pc:docMk/>
            <pc:sldMk cId="4093687994" sldId="2147481651"/>
            <ac:spMk id="2" creationId="{70E334B3-3189-B348-45C9-6CC6259480A8}"/>
          </ac:spMkLst>
        </pc:spChg>
        <pc:spChg chg="mod">
          <ac:chgData name="Webster, Tom" userId="5ca1850c-5ef5-4dc1-855c-4ced6b32052c" providerId="ADAL" clId="{F3FE5590-0664-483A-B0F4-7510FF0536CC}" dt="2025-09-16T17:16:36.636" v="1133" actId="20577"/>
          <ac:spMkLst>
            <pc:docMk/>
            <pc:sldMk cId="4093687994" sldId="2147481651"/>
            <ac:spMk id="5" creationId="{708084EF-A099-AB38-757D-2B569D8C5E37}"/>
          </ac:spMkLst>
        </pc:spChg>
        <pc:picChg chg="add mod">
          <ac:chgData name="Webster, Tom" userId="5ca1850c-5ef5-4dc1-855c-4ced6b32052c" providerId="ADAL" clId="{F3FE5590-0664-483A-B0F4-7510FF0536CC}" dt="2025-09-16T17:30:37.328" v="1787" actId="1076"/>
          <ac:picMkLst>
            <pc:docMk/>
            <pc:sldMk cId="4093687994" sldId="2147481651"/>
            <ac:picMk id="10" creationId="{1B5469CE-4D0E-9B7D-05A8-18DDBBBBD634}"/>
          </ac:picMkLst>
        </pc:picChg>
      </pc:sldChg>
      <pc:sldMasterChg chg="delSldLayout">
        <pc:chgData name="Webster, Tom" userId="5ca1850c-5ef5-4dc1-855c-4ced6b32052c" providerId="ADAL" clId="{F3FE5590-0664-483A-B0F4-7510FF0536CC}" dt="2025-09-16T17:10:32.913" v="248" actId="47"/>
        <pc:sldMasterMkLst>
          <pc:docMk/>
          <pc:sldMasterMk cId="1370616415" sldId="2147483696"/>
        </pc:sldMasterMkLst>
      </pc:sldMasterChg>
    </pc:docChg>
  </pc:docChgLst>
  <pc:docChgLst>
    <pc:chgData name="Bilas, Alex" userId="dd3d48bd-2529-4024-9d0f-4109d91c6280" providerId="ADAL" clId="{CFC21984-F2C2-49D4-A388-57F700E1F3A9}"/>
    <pc:docChg chg="modSld">
      <pc:chgData name="Bilas, Alex" userId="dd3d48bd-2529-4024-9d0f-4109d91c6280" providerId="ADAL" clId="{CFC21984-F2C2-49D4-A388-57F700E1F3A9}" dt="2025-09-18T09:56:28.215" v="0" actId="20577"/>
      <pc:docMkLst>
        <pc:docMk/>
      </pc:docMkLst>
      <pc:sldChg chg="modSp mod">
        <pc:chgData name="Bilas, Alex" userId="dd3d48bd-2529-4024-9d0f-4109d91c6280" providerId="ADAL" clId="{CFC21984-F2C2-49D4-A388-57F700E1F3A9}" dt="2025-09-18T09:56:28.215" v="0" actId="20577"/>
        <pc:sldMkLst>
          <pc:docMk/>
          <pc:sldMk cId="2831929781" sldId="282"/>
        </pc:sldMkLst>
        <pc:spChg chg="mod">
          <ac:chgData name="Bilas, Alex" userId="dd3d48bd-2529-4024-9d0f-4109d91c6280" providerId="ADAL" clId="{CFC21984-F2C2-49D4-A388-57F700E1F3A9}" dt="2025-09-18T09:56:28.215" v="0" actId="20577"/>
          <ac:spMkLst>
            <pc:docMk/>
            <pc:sldMk cId="2831929781" sldId="282"/>
            <ac:spMk id="2" creationId="{9FCE1EC7-03D4-AE13-077B-40F640EF4C5A}"/>
          </ac:spMkLst>
        </pc:spChg>
      </pc:sldChg>
    </pc:docChg>
  </pc:docChgLst>
  <pc:docChgLst>
    <pc:chgData name="Wright, Joseph" userId="S::joseph.wright.exl@canopius.com::0cb66275-096f-405b-b995-1cd9a502450e" providerId="AD" clId="Web-{76540310-C123-FEAD-5892-ADF31A6AC547}"/>
    <pc:docChg chg="modSld">
      <pc:chgData name="Wright, Joseph" userId="S::joseph.wright.exl@canopius.com::0cb66275-096f-405b-b995-1cd9a502450e" providerId="AD" clId="Web-{76540310-C123-FEAD-5892-ADF31A6AC547}" dt="2025-09-22T14:34:46.371" v="27" actId="20577"/>
      <pc:docMkLst>
        <pc:docMk/>
      </pc:docMkLst>
      <pc:sldChg chg="modSp">
        <pc:chgData name="Wright, Joseph" userId="S::joseph.wright.exl@canopius.com::0cb66275-096f-405b-b995-1cd9a502450e" providerId="AD" clId="Web-{76540310-C123-FEAD-5892-ADF31A6AC547}" dt="2025-09-22T14:30:41.428" v="9" actId="20577"/>
        <pc:sldMkLst>
          <pc:docMk/>
          <pc:sldMk cId="3322845963" sldId="2147481661"/>
        </pc:sldMkLst>
        <pc:spChg chg="mod">
          <ac:chgData name="Wright, Joseph" userId="S::joseph.wright.exl@canopius.com::0cb66275-096f-405b-b995-1cd9a502450e" providerId="AD" clId="Web-{76540310-C123-FEAD-5892-ADF31A6AC547}" dt="2025-09-22T14:30:41.428" v="9" actId="20577"/>
          <ac:spMkLst>
            <pc:docMk/>
            <pc:sldMk cId="3322845963" sldId="2147481661"/>
            <ac:spMk id="2" creationId="{354C6BC3-AAD1-8CB6-6117-95A2712B6B85}"/>
          </ac:spMkLst>
        </pc:spChg>
      </pc:sldChg>
      <pc:sldChg chg="modSp">
        <pc:chgData name="Wright, Joseph" userId="S::joseph.wright.exl@canopius.com::0cb66275-096f-405b-b995-1cd9a502450e" providerId="AD" clId="Web-{76540310-C123-FEAD-5892-ADF31A6AC547}" dt="2025-09-22T14:34:46.371" v="27" actId="20577"/>
        <pc:sldMkLst>
          <pc:docMk/>
          <pc:sldMk cId="704685058" sldId="2147481662"/>
        </pc:sldMkLst>
        <pc:spChg chg="mod">
          <ac:chgData name="Wright, Joseph" userId="S::joseph.wright.exl@canopius.com::0cb66275-096f-405b-b995-1cd9a502450e" providerId="AD" clId="Web-{76540310-C123-FEAD-5892-ADF31A6AC547}" dt="2025-09-22T14:34:46.371" v="27" actId="20577"/>
          <ac:spMkLst>
            <pc:docMk/>
            <pc:sldMk cId="704685058" sldId="2147481662"/>
            <ac:spMk id="2" creationId="{D97BEECC-AE81-E8A5-F7A1-09B570EF1DE0}"/>
          </ac:spMkLst>
        </pc:spChg>
      </pc:sldChg>
    </pc:docChg>
  </pc:docChgLst>
  <pc:docChgLst>
    <pc:chgData name="Webster, Tom" userId="5ca1850c-5ef5-4dc1-855c-4ced6b32052c" providerId="ADAL" clId="{9DB3081B-A3F5-441A-9048-27843EE37F97}"/>
    <pc:docChg chg="undo custSel addSld delSld modSld sldOrd">
      <pc:chgData name="Webster, Tom" userId="5ca1850c-5ef5-4dc1-855c-4ced6b32052c" providerId="ADAL" clId="{9DB3081B-A3F5-441A-9048-27843EE37F97}" dt="2025-09-17T22:02:24.872" v="9348" actId="47"/>
      <pc:docMkLst>
        <pc:docMk/>
      </pc:docMkLst>
      <pc:sldChg chg="modSp mod">
        <pc:chgData name="Webster, Tom" userId="5ca1850c-5ef5-4dc1-855c-4ced6b32052c" providerId="ADAL" clId="{9DB3081B-A3F5-441A-9048-27843EE37F97}" dt="2025-09-17T20:36:57.733" v="4541" actId="404"/>
        <pc:sldMkLst>
          <pc:docMk/>
          <pc:sldMk cId="4093687994" sldId="2147481651"/>
        </pc:sldMkLst>
        <pc:spChg chg="mod">
          <ac:chgData name="Webster, Tom" userId="5ca1850c-5ef5-4dc1-855c-4ced6b32052c" providerId="ADAL" clId="{9DB3081B-A3F5-441A-9048-27843EE37F97}" dt="2025-09-17T20:36:57.733" v="4541" actId="404"/>
          <ac:spMkLst>
            <pc:docMk/>
            <pc:sldMk cId="4093687994" sldId="2147481651"/>
            <ac:spMk id="2" creationId="{70E334B3-3189-B348-45C9-6CC6259480A8}"/>
          </ac:spMkLst>
        </pc:spChg>
      </pc:sldChg>
      <pc:sldChg chg="modSp mod">
        <pc:chgData name="Webster, Tom" userId="5ca1850c-5ef5-4dc1-855c-4ced6b32052c" providerId="ADAL" clId="{9DB3081B-A3F5-441A-9048-27843EE37F97}" dt="2025-09-17T19:59:12.682" v="1238" actId="20577"/>
        <pc:sldMkLst>
          <pc:docMk/>
          <pc:sldMk cId="2576427780" sldId="2147481652"/>
        </pc:sldMkLst>
        <pc:spChg chg="mod">
          <ac:chgData name="Webster, Tom" userId="5ca1850c-5ef5-4dc1-855c-4ced6b32052c" providerId="ADAL" clId="{9DB3081B-A3F5-441A-9048-27843EE37F97}" dt="2025-09-17T19:59:12.682" v="1238" actId="20577"/>
          <ac:spMkLst>
            <pc:docMk/>
            <pc:sldMk cId="2576427780" sldId="2147481652"/>
            <ac:spMk id="2" creationId="{496371EA-AFCF-6D9C-B9E2-0CC217FE8BE2}"/>
          </ac:spMkLst>
        </pc:spChg>
      </pc:sldChg>
      <pc:sldChg chg="addSp delSp modSp new mod modClrScheme chgLayout">
        <pc:chgData name="Webster, Tom" userId="5ca1850c-5ef5-4dc1-855c-4ced6b32052c" providerId="ADAL" clId="{9DB3081B-A3F5-441A-9048-27843EE37F97}" dt="2025-09-17T14:31:11.251" v="31" actId="403"/>
        <pc:sldMkLst>
          <pc:docMk/>
          <pc:sldMk cId="2378411400" sldId="2147481653"/>
        </pc:sldMkLst>
        <pc:spChg chg="add mod ord">
          <ac:chgData name="Webster, Tom" userId="5ca1850c-5ef5-4dc1-855c-4ced6b32052c" providerId="ADAL" clId="{9DB3081B-A3F5-441A-9048-27843EE37F97}" dt="2025-09-17T14:31:11.251" v="31" actId="403"/>
          <ac:spMkLst>
            <pc:docMk/>
            <pc:sldMk cId="2378411400" sldId="2147481653"/>
            <ac:spMk id="5" creationId="{2A6AC85F-D6B3-7C7E-BC6A-0BAB4A1F1C1D}"/>
          </ac:spMkLst>
        </pc:spChg>
      </pc:sldChg>
      <pc:sldChg chg="modSp add mod">
        <pc:chgData name="Webster, Tom" userId="5ca1850c-5ef5-4dc1-855c-4ced6b32052c" providerId="ADAL" clId="{9DB3081B-A3F5-441A-9048-27843EE37F97}" dt="2025-09-17T14:31:22.010" v="51" actId="20577"/>
        <pc:sldMkLst>
          <pc:docMk/>
          <pc:sldMk cId="190815095" sldId="2147481654"/>
        </pc:sldMkLst>
        <pc:spChg chg="mod">
          <ac:chgData name="Webster, Tom" userId="5ca1850c-5ef5-4dc1-855c-4ced6b32052c" providerId="ADAL" clId="{9DB3081B-A3F5-441A-9048-27843EE37F97}" dt="2025-09-17T14:31:22.010" v="51" actId="20577"/>
          <ac:spMkLst>
            <pc:docMk/>
            <pc:sldMk cId="190815095" sldId="2147481654"/>
            <ac:spMk id="5" creationId="{6AADEAEA-3231-2F15-98F4-0117D872042A}"/>
          </ac:spMkLst>
        </pc:spChg>
      </pc:sldChg>
      <pc:sldChg chg="addSp delSp modSp add mod">
        <pc:chgData name="Webster, Tom" userId="5ca1850c-5ef5-4dc1-855c-4ced6b32052c" providerId="ADAL" clId="{9DB3081B-A3F5-441A-9048-27843EE37F97}" dt="2025-09-17T19:59:44.079" v="1240" actId="22"/>
        <pc:sldMkLst>
          <pc:docMk/>
          <pc:sldMk cId="2085134067" sldId="2147481655"/>
        </pc:sldMkLst>
        <pc:spChg chg="mod">
          <ac:chgData name="Webster, Tom" userId="5ca1850c-5ef5-4dc1-855c-4ced6b32052c" providerId="ADAL" clId="{9DB3081B-A3F5-441A-9048-27843EE37F97}" dt="2025-09-17T14:33:03.915" v="88" actId="20577"/>
          <ac:spMkLst>
            <pc:docMk/>
            <pc:sldMk cId="2085134067" sldId="2147481655"/>
            <ac:spMk id="5" creationId="{4D7F9A8F-2635-B98E-3F37-33FEA21C09AD}"/>
          </ac:spMkLst>
        </pc:spChg>
      </pc:sldChg>
      <pc:sldChg chg="modSp add mod">
        <pc:chgData name="Webster, Tom" userId="5ca1850c-5ef5-4dc1-855c-4ced6b32052c" providerId="ADAL" clId="{9DB3081B-A3F5-441A-9048-27843EE37F97}" dt="2025-09-17T14:33:18.930" v="118" actId="20577"/>
        <pc:sldMkLst>
          <pc:docMk/>
          <pc:sldMk cId="1645499764" sldId="2147481656"/>
        </pc:sldMkLst>
        <pc:spChg chg="mod">
          <ac:chgData name="Webster, Tom" userId="5ca1850c-5ef5-4dc1-855c-4ced6b32052c" providerId="ADAL" clId="{9DB3081B-A3F5-441A-9048-27843EE37F97}" dt="2025-09-17T14:33:18.930" v="118" actId="20577"/>
          <ac:spMkLst>
            <pc:docMk/>
            <pc:sldMk cId="1645499764" sldId="2147481656"/>
            <ac:spMk id="5" creationId="{2FEE432A-2005-09FE-9B89-5977D176F2B9}"/>
          </ac:spMkLst>
        </pc:spChg>
      </pc:sldChg>
      <pc:sldChg chg="addSp modSp add mod">
        <pc:chgData name="Webster, Tom" userId="5ca1850c-5ef5-4dc1-855c-4ced6b32052c" providerId="ADAL" clId="{9DB3081B-A3F5-441A-9048-27843EE37F97}" dt="2025-09-17T21:05:14.700" v="5282" actId="1076"/>
        <pc:sldMkLst>
          <pc:docMk/>
          <pc:sldMk cId="4102628288" sldId="2147481658"/>
        </pc:sldMkLst>
        <pc:spChg chg="mod">
          <ac:chgData name="Webster, Tom" userId="5ca1850c-5ef5-4dc1-855c-4ced6b32052c" providerId="ADAL" clId="{9DB3081B-A3F5-441A-9048-27843EE37F97}" dt="2025-09-17T20:44:42.503" v="5281" actId="14100"/>
          <ac:spMkLst>
            <pc:docMk/>
            <pc:sldMk cId="4102628288" sldId="2147481658"/>
            <ac:spMk id="2" creationId="{0D624464-C1A9-13F0-F90C-022839961E2B}"/>
          </ac:spMkLst>
        </pc:spChg>
        <pc:spChg chg="mod">
          <ac:chgData name="Webster, Tom" userId="5ca1850c-5ef5-4dc1-855c-4ced6b32052c" providerId="ADAL" clId="{9DB3081B-A3F5-441A-9048-27843EE37F97}" dt="2025-09-17T20:00:43.322" v="1325" actId="20577"/>
          <ac:spMkLst>
            <pc:docMk/>
            <pc:sldMk cId="4102628288" sldId="2147481658"/>
            <ac:spMk id="5" creationId="{572BDC43-278D-D3D7-8166-50AFBAF6D09C}"/>
          </ac:spMkLst>
        </pc:spChg>
        <pc:picChg chg="add mod">
          <ac:chgData name="Webster, Tom" userId="5ca1850c-5ef5-4dc1-855c-4ced6b32052c" providerId="ADAL" clId="{9DB3081B-A3F5-441A-9048-27843EE37F97}" dt="2025-09-17T21:05:14.700" v="5282" actId="1076"/>
          <ac:picMkLst>
            <pc:docMk/>
            <pc:sldMk cId="4102628288" sldId="2147481658"/>
            <ac:picMk id="3" creationId="{74A1BC8D-A216-FC86-1316-5236ACCB2F33}"/>
          </ac:picMkLst>
        </pc:picChg>
      </pc:sldChg>
      <pc:sldChg chg="addSp delSp modSp add mod">
        <pc:chgData name="Webster, Tom" userId="5ca1850c-5ef5-4dc1-855c-4ced6b32052c" providerId="ADAL" clId="{9DB3081B-A3F5-441A-9048-27843EE37F97}" dt="2025-09-17T20:43:34.129" v="5157" actId="20577"/>
        <pc:sldMkLst>
          <pc:docMk/>
          <pc:sldMk cId="2922012102" sldId="2147481660"/>
        </pc:sldMkLst>
        <pc:spChg chg="mod">
          <ac:chgData name="Webster, Tom" userId="5ca1850c-5ef5-4dc1-855c-4ced6b32052c" providerId="ADAL" clId="{9DB3081B-A3F5-441A-9048-27843EE37F97}" dt="2025-09-17T20:43:34.129" v="5157" actId="20577"/>
          <ac:spMkLst>
            <pc:docMk/>
            <pc:sldMk cId="2922012102" sldId="2147481660"/>
            <ac:spMk id="2" creationId="{BCE68514-A36B-6D80-AF1B-F413D15900BF}"/>
          </ac:spMkLst>
        </pc:spChg>
        <pc:spChg chg="mod">
          <ac:chgData name="Webster, Tom" userId="5ca1850c-5ef5-4dc1-855c-4ced6b32052c" providerId="ADAL" clId="{9DB3081B-A3F5-441A-9048-27843EE37F97}" dt="2025-09-17T20:11:51.989" v="1942"/>
          <ac:spMkLst>
            <pc:docMk/>
            <pc:sldMk cId="2922012102" sldId="2147481660"/>
            <ac:spMk id="5" creationId="{6DF71D77-41F1-EE97-B159-3B6DD187F617}"/>
          </ac:spMkLst>
        </pc:spChg>
      </pc:sldChg>
      <pc:sldChg chg="modSp add mod ord">
        <pc:chgData name="Webster, Tom" userId="5ca1850c-5ef5-4dc1-855c-4ced6b32052c" providerId="ADAL" clId="{9DB3081B-A3F5-441A-9048-27843EE37F97}" dt="2025-09-17T21:28:27.605" v="6111" actId="20577"/>
        <pc:sldMkLst>
          <pc:docMk/>
          <pc:sldMk cId="3322845963" sldId="2147481661"/>
        </pc:sldMkLst>
        <pc:spChg chg="mod">
          <ac:chgData name="Webster, Tom" userId="5ca1850c-5ef5-4dc1-855c-4ced6b32052c" providerId="ADAL" clId="{9DB3081B-A3F5-441A-9048-27843EE37F97}" dt="2025-09-17T21:28:27.605" v="6111" actId="20577"/>
          <ac:spMkLst>
            <pc:docMk/>
            <pc:sldMk cId="3322845963" sldId="2147481661"/>
            <ac:spMk id="2" creationId="{354C6BC3-AAD1-8CB6-6117-95A2712B6B85}"/>
          </ac:spMkLst>
        </pc:spChg>
        <pc:spChg chg="mod">
          <ac:chgData name="Webster, Tom" userId="5ca1850c-5ef5-4dc1-855c-4ced6b32052c" providerId="ADAL" clId="{9DB3081B-A3F5-441A-9048-27843EE37F97}" dt="2025-09-17T21:14:54.083" v="5340" actId="20577"/>
          <ac:spMkLst>
            <pc:docMk/>
            <pc:sldMk cId="3322845963" sldId="2147481661"/>
            <ac:spMk id="5" creationId="{21E2FEA3-5B27-BC4F-8E7E-42505714B4EB}"/>
          </ac:spMkLst>
        </pc:spChg>
      </pc:sldChg>
      <pc:sldChg chg="addSp modSp add mod">
        <pc:chgData name="Webster, Tom" userId="5ca1850c-5ef5-4dc1-855c-4ced6b32052c" providerId="ADAL" clId="{9DB3081B-A3F5-441A-9048-27843EE37F97}" dt="2025-09-17T21:29:33.911" v="6121"/>
        <pc:sldMkLst>
          <pc:docMk/>
          <pc:sldMk cId="704685058" sldId="2147481662"/>
        </pc:sldMkLst>
        <pc:spChg chg="mod">
          <ac:chgData name="Webster, Tom" userId="5ca1850c-5ef5-4dc1-855c-4ced6b32052c" providerId="ADAL" clId="{9DB3081B-A3F5-441A-9048-27843EE37F97}" dt="2025-09-17T21:29:21.907" v="6120" actId="403"/>
          <ac:spMkLst>
            <pc:docMk/>
            <pc:sldMk cId="704685058" sldId="2147481662"/>
            <ac:spMk id="2" creationId="{D97BEECC-AE81-E8A5-F7A1-09B570EF1DE0}"/>
          </ac:spMkLst>
        </pc:spChg>
        <pc:spChg chg="mod">
          <ac:chgData name="Webster, Tom" userId="5ca1850c-5ef5-4dc1-855c-4ced6b32052c" providerId="ADAL" clId="{9DB3081B-A3F5-441A-9048-27843EE37F97}" dt="2025-09-17T21:29:33.911" v="6121"/>
          <ac:spMkLst>
            <pc:docMk/>
            <pc:sldMk cId="704685058" sldId="2147481662"/>
            <ac:spMk id="5" creationId="{8C0864DC-32E9-A844-CFD6-489B72E8FA2D}"/>
          </ac:spMkLst>
        </pc:spChg>
        <pc:picChg chg="add mod">
          <ac:chgData name="Webster, Tom" userId="5ca1850c-5ef5-4dc1-855c-4ced6b32052c" providerId="ADAL" clId="{9DB3081B-A3F5-441A-9048-27843EE37F97}" dt="2025-09-17T21:29:17.071" v="6119" actId="1076"/>
          <ac:picMkLst>
            <pc:docMk/>
            <pc:sldMk cId="704685058" sldId="2147481662"/>
            <ac:picMk id="3" creationId="{A5BAF030-8730-A6A9-E663-1FB3CA5731C0}"/>
          </ac:picMkLst>
        </pc:picChg>
      </pc:sldChg>
      <pc:sldChg chg="addSp delSp modSp add mod">
        <pc:chgData name="Webster, Tom" userId="5ca1850c-5ef5-4dc1-855c-4ced6b32052c" providerId="ADAL" clId="{9DB3081B-A3F5-441A-9048-27843EE37F97}" dt="2025-09-17T21:52:36.157" v="7770" actId="1076"/>
        <pc:sldMkLst>
          <pc:docMk/>
          <pc:sldMk cId="1271244265" sldId="2147481663"/>
        </pc:sldMkLst>
        <pc:spChg chg="mod">
          <ac:chgData name="Webster, Tom" userId="5ca1850c-5ef5-4dc1-855c-4ced6b32052c" providerId="ADAL" clId="{9DB3081B-A3F5-441A-9048-27843EE37F97}" dt="2025-09-17T21:52:34.759" v="7769" actId="14100"/>
          <ac:spMkLst>
            <pc:docMk/>
            <pc:sldMk cId="1271244265" sldId="2147481663"/>
            <ac:spMk id="2" creationId="{EEAA552E-2038-3170-8A02-530039E33623}"/>
          </ac:spMkLst>
        </pc:spChg>
        <pc:spChg chg="mod">
          <ac:chgData name="Webster, Tom" userId="5ca1850c-5ef5-4dc1-855c-4ced6b32052c" providerId="ADAL" clId="{9DB3081B-A3F5-441A-9048-27843EE37F97}" dt="2025-09-17T21:35:57.373" v="6177" actId="20577"/>
          <ac:spMkLst>
            <pc:docMk/>
            <pc:sldMk cId="1271244265" sldId="2147481663"/>
            <ac:spMk id="5" creationId="{D3DCD0BE-5A53-A1CD-8821-2B490E2C98BC}"/>
          </ac:spMkLst>
        </pc:spChg>
        <pc:picChg chg="add mod modCrop">
          <ac:chgData name="Webster, Tom" userId="5ca1850c-5ef5-4dc1-855c-4ced6b32052c" providerId="ADAL" clId="{9DB3081B-A3F5-441A-9048-27843EE37F97}" dt="2025-09-17T21:52:36.157" v="7770" actId="1076"/>
          <ac:picMkLst>
            <pc:docMk/>
            <pc:sldMk cId="1271244265" sldId="2147481663"/>
            <ac:picMk id="7" creationId="{E12369A6-378C-D823-84A4-0D9C2AC78E2C}"/>
          </ac:picMkLst>
        </pc:picChg>
      </pc:sldChg>
      <pc:sldChg chg="addSp delSp modSp add mod">
        <pc:chgData name="Webster, Tom" userId="5ca1850c-5ef5-4dc1-855c-4ced6b32052c" providerId="ADAL" clId="{9DB3081B-A3F5-441A-9048-27843EE37F97}" dt="2025-09-17T21:35:49.256" v="6165" actId="20577"/>
        <pc:sldMkLst>
          <pc:docMk/>
          <pc:sldMk cId="282956077" sldId="2147481664"/>
        </pc:sldMkLst>
        <pc:spChg chg="mod">
          <ac:chgData name="Webster, Tom" userId="5ca1850c-5ef5-4dc1-855c-4ced6b32052c" providerId="ADAL" clId="{9DB3081B-A3F5-441A-9048-27843EE37F97}" dt="2025-09-17T21:35:49.256" v="6165" actId="20577"/>
          <ac:spMkLst>
            <pc:docMk/>
            <pc:sldMk cId="282956077" sldId="2147481664"/>
            <ac:spMk id="5" creationId="{B502C6D8-77EB-92B8-DC34-86815D351CCA}"/>
          </ac:spMkLst>
        </pc:spChg>
        <pc:spChg chg="add mod ord">
          <ac:chgData name="Webster, Tom" userId="5ca1850c-5ef5-4dc1-855c-4ced6b32052c" providerId="ADAL" clId="{9DB3081B-A3F5-441A-9048-27843EE37F97}" dt="2025-09-17T21:35:41.814" v="6155" actId="167"/>
          <ac:spMkLst>
            <pc:docMk/>
            <pc:sldMk cId="282956077" sldId="2147481664"/>
            <ac:spMk id="6" creationId="{84D7DFDF-0CDE-B581-E2B2-B3D5623A8565}"/>
          </ac:spMkLst>
        </pc:spChg>
        <pc:picChg chg="add mod">
          <ac:chgData name="Webster, Tom" userId="5ca1850c-5ef5-4dc1-855c-4ced6b32052c" providerId="ADAL" clId="{9DB3081B-A3F5-441A-9048-27843EE37F97}" dt="2025-09-17T21:35:45.539" v="6156" actId="1076"/>
          <ac:picMkLst>
            <pc:docMk/>
            <pc:sldMk cId="282956077" sldId="2147481664"/>
            <ac:picMk id="4" creationId="{8D539222-A779-89DB-7D60-5AC67D7921C5}"/>
          </ac:picMkLst>
        </pc:picChg>
      </pc:sldChg>
      <pc:sldChg chg="addSp delSp modSp add mod">
        <pc:chgData name="Webster, Tom" userId="5ca1850c-5ef5-4dc1-855c-4ced6b32052c" providerId="ADAL" clId="{9DB3081B-A3F5-441A-9048-27843EE37F97}" dt="2025-09-17T21:44:53.737" v="7107" actId="20577"/>
        <pc:sldMkLst>
          <pc:docMk/>
          <pc:sldMk cId="4028393035" sldId="2147481665"/>
        </pc:sldMkLst>
        <pc:spChg chg="mod">
          <ac:chgData name="Webster, Tom" userId="5ca1850c-5ef5-4dc1-855c-4ced6b32052c" providerId="ADAL" clId="{9DB3081B-A3F5-441A-9048-27843EE37F97}" dt="2025-09-17T21:36:53.094" v="6201" actId="20577"/>
          <ac:spMkLst>
            <pc:docMk/>
            <pc:sldMk cId="4028393035" sldId="2147481665"/>
            <ac:spMk id="5" creationId="{CCF7152D-69FE-F3E7-32CE-56E2CEB67AD0}"/>
          </ac:spMkLst>
        </pc:spChg>
        <pc:spChg chg="add mod">
          <ac:chgData name="Webster, Tom" userId="5ca1850c-5ef5-4dc1-855c-4ced6b32052c" providerId="ADAL" clId="{9DB3081B-A3F5-441A-9048-27843EE37F97}" dt="2025-09-17T21:44:53.737" v="7107" actId="20577"/>
          <ac:spMkLst>
            <pc:docMk/>
            <pc:sldMk cId="4028393035" sldId="2147481665"/>
            <ac:spMk id="8" creationId="{7E0A25DF-DABF-BD50-67F1-DBEE2D3C59E7}"/>
          </ac:spMkLst>
        </pc:spChg>
        <pc:picChg chg="add mod">
          <ac:chgData name="Webster, Tom" userId="5ca1850c-5ef5-4dc1-855c-4ced6b32052c" providerId="ADAL" clId="{9DB3081B-A3F5-441A-9048-27843EE37F97}" dt="2025-09-17T21:44:05.398" v="6945" actId="14100"/>
          <ac:picMkLst>
            <pc:docMk/>
            <pc:sldMk cId="4028393035" sldId="2147481665"/>
            <ac:picMk id="3" creationId="{9DB1182B-55EC-050F-65F5-A7CA8CC27938}"/>
          </ac:picMkLst>
        </pc:picChg>
      </pc:sldChg>
      <pc:sldChg chg="modSp add mod">
        <pc:chgData name="Webster, Tom" userId="5ca1850c-5ef5-4dc1-855c-4ced6b32052c" providerId="ADAL" clId="{9DB3081B-A3F5-441A-9048-27843EE37F97}" dt="2025-09-17T21:53:49.588" v="7835" actId="404"/>
        <pc:sldMkLst>
          <pc:docMk/>
          <pc:sldMk cId="2924579328" sldId="2147481666"/>
        </pc:sldMkLst>
        <pc:spChg chg="mod">
          <ac:chgData name="Webster, Tom" userId="5ca1850c-5ef5-4dc1-855c-4ced6b32052c" providerId="ADAL" clId="{9DB3081B-A3F5-441A-9048-27843EE37F97}" dt="2025-09-17T21:53:49.588" v="7835" actId="404"/>
          <ac:spMkLst>
            <pc:docMk/>
            <pc:sldMk cId="2924579328" sldId="2147481666"/>
            <ac:spMk id="5" creationId="{F2178A30-ABD9-A4AA-5AA4-B28E60C84CE3}"/>
          </ac:spMkLst>
        </pc:spChg>
      </pc:sldChg>
      <pc:sldChg chg="modSp add mod">
        <pc:chgData name="Webster, Tom" userId="5ca1850c-5ef5-4dc1-855c-4ced6b32052c" providerId="ADAL" clId="{9DB3081B-A3F5-441A-9048-27843EE37F97}" dt="2025-09-17T22:02:10.633" v="9347" actId="20577"/>
        <pc:sldMkLst>
          <pc:docMk/>
          <pc:sldMk cId="3007705671" sldId="2147481667"/>
        </pc:sldMkLst>
        <pc:spChg chg="mod">
          <ac:chgData name="Webster, Tom" userId="5ca1850c-5ef5-4dc1-855c-4ced6b32052c" providerId="ADAL" clId="{9DB3081B-A3F5-441A-9048-27843EE37F97}" dt="2025-09-17T22:02:10.633" v="9347" actId="20577"/>
          <ac:spMkLst>
            <pc:docMk/>
            <pc:sldMk cId="3007705671" sldId="2147481667"/>
            <ac:spMk id="2" creationId="{61AB2E01-F0B9-0D51-C7F3-8A3335499FCB}"/>
          </ac:spMkLst>
        </pc:spChg>
        <pc:spChg chg="mod">
          <ac:chgData name="Webster, Tom" userId="5ca1850c-5ef5-4dc1-855c-4ced6b32052c" providerId="ADAL" clId="{9DB3081B-A3F5-441A-9048-27843EE37F97}" dt="2025-09-17T21:53:59.460" v="7843" actId="20577"/>
          <ac:spMkLst>
            <pc:docMk/>
            <pc:sldMk cId="3007705671" sldId="2147481667"/>
            <ac:spMk id="5" creationId="{D976EAE9-9640-F755-AE89-A58F49907AE6}"/>
          </ac:spMkLst>
        </pc:spChg>
      </pc:sldChg>
      <pc:sldMasterChg chg="delSldLayout">
        <pc:chgData name="Webster, Tom" userId="5ca1850c-5ef5-4dc1-855c-4ced6b32052c" providerId="ADAL" clId="{9DB3081B-A3F5-441A-9048-27843EE37F97}" dt="2025-09-17T19:58:27.083" v="1120" actId="47"/>
        <pc:sldMasterMkLst>
          <pc:docMk/>
          <pc:sldMasterMk cId="3529582610" sldId="2147483712"/>
        </pc:sldMasterMkLst>
      </pc:sldMaster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FD436109-448F-4E7C-AB55-6B1C21FBE0D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FF4B255-E7C9-43C1-B9A9-E9424B81CA03}">
      <dgm:prSet/>
      <dgm:spPr/>
      <dgm:t>
        <a:bodyPr/>
        <a:lstStyle/>
        <a:p>
          <a:r>
            <a:rPr lang="en-GB"/>
            <a:t>4 types of data dependency on FinActDM/RED that will be sourced from Insights</a:t>
          </a:r>
          <a:endParaRPr lang="en-US"/>
        </a:p>
      </dgm:t>
    </dgm:pt>
    <dgm:pt modelId="{94FE82C8-699F-4643-A276-16954E86A68C}" type="parTrans" cxnId="{7A2B4ADE-72FC-4A5A-B6B5-06D68B8B9D8E}">
      <dgm:prSet/>
      <dgm:spPr/>
      <dgm:t>
        <a:bodyPr/>
        <a:lstStyle/>
        <a:p>
          <a:endParaRPr lang="en-US"/>
        </a:p>
      </dgm:t>
    </dgm:pt>
    <dgm:pt modelId="{0F2FC35D-BDBA-4ECA-9B78-CE6CECBF3305}" type="sibTrans" cxnId="{7A2B4ADE-72FC-4A5A-B6B5-06D68B8B9D8E}">
      <dgm:prSet/>
      <dgm:spPr/>
      <dgm:t>
        <a:bodyPr/>
        <a:lstStyle/>
        <a:p>
          <a:endParaRPr lang="en-US"/>
        </a:p>
      </dgm:t>
    </dgm:pt>
    <dgm:pt modelId="{4F1197E7-36A3-4252-99CD-9B78F92D6A45}">
      <dgm:prSet/>
      <dgm:spPr/>
      <dgm:t>
        <a:bodyPr/>
        <a:lstStyle/>
        <a:p>
          <a:r>
            <a:rPr lang="en-GB" b="1"/>
            <a:t>Common data</a:t>
          </a:r>
          <a:endParaRPr lang="en-US" b="1"/>
        </a:p>
      </dgm:t>
    </dgm:pt>
    <dgm:pt modelId="{6143560B-14CD-44AA-87B7-F2BE96EE847E}" type="parTrans" cxnId="{5F2E3F4F-9340-4ED6-A070-6A60B37321BC}">
      <dgm:prSet/>
      <dgm:spPr/>
      <dgm:t>
        <a:bodyPr/>
        <a:lstStyle/>
        <a:p>
          <a:endParaRPr lang="en-US"/>
        </a:p>
      </dgm:t>
    </dgm:pt>
    <dgm:pt modelId="{F318FBE5-6A9A-486D-8AB1-E596DB2018AF}" type="sibTrans" cxnId="{5F2E3F4F-9340-4ED6-A070-6A60B37321BC}">
      <dgm:prSet/>
      <dgm:spPr/>
      <dgm:t>
        <a:bodyPr/>
        <a:lstStyle/>
        <a:p>
          <a:endParaRPr lang="en-US"/>
        </a:p>
      </dgm:t>
    </dgm:pt>
    <dgm:pt modelId="{E0A6D1EE-5DA0-40E8-AAD3-C2B96D444286}">
      <dgm:prSet/>
      <dgm:spPr/>
      <dgm:t>
        <a:bodyPr/>
        <a:lstStyle/>
        <a:p>
          <a:r>
            <a:rPr lang="en-GB"/>
            <a:t>Accounting Period</a:t>
          </a:r>
          <a:endParaRPr lang="en-US"/>
        </a:p>
      </dgm:t>
    </dgm:pt>
    <dgm:pt modelId="{C59B80BC-264E-4E5B-AB58-16C15F6AFD2B}" type="parTrans" cxnId="{EEDD74AC-DA44-4E03-BE6B-53E20B70FEA6}">
      <dgm:prSet/>
      <dgm:spPr/>
      <dgm:t>
        <a:bodyPr/>
        <a:lstStyle/>
        <a:p>
          <a:endParaRPr lang="en-US"/>
        </a:p>
      </dgm:t>
    </dgm:pt>
    <dgm:pt modelId="{D1028787-322F-47C6-B92D-53EFCC356799}" type="sibTrans" cxnId="{EEDD74AC-DA44-4E03-BE6B-53E20B70FEA6}">
      <dgm:prSet/>
      <dgm:spPr/>
      <dgm:t>
        <a:bodyPr/>
        <a:lstStyle/>
        <a:p>
          <a:endParaRPr lang="en-US"/>
        </a:p>
      </dgm:t>
    </dgm:pt>
    <dgm:pt modelId="{DA025C32-D8BE-4822-A7A4-6FA563B9998E}">
      <dgm:prSet/>
      <dgm:spPr/>
      <dgm:t>
        <a:bodyPr/>
        <a:lstStyle/>
        <a:p>
          <a:r>
            <a:rPr lang="en-GB"/>
            <a:t>Business Classification</a:t>
          </a:r>
          <a:endParaRPr lang="en-US"/>
        </a:p>
      </dgm:t>
    </dgm:pt>
    <dgm:pt modelId="{6B355A85-D351-4BDC-B33A-1FAE5537CE64}" type="parTrans" cxnId="{A8BF2BE1-9488-4C8A-AA4E-31009A5A9037}">
      <dgm:prSet/>
      <dgm:spPr/>
      <dgm:t>
        <a:bodyPr/>
        <a:lstStyle/>
        <a:p>
          <a:endParaRPr lang="en-US"/>
        </a:p>
      </dgm:t>
    </dgm:pt>
    <dgm:pt modelId="{C10A4366-B6DC-4C2E-A2AE-20B84D13EC4C}" type="sibTrans" cxnId="{A8BF2BE1-9488-4C8A-AA4E-31009A5A9037}">
      <dgm:prSet/>
      <dgm:spPr/>
      <dgm:t>
        <a:bodyPr/>
        <a:lstStyle/>
        <a:p>
          <a:endParaRPr lang="en-US"/>
        </a:p>
      </dgm:t>
    </dgm:pt>
    <dgm:pt modelId="{9D6649E7-612B-48ED-825C-D5797DB8472B}">
      <dgm:prSet/>
      <dgm:spPr/>
      <dgm:t>
        <a:bodyPr/>
        <a:lstStyle/>
        <a:p>
          <a:r>
            <a:rPr lang="en-GB"/>
            <a:t>Exchange Rates</a:t>
          </a:r>
          <a:endParaRPr lang="en-US"/>
        </a:p>
      </dgm:t>
    </dgm:pt>
    <dgm:pt modelId="{E5437B95-4B9E-497B-B03E-48C74909620E}" type="parTrans" cxnId="{05670E17-F433-45DB-B969-AA7736F7E606}">
      <dgm:prSet/>
      <dgm:spPr/>
      <dgm:t>
        <a:bodyPr/>
        <a:lstStyle/>
        <a:p>
          <a:endParaRPr lang="en-US"/>
        </a:p>
      </dgm:t>
    </dgm:pt>
    <dgm:pt modelId="{292233CB-50A6-4665-B5FF-852A6EFE08E6}" type="sibTrans" cxnId="{05670E17-F433-45DB-B969-AA7736F7E606}">
      <dgm:prSet/>
      <dgm:spPr/>
      <dgm:t>
        <a:bodyPr/>
        <a:lstStyle/>
        <a:p>
          <a:endParaRPr lang="en-US"/>
        </a:p>
      </dgm:t>
    </dgm:pt>
    <dgm:pt modelId="{B9A6D79A-45C7-4735-A14C-15F71C2650C9}">
      <dgm:prSet/>
      <dgm:spPr/>
      <dgm:t>
        <a:bodyPr/>
        <a:lstStyle/>
        <a:p>
          <a:r>
            <a:rPr lang="en-GB"/>
            <a:t>Planning Classification</a:t>
          </a:r>
          <a:endParaRPr lang="en-US"/>
        </a:p>
      </dgm:t>
    </dgm:pt>
    <dgm:pt modelId="{A5A5D1A9-B6A8-41E7-90D2-043D33DD0D39}" type="parTrans" cxnId="{9EA20247-9BFD-43AA-BB0B-73F64AD4EB66}">
      <dgm:prSet/>
      <dgm:spPr/>
      <dgm:t>
        <a:bodyPr/>
        <a:lstStyle/>
        <a:p>
          <a:endParaRPr lang="en-US"/>
        </a:p>
      </dgm:t>
    </dgm:pt>
    <dgm:pt modelId="{859FF5AF-C463-4ACE-B799-B7E98827209D}" type="sibTrans" cxnId="{9EA20247-9BFD-43AA-BB0B-73F64AD4EB66}">
      <dgm:prSet/>
      <dgm:spPr/>
      <dgm:t>
        <a:bodyPr/>
        <a:lstStyle/>
        <a:p>
          <a:endParaRPr lang="en-US"/>
        </a:p>
      </dgm:t>
    </dgm:pt>
    <dgm:pt modelId="{025590B5-970B-4A75-BED4-331B5CC85745}">
      <dgm:prSet/>
      <dgm:spPr/>
      <dgm:t>
        <a:bodyPr/>
        <a:lstStyle/>
        <a:p>
          <a:r>
            <a:rPr lang="en-GB"/>
            <a:t>YOA</a:t>
          </a:r>
          <a:endParaRPr lang="en-US"/>
        </a:p>
      </dgm:t>
    </dgm:pt>
    <dgm:pt modelId="{8461A874-6A83-4ACB-A227-C385DADCE205}" type="parTrans" cxnId="{571409B9-5D33-4E5E-A415-B403FCFAE8C7}">
      <dgm:prSet/>
      <dgm:spPr/>
      <dgm:t>
        <a:bodyPr/>
        <a:lstStyle/>
        <a:p>
          <a:endParaRPr lang="en-US"/>
        </a:p>
      </dgm:t>
    </dgm:pt>
    <dgm:pt modelId="{22056A90-7FD2-45E9-8E07-76536A0300B1}" type="sibTrans" cxnId="{571409B9-5D33-4E5E-A415-B403FCFAE8C7}">
      <dgm:prSet/>
      <dgm:spPr/>
      <dgm:t>
        <a:bodyPr/>
        <a:lstStyle/>
        <a:p>
          <a:endParaRPr lang="en-US"/>
        </a:p>
      </dgm:t>
    </dgm:pt>
    <dgm:pt modelId="{AC363D69-5481-4255-AA1E-06863F45F4F9}">
      <dgm:prSet/>
      <dgm:spPr/>
      <dgm:t>
        <a:bodyPr/>
        <a:lstStyle/>
        <a:p>
          <a:r>
            <a:rPr lang="en-GB" b="1"/>
            <a:t>Lookup data</a:t>
          </a:r>
          <a:endParaRPr lang="en-US" b="1"/>
        </a:p>
      </dgm:t>
    </dgm:pt>
    <dgm:pt modelId="{18DB3EEC-D4C4-456A-960C-53C0292124D6}" type="parTrans" cxnId="{2F32D71F-BA71-4627-872F-DA5407D47EE4}">
      <dgm:prSet/>
      <dgm:spPr/>
      <dgm:t>
        <a:bodyPr/>
        <a:lstStyle/>
        <a:p>
          <a:endParaRPr lang="en-US"/>
        </a:p>
      </dgm:t>
    </dgm:pt>
    <dgm:pt modelId="{A00132BA-8512-4903-A2B4-9A5ACD5AF207}" type="sibTrans" cxnId="{2F32D71F-BA71-4627-872F-DA5407D47EE4}">
      <dgm:prSet/>
      <dgm:spPr/>
      <dgm:t>
        <a:bodyPr/>
        <a:lstStyle/>
        <a:p>
          <a:endParaRPr lang="en-US"/>
        </a:p>
      </dgm:t>
    </dgm:pt>
    <dgm:pt modelId="{528E0469-4921-4D52-9104-3B980C833804}">
      <dgm:prSet/>
      <dgm:spPr/>
      <dgm:t>
        <a:bodyPr/>
        <a:lstStyle/>
        <a:p>
          <a:r>
            <a:rPr lang="en-GB"/>
            <a:t>Policy Section Method of Placement lookup - Gross Policy engine input data</a:t>
          </a:r>
          <a:endParaRPr lang="en-US"/>
        </a:p>
      </dgm:t>
    </dgm:pt>
    <dgm:pt modelId="{0EDF0941-B844-49E6-9822-C5C3D1B97917}" type="parTrans" cxnId="{3AED5F2C-DF51-4E6F-AB88-4F9361E53719}">
      <dgm:prSet/>
      <dgm:spPr/>
      <dgm:t>
        <a:bodyPr/>
        <a:lstStyle/>
        <a:p>
          <a:endParaRPr lang="en-US"/>
        </a:p>
      </dgm:t>
    </dgm:pt>
    <dgm:pt modelId="{97C4C374-937E-4561-A013-F2AF6D544CCD}" type="sibTrans" cxnId="{3AED5F2C-DF51-4E6F-AB88-4F9361E53719}">
      <dgm:prSet/>
      <dgm:spPr/>
      <dgm:t>
        <a:bodyPr/>
        <a:lstStyle/>
        <a:p>
          <a:endParaRPr lang="en-US"/>
        </a:p>
      </dgm:t>
    </dgm:pt>
    <dgm:pt modelId="{7ABF4E7E-5400-4884-8C3D-671518AB9D23}">
      <dgm:prSet/>
      <dgm:spPr/>
      <dgm:t>
        <a:bodyPr/>
        <a:lstStyle/>
        <a:p>
          <a:r>
            <a:rPr lang="en-GB"/>
            <a:t>Reporting Hierarchy Office (Subclass/Office combinations) - Gross Policy engine input data</a:t>
          </a:r>
          <a:endParaRPr lang="en-US"/>
        </a:p>
      </dgm:t>
    </dgm:pt>
    <dgm:pt modelId="{A4D3A4C6-CFFA-44EA-9D4F-2265746A4EC0}" type="parTrans" cxnId="{719A5580-2677-4C8C-A4B2-18CF32118DB6}">
      <dgm:prSet/>
      <dgm:spPr/>
      <dgm:t>
        <a:bodyPr/>
        <a:lstStyle/>
        <a:p>
          <a:endParaRPr lang="en-US"/>
        </a:p>
      </dgm:t>
    </dgm:pt>
    <dgm:pt modelId="{05555B82-A9CB-41B7-BC91-55875B846261}" type="sibTrans" cxnId="{719A5580-2677-4C8C-A4B2-18CF32118DB6}">
      <dgm:prSet/>
      <dgm:spPr/>
      <dgm:t>
        <a:bodyPr/>
        <a:lstStyle/>
        <a:p>
          <a:endParaRPr lang="en-US"/>
        </a:p>
      </dgm:t>
    </dgm:pt>
    <dgm:pt modelId="{AA479FE2-D789-4FE7-A756-A28FD9EF547B}">
      <dgm:prSet/>
      <dgm:spPr/>
      <dgm:t>
        <a:bodyPr/>
        <a:lstStyle/>
        <a:p>
          <a:r>
            <a:rPr lang="en-GB"/>
            <a:t>Inwards to Outwards source – Engine input data</a:t>
          </a:r>
          <a:endParaRPr lang="en-US"/>
        </a:p>
      </dgm:t>
    </dgm:pt>
    <dgm:pt modelId="{DC23D951-F92B-47E4-82ED-B648FD931737}" type="parTrans" cxnId="{1291B0F9-1589-469A-AE40-96A8639F7493}">
      <dgm:prSet/>
      <dgm:spPr/>
      <dgm:t>
        <a:bodyPr/>
        <a:lstStyle/>
        <a:p>
          <a:endParaRPr lang="en-US"/>
        </a:p>
      </dgm:t>
    </dgm:pt>
    <dgm:pt modelId="{A78D742C-177E-451E-AF3A-79D4DDD4C0DF}" type="sibTrans" cxnId="{1291B0F9-1589-469A-AE40-96A8639F7493}">
      <dgm:prSet/>
      <dgm:spPr/>
      <dgm:t>
        <a:bodyPr/>
        <a:lstStyle/>
        <a:p>
          <a:endParaRPr lang="en-US"/>
        </a:p>
      </dgm:t>
    </dgm:pt>
    <dgm:pt modelId="{EA9AFE08-8626-4172-925D-C018024EF7AC}">
      <dgm:prSet/>
      <dgm:spPr/>
      <dgm:t>
        <a:bodyPr/>
        <a:lstStyle/>
        <a:p>
          <a:r>
            <a:rPr lang="en-GB" b="1"/>
            <a:t>Gross Policy Operational</a:t>
          </a:r>
          <a:endParaRPr lang="en-US" b="1"/>
        </a:p>
      </dgm:t>
    </dgm:pt>
    <dgm:pt modelId="{8E450CA7-453B-4B58-A30B-A9B0D585F89B}" type="parTrans" cxnId="{11BA7F40-4DB8-4889-B54E-953301FA2C4A}">
      <dgm:prSet/>
      <dgm:spPr/>
      <dgm:t>
        <a:bodyPr/>
        <a:lstStyle/>
        <a:p>
          <a:endParaRPr lang="en-US"/>
        </a:p>
      </dgm:t>
    </dgm:pt>
    <dgm:pt modelId="{60F02216-B00C-4AF5-9CCA-42945EED6E71}" type="sibTrans" cxnId="{11BA7F40-4DB8-4889-B54E-953301FA2C4A}">
      <dgm:prSet/>
      <dgm:spPr/>
      <dgm:t>
        <a:bodyPr/>
        <a:lstStyle/>
        <a:p>
          <a:endParaRPr lang="en-US"/>
        </a:p>
      </dgm:t>
    </dgm:pt>
    <dgm:pt modelId="{F11957A8-5516-466E-AA4D-4599762B6ABB}">
      <dgm:prSet/>
      <dgm:spPr/>
      <dgm:t>
        <a:bodyPr/>
        <a:lstStyle/>
        <a:p>
          <a:r>
            <a:rPr lang="en-GB" b="1"/>
            <a:t>Reinsurance Policy Operational</a:t>
          </a:r>
          <a:endParaRPr lang="en-US" b="1"/>
        </a:p>
      </dgm:t>
    </dgm:pt>
    <dgm:pt modelId="{F4BB2522-80F8-423F-86E0-9EDA429C3FC0}" type="parTrans" cxnId="{08A9AB3D-83AF-4D09-9421-605ED057251B}">
      <dgm:prSet/>
      <dgm:spPr/>
      <dgm:t>
        <a:bodyPr/>
        <a:lstStyle/>
        <a:p>
          <a:endParaRPr lang="en-US"/>
        </a:p>
      </dgm:t>
    </dgm:pt>
    <dgm:pt modelId="{E0868CC1-5CB5-473B-B360-1A92F57412B2}" type="sibTrans" cxnId="{08A9AB3D-83AF-4D09-9421-605ED057251B}">
      <dgm:prSet/>
      <dgm:spPr/>
      <dgm:t>
        <a:bodyPr/>
        <a:lstStyle/>
        <a:p>
          <a:endParaRPr lang="en-US"/>
        </a:p>
      </dgm:t>
    </dgm:pt>
    <dgm:pt modelId="{29E59727-4D82-43F6-85D9-245739CD1FA5}">
      <dgm:prSet/>
      <dgm:spPr/>
      <dgm:t>
        <a:bodyPr/>
        <a:lstStyle/>
        <a:p>
          <a:r>
            <a:rPr lang="en-GB"/>
            <a:t>Gross Policy/Reinsurance Operational load routines to be refactored in Insights</a:t>
          </a:r>
          <a:endParaRPr lang="en-US"/>
        </a:p>
      </dgm:t>
    </dgm:pt>
    <dgm:pt modelId="{C45EEC77-8D4E-4352-B9A7-60C22CADB947}" type="parTrans" cxnId="{06DFB187-46BA-4B48-A03B-BD93D560D819}">
      <dgm:prSet/>
      <dgm:spPr/>
      <dgm:t>
        <a:bodyPr/>
        <a:lstStyle/>
        <a:p>
          <a:endParaRPr lang="en-US"/>
        </a:p>
      </dgm:t>
    </dgm:pt>
    <dgm:pt modelId="{40F45876-3BC4-4FCB-A99B-752B9B6D1682}" type="sibTrans" cxnId="{06DFB187-46BA-4B48-A03B-BD93D560D819}">
      <dgm:prSet/>
      <dgm:spPr/>
      <dgm:t>
        <a:bodyPr/>
        <a:lstStyle/>
        <a:p>
          <a:endParaRPr lang="en-US"/>
        </a:p>
      </dgm:t>
    </dgm:pt>
    <dgm:pt modelId="{647E5F22-ADAC-43CD-B25A-4303312C2C44}">
      <dgm:prSet/>
      <dgm:spPr/>
      <dgm:t>
        <a:bodyPr/>
        <a:lstStyle/>
        <a:p>
          <a:r>
            <a:rPr lang="en-GB"/>
            <a:t>Orchestration changes (ADF) required to pre-load the above data via Insights notebooks before running main Earnings Engine process</a:t>
          </a:r>
          <a:endParaRPr lang="en-US"/>
        </a:p>
      </dgm:t>
    </dgm:pt>
    <dgm:pt modelId="{66DF0DBB-E6AF-4402-80BC-F0A8F3E8FDD4}" type="parTrans" cxnId="{AA76DEA9-8248-4C85-84A6-78225ACDD280}">
      <dgm:prSet/>
      <dgm:spPr/>
      <dgm:t>
        <a:bodyPr/>
        <a:lstStyle/>
        <a:p>
          <a:endParaRPr lang="en-US"/>
        </a:p>
      </dgm:t>
    </dgm:pt>
    <dgm:pt modelId="{ADA65854-DBA9-4843-A5DD-DD7DA08C4188}" type="sibTrans" cxnId="{AA76DEA9-8248-4C85-84A6-78225ACDD280}">
      <dgm:prSet/>
      <dgm:spPr/>
      <dgm:t>
        <a:bodyPr/>
        <a:lstStyle/>
        <a:p>
          <a:endParaRPr lang="en-US"/>
        </a:p>
      </dgm:t>
    </dgm:pt>
    <dgm:pt modelId="{166A4A55-9D19-4CCB-8DAC-71E7E5E58EC2}" type="pres">
      <dgm:prSet presAssocID="{FD436109-448F-4E7C-AB55-6B1C21FBE0D9}" presName="linear" presStyleCnt="0">
        <dgm:presLayoutVars>
          <dgm:animLvl val="lvl"/>
          <dgm:resizeHandles val="exact"/>
        </dgm:presLayoutVars>
      </dgm:prSet>
      <dgm:spPr/>
    </dgm:pt>
    <dgm:pt modelId="{C4FD6E6F-7067-497C-B4B2-A1C7C25E37F5}" type="pres">
      <dgm:prSet presAssocID="{AFF4B255-E7C9-43C1-B9A9-E9424B81CA03}" presName="parentText" presStyleLbl="node1" presStyleIdx="0" presStyleCnt="3">
        <dgm:presLayoutVars>
          <dgm:chMax val="0"/>
          <dgm:bulletEnabled val="1"/>
        </dgm:presLayoutVars>
      </dgm:prSet>
      <dgm:spPr/>
    </dgm:pt>
    <dgm:pt modelId="{A42F415E-A6F9-45F1-AD96-734A360D5342}" type="pres">
      <dgm:prSet presAssocID="{AFF4B255-E7C9-43C1-B9A9-E9424B81CA03}" presName="childText" presStyleLbl="revTx" presStyleIdx="0" presStyleCnt="1">
        <dgm:presLayoutVars>
          <dgm:bulletEnabled val="1"/>
        </dgm:presLayoutVars>
      </dgm:prSet>
      <dgm:spPr/>
    </dgm:pt>
    <dgm:pt modelId="{E1A8A653-7201-4A86-A430-673D821DC4A6}" type="pres">
      <dgm:prSet presAssocID="{29E59727-4D82-43F6-85D9-245739CD1FA5}" presName="parentText" presStyleLbl="node1" presStyleIdx="1" presStyleCnt="3">
        <dgm:presLayoutVars>
          <dgm:chMax val="0"/>
          <dgm:bulletEnabled val="1"/>
        </dgm:presLayoutVars>
      </dgm:prSet>
      <dgm:spPr/>
    </dgm:pt>
    <dgm:pt modelId="{F86F6326-C824-46B5-8E9F-A1875911EFE7}" type="pres">
      <dgm:prSet presAssocID="{40F45876-3BC4-4FCB-A99B-752B9B6D1682}" presName="spacer" presStyleCnt="0"/>
      <dgm:spPr/>
    </dgm:pt>
    <dgm:pt modelId="{82FA34F2-2BB5-42E0-947C-4BE6364828C3}" type="pres">
      <dgm:prSet presAssocID="{647E5F22-ADAC-43CD-B25A-4303312C2C44}" presName="parentText" presStyleLbl="node1" presStyleIdx="2" presStyleCnt="3">
        <dgm:presLayoutVars>
          <dgm:chMax val="0"/>
          <dgm:bulletEnabled val="1"/>
        </dgm:presLayoutVars>
      </dgm:prSet>
      <dgm:spPr/>
    </dgm:pt>
  </dgm:ptLst>
  <dgm:cxnLst>
    <dgm:cxn modelId="{27D35D07-2449-4482-9D6F-8EF06CB6F141}" type="presOf" srcId="{4F1197E7-36A3-4252-99CD-9B78F92D6A45}" destId="{A42F415E-A6F9-45F1-AD96-734A360D5342}" srcOrd="0" destOrd="0" presId="urn:microsoft.com/office/officeart/2005/8/layout/vList2"/>
    <dgm:cxn modelId="{5D52000A-3DAC-4306-A2EF-9B4B4AB6DD48}" type="presOf" srcId="{AA479FE2-D789-4FE7-A756-A28FD9EF547B}" destId="{A42F415E-A6F9-45F1-AD96-734A360D5342}" srcOrd="0" destOrd="9" presId="urn:microsoft.com/office/officeart/2005/8/layout/vList2"/>
    <dgm:cxn modelId="{05670E17-F433-45DB-B969-AA7736F7E606}" srcId="{4F1197E7-36A3-4252-99CD-9B78F92D6A45}" destId="{9D6649E7-612B-48ED-825C-D5797DB8472B}" srcOrd="2" destOrd="0" parTransId="{E5437B95-4B9E-497B-B03E-48C74909620E}" sibTransId="{292233CB-50A6-4665-B5FF-852A6EFE08E6}"/>
    <dgm:cxn modelId="{B03B2119-2DA3-4EBC-93C6-D0EC69CCC00D}" type="presOf" srcId="{9D6649E7-612B-48ED-825C-D5797DB8472B}" destId="{A42F415E-A6F9-45F1-AD96-734A360D5342}" srcOrd="0" destOrd="3" presId="urn:microsoft.com/office/officeart/2005/8/layout/vList2"/>
    <dgm:cxn modelId="{2F32D71F-BA71-4627-872F-DA5407D47EE4}" srcId="{AFF4B255-E7C9-43C1-B9A9-E9424B81CA03}" destId="{AC363D69-5481-4255-AA1E-06863F45F4F9}" srcOrd="1" destOrd="0" parTransId="{18DB3EEC-D4C4-456A-960C-53C0292124D6}" sibTransId="{A00132BA-8512-4903-A2B4-9A5ACD5AF207}"/>
    <dgm:cxn modelId="{3B5F1623-9CB0-4CD9-8D96-F492A756F9FE}" type="presOf" srcId="{AFF4B255-E7C9-43C1-B9A9-E9424B81CA03}" destId="{C4FD6E6F-7067-497C-B4B2-A1C7C25E37F5}" srcOrd="0" destOrd="0" presId="urn:microsoft.com/office/officeart/2005/8/layout/vList2"/>
    <dgm:cxn modelId="{3AED5F2C-DF51-4E6F-AB88-4F9361E53719}" srcId="{AC363D69-5481-4255-AA1E-06863F45F4F9}" destId="{528E0469-4921-4D52-9104-3B980C833804}" srcOrd="0" destOrd="0" parTransId="{0EDF0941-B844-49E6-9822-C5C3D1B97917}" sibTransId="{97C4C374-937E-4561-A013-F2AF6D544CCD}"/>
    <dgm:cxn modelId="{08A9AB3D-83AF-4D09-9421-605ED057251B}" srcId="{AFF4B255-E7C9-43C1-B9A9-E9424B81CA03}" destId="{F11957A8-5516-466E-AA4D-4599762B6ABB}" srcOrd="3" destOrd="0" parTransId="{F4BB2522-80F8-423F-86E0-9EDA429C3FC0}" sibTransId="{E0868CC1-5CB5-473B-B360-1A92F57412B2}"/>
    <dgm:cxn modelId="{797AD73D-2D97-42A1-97AD-E56328635ED3}" type="presOf" srcId="{AC363D69-5481-4255-AA1E-06863F45F4F9}" destId="{A42F415E-A6F9-45F1-AD96-734A360D5342}" srcOrd="0" destOrd="6" presId="urn:microsoft.com/office/officeart/2005/8/layout/vList2"/>
    <dgm:cxn modelId="{11BA7F40-4DB8-4889-B54E-953301FA2C4A}" srcId="{AFF4B255-E7C9-43C1-B9A9-E9424B81CA03}" destId="{EA9AFE08-8626-4172-925D-C018024EF7AC}" srcOrd="2" destOrd="0" parTransId="{8E450CA7-453B-4B58-A30B-A9B0D585F89B}" sibTransId="{60F02216-B00C-4AF5-9CCA-42945EED6E71}"/>
    <dgm:cxn modelId="{FE518C42-0C83-4CD3-80B8-0CE5329F1E35}" type="presOf" srcId="{F11957A8-5516-466E-AA4D-4599762B6ABB}" destId="{A42F415E-A6F9-45F1-AD96-734A360D5342}" srcOrd="0" destOrd="11" presId="urn:microsoft.com/office/officeart/2005/8/layout/vList2"/>
    <dgm:cxn modelId="{4D32A046-D6B8-4DC5-BFFC-4A979B35C820}" type="presOf" srcId="{025590B5-970B-4A75-BED4-331B5CC85745}" destId="{A42F415E-A6F9-45F1-AD96-734A360D5342}" srcOrd="0" destOrd="5" presId="urn:microsoft.com/office/officeart/2005/8/layout/vList2"/>
    <dgm:cxn modelId="{9EA20247-9BFD-43AA-BB0B-73F64AD4EB66}" srcId="{4F1197E7-36A3-4252-99CD-9B78F92D6A45}" destId="{B9A6D79A-45C7-4735-A14C-15F71C2650C9}" srcOrd="3" destOrd="0" parTransId="{A5A5D1A9-B6A8-41E7-90D2-043D33DD0D39}" sibTransId="{859FF5AF-C463-4ACE-B799-B7E98827209D}"/>
    <dgm:cxn modelId="{CB28754A-1C1C-471B-9A12-9DFDF7A0D821}" type="presOf" srcId="{E0A6D1EE-5DA0-40E8-AAD3-C2B96D444286}" destId="{A42F415E-A6F9-45F1-AD96-734A360D5342}" srcOrd="0" destOrd="1" presId="urn:microsoft.com/office/officeart/2005/8/layout/vList2"/>
    <dgm:cxn modelId="{5F2E3F4F-9340-4ED6-A070-6A60B37321BC}" srcId="{AFF4B255-E7C9-43C1-B9A9-E9424B81CA03}" destId="{4F1197E7-36A3-4252-99CD-9B78F92D6A45}" srcOrd="0" destOrd="0" parTransId="{6143560B-14CD-44AA-87B7-F2BE96EE847E}" sibTransId="{F318FBE5-6A9A-486D-8AB1-E596DB2018AF}"/>
    <dgm:cxn modelId="{719A5580-2677-4C8C-A4B2-18CF32118DB6}" srcId="{AC363D69-5481-4255-AA1E-06863F45F4F9}" destId="{7ABF4E7E-5400-4884-8C3D-671518AB9D23}" srcOrd="1" destOrd="0" parTransId="{A4D3A4C6-CFFA-44EA-9D4F-2265746A4EC0}" sibTransId="{05555B82-A9CB-41B7-BC91-55875B846261}"/>
    <dgm:cxn modelId="{311D9481-0A7A-4741-A2EE-57662EE68E0B}" type="presOf" srcId="{EA9AFE08-8626-4172-925D-C018024EF7AC}" destId="{A42F415E-A6F9-45F1-AD96-734A360D5342}" srcOrd="0" destOrd="10" presId="urn:microsoft.com/office/officeart/2005/8/layout/vList2"/>
    <dgm:cxn modelId="{F47B9E83-01F0-4F10-92BE-B2B1BF8CDAE6}" type="presOf" srcId="{FD436109-448F-4E7C-AB55-6B1C21FBE0D9}" destId="{166A4A55-9D19-4CCB-8DAC-71E7E5E58EC2}" srcOrd="0" destOrd="0" presId="urn:microsoft.com/office/officeart/2005/8/layout/vList2"/>
    <dgm:cxn modelId="{17D9DA85-CB5B-4D8E-9C17-A47AA241DC28}" type="presOf" srcId="{528E0469-4921-4D52-9104-3B980C833804}" destId="{A42F415E-A6F9-45F1-AD96-734A360D5342}" srcOrd="0" destOrd="7" presId="urn:microsoft.com/office/officeart/2005/8/layout/vList2"/>
    <dgm:cxn modelId="{06DFB187-46BA-4B48-A03B-BD93D560D819}" srcId="{FD436109-448F-4E7C-AB55-6B1C21FBE0D9}" destId="{29E59727-4D82-43F6-85D9-245739CD1FA5}" srcOrd="1" destOrd="0" parTransId="{C45EEC77-8D4E-4352-B9A7-60C22CADB947}" sibTransId="{40F45876-3BC4-4FCB-A99B-752B9B6D1682}"/>
    <dgm:cxn modelId="{1F444B88-7001-48E3-92AD-330B004B72E6}" type="presOf" srcId="{7ABF4E7E-5400-4884-8C3D-671518AB9D23}" destId="{A42F415E-A6F9-45F1-AD96-734A360D5342}" srcOrd="0" destOrd="8" presId="urn:microsoft.com/office/officeart/2005/8/layout/vList2"/>
    <dgm:cxn modelId="{AA76DEA9-8248-4C85-84A6-78225ACDD280}" srcId="{FD436109-448F-4E7C-AB55-6B1C21FBE0D9}" destId="{647E5F22-ADAC-43CD-B25A-4303312C2C44}" srcOrd="2" destOrd="0" parTransId="{66DF0DBB-E6AF-4402-80BC-F0A8F3E8FDD4}" sibTransId="{ADA65854-DBA9-4843-A5DD-DD7DA08C4188}"/>
    <dgm:cxn modelId="{EEDD74AC-DA44-4E03-BE6B-53E20B70FEA6}" srcId="{4F1197E7-36A3-4252-99CD-9B78F92D6A45}" destId="{E0A6D1EE-5DA0-40E8-AAD3-C2B96D444286}" srcOrd="0" destOrd="0" parTransId="{C59B80BC-264E-4E5B-AB58-16C15F6AFD2B}" sibTransId="{D1028787-322F-47C6-B92D-53EFCC356799}"/>
    <dgm:cxn modelId="{571409B9-5D33-4E5E-A415-B403FCFAE8C7}" srcId="{4F1197E7-36A3-4252-99CD-9B78F92D6A45}" destId="{025590B5-970B-4A75-BED4-331B5CC85745}" srcOrd="4" destOrd="0" parTransId="{8461A874-6A83-4ACB-A227-C385DADCE205}" sibTransId="{22056A90-7FD2-45E9-8E07-76536A0300B1}"/>
    <dgm:cxn modelId="{EDC1C7BA-E0B3-4E07-B1CD-FA2D65DC68A0}" type="presOf" srcId="{647E5F22-ADAC-43CD-B25A-4303312C2C44}" destId="{82FA34F2-2BB5-42E0-947C-4BE6364828C3}" srcOrd="0" destOrd="0" presId="urn:microsoft.com/office/officeart/2005/8/layout/vList2"/>
    <dgm:cxn modelId="{6193B1CC-393B-4641-80B3-5F551D1A9C2C}" type="presOf" srcId="{B9A6D79A-45C7-4735-A14C-15F71C2650C9}" destId="{A42F415E-A6F9-45F1-AD96-734A360D5342}" srcOrd="0" destOrd="4" presId="urn:microsoft.com/office/officeart/2005/8/layout/vList2"/>
    <dgm:cxn modelId="{7A2B4ADE-72FC-4A5A-B6B5-06D68B8B9D8E}" srcId="{FD436109-448F-4E7C-AB55-6B1C21FBE0D9}" destId="{AFF4B255-E7C9-43C1-B9A9-E9424B81CA03}" srcOrd="0" destOrd="0" parTransId="{94FE82C8-699F-4643-A276-16954E86A68C}" sibTransId="{0F2FC35D-BDBA-4ECA-9B78-CE6CECBF3305}"/>
    <dgm:cxn modelId="{A8BF2BE1-9488-4C8A-AA4E-31009A5A9037}" srcId="{4F1197E7-36A3-4252-99CD-9B78F92D6A45}" destId="{DA025C32-D8BE-4822-A7A4-6FA563B9998E}" srcOrd="1" destOrd="0" parTransId="{6B355A85-D351-4BDC-B33A-1FAE5537CE64}" sibTransId="{C10A4366-B6DC-4C2E-A2AE-20B84D13EC4C}"/>
    <dgm:cxn modelId="{32E19CE8-9967-42BA-A4F1-C1EDBCA50171}" type="presOf" srcId="{DA025C32-D8BE-4822-A7A4-6FA563B9998E}" destId="{A42F415E-A6F9-45F1-AD96-734A360D5342}" srcOrd="0" destOrd="2" presId="urn:microsoft.com/office/officeart/2005/8/layout/vList2"/>
    <dgm:cxn modelId="{1291B0F9-1589-469A-AE40-96A8639F7493}" srcId="{AC363D69-5481-4255-AA1E-06863F45F4F9}" destId="{AA479FE2-D789-4FE7-A756-A28FD9EF547B}" srcOrd="2" destOrd="0" parTransId="{DC23D951-F92B-47E4-82ED-B648FD931737}" sibTransId="{A78D742C-177E-451E-AF3A-79D4DDD4C0DF}"/>
    <dgm:cxn modelId="{60BBF2FF-8015-44A9-94FE-E9B459D09BAF}" type="presOf" srcId="{29E59727-4D82-43F6-85D9-245739CD1FA5}" destId="{E1A8A653-7201-4A86-A430-673D821DC4A6}" srcOrd="0" destOrd="0" presId="urn:microsoft.com/office/officeart/2005/8/layout/vList2"/>
    <dgm:cxn modelId="{44707D13-6D98-4B12-9BA8-95421A0B6965}" type="presParOf" srcId="{166A4A55-9D19-4CCB-8DAC-71E7E5E58EC2}" destId="{C4FD6E6F-7067-497C-B4B2-A1C7C25E37F5}" srcOrd="0" destOrd="0" presId="urn:microsoft.com/office/officeart/2005/8/layout/vList2"/>
    <dgm:cxn modelId="{9AD93834-566F-4987-9EAD-F74C5C669A2F}" type="presParOf" srcId="{166A4A55-9D19-4CCB-8DAC-71E7E5E58EC2}" destId="{A42F415E-A6F9-45F1-AD96-734A360D5342}" srcOrd="1" destOrd="0" presId="urn:microsoft.com/office/officeart/2005/8/layout/vList2"/>
    <dgm:cxn modelId="{597F3F9D-EED7-47EB-9B67-9CCA8CCD9923}" type="presParOf" srcId="{166A4A55-9D19-4CCB-8DAC-71E7E5E58EC2}" destId="{E1A8A653-7201-4A86-A430-673D821DC4A6}" srcOrd="2" destOrd="0" presId="urn:microsoft.com/office/officeart/2005/8/layout/vList2"/>
    <dgm:cxn modelId="{F2DCC5EF-BF31-4A96-BB72-2995725DF67A}" type="presParOf" srcId="{166A4A55-9D19-4CCB-8DAC-71E7E5E58EC2}" destId="{F86F6326-C824-46B5-8E9F-A1875911EFE7}" srcOrd="3" destOrd="0" presId="urn:microsoft.com/office/officeart/2005/8/layout/vList2"/>
    <dgm:cxn modelId="{D8CFA03D-4829-4249-9946-605815067266}" type="presParOf" srcId="{166A4A55-9D19-4CCB-8DAC-71E7E5E58EC2}" destId="{82FA34F2-2BB5-42E0-947C-4BE6364828C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7E959E-0C59-489A-8CB7-8386D9B99F7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4D0ED40-CF07-43E9-847B-A9F25760D89A}">
      <dgm:prSet/>
      <dgm:spPr/>
      <dgm:t>
        <a:bodyPr/>
        <a:lstStyle/>
        <a:p>
          <a:r>
            <a:rPr lang="en-GB"/>
            <a:t>Reserving Feed source data to be sourced from Insights instead of RED::</a:t>
          </a:r>
          <a:endParaRPr lang="en-US"/>
        </a:p>
      </dgm:t>
    </dgm:pt>
    <dgm:pt modelId="{8314856B-CA95-46C9-B972-D869542EA521}" type="parTrans" cxnId="{D700EE2A-F4AE-43BA-8D56-4A15DFFC0FC4}">
      <dgm:prSet/>
      <dgm:spPr/>
      <dgm:t>
        <a:bodyPr/>
        <a:lstStyle/>
        <a:p>
          <a:endParaRPr lang="en-US"/>
        </a:p>
      </dgm:t>
    </dgm:pt>
    <dgm:pt modelId="{28366FE0-41FF-437D-B245-4B8A9931BE2A}" type="sibTrans" cxnId="{D700EE2A-F4AE-43BA-8D56-4A15DFFC0FC4}">
      <dgm:prSet/>
      <dgm:spPr/>
      <dgm:t>
        <a:bodyPr/>
        <a:lstStyle/>
        <a:p>
          <a:endParaRPr lang="en-US"/>
        </a:p>
      </dgm:t>
    </dgm:pt>
    <dgm:pt modelId="{577C6F34-5E9D-4479-9DDA-0706783B3176}">
      <dgm:prSet/>
      <dgm:spPr/>
      <dgm:t>
        <a:bodyPr/>
        <a:lstStyle/>
        <a:p>
          <a:r>
            <a:rPr lang="en-GB"/>
            <a:t>Refactor these FinAct Reserving report SPs to source data from the FinAct DWH reserving feed output tables rather than FinActDM:</a:t>
          </a:r>
          <a:endParaRPr lang="en-US"/>
        </a:p>
      </dgm:t>
    </dgm:pt>
    <dgm:pt modelId="{CE23FA92-D666-42E1-82B4-68C2CBF9F357}" type="parTrans" cxnId="{23D4DBF8-7B02-4A46-8B19-3439BEA17A44}">
      <dgm:prSet/>
      <dgm:spPr/>
      <dgm:t>
        <a:bodyPr/>
        <a:lstStyle/>
        <a:p>
          <a:endParaRPr lang="en-US"/>
        </a:p>
      </dgm:t>
    </dgm:pt>
    <dgm:pt modelId="{FF8473CC-DEC4-42E2-B834-5915FA7C2FC8}" type="sibTrans" cxnId="{23D4DBF8-7B02-4A46-8B19-3439BEA17A44}">
      <dgm:prSet/>
      <dgm:spPr/>
      <dgm:t>
        <a:bodyPr/>
        <a:lstStyle/>
        <a:p>
          <a:endParaRPr lang="en-US"/>
        </a:p>
      </dgm:t>
    </dgm:pt>
    <dgm:pt modelId="{2456AB8A-7236-412E-9917-5C39F8AD9729}">
      <dgm:prSet/>
      <dgm:spPr/>
      <dgm:t>
        <a:bodyPr/>
        <a:lstStyle/>
        <a:p>
          <a:r>
            <a:rPr lang="en-GB" b="1" err="1"/>
            <a:t>usp_RiAccountedIncomes_GetGrossPremiums</a:t>
          </a:r>
          <a:endParaRPr lang="en-US"/>
        </a:p>
      </dgm:t>
    </dgm:pt>
    <dgm:pt modelId="{038D3A7D-BB6B-461E-8EBA-897C421AC22B}" type="parTrans" cxnId="{1865E155-AA89-49A2-AC5F-792448CC1495}">
      <dgm:prSet/>
      <dgm:spPr/>
      <dgm:t>
        <a:bodyPr/>
        <a:lstStyle/>
        <a:p>
          <a:endParaRPr lang="en-US"/>
        </a:p>
      </dgm:t>
    </dgm:pt>
    <dgm:pt modelId="{AE59B7C7-3184-48C4-8641-214B7F214F3D}" type="sibTrans" cxnId="{1865E155-AA89-49A2-AC5F-792448CC1495}">
      <dgm:prSet/>
      <dgm:spPr/>
      <dgm:t>
        <a:bodyPr/>
        <a:lstStyle/>
        <a:p>
          <a:endParaRPr lang="en-US"/>
        </a:p>
      </dgm:t>
    </dgm:pt>
    <dgm:pt modelId="{9974B631-8D94-42D9-8366-0A9D5CB4E133}">
      <dgm:prSet/>
      <dgm:spPr/>
      <dgm:t>
        <a:bodyPr/>
        <a:lstStyle/>
        <a:p>
          <a:r>
            <a:rPr lang="en-GB" b="1" err="1"/>
            <a:t>usp_RiAccountedIncomes_GetRiPremiums</a:t>
          </a:r>
          <a:endParaRPr lang="en-US"/>
        </a:p>
      </dgm:t>
    </dgm:pt>
    <dgm:pt modelId="{7D41E416-1AE4-4837-935D-D2EC6ECE3687}" type="parTrans" cxnId="{74905813-6B35-46BC-91A0-3EC7DC3FE1F6}">
      <dgm:prSet/>
      <dgm:spPr/>
      <dgm:t>
        <a:bodyPr/>
        <a:lstStyle/>
        <a:p>
          <a:endParaRPr lang="en-US"/>
        </a:p>
      </dgm:t>
    </dgm:pt>
    <dgm:pt modelId="{3FCC95A4-460C-4280-AD31-107B147A533F}" type="sibTrans" cxnId="{74905813-6B35-46BC-91A0-3EC7DC3FE1F6}">
      <dgm:prSet/>
      <dgm:spPr/>
      <dgm:t>
        <a:bodyPr/>
        <a:lstStyle/>
        <a:p>
          <a:endParaRPr lang="en-US"/>
        </a:p>
      </dgm:t>
    </dgm:pt>
    <dgm:pt modelId="{D6C44F33-415B-4640-87FB-6787F4B6BA86}">
      <dgm:prSet/>
      <dgm:spPr/>
      <dgm:t>
        <a:bodyPr/>
        <a:lstStyle/>
        <a:p>
          <a:r>
            <a:rPr lang="en-GB"/>
            <a:t>Data Flags (used for ETL process)</a:t>
          </a:r>
          <a:endParaRPr lang="en-US"/>
        </a:p>
      </dgm:t>
    </dgm:pt>
    <dgm:pt modelId="{C2A7041D-C555-4D6A-A438-CBA5D4AFD4F6}" type="parTrans" cxnId="{78B06C3E-71F4-4D19-8688-5B54E6ABE9F9}">
      <dgm:prSet/>
      <dgm:spPr/>
      <dgm:t>
        <a:bodyPr/>
        <a:lstStyle/>
        <a:p>
          <a:endParaRPr lang="en-GB"/>
        </a:p>
      </dgm:t>
    </dgm:pt>
    <dgm:pt modelId="{6CFD3238-5B27-4D45-AB47-2A46385766EF}" type="sibTrans" cxnId="{78B06C3E-71F4-4D19-8688-5B54E6ABE9F9}">
      <dgm:prSet/>
      <dgm:spPr/>
      <dgm:t>
        <a:bodyPr/>
        <a:lstStyle/>
        <a:p>
          <a:endParaRPr lang="en-GB"/>
        </a:p>
      </dgm:t>
    </dgm:pt>
    <dgm:pt modelId="{36A03571-2B0B-4DAC-9D0E-49A839985D1D}">
      <dgm:prSet/>
      <dgm:spPr/>
      <dgm:t>
        <a:bodyPr/>
        <a:lstStyle/>
        <a:p>
          <a:r>
            <a:rPr lang="en-GB"/>
            <a:t>OSIL Data</a:t>
          </a:r>
          <a:endParaRPr lang="en-US"/>
        </a:p>
      </dgm:t>
    </dgm:pt>
    <dgm:pt modelId="{227E72B8-1687-42D2-BC9D-77851680C1BC}" type="parTrans" cxnId="{A414AF8C-9E42-4C08-9FAF-A3F1B1B34A11}">
      <dgm:prSet/>
      <dgm:spPr/>
      <dgm:t>
        <a:bodyPr/>
        <a:lstStyle/>
        <a:p>
          <a:endParaRPr lang="en-GB"/>
        </a:p>
      </dgm:t>
    </dgm:pt>
    <dgm:pt modelId="{296BAF8A-FE69-4FA2-8996-E3F06AD4828B}" type="sibTrans" cxnId="{A414AF8C-9E42-4C08-9FAF-A3F1B1B34A11}">
      <dgm:prSet/>
      <dgm:spPr/>
      <dgm:t>
        <a:bodyPr/>
        <a:lstStyle/>
        <a:p>
          <a:endParaRPr lang="en-GB"/>
        </a:p>
      </dgm:t>
    </dgm:pt>
    <dgm:pt modelId="{0EE56031-CFE4-4CC2-A98E-C10021324049}">
      <dgm:prSet/>
      <dgm:spPr/>
      <dgm:t>
        <a:bodyPr/>
        <a:lstStyle/>
        <a:p>
          <a:r>
            <a:rPr lang="en-GB"/>
            <a:t>Claims</a:t>
          </a:r>
          <a:endParaRPr lang="en-US"/>
        </a:p>
      </dgm:t>
    </dgm:pt>
    <dgm:pt modelId="{97421D64-24F2-4F33-8AFE-E52C4520A3C0}" type="parTrans" cxnId="{D2E26070-937B-498E-8EFA-660A77258139}">
      <dgm:prSet/>
      <dgm:spPr/>
      <dgm:t>
        <a:bodyPr/>
        <a:lstStyle/>
        <a:p>
          <a:endParaRPr lang="en-GB"/>
        </a:p>
      </dgm:t>
    </dgm:pt>
    <dgm:pt modelId="{22AE3EF8-712D-44C6-A00F-1F29A0B6F551}" type="sibTrans" cxnId="{D2E26070-937B-498E-8EFA-660A77258139}">
      <dgm:prSet/>
      <dgm:spPr/>
      <dgm:t>
        <a:bodyPr/>
        <a:lstStyle/>
        <a:p>
          <a:endParaRPr lang="en-GB"/>
        </a:p>
      </dgm:t>
    </dgm:pt>
    <dgm:pt modelId="{598331CD-C6BB-4E99-9DCD-73071FB28380}">
      <dgm:prSet/>
      <dgm:spPr/>
      <dgm:t>
        <a:bodyPr/>
        <a:lstStyle/>
        <a:p>
          <a:r>
            <a:rPr lang="en-GB"/>
            <a:t>Event Group</a:t>
          </a:r>
          <a:endParaRPr lang="en-US"/>
        </a:p>
      </dgm:t>
    </dgm:pt>
    <dgm:pt modelId="{E3979D1D-F253-4796-BDC6-E94F84A85A27}" type="parTrans" cxnId="{48FDD809-7F07-4330-A554-E27273ECF560}">
      <dgm:prSet/>
      <dgm:spPr/>
      <dgm:t>
        <a:bodyPr/>
        <a:lstStyle/>
        <a:p>
          <a:endParaRPr lang="en-GB"/>
        </a:p>
      </dgm:t>
    </dgm:pt>
    <dgm:pt modelId="{5E8DE6AE-F8D5-41A0-AC9F-A7273DD1CF2B}" type="sibTrans" cxnId="{48FDD809-7F07-4330-A554-E27273ECF560}">
      <dgm:prSet/>
      <dgm:spPr/>
      <dgm:t>
        <a:bodyPr/>
        <a:lstStyle/>
        <a:p>
          <a:endParaRPr lang="en-GB"/>
        </a:p>
      </dgm:t>
    </dgm:pt>
    <dgm:pt modelId="{3F22895A-1A9E-4CE7-9B33-4AA01F26994E}">
      <dgm:prSet/>
      <dgm:spPr/>
      <dgm:t>
        <a:bodyPr/>
        <a:lstStyle/>
        <a:p>
          <a:r>
            <a:rPr lang="en-GB"/>
            <a:t>Reporting Hierarchy</a:t>
          </a:r>
          <a:endParaRPr lang="en-US"/>
        </a:p>
      </dgm:t>
    </dgm:pt>
    <dgm:pt modelId="{5F742424-FF19-4669-899A-7C616B47A615}" type="parTrans" cxnId="{7A3B4B38-D7C2-4B75-8200-FC7737C817F0}">
      <dgm:prSet/>
      <dgm:spPr/>
      <dgm:t>
        <a:bodyPr/>
        <a:lstStyle/>
        <a:p>
          <a:endParaRPr lang="en-GB"/>
        </a:p>
      </dgm:t>
    </dgm:pt>
    <dgm:pt modelId="{837D3F86-21A0-4C12-9DB6-50F3586368C2}" type="sibTrans" cxnId="{7A3B4B38-D7C2-4B75-8200-FC7737C817F0}">
      <dgm:prSet/>
      <dgm:spPr/>
      <dgm:t>
        <a:bodyPr/>
        <a:lstStyle/>
        <a:p>
          <a:endParaRPr lang="en-GB"/>
        </a:p>
      </dgm:t>
    </dgm:pt>
    <dgm:pt modelId="{F90FFC0B-694C-4F0B-A17F-0B66F630268F}">
      <dgm:prSet/>
      <dgm:spPr/>
      <dgm:t>
        <a:bodyPr/>
        <a:lstStyle/>
        <a:p>
          <a:r>
            <a:rPr lang="en-GB"/>
            <a:t>Business Entity</a:t>
          </a:r>
          <a:endParaRPr lang="en-US"/>
        </a:p>
      </dgm:t>
    </dgm:pt>
    <dgm:pt modelId="{30D44249-8FE2-4206-A6D4-82E383DA92EE}" type="parTrans" cxnId="{A65D829F-B71A-48CD-9B99-0F00E9B025CF}">
      <dgm:prSet/>
      <dgm:spPr/>
      <dgm:t>
        <a:bodyPr/>
        <a:lstStyle/>
        <a:p>
          <a:endParaRPr lang="en-GB"/>
        </a:p>
      </dgm:t>
    </dgm:pt>
    <dgm:pt modelId="{2EBAFE61-EADD-40F0-AA0A-EA90A8C18889}" type="sibTrans" cxnId="{A65D829F-B71A-48CD-9B99-0F00E9B025CF}">
      <dgm:prSet/>
      <dgm:spPr/>
      <dgm:t>
        <a:bodyPr/>
        <a:lstStyle/>
        <a:p>
          <a:endParaRPr lang="en-GB"/>
        </a:p>
      </dgm:t>
    </dgm:pt>
    <dgm:pt modelId="{1968D0FD-C8D4-4658-BA3B-4A3D206B3627}">
      <dgm:prSet/>
      <dgm:spPr/>
      <dgm:t>
        <a:bodyPr/>
        <a:lstStyle/>
        <a:p>
          <a:r>
            <a:rPr lang="en-GB"/>
            <a:t>Policy</a:t>
          </a:r>
          <a:endParaRPr lang="en-US"/>
        </a:p>
      </dgm:t>
    </dgm:pt>
    <dgm:pt modelId="{00BE85B2-908E-49CF-9D9F-DE297A5113ED}" type="parTrans" cxnId="{A01301E3-90D1-4964-96A5-34C70BAD6A7D}">
      <dgm:prSet/>
      <dgm:spPr/>
      <dgm:t>
        <a:bodyPr/>
        <a:lstStyle/>
        <a:p>
          <a:endParaRPr lang="en-GB"/>
        </a:p>
      </dgm:t>
    </dgm:pt>
    <dgm:pt modelId="{202B9518-5BAD-4E9F-95A6-D1A9763347C2}" type="sibTrans" cxnId="{A01301E3-90D1-4964-96A5-34C70BAD6A7D}">
      <dgm:prSet/>
      <dgm:spPr/>
      <dgm:t>
        <a:bodyPr/>
        <a:lstStyle/>
        <a:p>
          <a:endParaRPr lang="en-GB"/>
        </a:p>
      </dgm:t>
    </dgm:pt>
    <dgm:pt modelId="{AD6F4C1B-E335-4E01-816F-FFE4247403A8}">
      <dgm:prSet/>
      <dgm:spPr/>
      <dgm:t>
        <a:bodyPr/>
        <a:lstStyle/>
        <a:p>
          <a:r>
            <a:rPr lang="en-GB"/>
            <a:t>FX Rates</a:t>
          </a:r>
          <a:endParaRPr lang="en-US"/>
        </a:p>
      </dgm:t>
    </dgm:pt>
    <dgm:pt modelId="{76CDC3FE-9157-409F-92E1-FB57B6E152E6}" type="parTrans" cxnId="{BD0D98B5-C9AA-44F5-A7D3-EBDD459CE1F8}">
      <dgm:prSet/>
      <dgm:spPr/>
      <dgm:t>
        <a:bodyPr/>
        <a:lstStyle/>
        <a:p>
          <a:endParaRPr lang="en-GB"/>
        </a:p>
      </dgm:t>
    </dgm:pt>
    <dgm:pt modelId="{B456D31F-26E8-49EB-976D-788B73BC517E}" type="sibTrans" cxnId="{BD0D98B5-C9AA-44F5-A7D3-EBDD459CE1F8}">
      <dgm:prSet/>
      <dgm:spPr/>
      <dgm:t>
        <a:bodyPr/>
        <a:lstStyle/>
        <a:p>
          <a:endParaRPr lang="en-GB"/>
        </a:p>
      </dgm:t>
    </dgm:pt>
    <dgm:pt modelId="{25D82948-8F62-483F-8800-66186F96D52C}">
      <dgm:prSet/>
      <dgm:spPr/>
      <dgm:t>
        <a:bodyPr/>
        <a:lstStyle/>
        <a:p>
          <a:r>
            <a:rPr lang="en-GB" b="1"/>
            <a:t>Gross/RI Transaction data</a:t>
          </a:r>
        </a:p>
        <a:p>
          <a:endParaRPr lang="en-US"/>
        </a:p>
      </dgm:t>
    </dgm:pt>
    <dgm:pt modelId="{F8FD4058-C68E-4691-B6E9-9D73EADCA160}" type="parTrans" cxnId="{87AD78AD-330A-42C0-ACC6-DEE97AA2DE19}">
      <dgm:prSet/>
      <dgm:spPr/>
      <dgm:t>
        <a:bodyPr/>
        <a:lstStyle/>
        <a:p>
          <a:endParaRPr lang="en-GB"/>
        </a:p>
      </dgm:t>
    </dgm:pt>
    <dgm:pt modelId="{7AB5321E-0B36-4E39-8225-3D07AADBF320}" type="sibTrans" cxnId="{87AD78AD-330A-42C0-ACC6-DEE97AA2DE19}">
      <dgm:prSet/>
      <dgm:spPr/>
      <dgm:t>
        <a:bodyPr/>
        <a:lstStyle/>
        <a:p>
          <a:endParaRPr lang="en-GB"/>
        </a:p>
      </dgm:t>
    </dgm:pt>
    <dgm:pt modelId="{06C5A2E0-EF49-48FF-9053-6FFCC43E64D9}" type="pres">
      <dgm:prSet presAssocID="{1C7E959E-0C59-489A-8CB7-8386D9B99F71}" presName="linear" presStyleCnt="0">
        <dgm:presLayoutVars>
          <dgm:animLvl val="lvl"/>
          <dgm:resizeHandles val="exact"/>
        </dgm:presLayoutVars>
      </dgm:prSet>
      <dgm:spPr/>
    </dgm:pt>
    <dgm:pt modelId="{A2DEEC5B-7DE4-4FBA-9FCF-25F57FE55B5A}" type="pres">
      <dgm:prSet presAssocID="{44D0ED40-CF07-43E9-847B-A9F25760D89A}" presName="parentText" presStyleLbl="node1" presStyleIdx="0" presStyleCnt="2">
        <dgm:presLayoutVars>
          <dgm:chMax val="0"/>
          <dgm:bulletEnabled val="1"/>
        </dgm:presLayoutVars>
      </dgm:prSet>
      <dgm:spPr/>
    </dgm:pt>
    <dgm:pt modelId="{59B85569-67D3-4DA4-BDB1-7BC75B1B113D}" type="pres">
      <dgm:prSet presAssocID="{44D0ED40-CF07-43E9-847B-A9F25760D89A}" presName="childText" presStyleLbl="revTx" presStyleIdx="0" presStyleCnt="2">
        <dgm:presLayoutVars>
          <dgm:bulletEnabled val="1"/>
        </dgm:presLayoutVars>
      </dgm:prSet>
      <dgm:spPr/>
    </dgm:pt>
    <dgm:pt modelId="{583F9319-48CB-4FD7-9803-DADE6236B41F}" type="pres">
      <dgm:prSet presAssocID="{577C6F34-5E9D-4479-9DDA-0706783B3176}" presName="parentText" presStyleLbl="node1" presStyleIdx="1" presStyleCnt="2">
        <dgm:presLayoutVars>
          <dgm:chMax val="0"/>
          <dgm:bulletEnabled val="1"/>
        </dgm:presLayoutVars>
      </dgm:prSet>
      <dgm:spPr/>
    </dgm:pt>
    <dgm:pt modelId="{53341401-0154-440F-B74E-8399B89C645D}" type="pres">
      <dgm:prSet presAssocID="{577C6F34-5E9D-4479-9DDA-0706783B3176}" presName="childText" presStyleLbl="revTx" presStyleIdx="1" presStyleCnt="2">
        <dgm:presLayoutVars>
          <dgm:bulletEnabled val="1"/>
        </dgm:presLayoutVars>
      </dgm:prSet>
      <dgm:spPr/>
    </dgm:pt>
  </dgm:ptLst>
  <dgm:cxnLst>
    <dgm:cxn modelId="{3C770D05-0EC9-4EAB-B7B3-5BDB52BD3A48}" type="presOf" srcId="{0EE56031-CFE4-4CC2-A98E-C10021324049}" destId="{59B85569-67D3-4DA4-BDB1-7BC75B1B113D}" srcOrd="0" destOrd="2" presId="urn:microsoft.com/office/officeart/2005/8/layout/vList2"/>
    <dgm:cxn modelId="{48FDD809-7F07-4330-A554-E27273ECF560}" srcId="{44D0ED40-CF07-43E9-847B-A9F25760D89A}" destId="{598331CD-C6BB-4E99-9DCD-73071FB28380}" srcOrd="3" destOrd="0" parTransId="{E3979D1D-F253-4796-BDC6-E94F84A85A27}" sibTransId="{5E8DE6AE-F8D5-41A0-AC9F-A7273DD1CF2B}"/>
    <dgm:cxn modelId="{9993450D-7B35-426A-A2AD-A9D52F9E3269}" type="presOf" srcId="{1C7E959E-0C59-489A-8CB7-8386D9B99F71}" destId="{06C5A2E0-EF49-48FF-9053-6FFCC43E64D9}" srcOrd="0" destOrd="0" presId="urn:microsoft.com/office/officeart/2005/8/layout/vList2"/>
    <dgm:cxn modelId="{74905813-6B35-46BC-91A0-3EC7DC3FE1F6}" srcId="{577C6F34-5E9D-4479-9DDA-0706783B3176}" destId="{9974B631-8D94-42D9-8366-0A9D5CB4E133}" srcOrd="1" destOrd="0" parTransId="{7D41E416-1AE4-4837-935D-D2EC6ECE3687}" sibTransId="{3FCC95A4-460C-4280-AD31-107B147A533F}"/>
    <dgm:cxn modelId="{D700EE2A-F4AE-43BA-8D56-4A15DFFC0FC4}" srcId="{1C7E959E-0C59-489A-8CB7-8386D9B99F71}" destId="{44D0ED40-CF07-43E9-847B-A9F25760D89A}" srcOrd="0" destOrd="0" parTransId="{8314856B-CA95-46C9-B972-D869542EA521}" sibTransId="{28366FE0-41FF-437D-B245-4B8A9931BE2A}"/>
    <dgm:cxn modelId="{F8DCEF2B-FEE0-4409-B616-808CBC134FE1}" type="presOf" srcId="{25D82948-8F62-483F-8800-66186F96D52C}" destId="{59B85569-67D3-4DA4-BDB1-7BC75B1B113D}" srcOrd="0" destOrd="8" presId="urn:microsoft.com/office/officeart/2005/8/layout/vList2"/>
    <dgm:cxn modelId="{7A3B4B38-D7C2-4B75-8200-FC7737C817F0}" srcId="{44D0ED40-CF07-43E9-847B-A9F25760D89A}" destId="{3F22895A-1A9E-4CE7-9B33-4AA01F26994E}" srcOrd="4" destOrd="0" parTransId="{5F742424-FF19-4669-899A-7C616B47A615}" sibTransId="{837D3F86-21A0-4C12-9DB6-50F3586368C2}"/>
    <dgm:cxn modelId="{78B06C3E-71F4-4D19-8688-5B54E6ABE9F9}" srcId="{44D0ED40-CF07-43E9-847B-A9F25760D89A}" destId="{D6C44F33-415B-4640-87FB-6787F4B6BA86}" srcOrd="0" destOrd="0" parTransId="{C2A7041D-C555-4D6A-A438-CBA5D4AFD4F6}" sibTransId="{6CFD3238-5B27-4D45-AB47-2A46385766EF}"/>
    <dgm:cxn modelId="{FC6DA960-E5E2-4E1B-84C3-A0B8ACA9DC68}" type="presOf" srcId="{2456AB8A-7236-412E-9917-5C39F8AD9729}" destId="{53341401-0154-440F-B74E-8399B89C645D}" srcOrd="0" destOrd="0" presId="urn:microsoft.com/office/officeart/2005/8/layout/vList2"/>
    <dgm:cxn modelId="{D2E26070-937B-498E-8EFA-660A77258139}" srcId="{44D0ED40-CF07-43E9-847B-A9F25760D89A}" destId="{0EE56031-CFE4-4CC2-A98E-C10021324049}" srcOrd="2" destOrd="0" parTransId="{97421D64-24F2-4F33-8AFE-E52C4520A3C0}" sibTransId="{22AE3EF8-712D-44C6-A00F-1F29A0B6F551}"/>
    <dgm:cxn modelId="{1865E155-AA89-49A2-AC5F-792448CC1495}" srcId="{577C6F34-5E9D-4479-9DDA-0706783B3176}" destId="{2456AB8A-7236-412E-9917-5C39F8AD9729}" srcOrd="0" destOrd="0" parTransId="{038D3A7D-BB6B-461E-8EBA-897C421AC22B}" sibTransId="{AE59B7C7-3184-48C4-8641-214B7F214F3D}"/>
    <dgm:cxn modelId="{76D1A17E-363E-44AD-A627-9D0923A48067}" type="presOf" srcId="{598331CD-C6BB-4E99-9DCD-73071FB28380}" destId="{59B85569-67D3-4DA4-BDB1-7BC75B1B113D}" srcOrd="0" destOrd="3" presId="urn:microsoft.com/office/officeart/2005/8/layout/vList2"/>
    <dgm:cxn modelId="{A6E8B581-10CD-4AF6-8EB4-C572BC29829D}" type="presOf" srcId="{44D0ED40-CF07-43E9-847B-A9F25760D89A}" destId="{A2DEEC5B-7DE4-4FBA-9FCF-25F57FE55B5A}" srcOrd="0" destOrd="0" presId="urn:microsoft.com/office/officeart/2005/8/layout/vList2"/>
    <dgm:cxn modelId="{D43C2182-1FDC-4CD3-90A5-A3B5FB039C38}" type="presOf" srcId="{AD6F4C1B-E335-4E01-816F-FFE4247403A8}" destId="{59B85569-67D3-4DA4-BDB1-7BC75B1B113D}" srcOrd="0" destOrd="7" presId="urn:microsoft.com/office/officeart/2005/8/layout/vList2"/>
    <dgm:cxn modelId="{A414AF8C-9E42-4C08-9FAF-A3F1B1B34A11}" srcId="{44D0ED40-CF07-43E9-847B-A9F25760D89A}" destId="{36A03571-2B0B-4DAC-9D0E-49A839985D1D}" srcOrd="1" destOrd="0" parTransId="{227E72B8-1687-42D2-BC9D-77851680C1BC}" sibTransId="{296BAF8A-FE69-4FA2-8996-E3F06AD4828B}"/>
    <dgm:cxn modelId="{A65D829F-B71A-48CD-9B99-0F00E9B025CF}" srcId="{44D0ED40-CF07-43E9-847B-A9F25760D89A}" destId="{F90FFC0B-694C-4F0B-A17F-0B66F630268F}" srcOrd="5" destOrd="0" parTransId="{30D44249-8FE2-4206-A6D4-82E383DA92EE}" sibTransId="{2EBAFE61-EADD-40F0-AA0A-EA90A8C18889}"/>
    <dgm:cxn modelId="{87AD78AD-330A-42C0-ACC6-DEE97AA2DE19}" srcId="{44D0ED40-CF07-43E9-847B-A9F25760D89A}" destId="{25D82948-8F62-483F-8800-66186F96D52C}" srcOrd="8" destOrd="0" parTransId="{F8FD4058-C68E-4691-B6E9-9D73EADCA160}" sibTransId="{7AB5321E-0B36-4E39-8225-3D07AADBF320}"/>
    <dgm:cxn modelId="{BD0D98B5-C9AA-44F5-A7D3-EBDD459CE1F8}" srcId="{44D0ED40-CF07-43E9-847B-A9F25760D89A}" destId="{AD6F4C1B-E335-4E01-816F-FFE4247403A8}" srcOrd="7" destOrd="0" parTransId="{76CDC3FE-9157-409F-92E1-FB57B6E152E6}" sibTransId="{B456D31F-26E8-49EB-976D-788B73BC517E}"/>
    <dgm:cxn modelId="{D9CC96B6-095F-4008-BA3A-4E31AAD1F0B4}" type="presOf" srcId="{577C6F34-5E9D-4479-9DDA-0706783B3176}" destId="{583F9319-48CB-4FD7-9803-DADE6236B41F}" srcOrd="0" destOrd="0" presId="urn:microsoft.com/office/officeart/2005/8/layout/vList2"/>
    <dgm:cxn modelId="{6FD4B1C8-1EE2-4AC2-9378-D557C301E0A7}" type="presOf" srcId="{9974B631-8D94-42D9-8366-0A9D5CB4E133}" destId="{53341401-0154-440F-B74E-8399B89C645D}" srcOrd="0" destOrd="1" presId="urn:microsoft.com/office/officeart/2005/8/layout/vList2"/>
    <dgm:cxn modelId="{E2786BDB-4BB6-4E95-AF9E-523594162FD6}" type="presOf" srcId="{F90FFC0B-694C-4F0B-A17F-0B66F630268F}" destId="{59B85569-67D3-4DA4-BDB1-7BC75B1B113D}" srcOrd="0" destOrd="5" presId="urn:microsoft.com/office/officeart/2005/8/layout/vList2"/>
    <dgm:cxn modelId="{887EF6E2-EB39-48EA-A0C7-F8238E97C9E5}" type="presOf" srcId="{3F22895A-1A9E-4CE7-9B33-4AA01F26994E}" destId="{59B85569-67D3-4DA4-BDB1-7BC75B1B113D}" srcOrd="0" destOrd="4" presId="urn:microsoft.com/office/officeart/2005/8/layout/vList2"/>
    <dgm:cxn modelId="{A01301E3-90D1-4964-96A5-34C70BAD6A7D}" srcId="{44D0ED40-CF07-43E9-847B-A9F25760D89A}" destId="{1968D0FD-C8D4-4658-BA3B-4A3D206B3627}" srcOrd="6" destOrd="0" parTransId="{00BE85B2-908E-49CF-9D9F-DE297A5113ED}" sibTransId="{202B9518-5BAD-4E9F-95A6-D1A9763347C2}"/>
    <dgm:cxn modelId="{FDA0D6E3-BB48-49EA-9F4B-608EC01F7570}" type="presOf" srcId="{D6C44F33-415B-4640-87FB-6787F4B6BA86}" destId="{59B85569-67D3-4DA4-BDB1-7BC75B1B113D}" srcOrd="0" destOrd="0" presId="urn:microsoft.com/office/officeart/2005/8/layout/vList2"/>
    <dgm:cxn modelId="{F049AEEF-CFF9-4C2C-9E37-58A7484C4647}" type="presOf" srcId="{1968D0FD-C8D4-4658-BA3B-4A3D206B3627}" destId="{59B85569-67D3-4DA4-BDB1-7BC75B1B113D}" srcOrd="0" destOrd="6" presId="urn:microsoft.com/office/officeart/2005/8/layout/vList2"/>
    <dgm:cxn modelId="{23D4DBF8-7B02-4A46-8B19-3439BEA17A44}" srcId="{1C7E959E-0C59-489A-8CB7-8386D9B99F71}" destId="{577C6F34-5E9D-4479-9DDA-0706783B3176}" srcOrd="1" destOrd="0" parTransId="{CE23FA92-D666-42E1-82B4-68C2CBF9F357}" sibTransId="{FF8473CC-DEC4-42E2-B834-5915FA7C2FC8}"/>
    <dgm:cxn modelId="{7DC4CAFC-DEC4-4CF0-81FA-4CAA1C74A274}" type="presOf" srcId="{36A03571-2B0B-4DAC-9D0E-49A839985D1D}" destId="{59B85569-67D3-4DA4-BDB1-7BC75B1B113D}" srcOrd="0" destOrd="1" presId="urn:microsoft.com/office/officeart/2005/8/layout/vList2"/>
    <dgm:cxn modelId="{6ABA6081-4D24-4248-9512-0EADC2A0C9FD}" type="presParOf" srcId="{06C5A2E0-EF49-48FF-9053-6FFCC43E64D9}" destId="{A2DEEC5B-7DE4-4FBA-9FCF-25F57FE55B5A}" srcOrd="0" destOrd="0" presId="urn:microsoft.com/office/officeart/2005/8/layout/vList2"/>
    <dgm:cxn modelId="{E9DCBDA0-F6A8-4F8C-8CD2-772691ACBCEF}" type="presParOf" srcId="{06C5A2E0-EF49-48FF-9053-6FFCC43E64D9}" destId="{59B85569-67D3-4DA4-BDB1-7BC75B1B113D}" srcOrd="1" destOrd="0" presId="urn:microsoft.com/office/officeart/2005/8/layout/vList2"/>
    <dgm:cxn modelId="{AEB78AC2-717D-48D1-86E0-5F0BDC1B7FC7}" type="presParOf" srcId="{06C5A2E0-EF49-48FF-9053-6FFCC43E64D9}" destId="{583F9319-48CB-4FD7-9803-DADE6236B41F}" srcOrd="2" destOrd="0" presId="urn:microsoft.com/office/officeart/2005/8/layout/vList2"/>
    <dgm:cxn modelId="{FE1887D3-0988-486D-9EC5-D6CD10E016F7}" type="presParOf" srcId="{06C5A2E0-EF49-48FF-9053-6FFCC43E64D9}" destId="{53341401-0154-440F-B74E-8399B89C645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10AFDA-300B-46E9-8334-B31F056C2B6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210D959-92CC-4493-B983-DA87EA3DEF30}">
      <dgm:prSet/>
      <dgm:spPr/>
      <dgm:t>
        <a:bodyPr/>
        <a:lstStyle/>
        <a:p>
          <a:r>
            <a:rPr lang="en-GB"/>
            <a:t>Minimal FinActDM data dependency to be redirected to Insights (YOA and Date)</a:t>
          </a:r>
          <a:endParaRPr lang="en-US"/>
        </a:p>
      </dgm:t>
    </dgm:pt>
    <dgm:pt modelId="{38A0D227-1D68-46F0-B7E9-DA4EE401A101}" type="parTrans" cxnId="{E437622D-DFBA-4626-954D-23D3D3CE0111}">
      <dgm:prSet/>
      <dgm:spPr/>
      <dgm:t>
        <a:bodyPr/>
        <a:lstStyle/>
        <a:p>
          <a:endParaRPr lang="en-US"/>
        </a:p>
      </dgm:t>
    </dgm:pt>
    <dgm:pt modelId="{BA0AD497-0AC3-430E-8A7F-D1E427E7AC46}" type="sibTrans" cxnId="{E437622D-DFBA-4626-954D-23D3D3CE0111}">
      <dgm:prSet/>
      <dgm:spPr/>
      <dgm:t>
        <a:bodyPr/>
        <a:lstStyle/>
        <a:p>
          <a:endParaRPr lang="en-US"/>
        </a:p>
      </dgm:t>
    </dgm:pt>
    <dgm:pt modelId="{134E5DB6-FB5B-4FB9-83C9-9321F1CD7012}">
      <dgm:prSet/>
      <dgm:spPr/>
      <dgm:t>
        <a:bodyPr/>
        <a:lstStyle/>
        <a:p>
          <a:r>
            <a:rPr lang="en-GB"/>
            <a:t>Gross Policy Operational data to be preloaded by refactored Earnings Engine code before generating a new plan (usp_Generate_New_Plan)</a:t>
          </a:r>
          <a:endParaRPr lang="en-US"/>
        </a:p>
      </dgm:t>
    </dgm:pt>
    <dgm:pt modelId="{116B5FBE-4220-461F-9A37-173E0BB0FF43}" type="parTrans" cxnId="{50AA84FD-829D-4B53-A4BA-3F4BDFD9EE52}">
      <dgm:prSet/>
      <dgm:spPr/>
      <dgm:t>
        <a:bodyPr/>
        <a:lstStyle/>
        <a:p>
          <a:endParaRPr lang="en-US"/>
        </a:p>
      </dgm:t>
    </dgm:pt>
    <dgm:pt modelId="{0A58C731-34B1-4AF9-B220-D2A64C4EB006}" type="sibTrans" cxnId="{50AA84FD-829D-4B53-A4BA-3F4BDFD9EE52}">
      <dgm:prSet/>
      <dgm:spPr/>
      <dgm:t>
        <a:bodyPr/>
        <a:lstStyle/>
        <a:p>
          <a:endParaRPr lang="en-US"/>
        </a:p>
      </dgm:t>
    </dgm:pt>
    <dgm:pt modelId="{13174D61-30CD-46B6-9BA7-60DF558B70A3}" type="pres">
      <dgm:prSet presAssocID="{DC10AFDA-300B-46E9-8334-B31F056C2B65}" presName="linear" presStyleCnt="0">
        <dgm:presLayoutVars>
          <dgm:animLvl val="lvl"/>
          <dgm:resizeHandles val="exact"/>
        </dgm:presLayoutVars>
      </dgm:prSet>
      <dgm:spPr/>
    </dgm:pt>
    <dgm:pt modelId="{061F55E4-08BC-4062-946A-35BC890766AC}" type="pres">
      <dgm:prSet presAssocID="{5210D959-92CC-4493-B983-DA87EA3DEF30}" presName="parentText" presStyleLbl="node1" presStyleIdx="0" presStyleCnt="2">
        <dgm:presLayoutVars>
          <dgm:chMax val="0"/>
          <dgm:bulletEnabled val="1"/>
        </dgm:presLayoutVars>
      </dgm:prSet>
      <dgm:spPr/>
    </dgm:pt>
    <dgm:pt modelId="{86B299E8-7F2A-4B8B-B004-18EB7D529464}" type="pres">
      <dgm:prSet presAssocID="{BA0AD497-0AC3-430E-8A7F-D1E427E7AC46}" presName="spacer" presStyleCnt="0"/>
      <dgm:spPr/>
    </dgm:pt>
    <dgm:pt modelId="{D5E46C1D-5AA9-47A5-AD59-993F3F529398}" type="pres">
      <dgm:prSet presAssocID="{134E5DB6-FB5B-4FB9-83C9-9321F1CD7012}" presName="parentText" presStyleLbl="node1" presStyleIdx="1" presStyleCnt="2">
        <dgm:presLayoutVars>
          <dgm:chMax val="0"/>
          <dgm:bulletEnabled val="1"/>
        </dgm:presLayoutVars>
      </dgm:prSet>
      <dgm:spPr/>
    </dgm:pt>
  </dgm:ptLst>
  <dgm:cxnLst>
    <dgm:cxn modelId="{07E0B31B-D2DA-41F3-8185-1675EDEDF650}" type="presOf" srcId="{134E5DB6-FB5B-4FB9-83C9-9321F1CD7012}" destId="{D5E46C1D-5AA9-47A5-AD59-993F3F529398}" srcOrd="0" destOrd="0" presId="urn:microsoft.com/office/officeart/2005/8/layout/vList2"/>
    <dgm:cxn modelId="{E437622D-DFBA-4626-954D-23D3D3CE0111}" srcId="{DC10AFDA-300B-46E9-8334-B31F056C2B65}" destId="{5210D959-92CC-4493-B983-DA87EA3DEF30}" srcOrd="0" destOrd="0" parTransId="{38A0D227-1D68-46F0-B7E9-DA4EE401A101}" sibTransId="{BA0AD497-0AC3-430E-8A7F-D1E427E7AC46}"/>
    <dgm:cxn modelId="{69C49555-34D0-4DB6-AA26-FCCDC09948C3}" type="presOf" srcId="{DC10AFDA-300B-46E9-8334-B31F056C2B65}" destId="{13174D61-30CD-46B6-9BA7-60DF558B70A3}" srcOrd="0" destOrd="0" presId="urn:microsoft.com/office/officeart/2005/8/layout/vList2"/>
    <dgm:cxn modelId="{5FD757F4-8534-4722-8B59-31B6EB8A062C}" type="presOf" srcId="{5210D959-92CC-4493-B983-DA87EA3DEF30}" destId="{061F55E4-08BC-4062-946A-35BC890766AC}" srcOrd="0" destOrd="0" presId="urn:microsoft.com/office/officeart/2005/8/layout/vList2"/>
    <dgm:cxn modelId="{50AA84FD-829D-4B53-A4BA-3F4BDFD9EE52}" srcId="{DC10AFDA-300B-46E9-8334-B31F056C2B65}" destId="{134E5DB6-FB5B-4FB9-83C9-9321F1CD7012}" srcOrd="1" destOrd="0" parTransId="{116B5FBE-4220-461F-9A37-173E0BB0FF43}" sibTransId="{0A58C731-34B1-4AF9-B220-D2A64C4EB006}"/>
    <dgm:cxn modelId="{6A1F93EA-5BA7-41A3-A0B3-1C575E78C6DF}" type="presParOf" srcId="{13174D61-30CD-46B6-9BA7-60DF558B70A3}" destId="{061F55E4-08BC-4062-946A-35BC890766AC}" srcOrd="0" destOrd="0" presId="urn:microsoft.com/office/officeart/2005/8/layout/vList2"/>
    <dgm:cxn modelId="{0AA47321-24C4-481C-9220-ADBEC8A6AC49}" type="presParOf" srcId="{13174D61-30CD-46B6-9BA7-60DF558B70A3}" destId="{86B299E8-7F2A-4B8B-B004-18EB7D529464}" srcOrd="1" destOrd="0" presId="urn:microsoft.com/office/officeart/2005/8/layout/vList2"/>
    <dgm:cxn modelId="{CF047A69-D853-4F43-B491-0E5741A099C8}" type="presParOf" srcId="{13174D61-30CD-46B6-9BA7-60DF558B70A3}" destId="{D5E46C1D-5AA9-47A5-AD59-993F3F52939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1F79D2-0732-4449-A7F8-2505244159B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F27CA6E-E1EB-4B5C-84BE-67908A8A99C1}">
      <dgm:prSet/>
      <dgm:spPr/>
      <dgm:t>
        <a:bodyPr/>
        <a:lstStyle/>
        <a:p>
          <a:r>
            <a:rPr lang="en-GB"/>
            <a:t>Data </a:t>
          </a:r>
          <a:r>
            <a:rPr lang="en-GB" err="1"/>
            <a:t>depedancy</a:t>
          </a:r>
          <a:r>
            <a:rPr lang="en-GB"/>
            <a:t> on </a:t>
          </a:r>
          <a:r>
            <a:rPr lang="en-GB" err="1"/>
            <a:t>FinActDM</a:t>
          </a:r>
          <a:r>
            <a:rPr lang="en-GB"/>
            <a:t> to be redirected to Insights:</a:t>
          </a:r>
          <a:endParaRPr lang="en-US"/>
        </a:p>
      </dgm:t>
    </dgm:pt>
    <dgm:pt modelId="{513DDCB6-DE0A-4EE1-A7F2-F42D449D6CF0}" type="parTrans" cxnId="{934598B1-A767-4626-9325-2DA624D1B0B9}">
      <dgm:prSet/>
      <dgm:spPr/>
      <dgm:t>
        <a:bodyPr/>
        <a:lstStyle/>
        <a:p>
          <a:endParaRPr lang="en-US"/>
        </a:p>
      </dgm:t>
    </dgm:pt>
    <dgm:pt modelId="{736AA2B0-7394-49F9-9BBA-0C445BF01DC2}" type="sibTrans" cxnId="{934598B1-A767-4626-9325-2DA624D1B0B9}">
      <dgm:prSet/>
      <dgm:spPr/>
      <dgm:t>
        <a:bodyPr/>
        <a:lstStyle/>
        <a:p>
          <a:endParaRPr lang="en-US"/>
        </a:p>
      </dgm:t>
    </dgm:pt>
    <dgm:pt modelId="{1BC3EF9F-4E53-43D2-8EC4-558752B3175B}">
      <dgm:prSet/>
      <dgm:spPr/>
      <dgm:t>
        <a:bodyPr/>
        <a:lstStyle/>
        <a:p>
          <a:r>
            <a:rPr lang="en-GB"/>
            <a:t>Existing load routines to be partially refactored in Insights</a:t>
          </a:r>
          <a:endParaRPr lang="en-US"/>
        </a:p>
      </dgm:t>
    </dgm:pt>
    <dgm:pt modelId="{73887F72-BE92-489B-84A5-F19C2DB40D6C}" type="parTrans" cxnId="{DB4368B2-4FC2-46B5-B1B8-96F655DCFDF5}">
      <dgm:prSet/>
      <dgm:spPr/>
      <dgm:t>
        <a:bodyPr/>
        <a:lstStyle/>
        <a:p>
          <a:endParaRPr lang="en-US"/>
        </a:p>
      </dgm:t>
    </dgm:pt>
    <dgm:pt modelId="{24CF4473-BBB3-482C-80C6-C1B671D86312}" type="sibTrans" cxnId="{DB4368B2-4FC2-46B5-B1B8-96F655DCFDF5}">
      <dgm:prSet/>
      <dgm:spPr/>
      <dgm:t>
        <a:bodyPr/>
        <a:lstStyle/>
        <a:p>
          <a:endParaRPr lang="en-US"/>
        </a:p>
      </dgm:t>
    </dgm:pt>
    <dgm:pt modelId="{8F170411-D315-4487-98D0-B787847475D9}">
      <dgm:prSet/>
      <dgm:spPr/>
      <dgm:t>
        <a:bodyPr/>
        <a:lstStyle/>
        <a:p>
          <a:r>
            <a:rPr lang="en-GB"/>
            <a:t>Orchestration changes (ADF) required to pre-load the FinActDM data incrementally via Insights notebooks before running existing main IFRS process</a:t>
          </a:r>
          <a:endParaRPr lang="en-US"/>
        </a:p>
      </dgm:t>
    </dgm:pt>
    <dgm:pt modelId="{29780487-34D0-4FB8-90DE-52A28FEC8695}" type="parTrans" cxnId="{2FE79C23-9C08-4785-BC71-0CD6B03E4CB6}">
      <dgm:prSet/>
      <dgm:spPr/>
      <dgm:t>
        <a:bodyPr/>
        <a:lstStyle/>
        <a:p>
          <a:endParaRPr lang="en-US"/>
        </a:p>
      </dgm:t>
    </dgm:pt>
    <dgm:pt modelId="{F3BF3510-6D9A-45D3-86D9-80FE1CDD0E71}" type="sibTrans" cxnId="{2FE79C23-9C08-4785-BC71-0CD6B03E4CB6}">
      <dgm:prSet/>
      <dgm:spPr/>
      <dgm:t>
        <a:bodyPr/>
        <a:lstStyle/>
        <a:p>
          <a:endParaRPr lang="en-US"/>
        </a:p>
      </dgm:t>
    </dgm:pt>
    <dgm:pt modelId="{A341EDA8-9C7F-4094-8096-3A03D528824F}">
      <dgm:prSet/>
      <dgm:spPr/>
      <dgm:t>
        <a:bodyPr/>
        <a:lstStyle/>
        <a:p>
          <a:r>
            <a:rPr lang="en-GB"/>
            <a:t>Fact Transaction data for IFRS measures</a:t>
          </a:r>
          <a:endParaRPr lang="en-US"/>
        </a:p>
      </dgm:t>
    </dgm:pt>
    <dgm:pt modelId="{E1621CB8-6B24-40ED-9D87-2607A3DE5126}" type="parTrans" cxnId="{923EE054-941D-415F-8FBE-DCCFDAC36473}">
      <dgm:prSet/>
      <dgm:spPr/>
      <dgm:t>
        <a:bodyPr/>
        <a:lstStyle/>
        <a:p>
          <a:endParaRPr lang="en-GB"/>
        </a:p>
      </dgm:t>
    </dgm:pt>
    <dgm:pt modelId="{89C266E6-DBDF-4C3C-A0F1-70432B892C9B}" type="sibTrans" cxnId="{923EE054-941D-415F-8FBE-DCCFDAC36473}">
      <dgm:prSet/>
      <dgm:spPr/>
      <dgm:t>
        <a:bodyPr/>
        <a:lstStyle/>
        <a:p>
          <a:endParaRPr lang="en-GB"/>
        </a:p>
      </dgm:t>
    </dgm:pt>
    <dgm:pt modelId="{A908CED5-7B29-4A7E-B790-FFF3EF502F51}">
      <dgm:prSet/>
      <dgm:spPr/>
      <dgm:t>
        <a:bodyPr/>
        <a:lstStyle/>
        <a:p>
          <a:r>
            <a:rPr lang="en-GB"/>
            <a:t>Supporting measures e.g. Business Entity, Reporting Hierarchy, Currency etc. </a:t>
          </a:r>
        </a:p>
      </dgm:t>
    </dgm:pt>
    <dgm:pt modelId="{F18DE2BC-B1F1-43B1-ACC0-43F0264220D6}" type="parTrans" cxnId="{E7B57F79-2CBC-4333-8255-CED6C5BF7F05}">
      <dgm:prSet/>
      <dgm:spPr/>
      <dgm:t>
        <a:bodyPr/>
        <a:lstStyle/>
        <a:p>
          <a:endParaRPr lang="en-GB"/>
        </a:p>
      </dgm:t>
    </dgm:pt>
    <dgm:pt modelId="{367441B5-8388-45CF-9082-E8E73A74DAE7}" type="sibTrans" cxnId="{E7B57F79-2CBC-4333-8255-CED6C5BF7F05}">
      <dgm:prSet/>
      <dgm:spPr/>
      <dgm:t>
        <a:bodyPr/>
        <a:lstStyle/>
        <a:p>
          <a:endParaRPr lang="en-GB"/>
        </a:p>
      </dgm:t>
    </dgm:pt>
    <dgm:pt modelId="{BA17BE3F-E995-4CEA-A0F5-3A4E70D81C11}" type="pres">
      <dgm:prSet presAssocID="{CC1F79D2-0732-4449-A7F8-2505244159B6}" presName="linear" presStyleCnt="0">
        <dgm:presLayoutVars>
          <dgm:animLvl val="lvl"/>
          <dgm:resizeHandles val="exact"/>
        </dgm:presLayoutVars>
      </dgm:prSet>
      <dgm:spPr/>
    </dgm:pt>
    <dgm:pt modelId="{03123C28-4CF7-470B-80B7-AD515B9C7E29}" type="pres">
      <dgm:prSet presAssocID="{AF27CA6E-E1EB-4B5C-84BE-67908A8A99C1}" presName="parentText" presStyleLbl="node1" presStyleIdx="0" presStyleCnt="3">
        <dgm:presLayoutVars>
          <dgm:chMax val="0"/>
          <dgm:bulletEnabled val="1"/>
        </dgm:presLayoutVars>
      </dgm:prSet>
      <dgm:spPr/>
    </dgm:pt>
    <dgm:pt modelId="{F8864CE8-EFDC-4DBA-923B-41A03FDD27A2}" type="pres">
      <dgm:prSet presAssocID="{AF27CA6E-E1EB-4B5C-84BE-67908A8A99C1}" presName="childText" presStyleLbl="revTx" presStyleIdx="0" presStyleCnt="1">
        <dgm:presLayoutVars>
          <dgm:bulletEnabled val="1"/>
        </dgm:presLayoutVars>
      </dgm:prSet>
      <dgm:spPr/>
    </dgm:pt>
    <dgm:pt modelId="{2C77DC50-24A1-4948-9832-001470E24FE7}" type="pres">
      <dgm:prSet presAssocID="{1BC3EF9F-4E53-43D2-8EC4-558752B3175B}" presName="parentText" presStyleLbl="node1" presStyleIdx="1" presStyleCnt="3">
        <dgm:presLayoutVars>
          <dgm:chMax val="0"/>
          <dgm:bulletEnabled val="1"/>
        </dgm:presLayoutVars>
      </dgm:prSet>
      <dgm:spPr/>
    </dgm:pt>
    <dgm:pt modelId="{FDBD223C-149F-4A69-8187-C239DA4A8B40}" type="pres">
      <dgm:prSet presAssocID="{24CF4473-BBB3-482C-80C6-C1B671D86312}" presName="spacer" presStyleCnt="0"/>
      <dgm:spPr/>
    </dgm:pt>
    <dgm:pt modelId="{15C1DEB3-1083-4750-BDC1-F6561920A269}" type="pres">
      <dgm:prSet presAssocID="{8F170411-D315-4487-98D0-B787847475D9}" presName="parentText" presStyleLbl="node1" presStyleIdx="2" presStyleCnt="3">
        <dgm:presLayoutVars>
          <dgm:chMax val="0"/>
          <dgm:bulletEnabled val="1"/>
        </dgm:presLayoutVars>
      </dgm:prSet>
      <dgm:spPr/>
    </dgm:pt>
  </dgm:ptLst>
  <dgm:cxnLst>
    <dgm:cxn modelId="{814DBD05-815E-4D1B-A4F1-D80B403FC24F}" type="presOf" srcId="{A341EDA8-9C7F-4094-8096-3A03D528824F}" destId="{F8864CE8-EFDC-4DBA-923B-41A03FDD27A2}" srcOrd="0" destOrd="0" presId="urn:microsoft.com/office/officeart/2005/8/layout/vList2"/>
    <dgm:cxn modelId="{2FE79C23-9C08-4785-BC71-0CD6B03E4CB6}" srcId="{CC1F79D2-0732-4449-A7F8-2505244159B6}" destId="{8F170411-D315-4487-98D0-B787847475D9}" srcOrd="2" destOrd="0" parTransId="{29780487-34D0-4FB8-90DE-52A28FEC8695}" sibTransId="{F3BF3510-6D9A-45D3-86D9-80FE1CDD0E71}"/>
    <dgm:cxn modelId="{800EF240-CB2B-4F52-89A2-96D28EEFA7B1}" type="presOf" srcId="{1BC3EF9F-4E53-43D2-8EC4-558752B3175B}" destId="{2C77DC50-24A1-4948-9832-001470E24FE7}" srcOrd="0" destOrd="0" presId="urn:microsoft.com/office/officeart/2005/8/layout/vList2"/>
    <dgm:cxn modelId="{923EE054-941D-415F-8FBE-DCCFDAC36473}" srcId="{AF27CA6E-E1EB-4B5C-84BE-67908A8A99C1}" destId="{A341EDA8-9C7F-4094-8096-3A03D528824F}" srcOrd="0" destOrd="0" parTransId="{E1621CB8-6B24-40ED-9D87-2607A3DE5126}" sibTransId="{89C266E6-DBDF-4C3C-A0F1-70432B892C9B}"/>
    <dgm:cxn modelId="{7DFAC478-0FAE-4305-80C7-E34A8A589F02}" type="presOf" srcId="{AF27CA6E-E1EB-4B5C-84BE-67908A8A99C1}" destId="{03123C28-4CF7-470B-80B7-AD515B9C7E29}" srcOrd="0" destOrd="0" presId="urn:microsoft.com/office/officeart/2005/8/layout/vList2"/>
    <dgm:cxn modelId="{E7B57F79-2CBC-4333-8255-CED6C5BF7F05}" srcId="{AF27CA6E-E1EB-4B5C-84BE-67908A8A99C1}" destId="{A908CED5-7B29-4A7E-B790-FFF3EF502F51}" srcOrd="1" destOrd="0" parTransId="{F18DE2BC-B1F1-43B1-ACC0-43F0264220D6}" sibTransId="{367441B5-8388-45CF-9082-E8E73A74DAE7}"/>
    <dgm:cxn modelId="{3C3AEB8A-4386-4124-A482-B7A297ACBEDA}" type="presOf" srcId="{A908CED5-7B29-4A7E-B790-FFF3EF502F51}" destId="{F8864CE8-EFDC-4DBA-923B-41A03FDD27A2}" srcOrd="0" destOrd="1" presId="urn:microsoft.com/office/officeart/2005/8/layout/vList2"/>
    <dgm:cxn modelId="{6AE51B96-E6B6-4E5F-96AB-40C63463F7EB}" type="presOf" srcId="{8F170411-D315-4487-98D0-B787847475D9}" destId="{15C1DEB3-1083-4750-BDC1-F6561920A269}" srcOrd="0" destOrd="0" presId="urn:microsoft.com/office/officeart/2005/8/layout/vList2"/>
    <dgm:cxn modelId="{934598B1-A767-4626-9325-2DA624D1B0B9}" srcId="{CC1F79D2-0732-4449-A7F8-2505244159B6}" destId="{AF27CA6E-E1EB-4B5C-84BE-67908A8A99C1}" srcOrd="0" destOrd="0" parTransId="{513DDCB6-DE0A-4EE1-A7F2-F42D449D6CF0}" sibTransId="{736AA2B0-7394-49F9-9BBA-0C445BF01DC2}"/>
    <dgm:cxn modelId="{DB4368B2-4FC2-46B5-B1B8-96F655DCFDF5}" srcId="{CC1F79D2-0732-4449-A7F8-2505244159B6}" destId="{1BC3EF9F-4E53-43D2-8EC4-558752B3175B}" srcOrd="1" destOrd="0" parTransId="{73887F72-BE92-489B-84A5-F19C2DB40D6C}" sibTransId="{24CF4473-BBB3-482C-80C6-C1B671D86312}"/>
    <dgm:cxn modelId="{19A672CB-B711-4692-9829-556A064ECD9A}" type="presOf" srcId="{CC1F79D2-0732-4449-A7F8-2505244159B6}" destId="{BA17BE3F-E995-4CEA-A0F5-3A4E70D81C11}" srcOrd="0" destOrd="0" presId="urn:microsoft.com/office/officeart/2005/8/layout/vList2"/>
    <dgm:cxn modelId="{B601C26B-7F3F-437F-8685-9DA6640E0BC6}" type="presParOf" srcId="{BA17BE3F-E995-4CEA-A0F5-3A4E70D81C11}" destId="{03123C28-4CF7-470B-80B7-AD515B9C7E29}" srcOrd="0" destOrd="0" presId="urn:microsoft.com/office/officeart/2005/8/layout/vList2"/>
    <dgm:cxn modelId="{6464B792-3429-4462-AAFD-B92E47D4CEAC}" type="presParOf" srcId="{BA17BE3F-E995-4CEA-A0F5-3A4E70D81C11}" destId="{F8864CE8-EFDC-4DBA-923B-41A03FDD27A2}" srcOrd="1" destOrd="0" presId="urn:microsoft.com/office/officeart/2005/8/layout/vList2"/>
    <dgm:cxn modelId="{DE54C075-8A13-483F-B7BE-748D15993B60}" type="presParOf" srcId="{BA17BE3F-E995-4CEA-A0F5-3A4E70D81C11}" destId="{2C77DC50-24A1-4948-9832-001470E24FE7}" srcOrd="2" destOrd="0" presId="urn:microsoft.com/office/officeart/2005/8/layout/vList2"/>
    <dgm:cxn modelId="{68B44C49-3DB8-4930-8351-FB9BAA30CA15}" type="presParOf" srcId="{BA17BE3F-E995-4CEA-A0F5-3A4E70D81C11}" destId="{FDBD223C-149F-4A69-8187-C239DA4A8B40}" srcOrd="3" destOrd="0" presId="urn:microsoft.com/office/officeart/2005/8/layout/vList2"/>
    <dgm:cxn modelId="{B8A4CDE6-F29E-4707-B4E0-FB01CC041E72}" type="presParOf" srcId="{BA17BE3F-E995-4CEA-A0F5-3A4E70D81C11}" destId="{15C1DEB3-1083-4750-BDC1-F6561920A26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059AB2-5473-4E9F-AC43-E51B12BFCCF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E2EA3FC-0686-419C-AAEF-87223280747A}">
      <dgm:prSet/>
      <dgm:spPr/>
      <dgm:t>
        <a:bodyPr/>
        <a:lstStyle/>
        <a:p>
          <a:r>
            <a:rPr lang="en-GB"/>
            <a:t>Exchange rate data to be sourced from Insights</a:t>
          </a:r>
          <a:endParaRPr lang="en-US"/>
        </a:p>
      </dgm:t>
    </dgm:pt>
    <dgm:pt modelId="{8AC5842C-3848-4985-A3FF-A0D0503D02B8}" type="parTrans" cxnId="{08FB1D57-0614-46EF-A19C-756F6F05815F}">
      <dgm:prSet/>
      <dgm:spPr/>
      <dgm:t>
        <a:bodyPr/>
        <a:lstStyle/>
        <a:p>
          <a:endParaRPr lang="en-US"/>
        </a:p>
      </dgm:t>
    </dgm:pt>
    <dgm:pt modelId="{458371B0-8DBE-4E68-BBE8-C015DCB4144F}" type="sibTrans" cxnId="{08FB1D57-0614-46EF-A19C-756F6F05815F}">
      <dgm:prSet/>
      <dgm:spPr/>
      <dgm:t>
        <a:bodyPr/>
        <a:lstStyle/>
        <a:p>
          <a:endParaRPr lang="en-US"/>
        </a:p>
      </dgm:t>
    </dgm:pt>
    <dgm:pt modelId="{A33FC85C-A82D-47DB-928C-20FF471416CE}">
      <dgm:prSet/>
      <dgm:spPr/>
      <dgm:t>
        <a:bodyPr/>
        <a:lstStyle/>
        <a:p>
          <a:r>
            <a:rPr lang="en-GB"/>
            <a:t>Aggregated FinActDM base figures data to be sourced from Insights</a:t>
          </a:r>
          <a:endParaRPr lang="en-US"/>
        </a:p>
      </dgm:t>
    </dgm:pt>
    <dgm:pt modelId="{0320A2B7-46AB-4EE9-A945-79D9946A2965}" type="parTrans" cxnId="{E3F9B13A-0285-4E17-B1FD-263CB45E8C3F}">
      <dgm:prSet/>
      <dgm:spPr/>
      <dgm:t>
        <a:bodyPr/>
        <a:lstStyle/>
        <a:p>
          <a:endParaRPr lang="en-US"/>
        </a:p>
      </dgm:t>
    </dgm:pt>
    <dgm:pt modelId="{7362D6C7-8407-4C2C-A2EA-7F15EDB54C4C}" type="sibTrans" cxnId="{E3F9B13A-0285-4E17-B1FD-263CB45E8C3F}">
      <dgm:prSet/>
      <dgm:spPr/>
      <dgm:t>
        <a:bodyPr/>
        <a:lstStyle/>
        <a:p>
          <a:endParaRPr lang="en-US"/>
        </a:p>
      </dgm:t>
    </dgm:pt>
    <dgm:pt modelId="{ADD57CBD-2934-4036-B934-43EFA40877E3}">
      <dgm:prSet/>
      <dgm:spPr/>
      <dgm:t>
        <a:bodyPr/>
        <a:lstStyle/>
        <a:p>
          <a:r>
            <a:rPr lang="en-GB"/>
            <a:t>Load routines for the above to be refactored into Insights and pre-loaded before calling main QMB engine run</a:t>
          </a:r>
          <a:endParaRPr lang="en-US"/>
        </a:p>
      </dgm:t>
    </dgm:pt>
    <dgm:pt modelId="{3AA6756F-958F-4FE2-923C-54FF0204DE88}" type="parTrans" cxnId="{F830442B-63BF-4D8D-B8D0-4D6FF1900651}">
      <dgm:prSet/>
      <dgm:spPr/>
      <dgm:t>
        <a:bodyPr/>
        <a:lstStyle/>
        <a:p>
          <a:endParaRPr lang="en-US"/>
        </a:p>
      </dgm:t>
    </dgm:pt>
    <dgm:pt modelId="{3A8A3565-CEE5-4611-B59F-5B70124985E9}" type="sibTrans" cxnId="{F830442B-63BF-4D8D-B8D0-4D6FF1900651}">
      <dgm:prSet/>
      <dgm:spPr/>
      <dgm:t>
        <a:bodyPr/>
        <a:lstStyle/>
        <a:p>
          <a:endParaRPr lang="en-US"/>
        </a:p>
      </dgm:t>
    </dgm:pt>
    <dgm:pt modelId="{65929D3E-8152-45C2-86D1-18C0188BAA17}" type="pres">
      <dgm:prSet presAssocID="{1A059AB2-5473-4E9F-AC43-E51B12BFCCF2}" presName="root" presStyleCnt="0">
        <dgm:presLayoutVars>
          <dgm:dir/>
          <dgm:resizeHandles val="exact"/>
        </dgm:presLayoutVars>
      </dgm:prSet>
      <dgm:spPr/>
    </dgm:pt>
    <dgm:pt modelId="{8421CB43-DDCA-403C-8AF1-603345CE6FA6}" type="pres">
      <dgm:prSet presAssocID="{7E2EA3FC-0686-419C-AAEF-87223280747A}" presName="compNode" presStyleCnt="0"/>
      <dgm:spPr/>
    </dgm:pt>
    <dgm:pt modelId="{E5C96BE9-4732-4E61-9F0C-D6EAB8F0F9A0}" type="pres">
      <dgm:prSet presAssocID="{7E2EA3FC-0686-419C-AAEF-87223280747A}" presName="bgRect" presStyleLbl="bgShp" presStyleIdx="0" presStyleCnt="3"/>
      <dgm:spPr/>
    </dgm:pt>
    <dgm:pt modelId="{13E173A2-8361-4A32-AA3E-B63FAF591A5F}" type="pres">
      <dgm:prSet presAssocID="{7E2EA3FC-0686-419C-AAEF-8722328074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8DA75180-DF89-4936-A4EC-D7591897CABC}" type="pres">
      <dgm:prSet presAssocID="{7E2EA3FC-0686-419C-AAEF-87223280747A}" presName="spaceRect" presStyleCnt="0"/>
      <dgm:spPr/>
    </dgm:pt>
    <dgm:pt modelId="{600C2380-03A9-468E-8562-D4245DDC1E14}" type="pres">
      <dgm:prSet presAssocID="{7E2EA3FC-0686-419C-AAEF-87223280747A}" presName="parTx" presStyleLbl="revTx" presStyleIdx="0" presStyleCnt="3">
        <dgm:presLayoutVars>
          <dgm:chMax val="0"/>
          <dgm:chPref val="0"/>
        </dgm:presLayoutVars>
      </dgm:prSet>
      <dgm:spPr/>
    </dgm:pt>
    <dgm:pt modelId="{8E29F908-3BED-43E2-A504-B1C5197B3D40}" type="pres">
      <dgm:prSet presAssocID="{458371B0-8DBE-4E68-BBE8-C015DCB4144F}" presName="sibTrans" presStyleCnt="0"/>
      <dgm:spPr/>
    </dgm:pt>
    <dgm:pt modelId="{D8BE5F32-6761-4615-A9FE-CC16C191CD52}" type="pres">
      <dgm:prSet presAssocID="{A33FC85C-A82D-47DB-928C-20FF471416CE}" presName="compNode" presStyleCnt="0"/>
      <dgm:spPr/>
    </dgm:pt>
    <dgm:pt modelId="{6D1E8DFE-C46C-4763-97F8-F786573F4C66}" type="pres">
      <dgm:prSet presAssocID="{A33FC85C-A82D-47DB-928C-20FF471416CE}" presName="bgRect" presStyleLbl="bgShp" presStyleIdx="1" presStyleCnt="3"/>
      <dgm:spPr/>
    </dgm:pt>
    <dgm:pt modelId="{33D53BFF-37D2-4EA1-9017-2195F6B3A55C}" type="pres">
      <dgm:prSet presAssocID="{A33FC85C-A82D-47DB-928C-20FF471416C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8B049917-848D-457B-9370-E5E54311EB1D}" type="pres">
      <dgm:prSet presAssocID="{A33FC85C-A82D-47DB-928C-20FF471416CE}" presName="spaceRect" presStyleCnt="0"/>
      <dgm:spPr/>
    </dgm:pt>
    <dgm:pt modelId="{37FF8573-E66A-4989-A41C-83FA4CC05577}" type="pres">
      <dgm:prSet presAssocID="{A33FC85C-A82D-47DB-928C-20FF471416CE}" presName="parTx" presStyleLbl="revTx" presStyleIdx="1" presStyleCnt="3">
        <dgm:presLayoutVars>
          <dgm:chMax val="0"/>
          <dgm:chPref val="0"/>
        </dgm:presLayoutVars>
      </dgm:prSet>
      <dgm:spPr/>
    </dgm:pt>
    <dgm:pt modelId="{277348D0-B20E-4C8F-93D1-EA63F453A50C}" type="pres">
      <dgm:prSet presAssocID="{7362D6C7-8407-4C2C-A2EA-7F15EDB54C4C}" presName="sibTrans" presStyleCnt="0"/>
      <dgm:spPr/>
    </dgm:pt>
    <dgm:pt modelId="{93C4F7D0-A489-4BBF-A421-12F72EC38A2F}" type="pres">
      <dgm:prSet presAssocID="{ADD57CBD-2934-4036-B934-43EFA40877E3}" presName="compNode" presStyleCnt="0"/>
      <dgm:spPr/>
    </dgm:pt>
    <dgm:pt modelId="{A062ECCD-293E-439C-9C67-697776388F02}" type="pres">
      <dgm:prSet presAssocID="{ADD57CBD-2934-4036-B934-43EFA40877E3}" presName="bgRect" presStyleLbl="bgShp" presStyleIdx="2" presStyleCnt="3"/>
      <dgm:spPr/>
    </dgm:pt>
    <dgm:pt modelId="{B1BAB888-7AE2-42EB-9488-BC6E7E9782FD}" type="pres">
      <dgm:prSet presAssocID="{ADD57CBD-2934-4036-B934-43EFA40877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A40E0A84-D956-4C16-AAA2-3EB677035B46}" type="pres">
      <dgm:prSet presAssocID="{ADD57CBD-2934-4036-B934-43EFA40877E3}" presName="spaceRect" presStyleCnt="0"/>
      <dgm:spPr/>
    </dgm:pt>
    <dgm:pt modelId="{AEF08F53-9573-47D0-8A23-46E19D9E29B4}" type="pres">
      <dgm:prSet presAssocID="{ADD57CBD-2934-4036-B934-43EFA40877E3}" presName="parTx" presStyleLbl="revTx" presStyleIdx="2" presStyleCnt="3">
        <dgm:presLayoutVars>
          <dgm:chMax val="0"/>
          <dgm:chPref val="0"/>
        </dgm:presLayoutVars>
      </dgm:prSet>
      <dgm:spPr/>
    </dgm:pt>
  </dgm:ptLst>
  <dgm:cxnLst>
    <dgm:cxn modelId="{42996726-D652-46CD-9FC3-D3CE8CA83851}" type="presOf" srcId="{1A059AB2-5473-4E9F-AC43-E51B12BFCCF2}" destId="{65929D3E-8152-45C2-86D1-18C0188BAA17}" srcOrd="0" destOrd="0" presId="urn:microsoft.com/office/officeart/2018/2/layout/IconVerticalSolidList"/>
    <dgm:cxn modelId="{F830442B-63BF-4D8D-B8D0-4D6FF1900651}" srcId="{1A059AB2-5473-4E9F-AC43-E51B12BFCCF2}" destId="{ADD57CBD-2934-4036-B934-43EFA40877E3}" srcOrd="2" destOrd="0" parTransId="{3AA6756F-958F-4FE2-923C-54FF0204DE88}" sibTransId="{3A8A3565-CEE5-4611-B59F-5B70124985E9}"/>
    <dgm:cxn modelId="{E3F9B13A-0285-4E17-B1FD-263CB45E8C3F}" srcId="{1A059AB2-5473-4E9F-AC43-E51B12BFCCF2}" destId="{A33FC85C-A82D-47DB-928C-20FF471416CE}" srcOrd="1" destOrd="0" parTransId="{0320A2B7-46AB-4EE9-A945-79D9946A2965}" sibTransId="{7362D6C7-8407-4C2C-A2EA-7F15EDB54C4C}"/>
    <dgm:cxn modelId="{DE731C4A-3BED-4BAB-AAC7-075F5CEA06DB}" type="presOf" srcId="{A33FC85C-A82D-47DB-928C-20FF471416CE}" destId="{37FF8573-E66A-4989-A41C-83FA4CC05577}" srcOrd="0" destOrd="0" presId="urn:microsoft.com/office/officeart/2018/2/layout/IconVerticalSolidList"/>
    <dgm:cxn modelId="{08FB1D57-0614-46EF-A19C-756F6F05815F}" srcId="{1A059AB2-5473-4E9F-AC43-E51B12BFCCF2}" destId="{7E2EA3FC-0686-419C-AAEF-87223280747A}" srcOrd="0" destOrd="0" parTransId="{8AC5842C-3848-4985-A3FF-A0D0503D02B8}" sibTransId="{458371B0-8DBE-4E68-BBE8-C015DCB4144F}"/>
    <dgm:cxn modelId="{4E3B1CC9-79D7-4DF4-9DA7-A8758E3244E9}" type="presOf" srcId="{7E2EA3FC-0686-419C-AAEF-87223280747A}" destId="{600C2380-03A9-468E-8562-D4245DDC1E14}" srcOrd="0" destOrd="0" presId="urn:microsoft.com/office/officeart/2018/2/layout/IconVerticalSolidList"/>
    <dgm:cxn modelId="{9ABC5FE2-B250-4768-81FB-7421EC0A57D8}" type="presOf" srcId="{ADD57CBD-2934-4036-B934-43EFA40877E3}" destId="{AEF08F53-9573-47D0-8A23-46E19D9E29B4}" srcOrd="0" destOrd="0" presId="urn:microsoft.com/office/officeart/2018/2/layout/IconVerticalSolidList"/>
    <dgm:cxn modelId="{EC45C963-6D9A-4F3C-8E31-15C0A59C8E93}" type="presParOf" srcId="{65929D3E-8152-45C2-86D1-18C0188BAA17}" destId="{8421CB43-DDCA-403C-8AF1-603345CE6FA6}" srcOrd="0" destOrd="0" presId="urn:microsoft.com/office/officeart/2018/2/layout/IconVerticalSolidList"/>
    <dgm:cxn modelId="{4A510129-1EBF-4F19-99ED-EFF4FF25CD07}" type="presParOf" srcId="{8421CB43-DDCA-403C-8AF1-603345CE6FA6}" destId="{E5C96BE9-4732-4E61-9F0C-D6EAB8F0F9A0}" srcOrd="0" destOrd="0" presId="urn:microsoft.com/office/officeart/2018/2/layout/IconVerticalSolidList"/>
    <dgm:cxn modelId="{7C223A2C-2D31-41AB-A849-81055A90B305}" type="presParOf" srcId="{8421CB43-DDCA-403C-8AF1-603345CE6FA6}" destId="{13E173A2-8361-4A32-AA3E-B63FAF591A5F}" srcOrd="1" destOrd="0" presId="urn:microsoft.com/office/officeart/2018/2/layout/IconVerticalSolidList"/>
    <dgm:cxn modelId="{23D9DD4F-0718-4C1F-ADB8-14E6891B52E1}" type="presParOf" srcId="{8421CB43-DDCA-403C-8AF1-603345CE6FA6}" destId="{8DA75180-DF89-4936-A4EC-D7591897CABC}" srcOrd="2" destOrd="0" presId="urn:microsoft.com/office/officeart/2018/2/layout/IconVerticalSolidList"/>
    <dgm:cxn modelId="{7B21476C-8774-467D-9021-C9644F34F7BD}" type="presParOf" srcId="{8421CB43-DDCA-403C-8AF1-603345CE6FA6}" destId="{600C2380-03A9-468E-8562-D4245DDC1E14}" srcOrd="3" destOrd="0" presId="urn:microsoft.com/office/officeart/2018/2/layout/IconVerticalSolidList"/>
    <dgm:cxn modelId="{43D2BDB9-7EC1-419D-8013-80D10C92E358}" type="presParOf" srcId="{65929D3E-8152-45C2-86D1-18C0188BAA17}" destId="{8E29F908-3BED-43E2-A504-B1C5197B3D40}" srcOrd="1" destOrd="0" presId="urn:microsoft.com/office/officeart/2018/2/layout/IconVerticalSolidList"/>
    <dgm:cxn modelId="{DD71557D-5EF5-487B-BE62-EDCCB0E3CCFE}" type="presParOf" srcId="{65929D3E-8152-45C2-86D1-18C0188BAA17}" destId="{D8BE5F32-6761-4615-A9FE-CC16C191CD52}" srcOrd="2" destOrd="0" presId="urn:microsoft.com/office/officeart/2018/2/layout/IconVerticalSolidList"/>
    <dgm:cxn modelId="{367DF31D-9CD1-4A27-B1B7-847B129EC095}" type="presParOf" srcId="{D8BE5F32-6761-4615-A9FE-CC16C191CD52}" destId="{6D1E8DFE-C46C-4763-97F8-F786573F4C66}" srcOrd="0" destOrd="0" presId="urn:microsoft.com/office/officeart/2018/2/layout/IconVerticalSolidList"/>
    <dgm:cxn modelId="{8B6E9F3B-D976-4A77-AA27-43F6724A7E7D}" type="presParOf" srcId="{D8BE5F32-6761-4615-A9FE-CC16C191CD52}" destId="{33D53BFF-37D2-4EA1-9017-2195F6B3A55C}" srcOrd="1" destOrd="0" presId="urn:microsoft.com/office/officeart/2018/2/layout/IconVerticalSolidList"/>
    <dgm:cxn modelId="{058A87BF-CCFA-4E06-AB34-9C24B8EDC3AC}" type="presParOf" srcId="{D8BE5F32-6761-4615-A9FE-CC16C191CD52}" destId="{8B049917-848D-457B-9370-E5E54311EB1D}" srcOrd="2" destOrd="0" presId="urn:microsoft.com/office/officeart/2018/2/layout/IconVerticalSolidList"/>
    <dgm:cxn modelId="{04730860-6CAB-41D6-B501-2B5BA3E48E16}" type="presParOf" srcId="{D8BE5F32-6761-4615-A9FE-CC16C191CD52}" destId="{37FF8573-E66A-4989-A41C-83FA4CC05577}" srcOrd="3" destOrd="0" presId="urn:microsoft.com/office/officeart/2018/2/layout/IconVerticalSolidList"/>
    <dgm:cxn modelId="{E790125F-B719-4423-9BBB-FDC3AF26C7EA}" type="presParOf" srcId="{65929D3E-8152-45C2-86D1-18C0188BAA17}" destId="{277348D0-B20E-4C8F-93D1-EA63F453A50C}" srcOrd="3" destOrd="0" presId="urn:microsoft.com/office/officeart/2018/2/layout/IconVerticalSolidList"/>
    <dgm:cxn modelId="{3D9FEB4C-6A15-4A17-8DED-D6C38E17A2AB}" type="presParOf" srcId="{65929D3E-8152-45C2-86D1-18C0188BAA17}" destId="{93C4F7D0-A489-4BBF-A421-12F72EC38A2F}" srcOrd="4" destOrd="0" presId="urn:microsoft.com/office/officeart/2018/2/layout/IconVerticalSolidList"/>
    <dgm:cxn modelId="{7AD615FF-7501-4672-9E00-6913AACDDDEF}" type="presParOf" srcId="{93C4F7D0-A489-4BBF-A421-12F72EC38A2F}" destId="{A062ECCD-293E-439C-9C67-697776388F02}" srcOrd="0" destOrd="0" presId="urn:microsoft.com/office/officeart/2018/2/layout/IconVerticalSolidList"/>
    <dgm:cxn modelId="{17919D9D-61A8-4D85-ADA7-F65E4E82549C}" type="presParOf" srcId="{93C4F7D0-A489-4BBF-A421-12F72EC38A2F}" destId="{B1BAB888-7AE2-42EB-9488-BC6E7E9782FD}" srcOrd="1" destOrd="0" presId="urn:microsoft.com/office/officeart/2018/2/layout/IconVerticalSolidList"/>
    <dgm:cxn modelId="{56375D0D-E831-461F-B78E-E230C8E71486}" type="presParOf" srcId="{93C4F7D0-A489-4BBF-A421-12F72EC38A2F}" destId="{A40E0A84-D956-4C16-AAA2-3EB677035B46}" srcOrd="2" destOrd="0" presId="urn:microsoft.com/office/officeart/2018/2/layout/IconVerticalSolidList"/>
    <dgm:cxn modelId="{061EC3C1-CCCB-4C3B-B496-DE52D775C75D}" type="presParOf" srcId="{93C4F7D0-A489-4BBF-A421-12F72EC38A2F}" destId="{AEF08F53-9573-47D0-8A23-46E19D9E29B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D6E6F-7067-497C-B4B2-A1C7C25E37F5}">
      <dsp:nvSpPr>
        <dsp:cNvPr id="0" name=""/>
        <dsp:cNvSpPr/>
      </dsp:nvSpPr>
      <dsp:spPr>
        <a:xfrm>
          <a:off x="0" y="472729"/>
          <a:ext cx="6171948" cy="608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a:t>4 types of data dependency on FinActDM/RED that will be sourced from Insights</a:t>
          </a:r>
          <a:endParaRPr lang="en-US" sz="1300" kern="1200"/>
        </a:p>
      </dsp:txBody>
      <dsp:txXfrm>
        <a:off x="29700" y="502429"/>
        <a:ext cx="6112548" cy="549000"/>
      </dsp:txXfrm>
    </dsp:sp>
    <dsp:sp modelId="{A42F415E-A6F9-45F1-AD96-734A360D5342}">
      <dsp:nvSpPr>
        <dsp:cNvPr id="0" name=""/>
        <dsp:cNvSpPr/>
      </dsp:nvSpPr>
      <dsp:spPr>
        <a:xfrm>
          <a:off x="0" y="1081129"/>
          <a:ext cx="6171948" cy="269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959" tIns="16510" rIns="92456" bIns="16510" numCol="1" spcCol="1270" anchor="t" anchorCtr="0">
          <a:noAutofit/>
        </a:bodyPr>
        <a:lstStyle/>
        <a:p>
          <a:pPr marL="57150" lvl="1" indent="-57150" algn="l" defTabSz="444500">
            <a:lnSpc>
              <a:spcPct val="90000"/>
            </a:lnSpc>
            <a:spcBef>
              <a:spcPct val="0"/>
            </a:spcBef>
            <a:spcAft>
              <a:spcPct val="20000"/>
            </a:spcAft>
            <a:buChar char="•"/>
          </a:pPr>
          <a:r>
            <a:rPr lang="en-GB" sz="1000" b="1" kern="1200"/>
            <a:t>Common data</a:t>
          </a:r>
          <a:endParaRPr lang="en-US" sz="1000" b="1" kern="1200"/>
        </a:p>
        <a:p>
          <a:pPr marL="114300" lvl="2" indent="-57150" algn="l" defTabSz="444500">
            <a:lnSpc>
              <a:spcPct val="90000"/>
            </a:lnSpc>
            <a:spcBef>
              <a:spcPct val="0"/>
            </a:spcBef>
            <a:spcAft>
              <a:spcPct val="20000"/>
            </a:spcAft>
            <a:buChar char="•"/>
          </a:pPr>
          <a:r>
            <a:rPr lang="en-GB" sz="1000" kern="1200"/>
            <a:t>Accounting Period</a:t>
          </a:r>
          <a:endParaRPr lang="en-US" sz="1000" kern="1200"/>
        </a:p>
        <a:p>
          <a:pPr marL="114300" lvl="2" indent="-57150" algn="l" defTabSz="444500">
            <a:lnSpc>
              <a:spcPct val="90000"/>
            </a:lnSpc>
            <a:spcBef>
              <a:spcPct val="0"/>
            </a:spcBef>
            <a:spcAft>
              <a:spcPct val="20000"/>
            </a:spcAft>
            <a:buChar char="•"/>
          </a:pPr>
          <a:r>
            <a:rPr lang="en-GB" sz="1000" kern="1200"/>
            <a:t>Business Classification</a:t>
          </a:r>
          <a:endParaRPr lang="en-US" sz="1000" kern="1200"/>
        </a:p>
        <a:p>
          <a:pPr marL="114300" lvl="2" indent="-57150" algn="l" defTabSz="444500">
            <a:lnSpc>
              <a:spcPct val="90000"/>
            </a:lnSpc>
            <a:spcBef>
              <a:spcPct val="0"/>
            </a:spcBef>
            <a:spcAft>
              <a:spcPct val="20000"/>
            </a:spcAft>
            <a:buChar char="•"/>
          </a:pPr>
          <a:r>
            <a:rPr lang="en-GB" sz="1000" kern="1200"/>
            <a:t>Exchange Rates</a:t>
          </a:r>
          <a:endParaRPr lang="en-US" sz="1000" kern="1200"/>
        </a:p>
        <a:p>
          <a:pPr marL="114300" lvl="2" indent="-57150" algn="l" defTabSz="444500">
            <a:lnSpc>
              <a:spcPct val="90000"/>
            </a:lnSpc>
            <a:spcBef>
              <a:spcPct val="0"/>
            </a:spcBef>
            <a:spcAft>
              <a:spcPct val="20000"/>
            </a:spcAft>
            <a:buChar char="•"/>
          </a:pPr>
          <a:r>
            <a:rPr lang="en-GB" sz="1000" kern="1200"/>
            <a:t>Planning Classification</a:t>
          </a:r>
          <a:endParaRPr lang="en-US" sz="1000" kern="1200"/>
        </a:p>
        <a:p>
          <a:pPr marL="114300" lvl="2" indent="-57150" algn="l" defTabSz="444500">
            <a:lnSpc>
              <a:spcPct val="90000"/>
            </a:lnSpc>
            <a:spcBef>
              <a:spcPct val="0"/>
            </a:spcBef>
            <a:spcAft>
              <a:spcPct val="20000"/>
            </a:spcAft>
            <a:buChar char="•"/>
          </a:pPr>
          <a:r>
            <a:rPr lang="en-GB" sz="1000" kern="1200"/>
            <a:t>YOA</a:t>
          </a:r>
          <a:endParaRPr lang="en-US" sz="1000" kern="1200"/>
        </a:p>
        <a:p>
          <a:pPr marL="57150" lvl="1" indent="-57150" algn="l" defTabSz="444500">
            <a:lnSpc>
              <a:spcPct val="90000"/>
            </a:lnSpc>
            <a:spcBef>
              <a:spcPct val="0"/>
            </a:spcBef>
            <a:spcAft>
              <a:spcPct val="20000"/>
            </a:spcAft>
            <a:buChar char="•"/>
          </a:pPr>
          <a:r>
            <a:rPr lang="en-GB" sz="1000" b="1" kern="1200"/>
            <a:t>Lookup data</a:t>
          </a:r>
          <a:endParaRPr lang="en-US" sz="1000" b="1" kern="1200"/>
        </a:p>
        <a:p>
          <a:pPr marL="114300" lvl="2" indent="-57150" algn="l" defTabSz="444500">
            <a:lnSpc>
              <a:spcPct val="90000"/>
            </a:lnSpc>
            <a:spcBef>
              <a:spcPct val="0"/>
            </a:spcBef>
            <a:spcAft>
              <a:spcPct val="20000"/>
            </a:spcAft>
            <a:buChar char="•"/>
          </a:pPr>
          <a:r>
            <a:rPr lang="en-GB" sz="1000" kern="1200"/>
            <a:t>Policy Section Method of Placement lookup - Gross Policy engine input data</a:t>
          </a:r>
          <a:endParaRPr lang="en-US" sz="1000" kern="1200"/>
        </a:p>
        <a:p>
          <a:pPr marL="114300" lvl="2" indent="-57150" algn="l" defTabSz="444500">
            <a:lnSpc>
              <a:spcPct val="90000"/>
            </a:lnSpc>
            <a:spcBef>
              <a:spcPct val="0"/>
            </a:spcBef>
            <a:spcAft>
              <a:spcPct val="20000"/>
            </a:spcAft>
            <a:buChar char="•"/>
          </a:pPr>
          <a:r>
            <a:rPr lang="en-GB" sz="1000" kern="1200"/>
            <a:t>Reporting Hierarchy Office (Subclass/Office combinations) - Gross Policy engine input data</a:t>
          </a:r>
          <a:endParaRPr lang="en-US" sz="1000" kern="1200"/>
        </a:p>
        <a:p>
          <a:pPr marL="114300" lvl="2" indent="-57150" algn="l" defTabSz="444500">
            <a:lnSpc>
              <a:spcPct val="90000"/>
            </a:lnSpc>
            <a:spcBef>
              <a:spcPct val="0"/>
            </a:spcBef>
            <a:spcAft>
              <a:spcPct val="20000"/>
            </a:spcAft>
            <a:buChar char="•"/>
          </a:pPr>
          <a:r>
            <a:rPr lang="en-GB" sz="1000" kern="1200"/>
            <a:t>Inwards to Outwards source – Engine input data</a:t>
          </a:r>
          <a:endParaRPr lang="en-US" sz="1000" kern="1200"/>
        </a:p>
        <a:p>
          <a:pPr marL="57150" lvl="1" indent="-57150" algn="l" defTabSz="444500">
            <a:lnSpc>
              <a:spcPct val="90000"/>
            </a:lnSpc>
            <a:spcBef>
              <a:spcPct val="0"/>
            </a:spcBef>
            <a:spcAft>
              <a:spcPct val="20000"/>
            </a:spcAft>
            <a:buChar char="•"/>
          </a:pPr>
          <a:r>
            <a:rPr lang="en-GB" sz="1000" b="1" kern="1200"/>
            <a:t>Gross Policy Operational</a:t>
          </a:r>
          <a:endParaRPr lang="en-US" sz="1000" b="1" kern="1200"/>
        </a:p>
        <a:p>
          <a:pPr marL="57150" lvl="1" indent="-57150" algn="l" defTabSz="444500">
            <a:lnSpc>
              <a:spcPct val="90000"/>
            </a:lnSpc>
            <a:spcBef>
              <a:spcPct val="0"/>
            </a:spcBef>
            <a:spcAft>
              <a:spcPct val="20000"/>
            </a:spcAft>
            <a:buChar char="•"/>
          </a:pPr>
          <a:r>
            <a:rPr lang="en-GB" sz="1000" b="1" kern="1200"/>
            <a:t>Reinsurance Policy Operational</a:t>
          </a:r>
          <a:endParaRPr lang="en-US" sz="1000" b="1" kern="1200"/>
        </a:p>
      </dsp:txBody>
      <dsp:txXfrm>
        <a:off x="0" y="1081129"/>
        <a:ext cx="6171948" cy="2691000"/>
      </dsp:txXfrm>
    </dsp:sp>
    <dsp:sp modelId="{E1A8A653-7201-4A86-A430-673D821DC4A6}">
      <dsp:nvSpPr>
        <dsp:cNvPr id="0" name=""/>
        <dsp:cNvSpPr/>
      </dsp:nvSpPr>
      <dsp:spPr>
        <a:xfrm>
          <a:off x="0" y="3772129"/>
          <a:ext cx="6171948" cy="608400"/>
        </a:xfrm>
        <a:prstGeom prst="roundRect">
          <a:avLst/>
        </a:prstGeom>
        <a:solidFill>
          <a:schemeClr val="accent2">
            <a:hueOff val="1162515"/>
            <a:satOff val="-34118"/>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a:t>Gross Policy/Reinsurance Operational load routines to be refactored in Insights</a:t>
          </a:r>
          <a:endParaRPr lang="en-US" sz="1300" kern="1200"/>
        </a:p>
      </dsp:txBody>
      <dsp:txXfrm>
        <a:off x="29700" y="3801829"/>
        <a:ext cx="6112548" cy="549000"/>
      </dsp:txXfrm>
    </dsp:sp>
    <dsp:sp modelId="{82FA34F2-2BB5-42E0-947C-4BE6364828C3}">
      <dsp:nvSpPr>
        <dsp:cNvPr id="0" name=""/>
        <dsp:cNvSpPr/>
      </dsp:nvSpPr>
      <dsp:spPr>
        <a:xfrm>
          <a:off x="0" y="4417970"/>
          <a:ext cx="6171948" cy="608400"/>
        </a:xfrm>
        <a:prstGeom prst="roundRect">
          <a:avLst/>
        </a:prstGeom>
        <a:solidFill>
          <a:schemeClr val="accent2">
            <a:hueOff val="2325030"/>
            <a:satOff val="-68236"/>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a:t>Orchestration changes (ADF) required to pre-load the above data via Insights notebooks before running main Earnings Engine process</a:t>
          </a:r>
          <a:endParaRPr lang="en-US" sz="1300" kern="1200"/>
        </a:p>
      </dsp:txBody>
      <dsp:txXfrm>
        <a:off x="29700" y="4447670"/>
        <a:ext cx="6112548" cy="549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DEEC5B-7DE4-4FBA-9FCF-25F57FE55B5A}">
      <dsp:nvSpPr>
        <dsp:cNvPr id="0" name=""/>
        <dsp:cNvSpPr/>
      </dsp:nvSpPr>
      <dsp:spPr>
        <a:xfrm>
          <a:off x="0" y="185449"/>
          <a:ext cx="6171948" cy="1053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a:t>Reserving Feed source data to be sourced from Insights instead of RED::</a:t>
          </a:r>
          <a:endParaRPr lang="en-US" sz="1600" kern="1200"/>
        </a:p>
      </dsp:txBody>
      <dsp:txXfrm>
        <a:off x="51403" y="236852"/>
        <a:ext cx="6069142" cy="950194"/>
      </dsp:txXfrm>
    </dsp:sp>
    <dsp:sp modelId="{59B85569-67D3-4DA4-BDB1-7BC75B1B113D}">
      <dsp:nvSpPr>
        <dsp:cNvPr id="0" name=""/>
        <dsp:cNvSpPr/>
      </dsp:nvSpPr>
      <dsp:spPr>
        <a:xfrm>
          <a:off x="0" y="1238449"/>
          <a:ext cx="6171948" cy="251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95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GB" sz="1200" kern="1200"/>
            <a:t>Data Flags (used for ETL process)</a:t>
          </a:r>
          <a:endParaRPr lang="en-US" sz="1200" kern="1200"/>
        </a:p>
        <a:p>
          <a:pPr marL="114300" lvl="1" indent="-114300" algn="l" defTabSz="533400">
            <a:lnSpc>
              <a:spcPct val="90000"/>
            </a:lnSpc>
            <a:spcBef>
              <a:spcPct val="0"/>
            </a:spcBef>
            <a:spcAft>
              <a:spcPct val="20000"/>
            </a:spcAft>
            <a:buChar char="•"/>
          </a:pPr>
          <a:r>
            <a:rPr lang="en-GB" sz="1200" kern="1200"/>
            <a:t>OSIL Data</a:t>
          </a:r>
          <a:endParaRPr lang="en-US" sz="1200" kern="1200"/>
        </a:p>
        <a:p>
          <a:pPr marL="114300" lvl="1" indent="-114300" algn="l" defTabSz="533400">
            <a:lnSpc>
              <a:spcPct val="90000"/>
            </a:lnSpc>
            <a:spcBef>
              <a:spcPct val="0"/>
            </a:spcBef>
            <a:spcAft>
              <a:spcPct val="20000"/>
            </a:spcAft>
            <a:buChar char="•"/>
          </a:pPr>
          <a:r>
            <a:rPr lang="en-GB" sz="1200" kern="1200"/>
            <a:t>Claims</a:t>
          </a:r>
          <a:endParaRPr lang="en-US" sz="1200" kern="1200"/>
        </a:p>
        <a:p>
          <a:pPr marL="114300" lvl="1" indent="-114300" algn="l" defTabSz="533400">
            <a:lnSpc>
              <a:spcPct val="90000"/>
            </a:lnSpc>
            <a:spcBef>
              <a:spcPct val="0"/>
            </a:spcBef>
            <a:spcAft>
              <a:spcPct val="20000"/>
            </a:spcAft>
            <a:buChar char="•"/>
          </a:pPr>
          <a:r>
            <a:rPr lang="en-GB" sz="1200" kern="1200"/>
            <a:t>Event Group</a:t>
          </a:r>
          <a:endParaRPr lang="en-US" sz="1200" kern="1200"/>
        </a:p>
        <a:p>
          <a:pPr marL="114300" lvl="1" indent="-114300" algn="l" defTabSz="533400">
            <a:lnSpc>
              <a:spcPct val="90000"/>
            </a:lnSpc>
            <a:spcBef>
              <a:spcPct val="0"/>
            </a:spcBef>
            <a:spcAft>
              <a:spcPct val="20000"/>
            </a:spcAft>
            <a:buChar char="•"/>
          </a:pPr>
          <a:r>
            <a:rPr lang="en-GB" sz="1200" kern="1200"/>
            <a:t>Reporting Hierarchy</a:t>
          </a:r>
          <a:endParaRPr lang="en-US" sz="1200" kern="1200"/>
        </a:p>
        <a:p>
          <a:pPr marL="114300" lvl="1" indent="-114300" algn="l" defTabSz="533400">
            <a:lnSpc>
              <a:spcPct val="90000"/>
            </a:lnSpc>
            <a:spcBef>
              <a:spcPct val="0"/>
            </a:spcBef>
            <a:spcAft>
              <a:spcPct val="20000"/>
            </a:spcAft>
            <a:buChar char="•"/>
          </a:pPr>
          <a:r>
            <a:rPr lang="en-GB" sz="1200" kern="1200"/>
            <a:t>Business Entity</a:t>
          </a:r>
          <a:endParaRPr lang="en-US" sz="1200" kern="1200"/>
        </a:p>
        <a:p>
          <a:pPr marL="114300" lvl="1" indent="-114300" algn="l" defTabSz="533400">
            <a:lnSpc>
              <a:spcPct val="90000"/>
            </a:lnSpc>
            <a:spcBef>
              <a:spcPct val="0"/>
            </a:spcBef>
            <a:spcAft>
              <a:spcPct val="20000"/>
            </a:spcAft>
            <a:buChar char="•"/>
          </a:pPr>
          <a:r>
            <a:rPr lang="en-GB" sz="1200" kern="1200"/>
            <a:t>Policy</a:t>
          </a:r>
          <a:endParaRPr lang="en-US" sz="1200" kern="1200"/>
        </a:p>
        <a:p>
          <a:pPr marL="114300" lvl="1" indent="-114300" algn="l" defTabSz="533400">
            <a:lnSpc>
              <a:spcPct val="90000"/>
            </a:lnSpc>
            <a:spcBef>
              <a:spcPct val="0"/>
            </a:spcBef>
            <a:spcAft>
              <a:spcPct val="20000"/>
            </a:spcAft>
            <a:buChar char="•"/>
          </a:pPr>
          <a:r>
            <a:rPr lang="en-GB" sz="1200" kern="1200"/>
            <a:t>FX Rates</a:t>
          </a:r>
          <a:endParaRPr lang="en-US" sz="1200" kern="1200"/>
        </a:p>
        <a:p>
          <a:pPr marL="114300" lvl="1" indent="-114300" algn="l" defTabSz="533400">
            <a:lnSpc>
              <a:spcPct val="90000"/>
            </a:lnSpc>
            <a:spcBef>
              <a:spcPct val="0"/>
            </a:spcBef>
            <a:spcAft>
              <a:spcPct val="20000"/>
            </a:spcAft>
            <a:buChar char="•"/>
          </a:pPr>
          <a:r>
            <a:rPr lang="en-GB" sz="1200" b="1" kern="1200"/>
            <a:t>Gross/RI Transaction data</a:t>
          </a:r>
        </a:p>
        <a:p>
          <a:pPr marL="114300" lvl="1" indent="-114300" algn="l" defTabSz="533400">
            <a:lnSpc>
              <a:spcPct val="90000"/>
            </a:lnSpc>
            <a:spcBef>
              <a:spcPct val="0"/>
            </a:spcBef>
            <a:spcAft>
              <a:spcPct val="20000"/>
            </a:spcAft>
            <a:buChar char="•"/>
          </a:pPr>
          <a:endParaRPr lang="en-US" sz="1200" kern="1200"/>
        </a:p>
      </dsp:txBody>
      <dsp:txXfrm>
        <a:off x="0" y="1238449"/>
        <a:ext cx="6171948" cy="2517120"/>
      </dsp:txXfrm>
    </dsp:sp>
    <dsp:sp modelId="{583F9319-48CB-4FD7-9803-DADE6236B41F}">
      <dsp:nvSpPr>
        <dsp:cNvPr id="0" name=""/>
        <dsp:cNvSpPr/>
      </dsp:nvSpPr>
      <dsp:spPr>
        <a:xfrm>
          <a:off x="0" y="3755570"/>
          <a:ext cx="6171948" cy="1053000"/>
        </a:xfrm>
        <a:prstGeom prst="roundRect">
          <a:avLst/>
        </a:prstGeom>
        <a:solidFill>
          <a:schemeClr val="accent2">
            <a:hueOff val="2325030"/>
            <a:satOff val="-68236"/>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a:t>Refactor these FinAct Reserving report SPs to source data from the FinAct DWH reserving feed output tables rather than FinActDM:</a:t>
          </a:r>
          <a:endParaRPr lang="en-US" sz="1600" kern="1200"/>
        </a:p>
      </dsp:txBody>
      <dsp:txXfrm>
        <a:off x="51403" y="3806973"/>
        <a:ext cx="6069142" cy="950194"/>
      </dsp:txXfrm>
    </dsp:sp>
    <dsp:sp modelId="{53341401-0154-440F-B74E-8399B89C645D}">
      <dsp:nvSpPr>
        <dsp:cNvPr id="0" name=""/>
        <dsp:cNvSpPr/>
      </dsp:nvSpPr>
      <dsp:spPr>
        <a:xfrm>
          <a:off x="0" y="4808570"/>
          <a:ext cx="6171948" cy="505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95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GB" sz="1200" b="1" kern="1200" err="1"/>
            <a:t>usp_RiAccountedIncomes_GetGrossPremiums</a:t>
          </a:r>
          <a:endParaRPr lang="en-US" sz="1200" kern="1200"/>
        </a:p>
        <a:p>
          <a:pPr marL="114300" lvl="1" indent="-114300" algn="l" defTabSz="533400">
            <a:lnSpc>
              <a:spcPct val="90000"/>
            </a:lnSpc>
            <a:spcBef>
              <a:spcPct val="0"/>
            </a:spcBef>
            <a:spcAft>
              <a:spcPct val="20000"/>
            </a:spcAft>
            <a:buChar char="•"/>
          </a:pPr>
          <a:r>
            <a:rPr lang="en-GB" sz="1200" b="1" kern="1200" err="1"/>
            <a:t>usp_RiAccountedIncomes_GetRiPremiums</a:t>
          </a:r>
          <a:endParaRPr lang="en-US" sz="1200" kern="1200"/>
        </a:p>
      </dsp:txBody>
      <dsp:txXfrm>
        <a:off x="0" y="4808570"/>
        <a:ext cx="6171948" cy="5050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1F55E4-08BC-4062-946A-35BC890766AC}">
      <dsp:nvSpPr>
        <dsp:cNvPr id="0" name=""/>
        <dsp:cNvSpPr/>
      </dsp:nvSpPr>
      <dsp:spPr>
        <a:xfrm>
          <a:off x="0" y="2828"/>
          <a:ext cx="6171948" cy="270928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Minimal FinActDM data dependency to be redirected to Insights (YOA and Date)</a:t>
          </a:r>
          <a:endParaRPr lang="en-US" sz="2600" kern="1200"/>
        </a:p>
      </dsp:txBody>
      <dsp:txXfrm>
        <a:off x="132256" y="135084"/>
        <a:ext cx="5907436" cy="2444769"/>
      </dsp:txXfrm>
    </dsp:sp>
    <dsp:sp modelId="{D5E46C1D-5AA9-47A5-AD59-993F3F529398}">
      <dsp:nvSpPr>
        <dsp:cNvPr id="0" name=""/>
        <dsp:cNvSpPr/>
      </dsp:nvSpPr>
      <dsp:spPr>
        <a:xfrm>
          <a:off x="0" y="2786989"/>
          <a:ext cx="6171948" cy="2709281"/>
        </a:xfrm>
        <a:prstGeom prst="roundRect">
          <a:avLst/>
        </a:prstGeom>
        <a:solidFill>
          <a:schemeClr val="accent2">
            <a:hueOff val="2325030"/>
            <a:satOff val="-68236"/>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Gross Policy Operational data to be preloaded by refactored Earnings Engine code before generating a new plan (usp_Generate_New_Plan)</a:t>
          </a:r>
          <a:endParaRPr lang="en-US" sz="2600" kern="1200"/>
        </a:p>
      </dsp:txBody>
      <dsp:txXfrm>
        <a:off x="132256" y="2919245"/>
        <a:ext cx="5907436" cy="24447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23C28-4CF7-470B-80B7-AD515B9C7E29}">
      <dsp:nvSpPr>
        <dsp:cNvPr id="0" name=""/>
        <dsp:cNvSpPr/>
      </dsp:nvSpPr>
      <dsp:spPr>
        <a:xfrm>
          <a:off x="0" y="14180"/>
          <a:ext cx="6171948" cy="152684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Data </a:t>
          </a:r>
          <a:r>
            <a:rPr lang="en-GB" sz="1800" kern="1200" err="1"/>
            <a:t>depedancy</a:t>
          </a:r>
          <a:r>
            <a:rPr lang="en-GB" sz="1800" kern="1200"/>
            <a:t> on </a:t>
          </a:r>
          <a:r>
            <a:rPr lang="en-GB" sz="1800" kern="1200" err="1"/>
            <a:t>FinActDM</a:t>
          </a:r>
          <a:r>
            <a:rPr lang="en-GB" sz="1800" kern="1200"/>
            <a:t> to be redirected to Insights:</a:t>
          </a:r>
          <a:endParaRPr lang="en-US" sz="1800" kern="1200"/>
        </a:p>
      </dsp:txBody>
      <dsp:txXfrm>
        <a:off x="74535" y="88715"/>
        <a:ext cx="6022878" cy="1377779"/>
      </dsp:txXfrm>
    </dsp:sp>
    <dsp:sp modelId="{F8864CE8-EFDC-4DBA-923B-41A03FDD27A2}">
      <dsp:nvSpPr>
        <dsp:cNvPr id="0" name=""/>
        <dsp:cNvSpPr/>
      </dsp:nvSpPr>
      <dsp:spPr>
        <a:xfrm>
          <a:off x="0" y="1541030"/>
          <a:ext cx="6171948" cy="838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959"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GB" sz="1400" kern="1200"/>
            <a:t>Fact Transaction data for IFRS measures</a:t>
          </a:r>
          <a:endParaRPr lang="en-US" sz="1400" kern="1200"/>
        </a:p>
        <a:p>
          <a:pPr marL="114300" lvl="1" indent="-114300" algn="l" defTabSz="622300">
            <a:lnSpc>
              <a:spcPct val="90000"/>
            </a:lnSpc>
            <a:spcBef>
              <a:spcPct val="0"/>
            </a:spcBef>
            <a:spcAft>
              <a:spcPct val="20000"/>
            </a:spcAft>
            <a:buChar char="•"/>
          </a:pPr>
          <a:r>
            <a:rPr lang="en-GB" sz="1400" kern="1200"/>
            <a:t>Supporting measures e.g. Business Entity, Reporting Hierarchy, Currency etc. </a:t>
          </a:r>
        </a:p>
      </dsp:txBody>
      <dsp:txXfrm>
        <a:off x="0" y="1541030"/>
        <a:ext cx="6171948" cy="838350"/>
      </dsp:txXfrm>
    </dsp:sp>
    <dsp:sp modelId="{2C77DC50-24A1-4948-9832-001470E24FE7}">
      <dsp:nvSpPr>
        <dsp:cNvPr id="0" name=""/>
        <dsp:cNvSpPr/>
      </dsp:nvSpPr>
      <dsp:spPr>
        <a:xfrm>
          <a:off x="0" y="2379380"/>
          <a:ext cx="6171948" cy="1526849"/>
        </a:xfrm>
        <a:prstGeom prst="roundRect">
          <a:avLst/>
        </a:prstGeom>
        <a:solidFill>
          <a:schemeClr val="accent2">
            <a:hueOff val="1162515"/>
            <a:satOff val="-34118"/>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Existing load routines to be partially refactored in Insights</a:t>
          </a:r>
          <a:endParaRPr lang="en-US" sz="1800" kern="1200"/>
        </a:p>
      </dsp:txBody>
      <dsp:txXfrm>
        <a:off x="74535" y="2453915"/>
        <a:ext cx="6022878" cy="1377779"/>
      </dsp:txXfrm>
    </dsp:sp>
    <dsp:sp modelId="{15C1DEB3-1083-4750-BDC1-F6561920A269}">
      <dsp:nvSpPr>
        <dsp:cNvPr id="0" name=""/>
        <dsp:cNvSpPr/>
      </dsp:nvSpPr>
      <dsp:spPr>
        <a:xfrm>
          <a:off x="0" y="3958069"/>
          <a:ext cx="6171948" cy="1526849"/>
        </a:xfrm>
        <a:prstGeom prst="roundRect">
          <a:avLst/>
        </a:prstGeom>
        <a:solidFill>
          <a:schemeClr val="accent2">
            <a:hueOff val="2325030"/>
            <a:satOff val="-68236"/>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Orchestration changes (ADF) required to pre-load the FinActDM data incrementally via Insights notebooks before running existing main IFRS process</a:t>
          </a:r>
          <a:endParaRPr lang="en-US" sz="1800" kern="1200"/>
        </a:p>
      </dsp:txBody>
      <dsp:txXfrm>
        <a:off x="74535" y="4032604"/>
        <a:ext cx="6022878" cy="13777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96BE9-4732-4E61-9F0C-D6EAB8F0F9A0}">
      <dsp:nvSpPr>
        <dsp:cNvPr id="0" name=""/>
        <dsp:cNvSpPr/>
      </dsp:nvSpPr>
      <dsp:spPr>
        <a:xfrm>
          <a:off x="0" y="671"/>
          <a:ext cx="6171948" cy="157078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173A2-8361-4A32-AA3E-B63FAF591A5F}">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0C2380-03A9-468E-8562-D4245DDC1E14}">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a:lnSpc>
              <a:spcPct val="90000"/>
            </a:lnSpc>
            <a:spcBef>
              <a:spcPct val="0"/>
            </a:spcBef>
            <a:spcAft>
              <a:spcPct val="35000"/>
            </a:spcAft>
            <a:buNone/>
          </a:pPr>
          <a:r>
            <a:rPr lang="en-GB" sz="1800" kern="1200"/>
            <a:t>Exchange rate data to be sourced from Insights</a:t>
          </a:r>
          <a:endParaRPr lang="en-US" sz="1800" kern="1200"/>
        </a:p>
      </dsp:txBody>
      <dsp:txXfrm>
        <a:off x="1814259" y="671"/>
        <a:ext cx="4357688" cy="1570787"/>
      </dsp:txXfrm>
    </dsp:sp>
    <dsp:sp modelId="{6D1E8DFE-C46C-4763-97F8-F786573F4C66}">
      <dsp:nvSpPr>
        <dsp:cNvPr id="0" name=""/>
        <dsp:cNvSpPr/>
      </dsp:nvSpPr>
      <dsp:spPr>
        <a:xfrm>
          <a:off x="0" y="1964156"/>
          <a:ext cx="6171948" cy="157078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D53BFF-37D2-4EA1-9017-2195F6B3A55C}">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FF8573-E66A-4989-A41C-83FA4CC05577}">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a:lnSpc>
              <a:spcPct val="90000"/>
            </a:lnSpc>
            <a:spcBef>
              <a:spcPct val="0"/>
            </a:spcBef>
            <a:spcAft>
              <a:spcPct val="35000"/>
            </a:spcAft>
            <a:buNone/>
          </a:pPr>
          <a:r>
            <a:rPr lang="en-GB" sz="1800" kern="1200"/>
            <a:t>Aggregated FinActDM base figures data to be sourced from Insights</a:t>
          </a:r>
          <a:endParaRPr lang="en-US" sz="1800" kern="1200"/>
        </a:p>
      </dsp:txBody>
      <dsp:txXfrm>
        <a:off x="1814259" y="1964156"/>
        <a:ext cx="4357688" cy="1570787"/>
      </dsp:txXfrm>
    </dsp:sp>
    <dsp:sp modelId="{A062ECCD-293E-439C-9C67-697776388F02}">
      <dsp:nvSpPr>
        <dsp:cNvPr id="0" name=""/>
        <dsp:cNvSpPr/>
      </dsp:nvSpPr>
      <dsp:spPr>
        <a:xfrm>
          <a:off x="0" y="3927640"/>
          <a:ext cx="6171948" cy="157078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BAB888-7AE2-42EB-9488-BC6E7E9782FD}">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08F53-9573-47D0-8A23-46E19D9E29B4}">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a:lnSpc>
              <a:spcPct val="90000"/>
            </a:lnSpc>
            <a:spcBef>
              <a:spcPct val="0"/>
            </a:spcBef>
            <a:spcAft>
              <a:spcPct val="35000"/>
            </a:spcAft>
            <a:buNone/>
          </a:pPr>
          <a:r>
            <a:rPr lang="en-GB" sz="1800" kern="1200"/>
            <a:t>Load routines for the above to be refactored into Insights and pre-loaded before calling main QMB engine run</a:t>
          </a:r>
          <a:endParaRPr lang="en-US" sz="1800" kern="1200"/>
        </a:p>
      </dsp:txBody>
      <dsp:txXfrm>
        <a:off x="1814259" y="3927640"/>
        <a:ext cx="4357688" cy="157078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70B1E1-7EDD-4C76-945B-7D4AC1765429}" type="datetimeFigureOut">
              <a:t>9/22/2025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1FE68-A3E3-4BD5-94B8-C7C1A7250A9F}" type="slidenum">
              <a:t>‹#›</a:t>
            </a:fld>
            <a:endParaRPr lang="en-GB"/>
          </a:p>
        </p:txBody>
      </p:sp>
    </p:spTree>
    <p:extLst>
      <p:ext uri="{BB962C8B-B14F-4D97-AF65-F5344CB8AC3E}">
        <p14:creationId xmlns:p14="http://schemas.microsoft.com/office/powerpoint/2010/main" val="173170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6.xml"/><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4.svg"/><Relationship Id="rId2" Type="http://schemas.openxmlformats.org/officeDocument/2006/relationships/image" Target="../media/image15.jpeg"/><Relationship Id="rId1" Type="http://schemas.openxmlformats.org/officeDocument/2006/relationships/slideMaster" Target="../slideMasters/slideMaster10.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_Pi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21D9DAF-895D-49D2-88E4-51615C06A7F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pic>
        <p:nvPicPr>
          <p:cNvPr id="19" name="Picture 18" descr="A black and white logo&#10;&#10;Description automatically generated">
            <a:extLst>
              <a:ext uri="{FF2B5EF4-FFF2-40B4-BE49-F238E27FC236}">
                <a16:creationId xmlns:a16="http://schemas.microsoft.com/office/drawing/2014/main" id="{2C038055-4CF1-4124-B883-82BB32251243}"/>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20" name="Straight Arrow Connector 19">
            <a:extLst>
              <a:ext uri="{FF2B5EF4-FFF2-40B4-BE49-F238E27FC236}">
                <a16:creationId xmlns:a16="http://schemas.microsoft.com/office/drawing/2014/main" id="{CAECABF6-910A-4ED5-B80A-3D32BC949466}"/>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554C04DC-FFB6-4B3E-8B3E-1056A8E342D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22" name="Text Placeholder 14">
            <a:extLst>
              <a:ext uri="{FF2B5EF4-FFF2-40B4-BE49-F238E27FC236}">
                <a16:creationId xmlns:a16="http://schemas.microsoft.com/office/drawing/2014/main" id="{57FEFD18-1D1D-40A4-9BA3-6F597808795C}"/>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940060996"/>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ack and white logo&#10;&#10;Description automatically generated">
            <a:extLst>
              <a:ext uri="{FF2B5EF4-FFF2-40B4-BE49-F238E27FC236}">
                <a16:creationId xmlns:a16="http://schemas.microsoft.com/office/drawing/2014/main" id="{FDEFBA8D-D74E-42DA-BAE8-AD03FFBA5587}"/>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14" name="Straight Arrow Connector 13">
            <a:extLst>
              <a:ext uri="{FF2B5EF4-FFF2-40B4-BE49-F238E27FC236}">
                <a16:creationId xmlns:a16="http://schemas.microsoft.com/office/drawing/2014/main" id="{6195071E-F479-4302-AEB8-18727E81902F}"/>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Content Placeholder 10">
            <a:extLst>
              <a:ext uri="{FF2B5EF4-FFF2-40B4-BE49-F238E27FC236}">
                <a16:creationId xmlns:a16="http://schemas.microsoft.com/office/drawing/2014/main" id="{89B19300-0411-4EC1-80EF-C84EFCC4A973}"/>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DEF29643-0C5A-49DE-8578-6281B57F8C00}"/>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FEC0DE1C-EBC3-4FEE-9D31-734357B332A6}"/>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317053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21A0539-D30D-44C8-9F39-C2C054F6E40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4142" y="787413"/>
            <a:ext cx="3809109" cy="2153121"/>
          </a:xfrm>
          <a:prstGeom prst="rect">
            <a:avLst/>
          </a:prstGeom>
        </p:spPr>
      </p:pic>
      <p:cxnSp>
        <p:nvCxnSpPr>
          <p:cNvPr id="20" name="Straight Arrow Connector 19">
            <a:extLst>
              <a:ext uri="{FF2B5EF4-FFF2-40B4-BE49-F238E27FC236}">
                <a16:creationId xmlns:a16="http://schemas.microsoft.com/office/drawing/2014/main" id="{E7BF8122-22EB-4F00-80FF-97E5B4528E2D}"/>
              </a:ext>
            </a:extLst>
          </p:cNvPr>
          <p:cNvCxnSpPr/>
          <p:nvPr userDrawn="1"/>
        </p:nvCxnSpPr>
        <p:spPr>
          <a:xfrm>
            <a:off x="762935" y="3929796"/>
            <a:ext cx="5145136" cy="7479"/>
          </a:xfrm>
          <a:prstGeom prst="straightConnector1">
            <a:avLst/>
          </a:prstGeom>
          <a:ln>
            <a:solidFill>
              <a:srgbClr val="C22072"/>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B2CEB4E0-C55F-4F64-BD6C-FFD07BDB165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rgbClr val="000030"/>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FE1F578E-C497-48CB-A9A2-1AA77ECC9ED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5FCC8309-B511-4EA6-8FE3-3A2B9CDF90EE}"/>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rgbClr val="000030"/>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1484545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C2FA07-5C80-4026-AC02-6D428F42213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12" name="TextBox 11">
            <a:extLst>
              <a:ext uri="{FF2B5EF4-FFF2-40B4-BE49-F238E27FC236}">
                <a16:creationId xmlns:a16="http://schemas.microsoft.com/office/drawing/2014/main" id="{9927F57D-1315-4267-AD1E-32CAA1CDA06D}"/>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10" name="Title 9">
            <a:extLst>
              <a:ext uri="{FF2B5EF4-FFF2-40B4-BE49-F238E27FC236}">
                <a16:creationId xmlns:a16="http://schemas.microsoft.com/office/drawing/2014/main" id="{36A990A5-8289-52E1-C2A3-DB3CF9AF5BD8}"/>
              </a:ext>
            </a:extLst>
          </p:cNvPr>
          <p:cNvSpPr>
            <a:spLocks noGrp="1"/>
          </p:cNvSpPr>
          <p:nvPr>
            <p:ph type="title" hasCustomPrompt="1"/>
          </p:nvPr>
        </p:nvSpPr>
        <p:spPr>
          <a:xfrm>
            <a:off x="417095" y="406690"/>
            <a:ext cx="10515600" cy="624090"/>
          </a:xfrm>
        </p:spPr>
        <p:txBody>
          <a:bodyPr anchor="t">
            <a:normAutofit/>
          </a:bodyPr>
          <a:lstStyle>
            <a:lvl1pPr>
              <a:defRPr sz="4000">
                <a:solidFill>
                  <a:schemeClr val="bg1"/>
                </a:solidFill>
                <a:latin typeface="Poppins SemiBold" panose="00000700000000000000" pitchFamily="2" charset="0"/>
                <a:cs typeface="Poppins SemiBold" panose="00000700000000000000" pitchFamily="2" charset="0"/>
              </a:defRPr>
            </a:lvl1pPr>
          </a:lstStyle>
          <a:p>
            <a:r>
              <a:rPr lang="en-GB"/>
              <a:t>Insert Agenda or Table of Contents</a:t>
            </a:r>
          </a:p>
        </p:txBody>
      </p:sp>
      <p:sp>
        <p:nvSpPr>
          <p:cNvPr id="6" name="Text Placeholder 2">
            <a:extLst>
              <a:ext uri="{FF2B5EF4-FFF2-40B4-BE49-F238E27FC236}">
                <a16:creationId xmlns:a16="http://schemas.microsoft.com/office/drawing/2014/main" id="{8CEB62C3-9B7C-4794-846E-0168C6FC6C17}"/>
              </a:ext>
            </a:extLst>
          </p:cNvPr>
          <p:cNvSpPr>
            <a:spLocks noGrp="1"/>
          </p:cNvSpPr>
          <p:nvPr>
            <p:ph type="body" idx="1" hasCustomPrompt="1"/>
          </p:nvPr>
        </p:nvSpPr>
        <p:spPr>
          <a:xfrm>
            <a:off x="417095" y="1358805"/>
            <a:ext cx="5821927" cy="2904724"/>
          </a:xfrm>
        </p:spPr>
        <p:txBody>
          <a:bodyPr lIns="457200">
            <a:noAutofit/>
          </a:bodyPr>
          <a:lstStyle>
            <a:lvl1pPr marL="0" indent="0" algn="l">
              <a:lnSpc>
                <a:spcPct val="150000"/>
              </a:lnSpc>
              <a:buClr>
                <a:schemeClr val="bg1"/>
              </a:buClr>
              <a:buSzPct val="100000"/>
              <a:buFont typeface="+mj-lt"/>
              <a:buAutoNum type="arabicPeriod"/>
              <a:defRPr lang="en-US" sz="2000" kern="1200" dirty="0" smtClean="0">
                <a:solidFill>
                  <a:srgbClr val="FFFFFF"/>
                </a:solidFill>
                <a:latin typeface="+mn-lt"/>
                <a:ea typeface="+mn-ea"/>
                <a:cs typeface="Poppins SemiBold" panose="000007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Title</a:t>
            </a:r>
            <a:endParaRPr lang="en-GB" sz="1600">
              <a:solidFill>
                <a:srgbClr val="FFFFFF"/>
              </a:solidFill>
              <a:latin typeface="Poppins SemiBold" panose="00000700000000000000" pitchFamily="2" charset="0"/>
              <a:cs typeface="Poppins SemiBold" panose="00000700000000000000" pitchFamily="2" charset="0"/>
            </a:endParaRPr>
          </a:p>
          <a:p>
            <a:pPr lvl="0"/>
            <a:r>
              <a:rPr lang="en-US"/>
              <a:t>Click to Edit Section Title</a:t>
            </a:r>
          </a:p>
          <a:p>
            <a:pPr lvl="0"/>
            <a:endParaRPr lang="en-US"/>
          </a:p>
          <a:p>
            <a:pPr lvl="0"/>
            <a:endParaRPr lang="en-GB" sz="1200">
              <a:solidFill>
                <a:srgbClr val="FFFFFF"/>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705392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BB1F6-E05D-4CA3-A836-2A8EC1AD9AB9}"/>
              </a:ext>
            </a:extLst>
          </p:cNvPr>
          <p:cNvSpPr>
            <a:spLocks noGrp="1"/>
          </p:cNvSpPr>
          <p:nvPr>
            <p:ph type="body" idx="1" hasCustomPrompt="1"/>
          </p:nvPr>
        </p:nvSpPr>
        <p:spPr>
          <a:xfrm>
            <a:off x="417095" y="1358805"/>
            <a:ext cx="5821927" cy="2904724"/>
          </a:xfrm>
        </p:spPr>
        <p:txBody>
          <a:bodyPr lIns="457200">
            <a:noAutofit/>
          </a:bodyPr>
          <a:lstStyle>
            <a:lvl1pPr marL="0" indent="0" algn="l">
              <a:lnSpc>
                <a:spcPct val="150000"/>
              </a:lnSpc>
              <a:buClr>
                <a:schemeClr val="bg1"/>
              </a:buClr>
              <a:buSzPct val="100000"/>
              <a:buFont typeface="+mj-lt"/>
              <a:buAutoNum type="arabicPeriod"/>
              <a:defRPr lang="en-US" sz="2000" kern="1200" dirty="0" smtClean="0">
                <a:solidFill>
                  <a:srgbClr val="FFFFFF"/>
                </a:solidFill>
                <a:latin typeface="+mn-lt"/>
                <a:ea typeface="+mn-ea"/>
                <a:cs typeface="Poppins SemiBold" panose="000007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Title</a:t>
            </a:r>
            <a:endParaRPr lang="en-GB" sz="1600">
              <a:solidFill>
                <a:srgbClr val="FFFFFF"/>
              </a:solidFill>
              <a:latin typeface="Poppins SemiBold" panose="00000700000000000000" pitchFamily="2" charset="0"/>
              <a:cs typeface="Poppins SemiBold" panose="00000700000000000000" pitchFamily="2" charset="0"/>
            </a:endParaRPr>
          </a:p>
          <a:p>
            <a:pPr lvl="0"/>
            <a:r>
              <a:rPr lang="en-US"/>
              <a:t>Click to Edit Section Title</a:t>
            </a:r>
          </a:p>
          <a:p>
            <a:pPr lvl="0"/>
            <a:endParaRPr lang="en-US"/>
          </a:p>
          <a:p>
            <a:pPr lvl="0"/>
            <a:endParaRPr lang="en-GB" sz="1200">
              <a:solidFill>
                <a:srgbClr val="FFFFFF"/>
              </a:solidFill>
              <a:latin typeface="Poppins SemiBold" panose="00000700000000000000" pitchFamily="2" charset="0"/>
              <a:cs typeface="Poppins SemiBold" panose="00000700000000000000" pitchFamily="2" charset="0"/>
            </a:endParaRPr>
          </a:p>
        </p:txBody>
      </p:sp>
      <p:pic>
        <p:nvPicPr>
          <p:cNvPr id="9" name="Picture 8" descr="A black and white logo&#10;&#10;Description automatically generated">
            <a:extLst>
              <a:ext uri="{FF2B5EF4-FFF2-40B4-BE49-F238E27FC236}">
                <a16:creationId xmlns:a16="http://schemas.microsoft.com/office/drawing/2014/main" id="{F093E0EB-F519-4255-9996-04D9CBABEC7B}"/>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12" name="TextBox 11">
            <a:extLst>
              <a:ext uri="{FF2B5EF4-FFF2-40B4-BE49-F238E27FC236}">
                <a16:creationId xmlns:a16="http://schemas.microsoft.com/office/drawing/2014/main" id="{8C1E4454-1579-4C3F-802E-E4BE00C6901D}"/>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2" name="Title 9">
            <a:extLst>
              <a:ext uri="{FF2B5EF4-FFF2-40B4-BE49-F238E27FC236}">
                <a16:creationId xmlns:a16="http://schemas.microsoft.com/office/drawing/2014/main" id="{D226E3C8-B275-3FC9-E232-16A32EE53BA8}"/>
              </a:ext>
            </a:extLst>
          </p:cNvPr>
          <p:cNvSpPr>
            <a:spLocks noGrp="1"/>
          </p:cNvSpPr>
          <p:nvPr>
            <p:ph type="title" hasCustomPrompt="1"/>
          </p:nvPr>
        </p:nvSpPr>
        <p:spPr>
          <a:xfrm>
            <a:off x="417095" y="406690"/>
            <a:ext cx="10515600" cy="624090"/>
          </a:xfrm>
        </p:spPr>
        <p:txBody>
          <a:bodyPr anchor="t">
            <a:normAutofit/>
          </a:bodyPr>
          <a:lstStyle>
            <a:lvl1pPr>
              <a:defRPr sz="4000">
                <a:solidFill>
                  <a:schemeClr val="bg1"/>
                </a:solidFill>
                <a:latin typeface="Poppins SemiBold" panose="00000700000000000000" pitchFamily="2" charset="0"/>
                <a:cs typeface="Poppins SemiBold" panose="00000700000000000000" pitchFamily="2" charset="0"/>
              </a:defRPr>
            </a:lvl1pPr>
          </a:lstStyle>
          <a:p>
            <a:r>
              <a:rPr lang="en-GB"/>
              <a:t>Insert Agenda or Table of Contents</a:t>
            </a:r>
          </a:p>
        </p:txBody>
      </p:sp>
    </p:spTree>
    <p:extLst>
      <p:ext uri="{BB962C8B-B14F-4D97-AF65-F5344CB8AC3E}">
        <p14:creationId xmlns:p14="http://schemas.microsoft.com/office/powerpoint/2010/main" val="262006979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cxnSp>
        <p:nvCxnSpPr>
          <p:cNvPr id="15" name="Straight Arrow Connector 14">
            <a:extLst>
              <a:ext uri="{FF2B5EF4-FFF2-40B4-BE49-F238E27FC236}">
                <a16:creationId xmlns:a16="http://schemas.microsoft.com/office/drawing/2014/main" id="{A35BBA3B-36ED-4766-AAF8-B8CE25D2E31A}"/>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3DE75C67-2107-4C9B-8A84-E13B0AE51D33}"/>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8" name="Text Placeholder 2">
            <a:extLst>
              <a:ext uri="{FF2B5EF4-FFF2-40B4-BE49-F238E27FC236}">
                <a16:creationId xmlns:a16="http://schemas.microsoft.com/office/drawing/2014/main" id="{C918E0CC-4670-4A60-967B-0E5E4F8486CC}"/>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407382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EF3CC7A7-DC32-4DE3-AAA5-0E535508C64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0218C30C-BFAA-44C4-BF6F-B0A550293309}"/>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20BC4252-C563-44CD-A23B-B487725F477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482348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109BBC4F-0A49-4E24-A81A-93E3287A3FD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B8151F0C-7467-4E62-9B06-3F8C099C66CF}"/>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A96268C3-944B-4BB4-8109-FA770416420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21709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4BAF4AD7-52C4-4CDF-AA58-5870387B4A5F}"/>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B4661857-4784-42A4-9D12-F6EFFE997FF4}"/>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171965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E730F982-1A09-4953-ADC4-565196A3F0CD}"/>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51B02C0D-3EB0-4A9A-BD6D-BC029CD9F09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80443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5" name="Picture 4">
            <a:extLst>
              <a:ext uri="{FF2B5EF4-FFF2-40B4-BE49-F238E27FC236}">
                <a16:creationId xmlns:a16="http://schemas.microsoft.com/office/drawing/2014/main" id="{3F0B7BFE-DDFD-4FAE-A71E-62AF4D93E7C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3979565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AA1CCF60-36F9-462E-A413-7F470D33D308}"/>
              </a:ext>
            </a:extLst>
          </p:cNvPr>
          <p:cNvSpPr>
            <a:spLocks noGrp="1"/>
          </p:cNvSpPr>
          <p:nvPr>
            <p:ph type="pic" idx="1"/>
          </p:nvPr>
        </p:nvSpPr>
        <p:spPr>
          <a:xfrm>
            <a:off x="6742450"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Content Placeholder 2">
            <a:extLst>
              <a:ext uri="{FF2B5EF4-FFF2-40B4-BE49-F238E27FC236}">
                <a16:creationId xmlns:a16="http://schemas.microsoft.com/office/drawing/2014/main" id="{B5EC5286-EA8E-4B3A-BF92-BDA63A212739}"/>
              </a:ext>
            </a:extLst>
          </p:cNvPr>
          <p:cNvSpPr>
            <a:spLocks noGrp="1"/>
          </p:cNvSpPr>
          <p:nvPr>
            <p:ph idx="10"/>
          </p:nvPr>
        </p:nvSpPr>
        <p:spPr>
          <a:xfrm>
            <a:off x="434918" y="1266940"/>
            <a:ext cx="595038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C4850F7-53AD-4366-9A11-A827E65C8F3F}"/>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8" name="Picture 7">
            <a:extLst>
              <a:ext uri="{FF2B5EF4-FFF2-40B4-BE49-F238E27FC236}">
                <a16:creationId xmlns:a16="http://schemas.microsoft.com/office/drawing/2014/main" id="{B9ECAF1E-59C2-4C6F-9AF6-8F1B3D3614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681702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109BBC4F-0A49-4E24-A81A-93E3287A3FD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B8151F0C-7467-4E62-9B06-3F8C099C66CF}"/>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A96268C3-944B-4BB4-8109-FA770416420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35705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Text Box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30B02A-E45B-44C5-92B4-5F03CA3AA653}"/>
              </a:ext>
            </a:extLst>
          </p:cNvPr>
          <p:cNvSpPr/>
          <p:nvPr userDrawn="1"/>
        </p:nvSpPr>
        <p:spPr>
          <a:xfrm>
            <a:off x="525284" y="1446586"/>
            <a:ext cx="3478544" cy="2004021"/>
          </a:xfrm>
          <a:prstGeom prst="rect">
            <a:avLst/>
          </a:prstGeom>
          <a:solidFill>
            <a:srgbClr val="D6E09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9" name="Oval 8">
            <a:extLst>
              <a:ext uri="{FF2B5EF4-FFF2-40B4-BE49-F238E27FC236}">
                <a16:creationId xmlns:a16="http://schemas.microsoft.com/office/drawing/2014/main" id="{38805284-8783-4C54-B4DD-6F157AECD501}"/>
              </a:ext>
            </a:extLst>
          </p:cNvPr>
          <p:cNvSpPr/>
          <p:nvPr userDrawn="1"/>
        </p:nvSpPr>
        <p:spPr>
          <a:xfrm>
            <a:off x="2001716" y="1160392"/>
            <a:ext cx="525681" cy="520925"/>
          </a:xfrm>
          <a:prstGeom prst="ellipse">
            <a:avLst/>
          </a:prstGeom>
          <a:solidFill>
            <a:srgbClr val="9DA86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10" name="TextBox 9">
            <a:extLst>
              <a:ext uri="{FF2B5EF4-FFF2-40B4-BE49-F238E27FC236}">
                <a16:creationId xmlns:a16="http://schemas.microsoft.com/office/drawing/2014/main" id="{F8C9B1E4-8832-4869-925E-AEA4846DD755}"/>
              </a:ext>
            </a:extLst>
          </p:cNvPr>
          <p:cNvSpPr txBox="1"/>
          <p:nvPr userDrawn="1"/>
        </p:nvSpPr>
        <p:spPr>
          <a:xfrm>
            <a:off x="2048982" y="116911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1</a:t>
            </a:r>
            <a:endParaRPr lang="en-US" sz="2800">
              <a:latin typeface="Poppins SemiBold" panose="00000700000000000000" pitchFamily="2" charset="0"/>
              <a:ea typeface="Calibri"/>
              <a:cs typeface="Poppins SemiBold" panose="00000700000000000000" pitchFamily="2" charset="0"/>
            </a:endParaRPr>
          </a:p>
        </p:txBody>
      </p:sp>
      <p:sp>
        <p:nvSpPr>
          <p:cNvPr id="15" name="TextBox 14">
            <a:extLst>
              <a:ext uri="{FF2B5EF4-FFF2-40B4-BE49-F238E27FC236}">
                <a16:creationId xmlns:a16="http://schemas.microsoft.com/office/drawing/2014/main" id="{25A7FFA6-F55D-4A12-BD2E-670632D10559}"/>
              </a:ext>
            </a:extLst>
          </p:cNvPr>
          <p:cNvSpPr txBox="1"/>
          <p:nvPr userDrawn="1"/>
        </p:nvSpPr>
        <p:spPr>
          <a:xfrm>
            <a:off x="6060647" y="111629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38" name="Rectangle 37">
            <a:extLst>
              <a:ext uri="{FF2B5EF4-FFF2-40B4-BE49-F238E27FC236}">
                <a16:creationId xmlns:a16="http://schemas.microsoft.com/office/drawing/2014/main" id="{F4AB8D91-4B2C-4586-98E8-F54ECEC0D281}"/>
              </a:ext>
            </a:extLst>
          </p:cNvPr>
          <p:cNvSpPr/>
          <p:nvPr userDrawn="1"/>
        </p:nvSpPr>
        <p:spPr>
          <a:xfrm>
            <a:off x="525284" y="3900243"/>
            <a:ext cx="3478544" cy="2004021"/>
          </a:xfrm>
          <a:prstGeom prst="rect">
            <a:avLst/>
          </a:prstGeom>
          <a:solidFill>
            <a:srgbClr val="F0CADC"/>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39" name="Oval 38">
            <a:extLst>
              <a:ext uri="{FF2B5EF4-FFF2-40B4-BE49-F238E27FC236}">
                <a16:creationId xmlns:a16="http://schemas.microsoft.com/office/drawing/2014/main" id="{FD4A11BF-0B5C-411A-BD38-19319BF07BDB}"/>
              </a:ext>
            </a:extLst>
          </p:cNvPr>
          <p:cNvSpPr/>
          <p:nvPr userDrawn="1"/>
        </p:nvSpPr>
        <p:spPr>
          <a:xfrm>
            <a:off x="2001716" y="3614049"/>
            <a:ext cx="525681" cy="520925"/>
          </a:xfrm>
          <a:prstGeom prst="ellipse">
            <a:avLst/>
          </a:prstGeom>
          <a:solidFill>
            <a:srgbClr val="DA87AC"/>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40" name="TextBox 39">
            <a:extLst>
              <a:ext uri="{FF2B5EF4-FFF2-40B4-BE49-F238E27FC236}">
                <a16:creationId xmlns:a16="http://schemas.microsoft.com/office/drawing/2014/main" id="{2AA58ACE-3717-4F4D-B262-8FDD57BE8EF5}"/>
              </a:ext>
            </a:extLst>
          </p:cNvPr>
          <p:cNvSpPr txBox="1"/>
          <p:nvPr userDrawn="1"/>
        </p:nvSpPr>
        <p:spPr>
          <a:xfrm>
            <a:off x="2048982" y="3622771"/>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4</a:t>
            </a:r>
            <a:endParaRPr lang="en-US" sz="2800">
              <a:latin typeface="Poppins SemiBold" panose="00000700000000000000" pitchFamily="2" charset="0"/>
              <a:ea typeface="Calibri"/>
              <a:cs typeface="Poppins SemiBold" panose="00000700000000000000" pitchFamily="2" charset="0"/>
            </a:endParaRPr>
          </a:p>
        </p:txBody>
      </p:sp>
      <p:sp>
        <p:nvSpPr>
          <p:cNvPr id="76" name="Rectangle 75">
            <a:extLst>
              <a:ext uri="{FF2B5EF4-FFF2-40B4-BE49-F238E27FC236}">
                <a16:creationId xmlns:a16="http://schemas.microsoft.com/office/drawing/2014/main" id="{726A162C-9726-44AB-94C7-260F4C09149E}"/>
              </a:ext>
            </a:extLst>
          </p:cNvPr>
          <p:cNvSpPr/>
          <p:nvPr userDrawn="1"/>
        </p:nvSpPr>
        <p:spPr>
          <a:xfrm>
            <a:off x="4414547" y="1444489"/>
            <a:ext cx="3478544" cy="2004021"/>
          </a:xfrm>
          <a:prstGeom prst="rect">
            <a:avLst/>
          </a:prstGeom>
          <a:solidFill>
            <a:srgbClr val="B0D3C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77" name="Oval 76">
            <a:extLst>
              <a:ext uri="{FF2B5EF4-FFF2-40B4-BE49-F238E27FC236}">
                <a16:creationId xmlns:a16="http://schemas.microsoft.com/office/drawing/2014/main" id="{8E3D5EF6-8093-4847-81CA-5C6F43451682}"/>
              </a:ext>
            </a:extLst>
          </p:cNvPr>
          <p:cNvSpPr/>
          <p:nvPr userDrawn="1"/>
        </p:nvSpPr>
        <p:spPr>
          <a:xfrm>
            <a:off x="5890979" y="1158295"/>
            <a:ext cx="525681" cy="520925"/>
          </a:xfrm>
          <a:prstGeom prst="ellipse">
            <a:avLst/>
          </a:prstGeom>
          <a:solidFill>
            <a:srgbClr val="769C8B"/>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79" name="Rectangle 78">
            <a:extLst>
              <a:ext uri="{FF2B5EF4-FFF2-40B4-BE49-F238E27FC236}">
                <a16:creationId xmlns:a16="http://schemas.microsoft.com/office/drawing/2014/main" id="{BE50BA28-7B32-4012-AF71-917F864ABBF8}"/>
              </a:ext>
            </a:extLst>
          </p:cNvPr>
          <p:cNvSpPr/>
          <p:nvPr userDrawn="1"/>
        </p:nvSpPr>
        <p:spPr>
          <a:xfrm>
            <a:off x="4414547" y="3898146"/>
            <a:ext cx="3478544" cy="2004021"/>
          </a:xfrm>
          <a:prstGeom prst="rect">
            <a:avLst/>
          </a:prstGeom>
          <a:solidFill>
            <a:srgbClr val="A2B7D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80" name="Oval 79">
            <a:extLst>
              <a:ext uri="{FF2B5EF4-FFF2-40B4-BE49-F238E27FC236}">
                <a16:creationId xmlns:a16="http://schemas.microsoft.com/office/drawing/2014/main" id="{57CF8CE1-65C2-4102-8044-25764CD1B821}"/>
              </a:ext>
            </a:extLst>
          </p:cNvPr>
          <p:cNvSpPr/>
          <p:nvPr userDrawn="1"/>
        </p:nvSpPr>
        <p:spPr>
          <a:xfrm>
            <a:off x="5890979" y="3611952"/>
            <a:ext cx="525681" cy="520925"/>
          </a:xfrm>
          <a:prstGeom prst="ellipse">
            <a:avLst/>
          </a:prstGeom>
          <a:solidFill>
            <a:srgbClr val="3474A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1" name="TextBox 80">
            <a:extLst>
              <a:ext uri="{FF2B5EF4-FFF2-40B4-BE49-F238E27FC236}">
                <a16:creationId xmlns:a16="http://schemas.microsoft.com/office/drawing/2014/main" id="{B68F02B3-BD0F-4C02-838E-3316C8CFEDAA}"/>
              </a:ext>
            </a:extLst>
          </p:cNvPr>
          <p:cNvSpPr txBox="1"/>
          <p:nvPr userDrawn="1"/>
        </p:nvSpPr>
        <p:spPr>
          <a:xfrm>
            <a:off x="5938245" y="362067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5</a:t>
            </a:r>
            <a:endParaRPr lang="en-US" sz="2800">
              <a:latin typeface="Poppins SemiBold" panose="00000700000000000000" pitchFamily="2" charset="0"/>
              <a:ea typeface="Calibri"/>
              <a:cs typeface="Poppins SemiBold" panose="00000700000000000000" pitchFamily="2" charset="0"/>
            </a:endParaRPr>
          </a:p>
        </p:txBody>
      </p:sp>
      <p:sp>
        <p:nvSpPr>
          <p:cNvPr id="82" name="TextBox 81">
            <a:extLst>
              <a:ext uri="{FF2B5EF4-FFF2-40B4-BE49-F238E27FC236}">
                <a16:creationId xmlns:a16="http://schemas.microsoft.com/office/drawing/2014/main" id="{CBDC7C9D-5CB8-4C2F-B07C-A025B264CA88}"/>
              </a:ext>
            </a:extLst>
          </p:cNvPr>
          <p:cNvSpPr txBox="1"/>
          <p:nvPr userDrawn="1"/>
        </p:nvSpPr>
        <p:spPr>
          <a:xfrm>
            <a:off x="5938245" y="116701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3" name="TextBox 82">
            <a:extLst>
              <a:ext uri="{FF2B5EF4-FFF2-40B4-BE49-F238E27FC236}">
                <a16:creationId xmlns:a16="http://schemas.microsoft.com/office/drawing/2014/main" id="{A45FD534-79C1-45E8-A48F-70B807518BB8}"/>
              </a:ext>
            </a:extLst>
          </p:cNvPr>
          <p:cNvSpPr txBox="1"/>
          <p:nvPr userDrawn="1"/>
        </p:nvSpPr>
        <p:spPr>
          <a:xfrm>
            <a:off x="9868985" y="109342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4" name="Rectangle 83">
            <a:extLst>
              <a:ext uri="{FF2B5EF4-FFF2-40B4-BE49-F238E27FC236}">
                <a16:creationId xmlns:a16="http://schemas.microsoft.com/office/drawing/2014/main" id="{567F71F7-E900-4161-A00D-2272DF37D98A}"/>
              </a:ext>
            </a:extLst>
          </p:cNvPr>
          <p:cNvSpPr/>
          <p:nvPr userDrawn="1"/>
        </p:nvSpPr>
        <p:spPr>
          <a:xfrm>
            <a:off x="8345287" y="1421616"/>
            <a:ext cx="3478544" cy="2004021"/>
          </a:xfrm>
          <a:prstGeom prst="rect">
            <a:avLst/>
          </a:prstGeom>
          <a:solidFill>
            <a:srgbClr val="B2DBED"/>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rgbClr val="B2DBED"/>
              </a:solidFill>
              <a:latin typeface="Calibri Light"/>
              <a:cs typeface="Segoe UI"/>
            </a:endParaRPr>
          </a:p>
        </p:txBody>
      </p:sp>
      <p:sp>
        <p:nvSpPr>
          <p:cNvPr id="85" name="Oval 84">
            <a:extLst>
              <a:ext uri="{FF2B5EF4-FFF2-40B4-BE49-F238E27FC236}">
                <a16:creationId xmlns:a16="http://schemas.microsoft.com/office/drawing/2014/main" id="{B563C792-EB44-4FA6-840F-1AFDC58C0766}"/>
              </a:ext>
            </a:extLst>
          </p:cNvPr>
          <p:cNvSpPr/>
          <p:nvPr userDrawn="1"/>
        </p:nvSpPr>
        <p:spPr>
          <a:xfrm>
            <a:off x="9821719" y="1135422"/>
            <a:ext cx="525681" cy="520925"/>
          </a:xfrm>
          <a:prstGeom prst="ellipse">
            <a:avLst/>
          </a:prstGeom>
          <a:solidFill>
            <a:srgbClr val="6D96A8"/>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6" name="Rectangle 85">
            <a:extLst>
              <a:ext uri="{FF2B5EF4-FFF2-40B4-BE49-F238E27FC236}">
                <a16:creationId xmlns:a16="http://schemas.microsoft.com/office/drawing/2014/main" id="{C9169ECB-C499-4DE6-8100-4F68B45B07F4}"/>
              </a:ext>
            </a:extLst>
          </p:cNvPr>
          <p:cNvSpPr/>
          <p:nvPr userDrawn="1"/>
        </p:nvSpPr>
        <p:spPr>
          <a:xfrm>
            <a:off x="8345287" y="3875273"/>
            <a:ext cx="3478544" cy="2004021"/>
          </a:xfrm>
          <a:prstGeom prst="rect">
            <a:avLst/>
          </a:prstGeom>
          <a:solidFill>
            <a:srgbClr val="EDAF4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87" name="Oval 86">
            <a:extLst>
              <a:ext uri="{FF2B5EF4-FFF2-40B4-BE49-F238E27FC236}">
                <a16:creationId xmlns:a16="http://schemas.microsoft.com/office/drawing/2014/main" id="{58170BF9-3898-4EA9-B5FD-25B95B106E28}"/>
              </a:ext>
            </a:extLst>
          </p:cNvPr>
          <p:cNvSpPr/>
          <p:nvPr userDrawn="1"/>
        </p:nvSpPr>
        <p:spPr>
          <a:xfrm>
            <a:off x="9819076" y="3589079"/>
            <a:ext cx="525681" cy="520925"/>
          </a:xfrm>
          <a:prstGeom prst="ellipse">
            <a:avLst/>
          </a:prstGeom>
          <a:solidFill>
            <a:srgbClr val="E0812D"/>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8" name="TextBox 87">
            <a:extLst>
              <a:ext uri="{FF2B5EF4-FFF2-40B4-BE49-F238E27FC236}">
                <a16:creationId xmlns:a16="http://schemas.microsoft.com/office/drawing/2014/main" id="{6E52AC9F-E509-41A7-98A3-B0880081B823}"/>
              </a:ext>
            </a:extLst>
          </p:cNvPr>
          <p:cNvSpPr txBox="1"/>
          <p:nvPr userDrawn="1"/>
        </p:nvSpPr>
        <p:spPr>
          <a:xfrm>
            <a:off x="9868458" y="3597801"/>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ea typeface="Calibri"/>
                <a:cs typeface="Poppins SemiBold" panose="00000700000000000000" pitchFamily="2" charset="0"/>
              </a:rPr>
              <a:t>6</a:t>
            </a:r>
            <a:endParaRPr lang="en-US" sz="2800">
              <a:latin typeface="Poppins SemiBold" panose="00000700000000000000" pitchFamily="2" charset="0"/>
              <a:ea typeface="Calibri"/>
              <a:cs typeface="Poppins SemiBold" panose="00000700000000000000" pitchFamily="2" charset="0"/>
            </a:endParaRPr>
          </a:p>
        </p:txBody>
      </p:sp>
      <p:sp>
        <p:nvSpPr>
          <p:cNvPr id="89" name="TextBox 88">
            <a:extLst>
              <a:ext uri="{FF2B5EF4-FFF2-40B4-BE49-F238E27FC236}">
                <a16:creationId xmlns:a16="http://schemas.microsoft.com/office/drawing/2014/main" id="{DE701493-E721-4663-912A-DC5D37E0C7A7}"/>
              </a:ext>
            </a:extLst>
          </p:cNvPr>
          <p:cNvSpPr txBox="1"/>
          <p:nvPr userDrawn="1"/>
        </p:nvSpPr>
        <p:spPr>
          <a:xfrm>
            <a:off x="9868985" y="114414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3</a:t>
            </a:r>
            <a:endParaRPr lang="en-US" sz="2800">
              <a:latin typeface="Poppins SemiBold" panose="00000700000000000000" pitchFamily="2" charset="0"/>
              <a:ea typeface="Calibri"/>
              <a:cs typeface="Poppins SemiBold" panose="00000700000000000000" pitchFamily="2" charset="0"/>
            </a:endParaRPr>
          </a:p>
        </p:txBody>
      </p:sp>
      <p:sp>
        <p:nvSpPr>
          <p:cNvPr id="113" name="Text Placeholder 112">
            <a:extLst>
              <a:ext uri="{FF2B5EF4-FFF2-40B4-BE49-F238E27FC236}">
                <a16:creationId xmlns:a16="http://schemas.microsoft.com/office/drawing/2014/main" id="{4A214FB5-5345-493F-B964-9E16CFF58A7E}"/>
              </a:ext>
            </a:extLst>
          </p:cNvPr>
          <p:cNvSpPr>
            <a:spLocks noGrp="1"/>
          </p:cNvSpPr>
          <p:nvPr>
            <p:ph type="body" sz="quarter" idx="10" hasCustomPrompt="1"/>
          </p:nvPr>
        </p:nvSpPr>
        <p:spPr>
          <a:xfrm>
            <a:off x="630225"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5" name="Text Placeholder 112">
            <a:extLst>
              <a:ext uri="{FF2B5EF4-FFF2-40B4-BE49-F238E27FC236}">
                <a16:creationId xmlns:a16="http://schemas.microsoft.com/office/drawing/2014/main" id="{BA02C56A-CC4B-4918-A153-913B827C0AEC}"/>
              </a:ext>
            </a:extLst>
          </p:cNvPr>
          <p:cNvSpPr>
            <a:spLocks noGrp="1"/>
          </p:cNvSpPr>
          <p:nvPr>
            <p:ph type="body" sz="quarter" idx="11" hasCustomPrompt="1"/>
          </p:nvPr>
        </p:nvSpPr>
        <p:spPr>
          <a:xfrm>
            <a:off x="4519488"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6" name="Text Placeholder 112">
            <a:extLst>
              <a:ext uri="{FF2B5EF4-FFF2-40B4-BE49-F238E27FC236}">
                <a16:creationId xmlns:a16="http://schemas.microsoft.com/office/drawing/2014/main" id="{6435CA57-F38A-46D9-B0BB-016FFDD5D659}"/>
              </a:ext>
            </a:extLst>
          </p:cNvPr>
          <p:cNvSpPr>
            <a:spLocks noGrp="1"/>
          </p:cNvSpPr>
          <p:nvPr>
            <p:ph type="body" sz="quarter" idx="12" hasCustomPrompt="1"/>
          </p:nvPr>
        </p:nvSpPr>
        <p:spPr>
          <a:xfrm>
            <a:off x="8447585" y="1816614"/>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7" name="Text Placeholder 112">
            <a:extLst>
              <a:ext uri="{FF2B5EF4-FFF2-40B4-BE49-F238E27FC236}">
                <a16:creationId xmlns:a16="http://schemas.microsoft.com/office/drawing/2014/main" id="{A4555EAB-0B75-42C0-A3A3-C4579206D068}"/>
              </a:ext>
            </a:extLst>
          </p:cNvPr>
          <p:cNvSpPr>
            <a:spLocks noGrp="1"/>
          </p:cNvSpPr>
          <p:nvPr>
            <p:ph type="body" sz="quarter" idx="13" hasCustomPrompt="1"/>
          </p:nvPr>
        </p:nvSpPr>
        <p:spPr>
          <a:xfrm>
            <a:off x="630225"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8" name="Text Placeholder 112">
            <a:extLst>
              <a:ext uri="{FF2B5EF4-FFF2-40B4-BE49-F238E27FC236}">
                <a16:creationId xmlns:a16="http://schemas.microsoft.com/office/drawing/2014/main" id="{76384922-A16E-47D9-BE0C-B94182A11679}"/>
              </a:ext>
            </a:extLst>
          </p:cNvPr>
          <p:cNvSpPr>
            <a:spLocks noGrp="1"/>
          </p:cNvSpPr>
          <p:nvPr>
            <p:ph type="body" sz="quarter" idx="14" hasCustomPrompt="1"/>
          </p:nvPr>
        </p:nvSpPr>
        <p:spPr>
          <a:xfrm>
            <a:off x="4519488"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19" name="Text Placeholder 112">
            <a:extLst>
              <a:ext uri="{FF2B5EF4-FFF2-40B4-BE49-F238E27FC236}">
                <a16:creationId xmlns:a16="http://schemas.microsoft.com/office/drawing/2014/main" id="{F616866C-4BBE-4D31-998E-55D7ABA59C28}"/>
              </a:ext>
            </a:extLst>
          </p:cNvPr>
          <p:cNvSpPr>
            <a:spLocks noGrp="1"/>
          </p:cNvSpPr>
          <p:nvPr>
            <p:ph type="body" sz="quarter" idx="15" hasCustomPrompt="1"/>
          </p:nvPr>
        </p:nvSpPr>
        <p:spPr>
          <a:xfrm>
            <a:off x="8447585" y="4261569"/>
            <a:ext cx="3268662" cy="150971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21" name="Title 1">
            <a:extLst>
              <a:ext uri="{FF2B5EF4-FFF2-40B4-BE49-F238E27FC236}">
                <a16:creationId xmlns:a16="http://schemas.microsoft.com/office/drawing/2014/main" id="{9DD93425-FB9F-4A56-B9FA-FD3DFA5212FF}"/>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Tree>
    <p:extLst>
      <p:ext uri="{BB962C8B-B14F-4D97-AF65-F5344CB8AC3E}">
        <p14:creationId xmlns:p14="http://schemas.microsoft.com/office/powerpoint/2010/main" val="2587803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Text Box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30B02A-E45B-44C5-92B4-5F03CA3AA653}"/>
              </a:ext>
            </a:extLst>
          </p:cNvPr>
          <p:cNvSpPr/>
          <p:nvPr userDrawn="1"/>
        </p:nvSpPr>
        <p:spPr>
          <a:xfrm>
            <a:off x="525284" y="1446586"/>
            <a:ext cx="3478544" cy="4297214"/>
          </a:xfrm>
          <a:prstGeom prst="rect">
            <a:avLst/>
          </a:prstGeom>
          <a:solidFill>
            <a:srgbClr val="D6E09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9" name="Oval 8">
            <a:extLst>
              <a:ext uri="{FF2B5EF4-FFF2-40B4-BE49-F238E27FC236}">
                <a16:creationId xmlns:a16="http://schemas.microsoft.com/office/drawing/2014/main" id="{38805284-8783-4C54-B4DD-6F157AECD501}"/>
              </a:ext>
            </a:extLst>
          </p:cNvPr>
          <p:cNvSpPr/>
          <p:nvPr userDrawn="1"/>
        </p:nvSpPr>
        <p:spPr>
          <a:xfrm>
            <a:off x="2001716" y="1160392"/>
            <a:ext cx="525681" cy="520925"/>
          </a:xfrm>
          <a:prstGeom prst="ellipse">
            <a:avLst/>
          </a:prstGeom>
          <a:solidFill>
            <a:srgbClr val="9DA86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10" name="TextBox 9">
            <a:extLst>
              <a:ext uri="{FF2B5EF4-FFF2-40B4-BE49-F238E27FC236}">
                <a16:creationId xmlns:a16="http://schemas.microsoft.com/office/drawing/2014/main" id="{F8C9B1E4-8832-4869-925E-AEA4846DD755}"/>
              </a:ext>
            </a:extLst>
          </p:cNvPr>
          <p:cNvSpPr txBox="1"/>
          <p:nvPr userDrawn="1"/>
        </p:nvSpPr>
        <p:spPr>
          <a:xfrm>
            <a:off x="2048982" y="116911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1</a:t>
            </a:r>
            <a:endParaRPr lang="en-US" sz="2800">
              <a:latin typeface="Poppins SemiBold" panose="00000700000000000000" pitchFamily="2" charset="0"/>
              <a:ea typeface="Calibri"/>
              <a:cs typeface="Poppins SemiBold" panose="00000700000000000000" pitchFamily="2" charset="0"/>
            </a:endParaRPr>
          </a:p>
        </p:txBody>
      </p:sp>
      <p:sp>
        <p:nvSpPr>
          <p:cNvPr id="15" name="TextBox 14">
            <a:extLst>
              <a:ext uri="{FF2B5EF4-FFF2-40B4-BE49-F238E27FC236}">
                <a16:creationId xmlns:a16="http://schemas.microsoft.com/office/drawing/2014/main" id="{25A7FFA6-F55D-4A12-BD2E-670632D10559}"/>
              </a:ext>
            </a:extLst>
          </p:cNvPr>
          <p:cNvSpPr txBox="1"/>
          <p:nvPr userDrawn="1"/>
        </p:nvSpPr>
        <p:spPr>
          <a:xfrm>
            <a:off x="6060647" y="111629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76" name="Rectangle 75">
            <a:extLst>
              <a:ext uri="{FF2B5EF4-FFF2-40B4-BE49-F238E27FC236}">
                <a16:creationId xmlns:a16="http://schemas.microsoft.com/office/drawing/2014/main" id="{726A162C-9726-44AB-94C7-260F4C09149E}"/>
              </a:ext>
            </a:extLst>
          </p:cNvPr>
          <p:cNvSpPr/>
          <p:nvPr userDrawn="1"/>
        </p:nvSpPr>
        <p:spPr>
          <a:xfrm>
            <a:off x="4414547" y="1444489"/>
            <a:ext cx="3478544" cy="4297214"/>
          </a:xfrm>
          <a:prstGeom prst="rect">
            <a:avLst/>
          </a:prstGeom>
          <a:solidFill>
            <a:srgbClr val="F0CADC"/>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chemeClr val="tx1">
                  <a:lumMod val="75000"/>
                  <a:lumOff val="25000"/>
                </a:schemeClr>
              </a:solidFill>
              <a:latin typeface="Calibri Light"/>
              <a:cs typeface="Segoe UI"/>
            </a:endParaRPr>
          </a:p>
        </p:txBody>
      </p:sp>
      <p:sp>
        <p:nvSpPr>
          <p:cNvPr id="77" name="Oval 76">
            <a:extLst>
              <a:ext uri="{FF2B5EF4-FFF2-40B4-BE49-F238E27FC236}">
                <a16:creationId xmlns:a16="http://schemas.microsoft.com/office/drawing/2014/main" id="{8E3D5EF6-8093-4847-81CA-5C6F43451682}"/>
              </a:ext>
            </a:extLst>
          </p:cNvPr>
          <p:cNvSpPr/>
          <p:nvPr userDrawn="1"/>
        </p:nvSpPr>
        <p:spPr>
          <a:xfrm>
            <a:off x="5890979" y="1158295"/>
            <a:ext cx="525681" cy="520925"/>
          </a:xfrm>
          <a:prstGeom prst="ellipse">
            <a:avLst/>
          </a:prstGeom>
          <a:solidFill>
            <a:srgbClr val="DA87AC"/>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2" name="TextBox 81">
            <a:extLst>
              <a:ext uri="{FF2B5EF4-FFF2-40B4-BE49-F238E27FC236}">
                <a16:creationId xmlns:a16="http://schemas.microsoft.com/office/drawing/2014/main" id="{CBDC7C9D-5CB8-4C2F-B07C-A025B264CA88}"/>
              </a:ext>
            </a:extLst>
          </p:cNvPr>
          <p:cNvSpPr txBox="1"/>
          <p:nvPr userDrawn="1"/>
        </p:nvSpPr>
        <p:spPr>
          <a:xfrm>
            <a:off x="5938245" y="1167017"/>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3" name="TextBox 82">
            <a:extLst>
              <a:ext uri="{FF2B5EF4-FFF2-40B4-BE49-F238E27FC236}">
                <a16:creationId xmlns:a16="http://schemas.microsoft.com/office/drawing/2014/main" id="{A45FD534-79C1-45E8-A48F-70B807518BB8}"/>
              </a:ext>
            </a:extLst>
          </p:cNvPr>
          <p:cNvSpPr txBox="1"/>
          <p:nvPr userDrawn="1"/>
        </p:nvSpPr>
        <p:spPr>
          <a:xfrm>
            <a:off x="9868985" y="109342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solidFill>
                  <a:srgbClr val="FFFFFF"/>
                </a:solidFill>
                <a:latin typeface="Poppins SemiBold" panose="00000700000000000000" pitchFamily="2" charset="0"/>
                <a:cs typeface="Poppins SemiBold" panose="00000700000000000000" pitchFamily="2" charset="0"/>
              </a:rPr>
              <a:t>2</a:t>
            </a:r>
            <a:endParaRPr lang="en-US" sz="2800">
              <a:latin typeface="Poppins SemiBold" panose="00000700000000000000" pitchFamily="2" charset="0"/>
              <a:ea typeface="Calibri"/>
              <a:cs typeface="Poppins SemiBold" panose="00000700000000000000" pitchFamily="2" charset="0"/>
            </a:endParaRPr>
          </a:p>
        </p:txBody>
      </p:sp>
      <p:sp>
        <p:nvSpPr>
          <p:cNvPr id="84" name="Rectangle 83">
            <a:extLst>
              <a:ext uri="{FF2B5EF4-FFF2-40B4-BE49-F238E27FC236}">
                <a16:creationId xmlns:a16="http://schemas.microsoft.com/office/drawing/2014/main" id="{567F71F7-E900-4161-A00D-2272DF37D98A}"/>
              </a:ext>
            </a:extLst>
          </p:cNvPr>
          <p:cNvSpPr/>
          <p:nvPr userDrawn="1"/>
        </p:nvSpPr>
        <p:spPr>
          <a:xfrm>
            <a:off x="8345287" y="1421616"/>
            <a:ext cx="3478544" cy="4297214"/>
          </a:xfrm>
          <a:prstGeom prst="rect">
            <a:avLst/>
          </a:prstGeom>
          <a:solidFill>
            <a:srgbClr val="B2DBED"/>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008000" rIns="182880" bIns="182880" rtlCol="0" anchor="t"/>
          <a:lstStyle/>
          <a:p>
            <a:pPr algn="ctr"/>
            <a:endParaRPr lang="en-US" sz="1400">
              <a:solidFill>
                <a:srgbClr val="B2DBED"/>
              </a:solidFill>
              <a:latin typeface="Calibri Light"/>
              <a:cs typeface="Segoe UI"/>
            </a:endParaRPr>
          </a:p>
        </p:txBody>
      </p:sp>
      <p:sp>
        <p:nvSpPr>
          <p:cNvPr id="85" name="Oval 84">
            <a:extLst>
              <a:ext uri="{FF2B5EF4-FFF2-40B4-BE49-F238E27FC236}">
                <a16:creationId xmlns:a16="http://schemas.microsoft.com/office/drawing/2014/main" id="{B563C792-EB44-4FA6-840F-1AFDC58C0766}"/>
              </a:ext>
            </a:extLst>
          </p:cNvPr>
          <p:cNvSpPr/>
          <p:nvPr userDrawn="1"/>
        </p:nvSpPr>
        <p:spPr>
          <a:xfrm>
            <a:off x="9821719" y="1135422"/>
            <a:ext cx="525681" cy="520925"/>
          </a:xfrm>
          <a:prstGeom prst="ellipse">
            <a:avLst/>
          </a:prstGeom>
          <a:solidFill>
            <a:srgbClr val="6D96A8"/>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D40175"/>
              </a:solidFill>
              <a:cs typeface="Calibri"/>
            </a:endParaRPr>
          </a:p>
        </p:txBody>
      </p:sp>
      <p:sp>
        <p:nvSpPr>
          <p:cNvPr id="89" name="TextBox 88">
            <a:extLst>
              <a:ext uri="{FF2B5EF4-FFF2-40B4-BE49-F238E27FC236}">
                <a16:creationId xmlns:a16="http://schemas.microsoft.com/office/drawing/2014/main" id="{DE701493-E721-4663-912A-DC5D37E0C7A7}"/>
              </a:ext>
            </a:extLst>
          </p:cNvPr>
          <p:cNvSpPr txBox="1"/>
          <p:nvPr userDrawn="1"/>
        </p:nvSpPr>
        <p:spPr>
          <a:xfrm>
            <a:off x="9868985" y="1144144"/>
            <a:ext cx="4311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a:solidFill>
                  <a:srgbClr val="FFFFFF"/>
                </a:solidFill>
                <a:latin typeface="Poppins SemiBold" panose="00000700000000000000" pitchFamily="2" charset="0"/>
                <a:cs typeface="Poppins SemiBold" panose="00000700000000000000" pitchFamily="2" charset="0"/>
              </a:rPr>
              <a:t>3</a:t>
            </a:r>
            <a:endParaRPr lang="en-US" sz="2800">
              <a:latin typeface="Poppins SemiBold" panose="00000700000000000000" pitchFamily="2" charset="0"/>
              <a:ea typeface="Calibri"/>
              <a:cs typeface="Poppins SemiBold" panose="00000700000000000000" pitchFamily="2" charset="0"/>
            </a:endParaRPr>
          </a:p>
        </p:txBody>
      </p:sp>
      <p:sp>
        <p:nvSpPr>
          <p:cNvPr id="35" name="Text Placeholder 112">
            <a:extLst>
              <a:ext uri="{FF2B5EF4-FFF2-40B4-BE49-F238E27FC236}">
                <a16:creationId xmlns:a16="http://schemas.microsoft.com/office/drawing/2014/main" id="{41BAE2CE-B729-4247-B258-C842A68B963E}"/>
              </a:ext>
            </a:extLst>
          </p:cNvPr>
          <p:cNvSpPr>
            <a:spLocks noGrp="1"/>
          </p:cNvSpPr>
          <p:nvPr>
            <p:ph type="body" sz="quarter" idx="13" hasCustomPrompt="1"/>
          </p:nvPr>
        </p:nvSpPr>
        <p:spPr>
          <a:xfrm>
            <a:off x="630225"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36" name="Text Placeholder 112">
            <a:extLst>
              <a:ext uri="{FF2B5EF4-FFF2-40B4-BE49-F238E27FC236}">
                <a16:creationId xmlns:a16="http://schemas.microsoft.com/office/drawing/2014/main" id="{A924AB1C-8971-4FC1-9C3A-C8CE9645FE6F}"/>
              </a:ext>
            </a:extLst>
          </p:cNvPr>
          <p:cNvSpPr>
            <a:spLocks noGrp="1"/>
          </p:cNvSpPr>
          <p:nvPr>
            <p:ph type="body" sz="quarter" idx="14" hasCustomPrompt="1"/>
          </p:nvPr>
        </p:nvSpPr>
        <p:spPr>
          <a:xfrm>
            <a:off x="4519488"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41" name="Text Placeholder 112">
            <a:extLst>
              <a:ext uri="{FF2B5EF4-FFF2-40B4-BE49-F238E27FC236}">
                <a16:creationId xmlns:a16="http://schemas.microsoft.com/office/drawing/2014/main" id="{C3D09FE7-A359-45E6-9265-0F2AE0618752}"/>
              </a:ext>
            </a:extLst>
          </p:cNvPr>
          <p:cNvSpPr>
            <a:spLocks noGrp="1"/>
          </p:cNvSpPr>
          <p:nvPr>
            <p:ph type="body" sz="quarter" idx="15" hasCustomPrompt="1"/>
          </p:nvPr>
        </p:nvSpPr>
        <p:spPr>
          <a:xfrm>
            <a:off x="8447585" y="1844759"/>
            <a:ext cx="3268662" cy="3926522"/>
          </a:xfrm>
          <a:prstGeom prst="rect">
            <a:avLst/>
          </a:prstGeom>
        </p:spPr>
        <p:txBody>
          <a:bodyPr/>
          <a:lstStyle>
            <a:lvl1pPr algn="ctr">
              <a:buNone/>
              <a:defRPr sz="1800" u="sng">
                <a:latin typeface="Poppins SemiBold" panose="00000700000000000000" pitchFamily="2" charset="0"/>
                <a:cs typeface="Poppins SemiBold" panose="00000700000000000000" pitchFamily="2" charset="0"/>
              </a:defRPr>
            </a:lvl1pPr>
            <a:lvl2pPr algn="l">
              <a:defRPr sz="1600">
                <a:latin typeface="Poppins" panose="00000500000000000000" pitchFamily="2" charset="0"/>
                <a:cs typeface="Poppins" panose="00000500000000000000" pitchFamily="2" charset="0"/>
              </a:defRPr>
            </a:lvl2pPr>
          </a:lstStyle>
          <a:p>
            <a:pPr lvl="0"/>
            <a:r>
              <a:rPr lang="en-US"/>
              <a:t>Click to edit Title</a:t>
            </a:r>
          </a:p>
          <a:p>
            <a:pPr lvl="1"/>
            <a:r>
              <a:rPr lang="en-US"/>
              <a:t>Edit Content</a:t>
            </a:r>
          </a:p>
        </p:txBody>
      </p:sp>
      <p:sp>
        <p:nvSpPr>
          <p:cNvPr id="18" name="Title 1">
            <a:extLst>
              <a:ext uri="{FF2B5EF4-FFF2-40B4-BE49-F238E27FC236}">
                <a16:creationId xmlns:a16="http://schemas.microsoft.com/office/drawing/2014/main" id="{2A8174BF-25A3-4ED4-9EC7-DB362C3D6888}"/>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Tree>
    <p:extLst>
      <p:ext uri="{BB962C8B-B14F-4D97-AF65-F5344CB8AC3E}">
        <p14:creationId xmlns:p14="http://schemas.microsoft.com/office/powerpoint/2010/main" val="1661504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ur Team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Rounded Corners 30">
            <a:extLst>
              <a:ext uri="{FF2B5EF4-FFF2-40B4-BE49-F238E27FC236}">
                <a16:creationId xmlns:a16="http://schemas.microsoft.com/office/drawing/2014/main" id="{957D8CCD-97C2-40A8-9FFD-7AD780B79A50}"/>
              </a:ext>
            </a:extLst>
          </p:cNvPr>
          <p:cNvSpPr/>
          <p:nvPr userDrawn="1"/>
        </p:nvSpPr>
        <p:spPr>
          <a:xfrm>
            <a:off x="845537" y="1178136"/>
            <a:ext cx="2094653" cy="257247"/>
          </a:xfrm>
          <a:prstGeom prst="roundRect">
            <a:avLst/>
          </a:prstGeom>
          <a:solidFill>
            <a:srgbClr val="E6007D"/>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rgbClr val="FFFFFF"/>
                </a:solidFill>
                <a:latin typeface="Calibri Light"/>
                <a:ea typeface="Raleway"/>
                <a:cs typeface="Calibri Light"/>
              </a:rPr>
              <a:t>​</a:t>
            </a:r>
            <a:endParaRPr lang="en-US" sz="1600">
              <a:solidFill>
                <a:schemeClr val="bg1"/>
              </a:solidFill>
              <a:latin typeface="Calibri Light"/>
              <a:ea typeface="Verdana" panose="020B0604030504040204" pitchFamily="34" charset="0"/>
              <a:cs typeface="Calibri Light"/>
            </a:endParaRPr>
          </a:p>
        </p:txBody>
      </p:sp>
      <p:pic>
        <p:nvPicPr>
          <p:cNvPr id="12" name="Picture 11" descr="A white line on a pink circle&#10;&#10;Description automatically generated">
            <a:extLst>
              <a:ext uri="{FF2B5EF4-FFF2-40B4-BE49-F238E27FC236}">
                <a16:creationId xmlns:a16="http://schemas.microsoft.com/office/drawing/2014/main" id="{7A5EA9D6-9A1C-48AB-A111-6DF899873EE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5972" y="1083802"/>
            <a:ext cx="433165" cy="442224"/>
          </a:xfrm>
          <a:prstGeom prst="rect">
            <a:avLst/>
          </a:prstGeom>
        </p:spPr>
      </p:pic>
      <p:sp>
        <p:nvSpPr>
          <p:cNvPr id="42" name="Picture Placeholder 2">
            <a:extLst>
              <a:ext uri="{FF2B5EF4-FFF2-40B4-BE49-F238E27FC236}">
                <a16:creationId xmlns:a16="http://schemas.microsoft.com/office/drawing/2014/main" id="{4A20E56D-BFAD-4D1E-A93F-6A6705DBB0DA}"/>
              </a:ext>
            </a:extLst>
          </p:cNvPr>
          <p:cNvSpPr>
            <a:spLocks noGrp="1"/>
          </p:cNvSpPr>
          <p:nvPr>
            <p:ph type="pic" idx="1"/>
          </p:nvPr>
        </p:nvSpPr>
        <p:spPr>
          <a:xfrm>
            <a:off x="661859" y="169524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5" name="Content Placeholder 2">
            <a:extLst>
              <a:ext uri="{FF2B5EF4-FFF2-40B4-BE49-F238E27FC236}">
                <a16:creationId xmlns:a16="http://schemas.microsoft.com/office/drawing/2014/main" id="{8FFADE92-4CF9-4413-AC2F-9CD6098E85A1}"/>
              </a:ext>
            </a:extLst>
          </p:cNvPr>
          <p:cNvSpPr>
            <a:spLocks noGrp="1"/>
          </p:cNvSpPr>
          <p:nvPr>
            <p:ph sz="quarter" idx="10" hasCustomPrompt="1"/>
          </p:nvPr>
        </p:nvSpPr>
        <p:spPr>
          <a:xfrm>
            <a:off x="1385380" y="165681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46" name="Content Placeholder 2">
            <a:extLst>
              <a:ext uri="{FF2B5EF4-FFF2-40B4-BE49-F238E27FC236}">
                <a16:creationId xmlns:a16="http://schemas.microsoft.com/office/drawing/2014/main" id="{D04034CB-11B8-4A13-B076-8CFB8E858C38}"/>
              </a:ext>
            </a:extLst>
          </p:cNvPr>
          <p:cNvSpPr>
            <a:spLocks noGrp="1"/>
          </p:cNvSpPr>
          <p:nvPr>
            <p:ph sz="quarter" idx="11" hasCustomPrompt="1"/>
          </p:nvPr>
        </p:nvSpPr>
        <p:spPr>
          <a:xfrm>
            <a:off x="1385380" y="188596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47" name="Content Placeholder 2">
            <a:extLst>
              <a:ext uri="{FF2B5EF4-FFF2-40B4-BE49-F238E27FC236}">
                <a16:creationId xmlns:a16="http://schemas.microsoft.com/office/drawing/2014/main" id="{D14350F3-0582-4086-9C20-90D4FFBBF3CA}"/>
              </a:ext>
            </a:extLst>
          </p:cNvPr>
          <p:cNvSpPr>
            <a:spLocks noGrp="1"/>
          </p:cNvSpPr>
          <p:nvPr>
            <p:ph sz="quarter" idx="12" hasCustomPrompt="1"/>
          </p:nvPr>
        </p:nvSpPr>
        <p:spPr>
          <a:xfrm>
            <a:off x="1385380" y="212610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49" name="Content Placeholder 2">
            <a:extLst>
              <a:ext uri="{FF2B5EF4-FFF2-40B4-BE49-F238E27FC236}">
                <a16:creationId xmlns:a16="http://schemas.microsoft.com/office/drawing/2014/main" id="{C1B63CB4-2869-4EDA-8AB7-50E9EB22E7F7}"/>
              </a:ext>
            </a:extLst>
          </p:cNvPr>
          <p:cNvSpPr>
            <a:spLocks noGrp="1"/>
          </p:cNvSpPr>
          <p:nvPr>
            <p:ph sz="quarter" idx="13" hasCustomPrompt="1"/>
          </p:nvPr>
        </p:nvSpPr>
        <p:spPr>
          <a:xfrm>
            <a:off x="919137" y="1182938"/>
            <a:ext cx="1916375" cy="221668"/>
          </a:xfrm>
          <a:prstGeom prst="rect">
            <a:avLst/>
          </a:prstGeom>
        </p:spPr>
        <p:txBody>
          <a:bodyPr/>
          <a:lstStyle>
            <a:lvl1pPr>
              <a:buNone/>
              <a:defRPr sz="1200" b="0">
                <a:solidFill>
                  <a:schemeClr val="bg1"/>
                </a:solidFill>
                <a:latin typeface="Poppins SemiBold" panose="00000700000000000000" pitchFamily="2" charset="0"/>
                <a:cs typeface="Poppins SemiBold" panose="00000700000000000000" pitchFamily="2" charset="0"/>
              </a:defRPr>
            </a:lvl1pPr>
          </a:lstStyle>
          <a:p>
            <a:pPr lvl="0"/>
            <a:r>
              <a:rPr lang="en-US"/>
              <a:t>Click to insert location</a:t>
            </a:r>
          </a:p>
        </p:txBody>
      </p:sp>
      <p:sp>
        <p:nvSpPr>
          <p:cNvPr id="52" name="Picture Placeholder 2">
            <a:extLst>
              <a:ext uri="{FF2B5EF4-FFF2-40B4-BE49-F238E27FC236}">
                <a16:creationId xmlns:a16="http://schemas.microsoft.com/office/drawing/2014/main" id="{331C013C-003E-472D-9470-C5355D27A859}"/>
              </a:ext>
            </a:extLst>
          </p:cNvPr>
          <p:cNvSpPr>
            <a:spLocks noGrp="1"/>
          </p:cNvSpPr>
          <p:nvPr>
            <p:ph type="pic" idx="14"/>
          </p:nvPr>
        </p:nvSpPr>
        <p:spPr>
          <a:xfrm>
            <a:off x="8534399" y="169524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3" name="Content Placeholder 2">
            <a:extLst>
              <a:ext uri="{FF2B5EF4-FFF2-40B4-BE49-F238E27FC236}">
                <a16:creationId xmlns:a16="http://schemas.microsoft.com/office/drawing/2014/main" id="{CDC57F80-9ED4-4CA2-B0AF-9C702735D47C}"/>
              </a:ext>
            </a:extLst>
          </p:cNvPr>
          <p:cNvSpPr>
            <a:spLocks noGrp="1"/>
          </p:cNvSpPr>
          <p:nvPr>
            <p:ph sz="quarter" idx="15" hasCustomPrompt="1"/>
          </p:nvPr>
        </p:nvSpPr>
        <p:spPr>
          <a:xfrm>
            <a:off x="9236000" y="1636443"/>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57" name="Picture Placeholder 2">
            <a:extLst>
              <a:ext uri="{FF2B5EF4-FFF2-40B4-BE49-F238E27FC236}">
                <a16:creationId xmlns:a16="http://schemas.microsoft.com/office/drawing/2014/main" id="{B589BEDA-51A3-469C-BC51-B5FF74224DC6}"/>
              </a:ext>
            </a:extLst>
          </p:cNvPr>
          <p:cNvSpPr>
            <a:spLocks noGrp="1"/>
          </p:cNvSpPr>
          <p:nvPr>
            <p:ph type="pic" idx="19"/>
          </p:nvPr>
        </p:nvSpPr>
        <p:spPr>
          <a:xfrm>
            <a:off x="683780" y="2595385"/>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8" name="Content Placeholder 2">
            <a:extLst>
              <a:ext uri="{FF2B5EF4-FFF2-40B4-BE49-F238E27FC236}">
                <a16:creationId xmlns:a16="http://schemas.microsoft.com/office/drawing/2014/main" id="{6ED3F3D5-CBEB-4F10-9786-83072EEBAEBF}"/>
              </a:ext>
            </a:extLst>
          </p:cNvPr>
          <p:cNvSpPr>
            <a:spLocks noGrp="1"/>
          </p:cNvSpPr>
          <p:nvPr>
            <p:ph sz="quarter" idx="20" hasCustomPrompt="1"/>
          </p:nvPr>
        </p:nvSpPr>
        <p:spPr>
          <a:xfrm>
            <a:off x="1407301" y="2556957"/>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59" name="Content Placeholder 2">
            <a:extLst>
              <a:ext uri="{FF2B5EF4-FFF2-40B4-BE49-F238E27FC236}">
                <a16:creationId xmlns:a16="http://schemas.microsoft.com/office/drawing/2014/main" id="{B2560A74-86A7-41FE-904C-9E50FB2C001B}"/>
              </a:ext>
            </a:extLst>
          </p:cNvPr>
          <p:cNvSpPr>
            <a:spLocks noGrp="1"/>
          </p:cNvSpPr>
          <p:nvPr>
            <p:ph sz="quarter" idx="21" hasCustomPrompt="1"/>
          </p:nvPr>
        </p:nvSpPr>
        <p:spPr>
          <a:xfrm>
            <a:off x="1407301" y="278610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0" name="Content Placeholder 2">
            <a:extLst>
              <a:ext uri="{FF2B5EF4-FFF2-40B4-BE49-F238E27FC236}">
                <a16:creationId xmlns:a16="http://schemas.microsoft.com/office/drawing/2014/main" id="{F61831E7-074B-4DD3-B5E4-8C419CF85BCD}"/>
              </a:ext>
            </a:extLst>
          </p:cNvPr>
          <p:cNvSpPr>
            <a:spLocks noGrp="1"/>
          </p:cNvSpPr>
          <p:nvPr>
            <p:ph sz="quarter" idx="22" hasCustomPrompt="1"/>
          </p:nvPr>
        </p:nvSpPr>
        <p:spPr>
          <a:xfrm>
            <a:off x="1407301" y="302624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61" name="Picture Placeholder 2">
            <a:extLst>
              <a:ext uri="{FF2B5EF4-FFF2-40B4-BE49-F238E27FC236}">
                <a16:creationId xmlns:a16="http://schemas.microsoft.com/office/drawing/2014/main" id="{C7E8054F-F3D6-4F3E-8A48-361676A85D4E}"/>
              </a:ext>
            </a:extLst>
          </p:cNvPr>
          <p:cNvSpPr>
            <a:spLocks noGrp="1"/>
          </p:cNvSpPr>
          <p:nvPr>
            <p:ph type="pic" idx="23"/>
          </p:nvPr>
        </p:nvSpPr>
        <p:spPr>
          <a:xfrm>
            <a:off x="661859" y="3526393"/>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2" name="Content Placeholder 2">
            <a:extLst>
              <a:ext uri="{FF2B5EF4-FFF2-40B4-BE49-F238E27FC236}">
                <a16:creationId xmlns:a16="http://schemas.microsoft.com/office/drawing/2014/main" id="{81A664A9-EAEB-43C5-B0D6-1CE60F0C21DF}"/>
              </a:ext>
            </a:extLst>
          </p:cNvPr>
          <p:cNvSpPr>
            <a:spLocks noGrp="1"/>
          </p:cNvSpPr>
          <p:nvPr>
            <p:ph sz="quarter" idx="24" hasCustomPrompt="1"/>
          </p:nvPr>
        </p:nvSpPr>
        <p:spPr>
          <a:xfrm>
            <a:off x="1385380" y="3487965"/>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63" name="Content Placeholder 2">
            <a:extLst>
              <a:ext uri="{FF2B5EF4-FFF2-40B4-BE49-F238E27FC236}">
                <a16:creationId xmlns:a16="http://schemas.microsoft.com/office/drawing/2014/main" id="{1D71C239-9008-4259-B0AF-98437E091AD0}"/>
              </a:ext>
            </a:extLst>
          </p:cNvPr>
          <p:cNvSpPr>
            <a:spLocks noGrp="1"/>
          </p:cNvSpPr>
          <p:nvPr>
            <p:ph sz="quarter" idx="25" hasCustomPrompt="1"/>
          </p:nvPr>
        </p:nvSpPr>
        <p:spPr>
          <a:xfrm>
            <a:off x="1385380" y="371711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4" name="Content Placeholder 2">
            <a:extLst>
              <a:ext uri="{FF2B5EF4-FFF2-40B4-BE49-F238E27FC236}">
                <a16:creationId xmlns:a16="http://schemas.microsoft.com/office/drawing/2014/main" id="{DB3A0EFA-693C-4218-9637-842C011E35A6}"/>
              </a:ext>
            </a:extLst>
          </p:cNvPr>
          <p:cNvSpPr>
            <a:spLocks noGrp="1"/>
          </p:cNvSpPr>
          <p:nvPr>
            <p:ph sz="quarter" idx="26" hasCustomPrompt="1"/>
          </p:nvPr>
        </p:nvSpPr>
        <p:spPr>
          <a:xfrm>
            <a:off x="1385380" y="395724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25" name="Picture Placeholder 2">
            <a:extLst>
              <a:ext uri="{FF2B5EF4-FFF2-40B4-BE49-F238E27FC236}">
                <a16:creationId xmlns:a16="http://schemas.microsoft.com/office/drawing/2014/main" id="{4BF27EC1-3983-4967-B538-A137C6033BF9}"/>
              </a:ext>
            </a:extLst>
          </p:cNvPr>
          <p:cNvSpPr>
            <a:spLocks noGrp="1"/>
          </p:cNvSpPr>
          <p:nvPr>
            <p:ph type="pic" idx="27"/>
          </p:nvPr>
        </p:nvSpPr>
        <p:spPr>
          <a:xfrm>
            <a:off x="633178" y="4443489"/>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26" name="Content Placeholder 2">
            <a:extLst>
              <a:ext uri="{FF2B5EF4-FFF2-40B4-BE49-F238E27FC236}">
                <a16:creationId xmlns:a16="http://schemas.microsoft.com/office/drawing/2014/main" id="{D2DBB51E-D6F6-4F5B-BD0F-8632E76F62A9}"/>
              </a:ext>
            </a:extLst>
          </p:cNvPr>
          <p:cNvSpPr>
            <a:spLocks noGrp="1"/>
          </p:cNvSpPr>
          <p:nvPr>
            <p:ph sz="quarter" idx="28" hasCustomPrompt="1"/>
          </p:nvPr>
        </p:nvSpPr>
        <p:spPr>
          <a:xfrm>
            <a:off x="1356699" y="4405061"/>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27" name="Content Placeholder 2">
            <a:extLst>
              <a:ext uri="{FF2B5EF4-FFF2-40B4-BE49-F238E27FC236}">
                <a16:creationId xmlns:a16="http://schemas.microsoft.com/office/drawing/2014/main" id="{B9F765A9-FEB0-43D3-B904-B3055C1B658B}"/>
              </a:ext>
            </a:extLst>
          </p:cNvPr>
          <p:cNvSpPr>
            <a:spLocks noGrp="1"/>
          </p:cNvSpPr>
          <p:nvPr>
            <p:ph sz="quarter" idx="29" hasCustomPrompt="1"/>
          </p:nvPr>
        </p:nvSpPr>
        <p:spPr>
          <a:xfrm>
            <a:off x="1356699" y="463420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28" name="Content Placeholder 2">
            <a:extLst>
              <a:ext uri="{FF2B5EF4-FFF2-40B4-BE49-F238E27FC236}">
                <a16:creationId xmlns:a16="http://schemas.microsoft.com/office/drawing/2014/main" id="{5BED750F-5B8A-4B91-99E1-FB9BAA1CC54D}"/>
              </a:ext>
            </a:extLst>
          </p:cNvPr>
          <p:cNvSpPr>
            <a:spLocks noGrp="1"/>
          </p:cNvSpPr>
          <p:nvPr>
            <p:ph sz="quarter" idx="30" hasCustomPrompt="1"/>
          </p:nvPr>
        </p:nvSpPr>
        <p:spPr>
          <a:xfrm>
            <a:off x="1356699" y="487434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29" name="Picture Placeholder 2">
            <a:extLst>
              <a:ext uri="{FF2B5EF4-FFF2-40B4-BE49-F238E27FC236}">
                <a16:creationId xmlns:a16="http://schemas.microsoft.com/office/drawing/2014/main" id="{AC547BA6-35B0-4769-8412-F1C893B30B37}"/>
              </a:ext>
            </a:extLst>
          </p:cNvPr>
          <p:cNvSpPr>
            <a:spLocks noGrp="1"/>
          </p:cNvSpPr>
          <p:nvPr>
            <p:ph type="pic" idx="31"/>
          </p:nvPr>
        </p:nvSpPr>
        <p:spPr>
          <a:xfrm>
            <a:off x="655099" y="534362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0" name="Content Placeholder 2">
            <a:extLst>
              <a:ext uri="{FF2B5EF4-FFF2-40B4-BE49-F238E27FC236}">
                <a16:creationId xmlns:a16="http://schemas.microsoft.com/office/drawing/2014/main" id="{AC05402C-56EE-44DE-88F7-8C05B2CD56B7}"/>
              </a:ext>
            </a:extLst>
          </p:cNvPr>
          <p:cNvSpPr>
            <a:spLocks noGrp="1"/>
          </p:cNvSpPr>
          <p:nvPr>
            <p:ph sz="quarter" idx="32" hasCustomPrompt="1"/>
          </p:nvPr>
        </p:nvSpPr>
        <p:spPr>
          <a:xfrm>
            <a:off x="1378620" y="530519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31" name="Content Placeholder 2">
            <a:extLst>
              <a:ext uri="{FF2B5EF4-FFF2-40B4-BE49-F238E27FC236}">
                <a16:creationId xmlns:a16="http://schemas.microsoft.com/office/drawing/2014/main" id="{ECD782B3-507E-4C80-9645-7D62C6E3B4A5}"/>
              </a:ext>
            </a:extLst>
          </p:cNvPr>
          <p:cNvSpPr>
            <a:spLocks noGrp="1"/>
          </p:cNvSpPr>
          <p:nvPr>
            <p:ph sz="quarter" idx="33" hasCustomPrompt="1"/>
          </p:nvPr>
        </p:nvSpPr>
        <p:spPr>
          <a:xfrm>
            <a:off x="1378620" y="553434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32" name="Content Placeholder 2">
            <a:extLst>
              <a:ext uri="{FF2B5EF4-FFF2-40B4-BE49-F238E27FC236}">
                <a16:creationId xmlns:a16="http://schemas.microsoft.com/office/drawing/2014/main" id="{49E68EFE-4BAB-46E4-AD4F-7A03DC1AC1F2}"/>
              </a:ext>
            </a:extLst>
          </p:cNvPr>
          <p:cNvSpPr>
            <a:spLocks noGrp="1"/>
          </p:cNvSpPr>
          <p:nvPr>
            <p:ph sz="quarter" idx="34" hasCustomPrompt="1"/>
          </p:nvPr>
        </p:nvSpPr>
        <p:spPr>
          <a:xfrm>
            <a:off x="1378620" y="577448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37" name="Content Placeholder 2">
            <a:extLst>
              <a:ext uri="{FF2B5EF4-FFF2-40B4-BE49-F238E27FC236}">
                <a16:creationId xmlns:a16="http://schemas.microsoft.com/office/drawing/2014/main" id="{21AD796C-BFC9-4769-A7AF-72BD59CEAE3D}"/>
              </a:ext>
            </a:extLst>
          </p:cNvPr>
          <p:cNvSpPr>
            <a:spLocks noGrp="1"/>
          </p:cNvSpPr>
          <p:nvPr>
            <p:ph sz="quarter" idx="35" hasCustomPrompt="1"/>
          </p:nvPr>
        </p:nvSpPr>
        <p:spPr>
          <a:xfrm>
            <a:off x="9236000" y="187971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38" name="Content Placeholder 2">
            <a:extLst>
              <a:ext uri="{FF2B5EF4-FFF2-40B4-BE49-F238E27FC236}">
                <a16:creationId xmlns:a16="http://schemas.microsoft.com/office/drawing/2014/main" id="{CA005661-3002-434D-B3D4-015727C40CD3}"/>
              </a:ext>
            </a:extLst>
          </p:cNvPr>
          <p:cNvSpPr>
            <a:spLocks noGrp="1"/>
          </p:cNvSpPr>
          <p:nvPr>
            <p:ph sz="quarter" idx="36" hasCustomPrompt="1"/>
          </p:nvPr>
        </p:nvSpPr>
        <p:spPr>
          <a:xfrm>
            <a:off x="9236000" y="211985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39" name="Picture Placeholder 2">
            <a:extLst>
              <a:ext uri="{FF2B5EF4-FFF2-40B4-BE49-F238E27FC236}">
                <a16:creationId xmlns:a16="http://schemas.microsoft.com/office/drawing/2014/main" id="{E09CCAC1-4BF3-498E-B1C4-16B60596DBA0}"/>
              </a:ext>
            </a:extLst>
          </p:cNvPr>
          <p:cNvSpPr>
            <a:spLocks noGrp="1"/>
          </p:cNvSpPr>
          <p:nvPr>
            <p:ph type="pic" idx="37"/>
          </p:nvPr>
        </p:nvSpPr>
        <p:spPr>
          <a:xfrm>
            <a:off x="8534400" y="2589135"/>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0" name="Content Placeholder 2">
            <a:extLst>
              <a:ext uri="{FF2B5EF4-FFF2-40B4-BE49-F238E27FC236}">
                <a16:creationId xmlns:a16="http://schemas.microsoft.com/office/drawing/2014/main" id="{836887CA-8C32-4944-B6F4-E9C79F163F1D}"/>
              </a:ext>
            </a:extLst>
          </p:cNvPr>
          <p:cNvSpPr>
            <a:spLocks noGrp="1"/>
          </p:cNvSpPr>
          <p:nvPr>
            <p:ph sz="quarter" idx="38" hasCustomPrompt="1"/>
          </p:nvPr>
        </p:nvSpPr>
        <p:spPr>
          <a:xfrm>
            <a:off x="9257921" y="2550707"/>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43" name="Content Placeholder 2">
            <a:extLst>
              <a:ext uri="{FF2B5EF4-FFF2-40B4-BE49-F238E27FC236}">
                <a16:creationId xmlns:a16="http://schemas.microsoft.com/office/drawing/2014/main" id="{5774F394-D062-44CC-AB01-B59C3CC3B9F5}"/>
              </a:ext>
            </a:extLst>
          </p:cNvPr>
          <p:cNvSpPr>
            <a:spLocks noGrp="1"/>
          </p:cNvSpPr>
          <p:nvPr>
            <p:ph sz="quarter" idx="39" hasCustomPrompt="1"/>
          </p:nvPr>
        </p:nvSpPr>
        <p:spPr>
          <a:xfrm>
            <a:off x="9257921" y="277985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44" name="Content Placeholder 2">
            <a:extLst>
              <a:ext uri="{FF2B5EF4-FFF2-40B4-BE49-F238E27FC236}">
                <a16:creationId xmlns:a16="http://schemas.microsoft.com/office/drawing/2014/main" id="{A6530F80-BB4F-4E71-BA13-12972DD56716}"/>
              </a:ext>
            </a:extLst>
          </p:cNvPr>
          <p:cNvSpPr>
            <a:spLocks noGrp="1"/>
          </p:cNvSpPr>
          <p:nvPr>
            <p:ph sz="quarter" idx="40" hasCustomPrompt="1"/>
          </p:nvPr>
        </p:nvSpPr>
        <p:spPr>
          <a:xfrm>
            <a:off x="9257921" y="301999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48" name="Picture Placeholder 2">
            <a:extLst>
              <a:ext uri="{FF2B5EF4-FFF2-40B4-BE49-F238E27FC236}">
                <a16:creationId xmlns:a16="http://schemas.microsoft.com/office/drawing/2014/main" id="{87992BB7-D143-4DEE-B300-4D1DC621C3AE}"/>
              </a:ext>
            </a:extLst>
          </p:cNvPr>
          <p:cNvSpPr>
            <a:spLocks noGrp="1"/>
          </p:cNvSpPr>
          <p:nvPr>
            <p:ph type="pic" idx="41"/>
          </p:nvPr>
        </p:nvSpPr>
        <p:spPr>
          <a:xfrm>
            <a:off x="8512479" y="3520143"/>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5" name="Content Placeholder 2">
            <a:extLst>
              <a:ext uri="{FF2B5EF4-FFF2-40B4-BE49-F238E27FC236}">
                <a16:creationId xmlns:a16="http://schemas.microsoft.com/office/drawing/2014/main" id="{5D4174BD-D2E0-4305-8089-25A8714CBAF1}"/>
              </a:ext>
            </a:extLst>
          </p:cNvPr>
          <p:cNvSpPr>
            <a:spLocks noGrp="1"/>
          </p:cNvSpPr>
          <p:nvPr>
            <p:ph sz="quarter" idx="42" hasCustomPrompt="1"/>
          </p:nvPr>
        </p:nvSpPr>
        <p:spPr>
          <a:xfrm>
            <a:off x="9236000" y="3481715"/>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66" name="Content Placeholder 2">
            <a:extLst>
              <a:ext uri="{FF2B5EF4-FFF2-40B4-BE49-F238E27FC236}">
                <a16:creationId xmlns:a16="http://schemas.microsoft.com/office/drawing/2014/main" id="{850D7D31-9B4F-48F2-A20C-3F34C60E4636}"/>
              </a:ext>
            </a:extLst>
          </p:cNvPr>
          <p:cNvSpPr>
            <a:spLocks noGrp="1"/>
          </p:cNvSpPr>
          <p:nvPr>
            <p:ph sz="quarter" idx="43" hasCustomPrompt="1"/>
          </p:nvPr>
        </p:nvSpPr>
        <p:spPr>
          <a:xfrm>
            <a:off x="9236000" y="371086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67" name="Content Placeholder 2">
            <a:extLst>
              <a:ext uri="{FF2B5EF4-FFF2-40B4-BE49-F238E27FC236}">
                <a16:creationId xmlns:a16="http://schemas.microsoft.com/office/drawing/2014/main" id="{C270763F-7C74-4A65-B663-8643EF67803A}"/>
              </a:ext>
            </a:extLst>
          </p:cNvPr>
          <p:cNvSpPr>
            <a:spLocks noGrp="1"/>
          </p:cNvSpPr>
          <p:nvPr>
            <p:ph sz="quarter" idx="44" hasCustomPrompt="1"/>
          </p:nvPr>
        </p:nvSpPr>
        <p:spPr>
          <a:xfrm>
            <a:off x="9236000" y="395099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68" name="Picture Placeholder 2">
            <a:extLst>
              <a:ext uri="{FF2B5EF4-FFF2-40B4-BE49-F238E27FC236}">
                <a16:creationId xmlns:a16="http://schemas.microsoft.com/office/drawing/2014/main" id="{EA1B9D6D-02D6-4FB0-ACBA-383A0BC96189}"/>
              </a:ext>
            </a:extLst>
          </p:cNvPr>
          <p:cNvSpPr>
            <a:spLocks noGrp="1"/>
          </p:cNvSpPr>
          <p:nvPr>
            <p:ph type="pic" idx="45"/>
          </p:nvPr>
        </p:nvSpPr>
        <p:spPr>
          <a:xfrm>
            <a:off x="8483798" y="4437239"/>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9" name="Content Placeholder 2">
            <a:extLst>
              <a:ext uri="{FF2B5EF4-FFF2-40B4-BE49-F238E27FC236}">
                <a16:creationId xmlns:a16="http://schemas.microsoft.com/office/drawing/2014/main" id="{827985B9-EDA9-4DA9-80E7-34FEAC27BF5A}"/>
              </a:ext>
            </a:extLst>
          </p:cNvPr>
          <p:cNvSpPr>
            <a:spLocks noGrp="1"/>
          </p:cNvSpPr>
          <p:nvPr>
            <p:ph sz="quarter" idx="46" hasCustomPrompt="1"/>
          </p:nvPr>
        </p:nvSpPr>
        <p:spPr>
          <a:xfrm>
            <a:off x="9207319" y="4398811"/>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0" name="Content Placeholder 2">
            <a:extLst>
              <a:ext uri="{FF2B5EF4-FFF2-40B4-BE49-F238E27FC236}">
                <a16:creationId xmlns:a16="http://schemas.microsoft.com/office/drawing/2014/main" id="{CEC2CA29-764D-4881-814F-F2872760ED29}"/>
              </a:ext>
            </a:extLst>
          </p:cNvPr>
          <p:cNvSpPr>
            <a:spLocks noGrp="1"/>
          </p:cNvSpPr>
          <p:nvPr>
            <p:ph sz="quarter" idx="47" hasCustomPrompt="1"/>
          </p:nvPr>
        </p:nvSpPr>
        <p:spPr>
          <a:xfrm>
            <a:off x="9207319" y="462795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1" name="Content Placeholder 2">
            <a:extLst>
              <a:ext uri="{FF2B5EF4-FFF2-40B4-BE49-F238E27FC236}">
                <a16:creationId xmlns:a16="http://schemas.microsoft.com/office/drawing/2014/main" id="{DACD6773-8270-49D2-B89F-FBEE927D7E4D}"/>
              </a:ext>
            </a:extLst>
          </p:cNvPr>
          <p:cNvSpPr>
            <a:spLocks noGrp="1"/>
          </p:cNvSpPr>
          <p:nvPr>
            <p:ph sz="quarter" idx="48" hasCustomPrompt="1"/>
          </p:nvPr>
        </p:nvSpPr>
        <p:spPr>
          <a:xfrm>
            <a:off x="9207319" y="486809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72" name="Picture Placeholder 2">
            <a:extLst>
              <a:ext uri="{FF2B5EF4-FFF2-40B4-BE49-F238E27FC236}">
                <a16:creationId xmlns:a16="http://schemas.microsoft.com/office/drawing/2014/main" id="{B179B85C-F50C-4892-AAE0-68D6F0D79A0E}"/>
              </a:ext>
            </a:extLst>
          </p:cNvPr>
          <p:cNvSpPr>
            <a:spLocks noGrp="1"/>
          </p:cNvSpPr>
          <p:nvPr>
            <p:ph type="pic" idx="49"/>
          </p:nvPr>
        </p:nvSpPr>
        <p:spPr>
          <a:xfrm>
            <a:off x="8505719" y="5337377"/>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3" name="Content Placeholder 2">
            <a:extLst>
              <a:ext uri="{FF2B5EF4-FFF2-40B4-BE49-F238E27FC236}">
                <a16:creationId xmlns:a16="http://schemas.microsoft.com/office/drawing/2014/main" id="{55D7638D-2281-42EA-BF95-A1053CF5B931}"/>
              </a:ext>
            </a:extLst>
          </p:cNvPr>
          <p:cNvSpPr>
            <a:spLocks noGrp="1"/>
          </p:cNvSpPr>
          <p:nvPr>
            <p:ph sz="quarter" idx="50" hasCustomPrompt="1"/>
          </p:nvPr>
        </p:nvSpPr>
        <p:spPr>
          <a:xfrm>
            <a:off x="9229240" y="5298949"/>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4" name="Content Placeholder 2">
            <a:extLst>
              <a:ext uri="{FF2B5EF4-FFF2-40B4-BE49-F238E27FC236}">
                <a16:creationId xmlns:a16="http://schemas.microsoft.com/office/drawing/2014/main" id="{9628E836-CD1C-4A8C-B6C6-3FAC391261B4}"/>
              </a:ext>
            </a:extLst>
          </p:cNvPr>
          <p:cNvSpPr>
            <a:spLocks noGrp="1"/>
          </p:cNvSpPr>
          <p:nvPr>
            <p:ph sz="quarter" idx="51" hasCustomPrompt="1"/>
          </p:nvPr>
        </p:nvSpPr>
        <p:spPr>
          <a:xfrm>
            <a:off x="9229240" y="552809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5" name="Content Placeholder 2">
            <a:extLst>
              <a:ext uri="{FF2B5EF4-FFF2-40B4-BE49-F238E27FC236}">
                <a16:creationId xmlns:a16="http://schemas.microsoft.com/office/drawing/2014/main" id="{1EF83F13-AC15-42AB-9A24-97070E200117}"/>
              </a:ext>
            </a:extLst>
          </p:cNvPr>
          <p:cNvSpPr>
            <a:spLocks noGrp="1"/>
          </p:cNvSpPr>
          <p:nvPr>
            <p:ph sz="quarter" idx="52" hasCustomPrompt="1"/>
          </p:nvPr>
        </p:nvSpPr>
        <p:spPr>
          <a:xfrm>
            <a:off x="9229240" y="5768232"/>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76" name="Picture Placeholder 2">
            <a:extLst>
              <a:ext uri="{FF2B5EF4-FFF2-40B4-BE49-F238E27FC236}">
                <a16:creationId xmlns:a16="http://schemas.microsoft.com/office/drawing/2014/main" id="{B2233C7E-9A62-4B89-9139-BFAABCAAFE34}"/>
              </a:ext>
            </a:extLst>
          </p:cNvPr>
          <p:cNvSpPr>
            <a:spLocks noGrp="1"/>
          </p:cNvSpPr>
          <p:nvPr>
            <p:ph type="pic" idx="53"/>
          </p:nvPr>
        </p:nvSpPr>
        <p:spPr>
          <a:xfrm>
            <a:off x="4663205" y="1721620"/>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7" name="Content Placeholder 2">
            <a:extLst>
              <a:ext uri="{FF2B5EF4-FFF2-40B4-BE49-F238E27FC236}">
                <a16:creationId xmlns:a16="http://schemas.microsoft.com/office/drawing/2014/main" id="{FE8459C2-9D74-4189-8463-F70C47B50190}"/>
              </a:ext>
            </a:extLst>
          </p:cNvPr>
          <p:cNvSpPr>
            <a:spLocks noGrp="1"/>
          </p:cNvSpPr>
          <p:nvPr>
            <p:ph sz="quarter" idx="54" hasCustomPrompt="1"/>
          </p:nvPr>
        </p:nvSpPr>
        <p:spPr>
          <a:xfrm>
            <a:off x="5364806" y="1662816"/>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78" name="Content Placeholder 2">
            <a:extLst>
              <a:ext uri="{FF2B5EF4-FFF2-40B4-BE49-F238E27FC236}">
                <a16:creationId xmlns:a16="http://schemas.microsoft.com/office/drawing/2014/main" id="{28F50C8A-03D2-4911-ACC7-89C46E02AD3A}"/>
              </a:ext>
            </a:extLst>
          </p:cNvPr>
          <p:cNvSpPr>
            <a:spLocks noGrp="1"/>
          </p:cNvSpPr>
          <p:nvPr>
            <p:ph sz="quarter" idx="55" hasCustomPrompt="1"/>
          </p:nvPr>
        </p:nvSpPr>
        <p:spPr>
          <a:xfrm>
            <a:off x="5364806" y="190608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79" name="Content Placeholder 2">
            <a:extLst>
              <a:ext uri="{FF2B5EF4-FFF2-40B4-BE49-F238E27FC236}">
                <a16:creationId xmlns:a16="http://schemas.microsoft.com/office/drawing/2014/main" id="{B8638A58-B3AF-4D21-A356-687B026D136A}"/>
              </a:ext>
            </a:extLst>
          </p:cNvPr>
          <p:cNvSpPr>
            <a:spLocks noGrp="1"/>
          </p:cNvSpPr>
          <p:nvPr>
            <p:ph sz="quarter" idx="56" hasCustomPrompt="1"/>
          </p:nvPr>
        </p:nvSpPr>
        <p:spPr>
          <a:xfrm>
            <a:off x="5364806" y="214622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0" name="Picture Placeholder 2">
            <a:extLst>
              <a:ext uri="{FF2B5EF4-FFF2-40B4-BE49-F238E27FC236}">
                <a16:creationId xmlns:a16="http://schemas.microsoft.com/office/drawing/2014/main" id="{BDAC1C2E-9915-4135-B3F5-066A8DA0E6E6}"/>
              </a:ext>
            </a:extLst>
          </p:cNvPr>
          <p:cNvSpPr>
            <a:spLocks noGrp="1"/>
          </p:cNvSpPr>
          <p:nvPr>
            <p:ph type="pic" idx="57"/>
          </p:nvPr>
        </p:nvSpPr>
        <p:spPr>
          <a:xfrm>
            <a:off x="4663206" y="2615508"/>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1" name="Content Placeholder 2">
            <a:extLst>
              <a:ext uri="{FF2B5EF4-FFF2-40B4-BE49-F238E27FC236}">
                <a16:creationId xmlns:a16="http://schemas.microsoft.com/office/drawing/2014/main" id="{1306D755-2D2A-4DDC-82D4-97304012F530}"/>
              </a:ext>
            </a:extLst>
          </p:cNvPr>
          <p:cNvSpPr>
            <a:spLocks noGrp="1"/>
          </p:cNvSpPr>
          <p:nvPr>
            <p:ph sz="quarter" idx="58" hasCustomPrompt="1"/>
          </p:nvPr>
        </p:nvSpPr>
        <p:spPr>
          <a:xfrm>
            <a:off x="5386727" y="2577080"/>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82" name="Content Placeholder 2">
            <a:extLst>
              <a:ext uri="{FF2B5EF4-FFF2-40B4-BE49-F238E27FC236}">
                <a16:creationId xmlns:a16="http://schemas.microsoft.com/office/drawing/2014/main" id="{02F93E48-6520-40A3-8CDB-9BD9E41767B8}"/>
              </a:ext>
            </a:extLst>
          </p:cNvPr>
          <p:cNvSpPr>
            <a:spLocks noGrp="1"/>
          </p:cNvSpPr>
          <p:nvPr>
            <p:ph sz="quarter" idx="59" hasCustomPrompt="1"/>
          </p:nvPr>
        </p:nvSpPr>
        <p:spPr>
          <a:xfrm>
            <a:off x="5386727" y="2806226"/>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83" name="Content Placeholder 2">
            <a:extLst>
              <a:ext uri="{FF2B5EF4-FFF2-40B4-BE49-F238E27FC236}">
                <a16:creationId xmlns:a16="http://schemas.microsoft.com/office/drawing/2014/main" id="{A963DCC0-BE22-4611-9E8F-37CCDFF524EB}"/>
              </a:ext>
            </a:extLst>
          </p:cNvPr>
          <p:cNvSpPr>
            <a:spLocks noGrp="1"/>
          </p:cNvSpPr>
          <p:nvPr>
            <p:ph sz="quarter" idx="60" hasCustomPrompt="1"/>
          </p:nvPr>
        </p:nvSpPr>
        <p:spPr>
          <a:xfrm>
            <a:off x="5386727" y="3046363"/>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4" name="Picture Placeholder 2">
            <a:extLst>
              <a:ext uri="{FF2B5EF4-FFF2-40B4-BE49-F238E27FC236}">
                <a16:creationId xmlns:a16="http://schemas.microsoft.com/office/drawing/2014/main" id="{036486CD-3E43-4896-AABB-26388B5872C1}"/>
              </a:ext>
            </a:extLst>
          </p:cNvPr>
          <p:cNvSpPr>
            <a:spLocks noGrp="1"/>
          </p:cNvSpPr>
          <p:nvPr>
            <p:ph type="pic" idx="61"/>
          </p:nvPr>
        </p:nvSpPr>
        <p:spPr>
          <a:xfrm>
            <a:off x="4641285" y="3546516"/>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5" name="Content Placeholder 2">
            <a:extLst>
              <a:ext uri="{FF2B5EF4-FFF2-40B4-BE49-F238E27FC236}">
                <a16:creationId xmlns:a16="http://schemas.microsoft.com/office/drawing/2014/main" id="{6C00E8AA-5681-4655-9007-183BE2F00002}"/>
              </a:ext>
            </a:extLst>
          </p:cNvPr>
          <p:cNvSpPr>
            <a:spLocks noGrp="1"/>
          </p:cNvSpPr>
          <p:nvPr>
            <p:ph sz="quarter" idx="62" hasCustomPrompt="1"/>
          </p:nvPr>
        </p:nvSpPr>
        <p:spPr>
          <a:xfrm>
            <a:off x="5364806" y="3508088"/>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86" name="Content Placeholder 2">
            <a:extLst>
              <a:ext uri="{FF2B5EF4-FFF2-40B4-BE49-F238E27FC236}">
                <a16:creationId xmlns:a16="http://schemas.microsoft.com/office/drawing/2014/main" id="{EB3313F7-0C55-436E-AD55-83D1BEFA3355}"/>
              </a:ext>
            </a:extLst>
          </p:cNvPr>
          <p:cNvSpPr>
            <a:spLocks noGrp="1"/>
          </p:cNvSpPr>
          <p:nvPr>
            <p:ph sz="quarter" idx="63" hasCustomPrompt="1"/>
          </p:nvPr>
        </p:nvSpPr>
        <p:spPr>
          <a:xfrm>
            <a:off x="5364806" y="3737234"/>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87" name="Content Placeholder 2">
            <a:extLst>
              <a:ext uri="{FF2B5EF4-FFF2-40B4-BE49-F238E27FC236}">
                <a16:creationId xmlns:a16="http://schemas.microsoft.com/office/drawing/2014/main" id="{2705C3B0-F7B4-4F2F-9B64-142D700CDEEA}"/>
              </a:ext>
            </a:extLst>
          </p:cNvPr>
          <p:cNvSpPr>
            <a:spLocks noGrp="1"/>
          </p:cNvSpPr>
          <p:nvPr>
            <p:ph sz="quarter" idx="64" hasCustomPrompt="1"/>
          </p:nvPr>
        </p:nvSpPr>
        <p:spPr>
          <a:xfrm>
            <a:off x="5364806" y="3977371"/>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88" name="Picture Placeholder 2">
            <a:extLst>
              <a:ext uri="{FF2B5EF4-FFF2-40B4-BE49-F238E27FC236}">
                <a16:creationId xmlns:a16="http://schemas.microsoft.com/office/drawing/2014/main" id="{CA514BBF-C67F-4B9B-B7B5-6C5F36689889}"/>
              </a:ext>
            </a:extLst>
          </p:cNvPr>
          <p:cNvSpPr>
            <a:spLocks noGrp="1"/>
          </p:cNvSpPr>
          <p:nvPr>
            <p:ph type="pic" idx="65"/>
          </p:nvPr>
        </p:nvSpPr>
        <p:spPr>
          <a:xfrm>
            <a:off x="4612604" y="4463612"/>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89" name="Content Placeholder 2">
            <a:extLst>
              <a:ext uri="{FF2B5EF4-FFF2-40B4-BE49-F238E27FC236}">
                <a16:creationId xmlns:a16="http://schemas.microsoft.com/office/drawing/2014/main" id="{8FC20DFC-FC3D-4A21-85C1-C25C8733B4F6}"/>
              </a:ext>
            </a:extLst>
          </p:cNvPr>
          <p:cNvSpPr>
            <a:spLocks noGrp="1"/>
          </p:cNvSpPr>
          <p:nvPr>
            <p:ph sz="quarter" idx="66" hasCustomPrompt="1"/>
          </p:nvPr>
        </p:nvSpPr>
        <p:spPr>
          <a:xfrm>
            <a:off x="5336125" y="4425184"/>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90" name="Content Placeholder 2">
            <a:extLst>
              <a:ext uri="{FF2B5EF4-FFF2-40B4-BE49-F238E27FC236}">
                <a16:creationId xmlns:a16="http://schemas.microsoft.com/office/drawing/2014/main" id="{8ED4CCD2-B5C8-4133-B560-DE2DF241C2EB}"/>
              </a:ext>
            </a:extLst>
          </p:cNvPr>
          <p:cNvSpPr>
            <a:spLocks noGrp="1"/>
          </p:cNvSpPr>
          <p:nvPr>
            <p:ph sz="quarter" idx="67" hasCustomPrompt="1"/>
          </p:nvPr>
        </p:nvSpPr>
        <p:spPr>
          <a:xfrm>
            <a:off x="5336125" y="4654330"/>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91" name="Content Placeholder 2">
            <a:extLst>
              <a:ext uri="{FF2B5EF4-FFF2-40B4-BE49-F238E27FC236}">
                <a16:creationId xmlns:a16="http://schemas.microsoft.com/office/drawing/2014/main" id="{E0C41591-9DD6-42E4-B968-DC25D4287560}"/>
              </a:ext>
            </a:extLst>
          </p:cNvPr>
          <p:cNvSpPr>
            <a:spLocks noGrp="1"/>
          </p:cNvSpPr>
          <p:nvPr>
            <p:ph sz="quarter" idx="68" hasCustomPrompt="1"/>
          </p:nvPr>
        </p:nvSpPr>
        <p:spPr>
          <a:xfrm>
            <a:off x="5336125" y="4894467"/>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sp>
        <p:nvSpPr>
          <p:cNvPr id="92" name="Picture Placeholder 2">
            <a:extLst>
              <a:ext uri="{FF2B5EF4-FFF2-40B4-BE49-F238E27FC236}">
                <a16:creationId xmlns:a16="http://schemas.microsoft.com/office/drawing/2014/main" id="{4B8FD808-1BE8-4FD5-8DE9-F915A2B2C625}"/>
              </a:ext>
            </a:extLst>
          </p:cNvPr>
          <p:cNvSpPr>
            <a:spLocks noGrp="1"/>
          </p:cNvSpPr>
          <p:nvPr>
            <p:ph type="pic" idx="69"/>
          </p:nvPr>
        </p:nvSpPr>
        <p:spPr>
          <a:xfrm>
            <a:off x="4634525" y="5363750"/>
            <a:ext cx="571917" cy="571902"/>
          </a:xfrm>
          <a:prstGeom prst="ellipse">
            <a:avLst/>
          </a:prstGeom>
        </p:spPr>
        <p:txBody>
          <a:bodyPr/>
          <a:lstStyle>
            <a:lvl1pPr marL="0" indent="0">
              <a:buNone/>
              <a:defRPr sz="800" b="1">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93" name="Content Placeholder 2">
            <a:extLst>
              <a:ext uri="{FF2B5EF4-FFF2-40B4-BE49-F238E27FC236}">
                <a16:creationId xmlns:a16="http://schemas.microsoft.com/office/drawing/2014/main" id="{1A7953A8-F7F6-4FFE-8E2B-9E6BCED07926}"/>
              </a:ext>
            </a:extLst>
          </p:cNvPr>
          <p:cNvSpPr>
            <a:spLocks noGrp="1"/>
          </p:cNvSpPr>
          <p:nvPr>
            <p:ph sz="quarter" idx="70" hasCustomPrompt="1"/>
          </p:nvPr>
        </p:nvSpPr>
        <p:spPr>
          <a:xfrm>
            <a:off x="5358046" y="5325322"/>
            <a:ext cx="2272220" cy="240289"/>
          </a:xfrm>
          <a:prstGeom prst="rect">
            <a:avLst/>
          </a:prstGeom>
        </p:spPr>
        <p:txBody>
          <a:bodyPr/>
          <a:lstStyle>
            <a:lvl1pPr>
              <a:buNone/>
              <a:defRPr sz="1200" b="0">
                <a:solidFill>
                  <a:srgbClr val="000030"/>
                </a:solidFill>
                <a:latin typeface="Poppins SemiBold" panose="00000700000000000000" pitchFamily="2" charset="0"/>
                <a:cs typeface="Poppins SemiBold" panose="00000700000000000000" pitchFamily="2" charset="0"/>
              </a:defRPr>
            </a:lvl1pPr>
          </a:lstStyle>
          <a:p>
            <a:pPr lvl="0"/>
            <a:r>
              <a:rPr lang="en-US"/>
              <a:t>Click to insert name</a:t>
            </a:r>
          </a:p>
        </p:txBody>
      </p:sp>
      <p:sp>
        <p:nvSpPr>
          <p:cNvPr id="94" name="Content Placeholder 2">
            <a:extLst>
              <a:ext uri="{FF2B5EF4-FFF2-40B4-BE49-F238E27FC236}">
                <a16:creationId xmlns:a16="http://schemas.microsoft.com/office/drawing/2014/main" id="{AD039D06-108A-4E8C-8F38-535F1D462A85}"/>
              </a:ext>
            </a:extLst>
          </p:cNvPr>
          <p:cNvSpPr>
            <a:spLocks noGrp="1"/>
          </p:cNvSpPr>
          <p:nvPr>
            <p:ph sz="quarter" idx="71" hasCustomPrompt="1"/>
          </p:nvPr>
        </p:nvSpPr>
        <p:spPr>
          <a:xfrm>
            <a:off x="5358046" y="5554468"/>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Job Title</a:t>
            </a:r>
          </a:p>
        </p:txBody>
      </p:sp>
      <p:sp>
        <p:nvSpPr>
          <p:cNvPr id="95" name="Content Placeholder 2">
            <a:extLst>
              <a:ext uri="{FF2B5EF4-FFF2-40B4-BE49-F238E27FC236}">
                <a16:creationId xmlns:a16="http://schemas.microsoft.com/office/drawing/2014/main" id="{01B4BE6C-B621-414C-A5E0-3AA1832AFDFD}"/>
              </a:ext>
            </a:extLst>
          </p:cNvPr>
          <p:cNvSpPr>
            <a:spLocks noGrp="1"/>
          </p:cNvSpPr>
          <p:nvPr>
            <p:ph sz="quarter" idx="72" hasCustomPrompt="1"/>
          </p:nvPr>
        </p:nvSpPr>
        <p:spPr>
          <a:xfrm>
            <a:off x="5358046" y="5794605"/>
            <a:ext cx="2272220" cy="240289"/>
          </a:xfrm>
          <a:prstGeom prst="rect">
            <a:avLst/>
          </a:prstGeom>
        </p:spPr>
        <p:txBody>
          <a:bodyPr/>
          <a:lstStyle>
            <a:lvl1pPr>
              <a:buNone/>
              <a:defRPr sz="1000" b="0">
                <a:solidFill>
                  <a:srgbClr val="000030"/>
                </a:solidFill>
                <a:latin typeface="Poppins "/>
                <a:cs typeface="Poppins SemiBold" panose="00000700000000000000" pitchFamily="2" charset="0"/>
              </a:defRPr>
            </a:lvl1pPr>
          </a:lstStyle>
          <a:p>
            <a:pPr lvl="0"/>
            <a:r>
              <a:rPr lang="en-US"/>
              <a:t>Click to insert email</a:t>
            </a:r>
          </a:p>
        </p:txBody>
      </p:sp>
      <p:pic>
        <p:nvPicPr>
          <p:cNvPr id="96" name="Picture 95">
            <a:extLst>
              <a:ext uri="{FF2B5EF4-FFF2-40B4-BE49-F238E27FC236}">
                <a16:creationId xmlns:a16="http://schemas.microsoft.com/office/drawing/2014/main" id="{EC28744B-DE96-4AAD-A101-33C9DE7FCC6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98" name="TextBox 97">
            <a:extLst>
              <a:ext uri="{FF2B5EF4-FFF2-40B4-BE49-F238E27FC236}">
                <a16:creationId xmlns:a16="http://schemas.microsoft.com/office/drawing/2014/main" id="{C084BF5B-09AC-4E0F-81D8-94DA8D2B48F4}"/>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2" name="Title 1">
            <a:extLst>
              <a:ext uri="{FF2B5EF4-FFF2-40B4-BE49-F238E27FC236}">
                <a16:creationId xmlns:a16="http://schemas.microsoft.com/office/drawing/2014/main" id="{4A5EEA27-799E-9913-6AB0-D888A622D257}"/>
              </a:ext>
            </a:extLst>
          </p:cNvPr>
          <p:cNvSpPr>
            <a:spLocks noGrp="1"/>
          </p:cNvSpPr>
          <p:nvPr>
            <p:ph type="title" hasCustomPrompt="1"/>
          </p:nvPr>
        </p:nvSpPr>
        <p:spPr>
          <a:xfrm>
            <a:off x="485972" y="331576"/>
            <a:ext cx="10515600" cy="668559"/>
          </a:xfrm>
          <a:prstGeom prst="rect">
            <a:avLst/>
          </a:prstGeom>
        </p:spPr>
        <p:txBody>
          <a:bodyPr/>
          <a:lstStyle>
            <a:lvl1pPr>
              <a:defRPr sz="4000">
                <a:solidFill>
                  <a:srgbClr val="CD2883"/>
                </a:solidFill>
                <a:latin typeface="Poppins SemiBold" panose="00000700000000000000" pitchFamily="2" charset="0"/>
                <a:cs typeface="Poppins SemiBold" panose="00000700000000000000" pitchFamily="2" charset="0"/>
              </a:defRPr>
            </a:lvl1pPr>
          </a:lstStyle>
          <a:p>
            <a:r>
              <a:rPr lang="en-GB"/>
              <a:t>Insert Team Name</a:t>
            </a:r>
          </a:p>
        </p:txBody>
      </p:sp>
    </p:spTree>
    <p:extLst>
      <p:ext uri="{BB962C8B-B14F-4D97-AF65-F5344CB8AC3E}">
        <p14:creationId xmlns:p14="http://schemas.microsoft.com/office/powerpoint/2010/main" val="2746831769"/>
      </p:ext>
    </p:extLst>
  </p:cSld>
  <p:clrMapOvr>
    <a:masterClrMapping/>
  </p:clrMapOvr>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F0BF7A-A87F-4B18-8E46-E1165EC154F3}"/>
              </a:ext>
            </a:extLst>
          </p:cNvPr>
          <p:cNvSpPr>
            <a:spLocks noGrp="1"/>
          </p:cNvSpPr>
          <p:nvPr>
            <p:ph sz="quarter" idx="10" hasCustomPrompt="1"/>
          </p:nvPr>
        </p:nvSpPr>
        <p:spPr>
          <a:xfrm>
            <a:off x="1123950" y="5243513"/>
            <a:ext cx="4284663" cy="374650"/>
          </a:xfrm>
          <a:prstGeom prst="rect">
            <a:avLst/>
          </a:prstGeom>
        </p:spPr>
        <p:txBody>
          <a:bodyPr/>
          <a:lstStyle>
            <a:lvl1pPr>
              <a:buNone/>
              <a:defRPr sz="2000">
                <a:solidFill>
                  <a:schemeClr val="bg1"/>
                </a:solidFill>
                <a:latin typeface="Poppins" panose="00000500000000000000" pitchFamily="2" charset="0"/>
                <a:cs typeface="Poppins" panose="00000500000000000000" pitchFamily="2" charset="0"/>
              </a:defRPr>
            </a:lvl1pPr>
          </a:lstStyle>
          <a:p>
            <a:pPr lvl="0"/>
            <a:r>
              <a:rPr lang="en-US"/>
              <a:t>Click to insert email</a:t>
            </a:r>
          </a:p>
        </p:txBody>
      </p:sp>
    </p:spTree>
    <p:extLst>
      <p:ext uri="{BB962C8B-B14F-4D97-AF65-F5344CB8AC3E}">
        <p14:creationId xmlns:p14="http://schemas.microsoft.com/office/powerpoint/2010/main" val="2889509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4BAF4AD7-52C4-4CDF-AA58-5870387B4A5F}"/>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B4661857-4784-42A4-9D12-F6EFFE997FF4}"/>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2541570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E730F982-1A09-4953-ADC4-565196A3F0CD}"/>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51B02C0D-3EB0-4A9A-BD6D-BC029CD9F09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9890919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5" name="Picture 4">
            <a:extLst>
              <a:ext uri="{FF2B5EF4-FFF2-40B4-BE49-F238E27FC236}">
                <a16:creationId xmlns:a16="http://schemas.microsoft.com/office/drawing/2014/main" id="{3F0B7BFE-DDFD-4FAE-A71E-62AF4D93E7C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33642698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AA1CCF60-36F9-462E-A413-7F470D33D308}"/>
              </a:ext>
            </a:extLst>
          </p:cNvPr>
          <p:cNvSpPr>
            <a:spLocks noGrp="1"/>
          </p:cNvSpPr>
          <p:nvPr>
            <p:ph type="pic" idx="1"/>
          </p:nvPr>
        </p:nvSpPr>
        <p:spPr>
          <a:xfrm>
            <a:off x="6742450"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Content Placeholder 2">
            <a:extLst>
              <a:ext uri="{FF2B5EF4-FFF2-40B4-BE49-F238E27FC236}">
                <a16:creationId xmlns:a16="http://schemas.microsoft.com/office/drawing/2014/main" id="{B5EC5286-EA8E-4B3A-BF92-BDA63A212739}"/>
              </a:ext>
            </a:extLst>
          </p:cNvPr>
          <p:cNvSpPr>
            <a:spLocks noGrp="1"/>
          </p:cNvSpPr>
          <p:nvPr>
            <p:ph idx="10"/>
          </p:nvPr>
        </p:nvSpPr>
        <p:spPr>
          <a:xfrm>
            <a:off x="434918" y="1266940"/>
            <a:ext cx="595038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C4850F7-53AD-4366-9A11-A827E65C8F3F}"/>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8" name="Picture 7">
            <a:extLst>
              <a:ext uri="{FF2B5EF4-FFF2-40B4-BE49-F238E27FC236}">
                <a16:creationId xmlns:a16="http://schemas.microsoft.com/office/drawing/2014/main" id="{B9ECAF1E-59C2-4C6F-9AF6-8F1B3D3614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41504995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ngle Gear 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5" name="Title 1">
            <a:extLst>
              <a:ext uri="{FF2B5EF4-FFF2-40B4-BE49-F238E27FC236}">
                <a16:creationId xmlns:a16="http://schemas.microsoft.com/office/drawing/2014/main" id="{2227E05A-1E13-4434-8ED6-F9FAB16C5DB7}"/>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
        <p:nvSpPr>
          <p:cNvPr id="5" name="Content Placeholder 2">
            <a:extLst>
              <a:ext uri="{FF2B5EF4-FFF2-40B4-BE49-F238E27FC236}">
                <a16:creationId xmlns:a16="http://schemas.microsoft.com/office/drawing/2014/main" id="{F1295EE7-7AD6-46B8-BC10-EA09DDB1525B}"/>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7571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ver Slide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ack and white logo&#10;&#10;Description automatically generated">
            <a:extLst>
              <a:ext uri="{FF2B5EF4-FFF2-40B4-BE49-F238E27FC236}">
                <a16:creationId xmlns:a16="http://schemas.microsoft.com/office/drawing/2014/main" id="{FDEFBA8D-D74E-42DA-BAE8-AD03FFBA5587}"/>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14" name="Straight Arrow Connector 13">
            <a:extLst>
              <a:ext uri="{FF2B5EF4-FFF2-40B4-BE49-F238E27FC236}">
                <a16:creationId xmlns:a16="http://schemas.microsoft.com/office/drawing/2014/main" id="{6195071E-F479-4302-AEB8-18727E81902F}"/>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Content Placeholder 10">
            <a:extLst>
              <a:ext uri="{FF2B5EF4-FFF2-40B4-BE49-F238E27FC236}">
                <a16:creationId xmlns:a16="http://schemas.microsoft.com/office/drawing/2014/main" id="{89B19300-0411-4EC1-80EF-C84EFCC4A973}"/>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DEF29643-0C5A-49DE-8578-6281B57F8C00}"/>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FEC0DE1C-EBC3-4FEE-9D31-734357B332A6}"/>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2161979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ver Slide_Pi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21D9DAF-895D-49D2-88E4-51615C06A7F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pic>
        <p:nvPicPr>
          <p:cNvPr id="19" name="Picture 18" descr="A black and white logo&#10;&#10;Description automatically generated">
            <a:extLst>
              <a:ext uri="{FF2B5EF4-FFF2-40B4-BE49-F238E27FC236}">
                <a16:creationId xmlns:a16="http://schemas.microsoft.com/office/drawing/2014/main" id="{2C038055-4CF1-4124-B883-82BB32251243}"/>
              </a:ext>
            </a:extLst>
          </p:cNvPr>
          <p:cNvPicPr>
            <a:picLocks noChangeAspect="1"/>
          </p:cNvPicPr>
          <p:nvPr userDrawn="1"/>
        </p:nvPicPr>
        <p:blipFill>
          <a:blip r:embed="rId3"/>
          <a:stretch>
            <a:fillRect/>
          </a:stretch>
        </p:blipFill>
        <p:spPr>
          <a:xfrm>
            <a:off x="176893" y="787413"/>
            <a:ext cx="3823608" cy="2153121"/>
          </a:xfrm>
          <a:prstGeom prst="rect">
            <a:avLst/>
          </a:prstGeom>
        </p:spPr>
      </p:pic>
      <p:cxnSp>
        <p:nvCxnSpPr>
          <p:cNvPr id="20" name="Straight Arrow Connector 19">
            <a:extLst>
              <a:ext uri="{FF2B5EF4-FFF2-40B4-BE49-F238E27FC236}">
                <a16:creationId xmlns:a16="http://schemas.microsoft.com/office/drawing/2014/main" id="{CAECABF6-910A-4ED5-B80A-3D32BC949466}"/>
              </a:ext>
            </a:extLst>
          </p:cNvPr>
          <p:cNvCxnSpPr/>
          <p:nvPr userDrawn="1"/>
        </p:nvCxnSpPr>
        <p:spPr>
          <a:xfrm>
            <a:off x="762935" y="3907245"/>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554C04DC-FFB6-4B3E-8B3E-1056A8E342D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22" name="Text Placeholder 14">
            <a:extLst>
              <a:ext uri="{FF2B5EF4-FFF2-40B4-BE49-F238E27FC236}">
                <a16:creationId xmlns:a16="http://schemas.microsoft.com/office/drawing/2014/main" id="{57FEFD18-1D1D-40A4-9BA3-6F597808795C}"/>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chemeClr val="bg1"/>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679333702"/>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wo Gears 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chemeClr val="bg1"/>
              </a:buClr>
              <a:buFont typeface="Arial" panose="020B0604020202020204" pitchFamily="34" charset="0"/>
              <a:buChar char="•"/>
              <a:defRPr sz="2800">
                <a:solidFill>
                  <a:schemeClr val="bg1"/>
                </a:solidFill>
                <a:latin typeface="Poppins "/>
                <a:cs typeface="Poppins SemiBold" panose="00000700000000000000" pitchFamily="2" charset="0"/>
              </a:defRPr>
            </a:lvl1pPr>
            <a:lvl2pPr>
              <a:buClr>
                <a:schemeClr val="bg1"/>
              </a:buClr>
              <a:buFont typeface="Arial" panose="020B0604020202020204" pitchFamily="34" charset="0"/>
              <a:buChar char="•"/>
              <a:defRPr sz="2400">
                <a:solidFill>
                  <a:schemeClr val="bg1"/>
                </a:solidFill>
                <a:latin typeface="Poppins "/>
                <a:cs typeface="Poppins SemiBold" panose="00000700000000000000" pitchFamily="2" charset="0"/>
              </a:defRPr>
            </a:lvl2pPr>
            <a:lvl3pPr>
              <a:buClr>
                <a:schemeClr val="bg1"/>
              </a:buClr>
              <a:buFont typeface="Arial" panose="020B0604020202020204" pitchFamily="34" charset="0"/>
              <a:buChar char="•"/>
              <a:defRPr sz="2000">
                <a:solidFill>
                  <a:schemeClr val="bg1"/>
                </a:solidFill>
                <a:latin typeface="Poppins "/>
                <a:cs typeface="Poppins SemiBold" panose="00000700000000000000" pitchFamily="2" charset="0"/>
              </a:defRPr>
            </a:lvl3pPr>
            <a:lvl4pPr>
              <a:buClr>
                <a:schemeClr val="bg1"/>
              </a:buClr>
              <a:buFont typeface="Arial" panose="020B0604020202020204" pitchFamily="34" charset="0"/>
              <a:buChar char="•"/>
              <a:defRPr sz="1600">
                <a:solidFill>
                  <a:schemeClr val="bg1"/>
                </a:solidFill>
                <a:latin typeface="Poppins "/>
                <a:cs typeface="Poppins SemiBold" panose="00000700000000000000" pitchFamily="2" charset="0"/>
              </a:defRPr>
            </a:lvl4pPr>
            <a:lvl5pPr>
              <a:buClr>
                <a:schemeClr val="bg1"/>
              </a:buClr>
              <a:buFont typeface="Arial" panose="020B0604020202020204" pitchFamily="34" charset="0"/>
              <a:buChar char="•"/>
              <a:defRPr sz="1200">
                <a:solidFill>
                  <a:schemeClr val="bg1"/>
                </a:solidFill>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chemeClr val="bg1"/>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4" name="Picture 3" descr="A black and white logo&#10;&#10;Description automatically generated">
            <a:extLst>
              <a:ext uri="{FF2B5EF4-FFF2-40B4-BE49-F238E27FC236}">
                <a16:creationId xmlns:a16="http://schemas.microsoft.com/office/drawing/2014/main" id="{E730F982-1A09-4953-ADC4-565196A3F0CD}"/>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5" name="TextBox 4">
            <a:extLst>
              <a:ext uri="{FF2B5EF4-FFF2-40B4-BE49-F238E27FC236}">
                <a16:creationId xmlns:a16="http://schemas.microsoft.com/office/drawing/2014/main" id="{51B02C0D-3EB0-4A9A-BD6D-BC029CD9F09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040040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4A6B0-C140-CA9D-B84D-6C6EFD4202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DDE8AE9-54DF-95AD-5EF5-336D32E467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E37861-1639-B2D9-6A9C-8A11335E516E}"/>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5D07E760-CEE4-2F9F-1F39-EF0969A4AC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2E487F-1A8D-8395-999C-75F737420B08}"/>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26667595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A4F8-7003-B6B0-774A-782D38A76AD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B61255-D4AE-293F-8792-51836B2C9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35E083A-6737-6F1D-493E-F65BF4014F54}"/>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D6032115-601C-ABCD-6880-758BA9DA3F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F31ABE-254E-CBF8-7D69-3B863CE61EE4}"/>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16361609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498E-7DA8-A363-7272-EACDDB445D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89B6C37-7906-2DB4-6360-28A5C6E652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FB9853-B61F-84FA-358E-804D670390A3}"/>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74BBB4C3-911F-C589-8C2C-9695375BE7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E3DCBD-75DD-7C55-2C0C-28C5694C0061}"/>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992799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496B3-8CA6-D33F-A299-7A40EA3CB6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5A8F5B-D54C-7D12-4636-A60C693BFA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CBABAF7-81F9-EF11-7C7D-EEB8901A83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A355923-222D-05A2-BF3D-7A6945F5030A}"/>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6" name="Footer Placeholder 5">
            <a:extLst>
              <a:ext uri="{FF2B5EF4-FFF2-40B4-BE49-F238E27FC236}">
                <a16:creationId xmlns:a16="http://schemas.microsoft.com/office/drawing/2014/main" id="{40F8584B-9DA6-B3A2-A701-A9B18E1C5D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3D62A9-7759-6235-BA46-9AB4C725274C}"/>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12383588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B8AA8-8074-89BB-D8E8-1157948893E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D58093D-8508-1FB7-5C38-65C1DFC996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E36D64-69EA-4F2A-7CE9-6ED136508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44960F-E02A-6178-07A0-E48F6B8A3C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DAEB23-5F72-B343-90E6-F2C3BA9D0F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D07EC1F-12C4-6454-A414-EEE0FFE14A27}"/>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8" name="Footer Placeholder 7">
            <a:extLst>
              <a:ext uri="{FF2B5EF4-FFF2-40B4-BE49-F238E27FC236}">
                <a16:creationId xmlns:a16="http://schemas.microsoft.com/office/drawing/2014/main" id="{A78F1FB6-D491-84D9-D495-BBD9E0E672B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E052226-87C6-6BB4-275E-B0AF806EDDCC}"/>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8115922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CC3A6-AA6B-13F5-8048-511B35E0241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063C7C6-8A42-2DE1-D4DE-EA93789E20EB}"/>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4" name="Footer Placeholder 3">
            <a:extLst>
              <a:ext uri="{FF2B5EF4-FFF2-40B4-BE49-F238E27FC236}">
                <a16:creationId xmlns:a16="http://schemas.microsoft.com/office/drawing/2014/main" id="{9493CEF7-38F7-AC38-C26A-078BB837D47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C9FDCC4-66F6-0A34-FF10-FF9BB97AD5E3}"/>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41606861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DA0FBA-603C-F64F-BA79-5EEA925070FC}"/>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3" name="Footer Placeholder 2">
            <a:extLst>
              <a:ext uri="{FF2B5EF4-FFF2-40B4-BE49-F238E27FC236}">
                <a16:creationId xmlns:a16="http://schemas.microsoft.com/office/drawing/2014/main" id="{53C2011E-1B52-091D-187B-FACD957C64F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34C5BC-85B6-A416-3C1B-F334AA2251BB}"/>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18024124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E3F84-BFE2-BFCA-4715-95025FECA2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7F260A-6FDA-F294-DB68-7BC559CE5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AD22600-5935-46C3-C8E4-4B721F2062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79D43-C628-E111-55C1-B6ACEB2AEAFC}"/>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6" name="Footer Placeholder 5">
            <a:extLst>
              <a:ext uri="{FF2B5EF4-FFF2-40B4-BE49-F238E27FC236}">
                <a16:creationId xmlns:a16="http://schemas.microsoft.com/office/drawing/2014/main" id="{6C362D94-0E3D-3EC5-9C92-5E756516A1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2AD8CC-6FAB-04C9-1147-A3BFEDFA912D}"/>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15628894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99807-49CA-3887-2758-5A8268616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44E4950-407C-4176-6996-ABD26FE2C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0709C26-5273-05B0-A2E5-3BDBD49F3E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2A1AEA-14BE-B45B-7E42-D3172BCDBE47}"/>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6" name="Footer Placeholder 5">
            <a:extLst>
              <a:ext uri="{FF2B5EF4-FFF2-40B4-BE49-F238E27FC236}">
                <a16:creationId xmlns:a16="http://schemas.microsoft.com/office/drawing/2014/main" id="{3D279D9B-4816-B53A-3AB9-5D8215CEDF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EE6761-79CC-478C-EE6A-940B48559CE3}"/>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28324983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CA20F-1CAD-7359-8C08-392977BDAE6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F0740C9-16A7-E085-0D8A-337C2C06D3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59AB96-C72E-1A73-0C8D-0EB81F4D8E92}"/>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74536DA0-4D7F-F813-155B-C58E87D00B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A93796-1CA2-AEAE-7CED-8A79446F41AB}"/>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4183045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A557A4-FDFB-3870-73A1-CB401D1BDF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1B81819-A89B-4861-87DA-A59EB0653E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ED5972-1C39-88F4-0A54-247144C97FCC}"/>
              </a:ext>
            </a:extLst>
          </p:cNvPr>
          <p:cNvSpPr>
            <a:spLocks noGrp="1"/>
          </p:cNvSpPr>
          <p:nvPr>
            <p:ph type="dt" sz="half" idx="10"/>
          </p:nvPr>
        </p:nvSpPr>
        <p:spPr/>
        <p:txBody>
          <a:body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D7183349-1D70-6ABE-D933-BE2D2F8D45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B4EEDA-88EA-F1FC-E4E5-C277F9D8D1D3}"/>
              </a:ext>
            </a:extLst>
          </p:cNvPr>
          <p:cNvSpPr>
            <a:spLocks noGrp="1"/>
          </p:cNvSpPr>
          <p:nvPr>
            <p:ph type="sldNum" sz="quarter" idx="12"/>
          </p:nvPr>
        </p:nvSpPr>
        <p:spPr/>
        <p:txBody>
          <a:bodyPr/>
          <a:lstStyle/>
          <a:p>
            <a:fld id="{0C12F5F0-E9EF-4B05-84DB-8329030A1432}" type="slidenum">
              <a:rPr lang="en-GB" smtClean="0"/>
              <a:t>‹#›</a:t>
            </a:fld>
            <a:endParaRPr lang="en-GB"/>
          </a:p>
        </p:txBody>
      </p:sp>
    </p:spTree>
    <p:extLst>
      <p:ext uri="{BB962C8B-B14F-4D97-AF65-F5344CB8AC3E}">
        <p14:creationId xmlns:p14="http://schemas.microsoft.com/office/powerpoint/2010/main" val="32455032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8213323"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5" name="Picture 4">
            <a:extLst>
              <a:ext uri="{FF2B5EF4-FFF2-40B4-BE49-F238E27FC236}">
                <a16:creationId xmlns:a16="http://schemas.microsoft.com/office/drawing/2014/main" id="{3F0B7BFE-DDFD-4FAE-A71E-62AF4D93E7C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185138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21A0539-D30D-44C8-9F39-C2C054F6E40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4142" y="787413"/>
            <a:ext cx="3809109" cy="2153121"/>
          </a:xfrm>
          <a:prstGeom prst="rect">
            <a:avLst/>
          </a:prstGeom>
        </p:spPr>
      </p:pic>
      <p:cxnSp>
        <p:nvCxnSpPr>
          <p:cNvPr id="20" name="Straight Arrow Connector 19">
            <a:extLst>
              <a:ext uri="{FF2B5EF4-FFF2-40B4-BE49-F238E27FC236}">
                <a16:creationId xmlns:a16="http://schemas.microsoft.com/office/drawing/2014/main" id="{E7BF8122-22EB-4F00-80FF-97E5B4528E2D}"/>
              </a:ext>
            </a:extLst>
          </p:cNvPr>
          <p:cNvCxnSpPr/>
          <p:nvPr userDrawn="1"/>
        </p:nvCxnSpPr>
        <p:spPr>
          <a:xfrm>
            <a:off x="762935" y="3929796"/>
            <a:ext cx="5145136" cy="7479"/>
          </a:xfrm>
          <a:prstGeom prst="straightConnector1">
            <a:avLst/>
          </a:prstGeom>
          <a:ln>
            <a:solidFill>
              <a:srgbClr val="C22072"/>
            </a:solidFill>
          </a:ln>
        </p:spPr>
        <p:style>
          <a:lnRef idx="1">
            <a:schemeClr val="accent1"/>
          </a:lnRef>
          <a:fillRef idx="0">
            <a:schemeClr val="accent1"/>
          </a:fillRef>
          <a:effectRef idx="0">
            <a:schemeClr val="accent1"/>
          </a:effectRef>
          <a:fontRef idx="minor">
            <a:schemeClr val="tx1"/>
          </a:fontRef>
        </p:style>
      </p:cxnSp>
      <p:sp>
        <p:nvSpPr>
          <p:cNvPr id="21" name="Content Placeholder 10">
            <a:extLst>
              <a:ext uri="{FF2B5EF4-FFF2-40B4-BE49-F238E27FC236}">
                <a16:creationId xmlns:a16="http://schemas.microsoft.com/office/drawing/2014/main" id="{B2CEB4E0-C55F-4F64-BD6C-FFD07BDB1656}"/>
              </a:ext>
            </a:extLst>
          </p:cNvPr>
          <p:cNvSpPr>
            <a:spLocks noGrp="1"/>
          </p:cNvSpPr>
          <p:nvPr>
            <p:ph sz="quarter" idx="13" hasCustomPrompt="1"/>
          </p:nvPr>
        </p:nvSpPr>
        <p:spPr>
          <a:xfrm>
            <a:off x="762935" y="4994026"/>
            <a:ext cx="2073030" cy="251949"/>
          </a:xfrm>
          <a:prstGeom prst="rect">
            <a:avLst/>
          </a:prstGeom>
        </p:spPr>
        <p:txBody>
          <a:bodyPr/>
          <a:lstStyle>
            <a:lvl1pPr algn="l">
              <a:buNone/>
              <a:defRPr lang="en-US" sz="1600" b="0" kern="1200" cap="none" baseline="0" dirty="0" smtClean="0">
                <a:solidFill>
                  <a:srgbClr val="000030"/>
                </a:solidFill>
                <a:latin typeface="Poppins SemiBold" panose="00000700000000000000" pitchFamily="2" charset="0"/>
                <a:ea typeface="+mj-ea"/>
                <a:cs typeface="Poppins SemiBold" panose="00000700000000000000" pitchFamily="2" charset="0"/>
              </a:defRPr>
            </a:lvl1pPr>
          </a:lstStyle>
          <a:p>
            <a:pPr lvl="0"/>
            <a:r>
              <a:rPr lang="en-US"/>
              <a:t>Insert Date</a:t>
            </a:r>
          </a:p>
        </p:txBody>
      </p:sp>
      <p:sp>
        <p:nvSpPr>
          <p:cNvPr id="7" name="Title 1">
            <a:extLst>
              <a:ext uri="{FF2B5EF4-FFF2-40B4-BE49-F238E27FC236}">
                <a16:creationId xmlns:a16="http://schemas.microsoft.com/office/drawing/2014/main" id="{FE1F578E-C497-48CB-A9A2-1AA77ECC9EDF}"/>
              </a:ext>
            </a:extLst>
          </p:cNvPr>
          <p:cNvSpPr>
            <a:spLocks noGrp="1"/>
          </p:cNvSpPr>
          <p:nvPr>
            <p:ph type="ctrTitle" hasCustomPrompt="1"/>
          </p:nvPr>
        </p:nvSpPr>
        <p:spPr>
          <a:xfrm>
            <a:off x="762935" y="2119495"/>
            <a:ext cx="7659757" cy="1797972"/>
          </a:xfrm>
          <a:prstGeom prst="rect">
            <a:avLst/>
          </a:prstGeom>
        </p:spPr>
        <p:txBody>
          <a:bodyPr anchor="b"/>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Master Title</a:t>
            </a:r>
          </a:p>
        </p:txBody>
      </p:sp>
      <p:sp>
        <p:nvSpPr>
          <p:cNvPr id="8" name="Text Placeholder 14">
            <a:extLst>
              <a:ext uri="{FF2B5EF4-FFF2-40B4-BE49-F238E27FC236}">
                <a16:creationId xmlns:a16="http://schemas.microsoft.com/office/drawing/2014/main" id="{5FCC8309-B511-4EA6-8FE3-3A2B9CDF90EE}"/>
              </a:ext>
            </a:extLst>
          </p:cNvPr>
          <p:cNvSpPr>
            <a:spLocks noGrp="1"/>
          </p:cNvSpPr>
          <p:nvPr>
            <p:ph type="body" sz="quarter" idx="10" hasCustomPrompt="1"/>
          </p:nvPr>
        </p:nvSpPr>
        <p:spPr>
          <a:xfrm>
            <a:off x="763588" y="3929796"/>
            <a:ext cx="7466012" cy="944563"/>
          </a:xfrm>
          <a:prstGeom prst="rect">
            <a:avLst/>
          </a:prstGeom>
        </p:spPr>
        <p:txBody>
          <a:bodyPr tIns="91440"/>
          <a:lstStyle>
            <a:lvl1pPr>
              <a:buNone/>
              <a:defRPr>
                <a:solidFill>
                  <a:srgbClr val="000030"/>
                </a:solidFill>
                <a:latin typeface="Poppins Light" panose="00000400000000000000" pitchFamily="2" charset="0"/>
                <a:cs typeface="Poppins Light" panose="00000400000000000000" pitchFamily="2" charset="0"/>
              </a:defRPr>
            </a:lvl1pPr>
          </a:lstStyle>
          <a:p>
            <a:pPr lvl="0"/>
            <a:r>
              <a:rPr lang="en-US"/>
              <a:t>Click To Edit Subtitle</a:t>
            </a:r>
          </a:p>
        </p:txBody>
      </p:sp>
    </p:spTree>
    <p:extLst>
      <p:ext uri="{BB962C8B-B14F-4D97-AF65-F5344CB8AC3E}">
        <p14:creationId xmlns:p14="http://schemas.microsoft.com/office/powerpoint/2010/main" val="28282107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9ECAF1E-59C2-4C6F-9AF6-8F1B3D3614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3" name="Text Placeholder 2">
            <a:extLst>
              <a:ext uri="{FF2B5EF4-FFF2-40B4-BE49-F238E27FC236}">
                <a16:creationId xmlns:a16="http://schemas.microsoft.com/office/drawing/2014/main" id="{4108E18D-2960-9461-8802-CECF334E4D94}"/>
              </a:ext>
            </a:extLst>
          </p:cNvPr>
          <p:cNvSpPr>
            <a:spLocks noGrp="1"/>
          </p:cNvSpPr>
          <p:nvPr>
            <p:ph type="body" idx="1" hasCustomPrompt="1"/>
          </p:nvPr>
        </p:nvSpPr>
        <p:spPr>
          <a:xfrm>
            <a:off x="417095" y="1358805"/>
            <a:ext cx="5821927" cy="2904724"/>
          </a:xfrm>
          <a:prstGeom prst="rect">
            <a:avLst/>
          </a:prstGeom>
        </p:spPr>
        <p:txBody>
          <a:bodyPr lIns="457200">
            <a:noAutofit/>
          </a:bodyPr>
          <a:lstStyle>
            <a:lvl1pPr marL="0" indent="0" algn="l">
              <a:lnSpc>
                <a:spcPct val="150000"/>
              </a:lnSpc>
              <a:buClr>
                <a:schemeClr val="bg1"/>
              </a:buClr>
              <a:buSzPct val="100000"/>
              <a:buFont typeface="+mj-lt"/>
              <a:buAutoNum type="arabicPeriod"/>
              <a:defRPr lang="en-US" sz="2000" kern="1200" dirty="0" smtClean="0">
                <a:solidFill>
                  <a:schemeClr val="tx1"/>
                </a:solidFill>
                <a:latin typeface="+mn-lt"/>
                <a:ea typeface="+mn-ea"/>
                <a:cs typeface="Poppins SemiBold" panose="000007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Title</a:t>
            </a:r>
            <a:endParaRPr lang="en-GB" sz="1600">
              <a:solidFill>
                <a:srgbClr val="FFFFFF"/>
              </a:solidFill>
              <a:latin typeface="Poppins SemiBold" panose="00000700000000000000" pitchFamily="2" charset="0"/>
              <a:cs typeface="Poppins SemiBold" panose="00000700000000000000" pitchFamily="2" charset="0"/>
            </a:endParaRPr>
          </a:p>
          <a:p>
            <a:pPr lvl="0"/>
            <a:r>
              <a:rPr lang="en-US"/>
              <a:t>Click to Edit Section Title</a:t>
            </a:r>
          </a:p>
          <a:p>
            <a:pPr lvl="0"/>
            <a:endParaRPr lang="en-US"/>
          </a:p>
          <a:p>
            <a:pPr lvl="0"/>
            <a:endParaRPr lang="en-GB" sz="1200">
              <a:solidFill>
                <a:srgbClr val="FFFFFF"/>
              </a:solidFill>
              <a:latin typeface="Poppins SemiBold" panose="00000700000000000000" pitchFamily="2" charset="0"/>
              <a:cs typeface="Poppins SemiBold" panose="00000700000000000000" pitchFamily="2" charset="0"/>
            </a:endParaRPr>
          </a:p>
        </p:txBody>
      </p:sp>
      <p:sp>
        <p:nvSpPr>
          <p:cNvPr id="6" name="Title 9">
            <a:extLst>
              <a:ext uri="{FF2B5EF4-FFF2-40B4-BE49-F238E27FC236}">
                <a16:creationId xmlns:a16="http://schemas.microsoft.com/office/drawing/2014/main" id="{8DA653AC-FDF1-BBC2-4248-A3F27A5DACC0}"/>
              </a:ext>
            </a:extLst>
          </p:cNvPr>
          <p:cNvSpPr>
            <a:spLocks noGrp="1"/>
          </p:cNvSpPr>
          <p:nvPr>
            <p:ph type="title" hasCustomPrompt="1"/>
          </p:nvPr>
        </p:nvSpPr>
        <p:spPr>
          <a:xfrm>
            <a:off x="417095" y="406690"/>
            <a:ext cx="10515600" cy="624090"/>
          </a:xfrm>
          <a:prstGeom prst="rect">
            <a:avLst/>
          </a:prstGeom>
        </p:spPr>
        <p:txBody>
          <a:bodyPr anchor="t">
            <a:normAutofit/>
          </a:bodyPr>
          <a:lstStyle>
            <a:lvl1pPr>
              <a:defRPr sz="4000">
                <a:solidFill>
                  <a:schemeClr val="tx1"/>
                </a:solidFill>
                <a:latin typeface="Poppins SemiBold" panose="00000700000000000000" pitchFamily="2" charset="0"/>
                <a:cs typeface="Poppins SemiBold" panose="00000700000000000000" pitchFamily="2" charset="0"/>
              </a:defRPr>
            </a:lvl1pPr>
          </a:lstStyle>
          <a:p>
            <a:r>
              <a:rPr lang="en-GB"/>
              <a:t>Insert Agenda or Table of Contents</a:t>
            </a:r>
          </a:p>
        </p:txBody>
      </p:sp>
    </p:spTree>
    <p:extLst>
      <p:ext uri="{BB962C8B-B14F-4D97-AF65-F5344CB8AC3E}">
        <p14:creationId xmlns:p14="http://schemas.microsoft.com/office/powerpoint/2010/main" val="21817452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3" name="Picture Placeholder 2">
            <a:extLst>
              <a:ext uri="{FF2B5EF4-FFF2-40B4-BE49-F238E27FC236}">
                <a16:creationId xmlns:a16="http://schemas.microsoft.com/office/drawing/2014/main" id="{21C215C2-2CF6-34CA-76B5-0FAA457E8B99}"/>
              </a:ext>
            </a:extLst>
          </p:cNvPr>
          <p:cNvSpPr>
            <a:spLocks noGrp="1"/>
          </p:cNvSpPr>
          <p:nvPr>
            <p:ph type="pic" idx="1"/>
          </p:nvPr>
        </p:nvSpPr>
        <p:spPr>
          <a:xfrm>
            <a:off x="6262003" y="1286219"/>
            <a:ext cx="4285673" cy="4285561"/>
          </a:xfrm>
          <a:prstGeom prst="ellipse">
            <a:avLst/>
          </a:prstGeom>
        </p:spPr>
        <p:txBody>
          <a:bodyPr/>
          <a:lstStyle>
            <a:lvl1pPr marL="0" indent="0">
              <a:buNone/>
              <a:defRPr sz="3200">
                <a:solidFill>
                  <a:schemeClr val="tx1"/>
                </a:solidFill>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4" name="Straight Arrow Connector 3">
            <a:extLst>
              <a:ext uri="{FF2B5EF4-FFF2-40B4-BE49-F238E27FC236}">
                <a16:creationId xmlns:a16="http://schemas.microsoft.com/office/drawing/2014/main" id="{00F532E7-948D-BD50-20B7-D7A902318E6B}"/>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itle Placeholder 1">
            <a:extLst>
              <a:ext uri="{FF2B5EF4-FFF2-40B4-BE49-F238E27FC236}">
                <a16:creationId xmlns:a16="http://schemas.microsoft.com/office/drawing/2014/main" id="{1D79D456-099E-F25A-1B74-65E0AD519C0F}"/>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tx1"/>
                </a:solidFill>
                <a:latin typeface="Poppins SemiBold" panose="00000700000000000000" pitchFamily="2" charset="0"/>
                <a:ea typeface="+mj-ea"/>
                <a:cs typeface="Poppins SemiBold" panose="00000700000000000000" pitchFamily="2" charset="0"/>
              </a:defRPr>
            </a:lvl1pPr>
          </a:lstStyle>
          <a:p>
            <a:r>
              <a:rPr lang="en-US"/>
              <a:t>Click To Edit Section Header</a:t>
            </a:r>
          </a:p>
        </p:txBody>
      </p:sp>
      <p:sp>
        <p:nvSpPr>
          <p:cNvPr id="6" name="Text Placeholder 2">
            <a:extLst>
              <a:ext uri="{FF2B5EF4-FFF2-40B4-BE49-F238E27FC236}">
                <a16:creationId xmlns:a16="http://schemas.microsoft.com/office/drawing/2014/main" id="{2DDEC69D-00D1-5448-D37C-BD848786E623}"/>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tx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2" name="Picture 1">
            <a:extLst>
              <a:ext uri="{FF2B5EF4-FFF2-40B4-BE49-F238E27FC236}">
                <a16:creationId xmlns:a16="http://schemas.microsoft.com/office/drawing/2014/main" id="{6BBCF1CE-E67A-A02D-442B-ED40BF048EC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2606133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1132216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11322164"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Start Copilot on this Slide : Click To Edit Title</a:t>
            </a:r>
          </a:p>
        </p:txBody>
      </p:sp>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pic>
        <p:nvPicPr>
          <p:cNvPr id="2" name="Picture 1">
            <a:extLst>
              <a:ext uri="{FF2B5EF4-FFF2-40B4-BE49-F238E27FC236}">
                <a16:creationId xmlns:a16="http://schemas.microsoft.com/office/drawing/2014/main" id="{4D12B7B7-CF79-CA62-94FA-02F0EDA9A86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22037251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266940"/>
            <a:ext cx="5661082"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11325039"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2" name="Content Placeholder 2">
            <a:extLst>
              <a:ext uri="{FF2B5EF4-FFF2-40B4-BE49-F238E27FC236}">
                <a16:creationId xmlns:a16="http://schemas.microsoft.com/office/drawing/2014/main" id="{3BC7E8EB-F8AD-44FC-1500-DBD7241CFCF5}"/>
              </a:ext>
            </a:extLst>
          </p:cNvPr>
          <p:cNvSpPr>
            <a:spLocks noGrp="1"/>
          </p:cNvSpPr>
          <p:nvPr>
            <p:ph idx="10"/>
          </p:nvPr>
        </p:nvSpPr>
        <p:spPr>
          <a:xfrm>
            <a:off x="6098875" y="1266940"/>
            <a:ext cx="5661082"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929F2E77-010F-C6C5-E5E7-4598DFBB8B1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26904300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41C5B6-F3F9-459D-9D26-20B238247999}"/>
              </a:ext>
            </a:extLst>
          </p:cNvPr>
          <p:cNvSpPr>
            <a:spLocks noGrp="1"/>
          </p:cNvSpPr>
          <p:nvPr>
            <p:ph idx="1"/>
          </p:nvPr>
        </p:nvSpPr>
        <p:spPr>
          <a:xfrm>
            <a:off x="434918" y="1915064"/>
            <a:ext cx="5371100" cy="3945985"/>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F03F72A5-05E2-4CFD-AC8E-1C3C4FA9B63A}"/>
              </a:ext>
            </a:extLst>
          </p:cNvPr>
          <p:cNvSpPr>
            <a:spLocks noGrp="1"/>
          </p:cNvSpPr>
          <p:nvPr>
            <p:ph type="ctrTitle" hasCustomPrompt="1"/>
          </p:nvPr>
        </p:nvSpPr>
        <p:spPr>
          <a:xfrm>
            <a:off x="434918" y="338776"/>
            <a:ext cx="11325039"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sp>
        <p:nvSpPr>
          <p:cNvPr id="6" name="TextBox 5">
            <a:extLst>
              <a:ext uri="{FF2B5EF4-FFF2-40B4-BE49-F238E27FC236}">
                <a16:creationId xmlns:a16="http://schemas.microsoft.com/office/drawing/2014/main" id="{6B92150D-6796-4EB9-938F-D679D744E189}"/>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17" name="Text Placeholder 2">
            <a:extLst>
              <a:ext uri="{FF2B5EF4-FFF2-40B4-BE49-F238E27FC236}">
                <a16:creationId xmlns:a16="http://schemas.microsoft.com/office/drawing/2014/main" id="{D584CCF6-B6ED-32D9-DF2B-870C034D98DA}"/>
              </a:ext>
            </a:extLst>
          </p:cNvPr>
          <p:cNvSpPr>
            <a:spLocks noGrp="1"/>
          </p:cNvSpPr>
          <p:nvPr>
            <p:ph type="body" idx="11"/>
          </p:nvPr>
        </p:nvSpPr>
        <p:spPr>
          <a:xfrm>
            <a:off x="432042" y="1266941"/>
            <a:ext cx="5373976" cy="559834"/>
          </a:xfrm>
          <a:prstGeom prst="rect">
            <a:avLst/>
          </a:prstGeom>
        </p:spPr>
        <p:txBody>
          <a:bodyPr anchor="ctr">
            <a:normAutofit/>
          </a:bodyPr>
          <a:lstStyle>
            <a:lvl1pPr marL="0" indent="0">
              <a:lnSpc>
                <a:spcPct val="90000"/>
              </a:lnSpc>
              <a:buNone/>
              <a:defRPr sz="20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a:extLst>
              <a:ext uri="{FF2B5EF4-FFF2-40B4-BE49-F238E27FC236}">
                <a16:creationId xmlns:a16="http://schemas.microsoft.com/office/drawing/2014/main" id="{61F55DE0-9B39-2B0F-A0F2-20A50134CD9C}"/>
              </a:ext>
            </a:extLst>
          </p:cNvPr>
          <p:cNvSpPr>
            <a:spLocks noGrp="1"/>
          </p:cNvSpPr>
          <p:nvPr>
            <p:ph idx="12"/>
          </p:nvPr>
        </p:nvSpPr>
        <p:spPr>
          <a:xfrm>
            <a:off x="6372045" y="1915064"/>
            <a:ext cx="5371100" cy="3945985"/>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F3994499-CFD9-A724-C902-1A2232919389}"/>
              </a:ext>
            </a:extLst>
          </p:cNvPr>
          <p:cNvSpPr>
            <a:spLocks noGrp="1"/>
          </p:cNvSpPr>
          <p:nvPr>
            <p:ph type="body" idx="13"/>
          </p:nvPr>
        </p:nvSpPr>
        <p:spPr>
          <a:xfrm>
            <a:off x="6369169" y="1266941"/>
            <a:ext cx="5373976" cy="559834"/>
          </a:xfrm>
          <a:prstGeom prst="rect">
            <a:avLst/>
          </a:prstGeom>
        </p:spPr>
        <p:txBody>
          <a:bodyPr anchor="ctr">
            <a:normAutofit/>
          </a:bodyPr>
          <a:lstStyle>
            <a:lvl1pPr marL="0" indent="0">
              <a:lnSpc>
                <a:spcPct val="90000"/>
              </a:lnSpc>
              <a:buNone/>
              <a:defRPr sz="20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2" name="Picture 1">
            <a:extLst>
              <a:ext uri="{FF2B5EF4-FFF2-40B4-BE49-F238E27FC236}">
                <a16:creationId xmlns:a16="http://schemas.microsoft.com/office/drawing/2014/main" id="{9639E240-80EE-0B7D-CB1B-46244CDBCE0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7994130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AA1CCF60-36F9-462E-A413-7F470D33D308}"/>
              </a:ext>
            </a:extLst>
          </p:cNvPr>
          <p:cNvSpPr>
            <a:spLocks noGrp="1"/>
          </p:cNvSpPr>
          <p:nvPr>
            <p:ph type="pic" idx="1"/>
          </p:nvPr>
        </p:nvSpPr>
        <p:spPr>
          <a:xfrm>
            <a:off x="6742450"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Content Placeholder 2">
            <a:extLst>
              <a:ext uri="{FF2B5EF4-FFF2-40B4-BE49-F238E27FC236}">
                <a16:creationId xmlns:a16="http://schemas.microsoft.com/office/drawing/2014/main" id="{B5EC5286-EA8E-4B3A-BF92-BDA63A212739}"/>
              </a:ext>
            </a:extLst>
          </p:cNvPr>
          <p:cNvSpPr>
            <a:spLocks noGrp="1"/>
          </p:cNvSpPr>
          <p:nvPr>
            <p:ph idx="10"/>
          </p:nvPr>
        </p:nvSpPr>
        <p:spPr>
          <a:xfrm>
            <a:off x="434918" y="1266940"/>
            <a:ext cx="5950384" cy="4594110"/>
          </a:xfrm>
          <a:prstGeom prst="rect">
            <a:avLst/>
          </a:prstGeom>
        </p:spPr>
        <p:txBody>
          <a:bodyPr/>
          <a:lstStyle>
            <a:lvl1pPr>
              <a:buClr>
                <a:srgbClr val="C22072"/>
              </a:buClr>
              <a:defRPr sz="2800">
                <a:latin typeface="Poppins "/>
                <a:cs typeface="Poppins SemiBold" panose="00000700000000000000" pitchFamily="2" charset="0"/>
              </a:defRPr>
            </a:lvl1pPr>
            <a:lvl2pPr>
              <a:buClr>
                <a:srgbClr val="C22072"/>
              </a:buClr>
              <a:defRPr sz="2400">
                <a:latin typeface="Poppins "/>
                <a:cs typeface="Poppins SemiBold" panose="00000700000000000000" pitchFamily="2" charset="0"/>
              </a:defRPr>
            </a:lvl2pPr>
            <a:lvl3pPr>
              <a:buClr>
                <a:srgbClr val="C22072"/>
              </a:buClr>
              <a:defRPr sz="2000">
                <a:latin typeface="Poppins "/>
                <a:cs typeface="Poppins SemiBold" panose="00000700000000000000" pitchFamily="2" charset="0"/>
              </a:defRPr>
            </a:lvl3pPr>
            <a:lvl4pPr>
              <a:buClr>
                <a:srgbClr val="C22072"/>
              </a:buClr>
              <a:defRPr sz="1600">
                <a:latin typeface="Poppins "/>
                <a:cs typeface="Poppins SemiBold" panose="00000700000000000000" pitchFamily="2" charset="0"/>
              </a:defRPr>
            </a:lvl4pPr>
            <a:lvl5pPr>
              <a:buClr>
                <a:srgbClr val="C22072"/>
              </a:buClr>
              <a:defRPr sz="1200">
                <a:latin typeface="Poppins "/>
                <a:cs typeface="Poppins SemiBold" panose="00000700000000000000" pitchFamily="2"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2" name="Title 1">
            <a:extLst>
              <a:ext uri="{FF2B5EF4-FFF2-40B4-BE49-F238E27FC236}">
                <a16:creationId xmlns:a16="http://schemas.microsoft.com/office/drawing/2014/main" id="{6411DBED-37F7-77DD-3B7D-69F2332F9BBD}"/>
              </a:ext>
            </a:extLst>
          </p:cNvPr>
          <p:cNvSpPr>
            <a:spLocks noGrp="1"/>
          </p:cNvSpPr>
          <p:nvPr>
            <p:ph type="ctrTitle" hasCustomPrompt="1"/>
          </p:nvPr>
        </p:nvSpPr>
        <p:spPr>
          <a:xfrm>
            <a:off x="434918" y="338776"/>
            <a:ext cx="11325039"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3" name="Picture 2">
            <a:extLst>
              <a:ext uri="{FF2B5EF4-FFF2-40B4-BE49-F238E27FC236}">
                <a16:creationId xmlns:a16="http://schemas.microsoft.com/office/drawing/2014/main" id="{CBD10CF2-C118-57C0-7C6A-253B946A0D5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8061435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2" name="Title 1">
            <a:extLst>
              <a:ext uri="{FF2B5EF4-FFF2-40B4-BE49-F238E27FC236}">
                <a16:creationId xmlns:a16="http://schemas.microsoft.com/office/drawing/2014/main" id="{21B46E6D-80EB-90BF-016B-81153051420C}"/>
              </a:ext>
            </a:extLst>
          </p:cNvPr>
          <p:cNvSpPr>
            <a:spLocks noGrp="1"/>
          </p:cNvSpPr>
          <p:nvPr>
            <p:ph type="ctrTitle" hasCustomPrompt="1"/>
          </p:nvPr>
        </p:nvSpPr>
        <p:spPr>
          <a:xfrm>
            <a:off x="434918" y="338776"/>
            <a:ext cx="11325039" cy="658174"/>
          </a:xfrm>
          <a:prstGeom prst="rect">
            <a:avLst/>
          </a:prstGeom>
        </p:spPr>
        <p:txBody>
          <a:bodyPr anchor="t"/>
          <a:lstStyle>
            <a:lvl1pPr algn="l">
              <a:defRPr lang="en-GB" sz="4000" b="0" kern="1200" cap="none" baseline="0" dirty="0">
                <a:solidFill>
                  <a:srgbClr val="CD2883"/>
                </a:solidFill>
                <a:latin typeface="Poppins SemiBold" panose="00000700000000000000" pitchFamily="2" charset="0"/>
                <a:ea typeface="+mj-ea"/>
                <a:cs typeface="Poppins SemiBold" panose="00000700000000000000" pitchFamily="2" charset="0"/>
              </a:defRPr>
            </a:lvl1pPr>
          </a:lstStyle>
          <a:p>
            <a:r>
              <a:rPr lang="en-GB"/>
              <a:t>Click To Edit Title</a:t>
            </a:r>
          </a:p>
        </p:txBody>
      </p:sp>
      <p:pic>
        <p:nvPicPr>
          <p:cNvPr id="3" name="Picture 2">
            <a:extLst>
              <a:ext uri="{FF2B5EF4-FFF2-40B4-BE49-F238E27FC236}">
                <a16:creationId xmlns:a16="http://schemas.microsoft.com/office/drawing/2014/main" id="{AFC30828-4C24-58FA-5039-CA20D79EF57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23104"/>
          <a:stretch/>
        </p:blipFill>
        <p:spPr>
          <a:xfrm>
            <a:off x="-1482" y="5531929"/>
            <a:ext cx="3050822" cy="1326072"/>
          </a:xfrm>
          <a:prstGeom prst="rect">
            <a:avLst/>
          </a:prstGeom>
        </p:spPr>
      </p:pic>
    </p:spTree>
    <p:extLst>
      <p:ext uri="{BB962C8B-B14F-4D97-AF65-F5344CB8AC3E}">
        <p14:creationId xmlns:p14="http://schemas.microsoft.com/office/powerpoint/2010/main" val="6797196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9ECAF1E-59C2-4C6F-9AF6-8F1B3D3614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639" y="1990103"/>
            <a:ext cx="3809109" cy="2153121"/>
          </a:xfrm>
          <a:prstGeom prst="rect">
            <a:avLst/>
          </a:prstGeom>
        </p:spPr>
      </p:pic>
      <p:sp>
        <p:nvSpPr>
          <p:cNvPr id="9" name="TextBox 8">
            <a:extLst>
              <a:ext uri="{FF2B5EF4-FFF2-40B4-BE49-F238E27FC236}">
                <a16:creationId xmlns:a16="http://schemas.microsoft.com/office/drawing/2014/main" id="{68DF6BF8-D098-4006-9BD8-17F0431A9BE7}"/>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canopius.com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
        <p:nvSpPr>
          <p:cNvPr id="3" name="Content Placeholder 2">
            <a:extLst>
              <a:ext uri="{FF2B5EF4-FFF2-40B4-BE49-F238E27FC236}">
                <a16:creationId xmlns:a16="http://schemas.microsoft.com/office/drawing/2014/main" id="{68516120-75CB-1EFE-4D61-5B697514A819}"/>
              </a:ext>
            </a:extLst>
          </p:cNvPr>
          <p:cNvSpPr>
            <a:spLocks noGrp="1"/>
          </p:cNvSpPr>
          <p:nvPr>
            <p:ph sz="quarter" idx="10" hasCustomPrompt="1"/>
          </p:nvPr>
        </p:nvSpPr>
        <p:spPr>
          <a:xfrm>
            <a:off x="1123950" y="5243513"/>
            <a:ext cx="4284663" cy="374650"/>
          </a:xfrm>
          <a:prstGeom prst="rect">
            <a:avLst/>
          </a:prstGeom>
        </p:spPr>
        <p:txBody>
          <a:bodyPr/>
          <a:lstStyle>
            <a:lvl1pPr>
              <a:buNone/>
              <a:defRPr sz="2000">
                <a:solidFill>
                  <a:schemeClr val="tx1"/>
                </a:solidFill>
                <a:latin typeface="Poppins" panose="00000500000000000000" pitchFamily="2" charset="0"/>
                <a:cs typeface="Poppins" panose="00000500000000000000" pitchFamily="2" charset="0"/>
              </a:defRPr>
            </a:lvl1pPr>
          </a:lstStyle>
          <a:p>
            <a:pPr lvl="0"/>
            <a:r>
              <a:rPr lang="en-US"/>
              <a:t>Click to insert email</a:t>
            </a:r>
          </a:p>
        </p:txBody>
      </p:sp>
      <p:sp>
        <p:nvSpPr>
          <p:cNvPr id="4" name="Title 1">
            <a:extLst>
              <a:ext uri="{FF2B5EF4-FFF2-40B4-BE49-F238E27FC236}">
                <a16:creationId xmlns:a16="http://schemas.microsoft.com/office/drawing/2014/main" id="{8A157B60-931B-3F12-1C7A-313EAECEAE18}"/>
              </a:ext>
            </a:extLst>
          </p:cNvPr>
          <p:cNvSpPr txBox="1">
            <a:spLocks/>
          </p:cNvSpPr>
          <p:nvPr userDrawn="1"/>
        </p:nvSpPr>
        <p:spPr>
          <a:xfrm>
            <a:off x="573145" y="3517136"/>
            <a:ext cx="4850903" cy="84199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b="1">
                <a:solidFill>
                  <a:schemeClr val="tx2"/>
                </a:solidFill>
                <a:latin typeface="Poppins Black"/>
                <a:ea typeface="+mj-lt"/>
                <a:cs typeface="Calibri"/>
              </a:rPr>
              <a:t>THANK YOU</a:t>
            </a:r>
          </a:p>
        </p:txBody>
      </p:sp>
      <p:pic>
        <p:nvPicPr>
          <p:cNvPr id="6" name="Picture 2" descr="Envelope outline">
            <a:extLst>
              <a:ext uri="{FF2B5EF4-FFF2-40B4-BE49-F238E27FC236}">
                <a16:creationId xmlns:a16="http://schemas.microsoft.com/office/drawing/2014/main" id="{9D7BA1B9-9047-B6BD-AEF7-AE4E3268F02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73145" y="5201083"/>
            <a:ext cx="443635" cy="443635"/>
          </a:xfrm>
          <a:prstGeom prst="rect">
            <a:avLst/>
          </a:prstGeom>
        </p:spPr>
      </p:pic>
      <p:pic>
        <p:nvPicPr>
          <p:cNvPr id="7" name="Picture 4" descr="Internet outline">
            <a:extLst>
              <a:ext uri="{FF2B5EF4-FFF2-40B4-BE49-F238E27FC236}">
                <a16:creationId xmlns:a16="http://schemas.microsoft.com/office/drawing/2014/main" id="{83F16AA0-66B3-BCAB-2507-0D3C2E0BAFE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3145" y="5737946"/>
            <a:ext cx="443635" cy="443635"/>
          </a:xfrm>
          <a:prstGeom prst="rect">
            <a:avLst/>
          </a:prstGeom>
        </p:spPr>
      </p:pic>
      <p:sp>
        <p:nvSpPr>
          <p:cNvPr id="10" name="Content Placeholder 2">
            <a:extLst>
              <a:ext uri="{FF2B5EF4-FFF2-40B4-BE49-F238E27FC236}">
                <a16:creationId xmlns:a16="http://schemas.microsoft.com/office/drawing/2014/main" id="{28DE1793-1912-E0EF-CB70-E94AB7A6F471}"/>
              </a:ext>
            </a:extLst>
          </p:cNvPr>
          <p:cNvSpPr txBox="1">
            <a:spLocks/>
          </p:cNvSpPr>
          <p:nvPr userDrawn="1"/>
        </p:nvSpPr>
        <p:spPr>
          <a:xfrm>
            <a:off x="1123949" y="5770563"/>
            <a:ext cx="4284663" cy="374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tx2"/>
                </a:solidFill>
              </a:rPr>
              <a:t>www.canopius.com</a:t>
            </a:r>
          </a:p>
        </p:txBody>
      </p:sp>
    </p:spTree>
    <p:extLst>
      <p:ext uri="{BB962C8B-B14F-4D97-AF65-F5344CB8AC3E}">
        <p14:creationId xmlns:p14="http://schemas.microsoft.com/office/powerpoint/2010/main" val="29977356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Section Header_ Nav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black and white logo&#10;&#10;Description automatically generated">
            <a:extLst>
              <a:ext uri="{FF2B5EF4-FFF2-40B4-BE49-F238E27FC236}">
                <a16:creationId xmlns:a16="http://schemas.microsoft.com/office/drawing/2014/main" id="{16C42606-BF4F-4ABD-84AF-9B6B50639B2C}"/>
              </a:ext>
            </a:extLst>
          </p:cNvPr>
          <p:cNvPicPr>
            <a:picLocks noChangeAspect="1"/>
          </p:cNvPicPr>
          <p:nvPr userDrawn="1"/>
        </p:nvPicPr>
        <p:blipFill>
          <a:blip r:embed="rId3"/>
          <a:stretch>
            <a:fillRect/>
          </a:stretch>
        </p:blipFill>
        <p:spPr>
          <a:xfrm>
            <a:off x="-1483" y="5531928"/>
            <a:ext cx="3050824" cy="1724495"/>
          </a:xfrm>
          <a:prstGeom prst="rect">
            <a:avLst/>
          </a:prstGeom>
        </p:spPr>
      </p:pic>
      <p:sp>
        <p:nvSpPr>
          <p:cNvPr id="9" name="TextBox 8">
            <a:extLst>
              <a:ext uri="{FF2B5EF4-FFF2-40B4-BE49-F238E27FC236}">
                <a16:creationId xmlns:a16="http://schemas.microsoft.com/office/drawing/2014/main" id="{24F2512C-9076-4717-A2B2-C486DF52ECD5}"/>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chemeClr val="bg1"/>
                </a:solidFill>
                <a:latin typeface="Poppins SemiBold" panose="00000700000000000000" pitchFamily="2" charset="0"/>
                <a:ea typeface="+mn-ea"/>
                <a:cs typeface="Poppins SemiBold" panose="00000700000000000000" pitchFamily="2" charset="0"/>
              </a:rPr>
              <a:t>Canopius</a:t>
            </a:r>
            <a:r>
              <a:rPr lang="en-GB" sz="1200" b="1">
                <a:solidFill>
                  <a:schemeClr val="bg1"/>
                </a:solidFill>
                <a:latin typeface="Poppins SemiBold" panose="00000700000000000000" pitchFamily="2" charset="0"/>
                <a:cs typeface="Poppins SemiBold" panose="00000700000000000000" pitchFamily="2" charset="0"/>
              </a:rPr>
              <a:t> </a:t>
            </a:r>
            <a:r>
              <a:rPr lang="en-GB" sz="1200" b="1" kern="1200">
                <a:solidFill>
                  <a:schemeClr val="bg1"/>
                </a:solidFill>
                <a:latin typeface="Poppins SemiBold" panose="00000700000000000000" pitchFamily="2" charset="0"/>
                <a:ea typeface="+mn-ea"/>
                <a:cs typeface="Poppins SemiBold" panose="00000700000000000000" pitchFamily="2" charset="0"/>
              </a:rPr>
              <a:t>I</a:t>
            </a:r>
            <a:r>
              <a:rPr lang="en-GB" sz="1200" kern="1200">
                <a:solidFill>
                  <a:schemeClr val="bg1"/>
                </a:solidFill>
                <a:latin typeface="Poppins SemiBold" panose="00000700000000000000" pitchFamily="2" charset="0"/>
                <a:ea typeface="+mn-ea"/>
                <a:cs typeface="Poppins SemiBold" panose="00000700000000000000" pitchFamily="2" charset="0"/>
              </a:rPr>
              <a:t>nsurance</a:t>
            </a:r>
            <a:r>
              <a:rPr lang="en-GB" sz="1200" b="1">
                <a:solidFill>
                  <a:schemeClr val="bg1"/>
                </a:solidFill>
                <a:latin typeface="Poppins SemiBold" panose="00000700000000000000" pitchFamily="2" charset="0"/>
                <a:cs typeface="Poppins SemiBold" panose="00000700000000000000" pitchFamily="2" charset="0"/>
              </a:rPr>
              <a:t> | </a:t>
            </a:r>
            <a:fld id="{CD45203A-8597-40CE-B75D-10F51A417BFB}" type="slidenum">
              <a:rPr lang="en-US" sz="1200" smtClean="0">
                <a:solidFill>
                  <a:schemeClr val="bg1"/>
                </a:solidFill>
                <a:latin typeface="Poppins SemiBold" panose="00000700000000000000" pitchFamily="2" charset="0"/>
                <a:cs typeface="Poppins SemiBold" panose="00000700000000000000" pitchFamily="2" charset="0"/>
              </a:rPr>
              <a:pPr algn="r"/>
              <a:t>‹#›</a:t>
            </a:fld>
            <a:r>
              <a:rPr lang="en-GB" sz="1200" b="1">
                <a:solidFill>
                  <a:schemeClr val="bg1"/>
                </a:solidFill>
                <a:latin typeface="Poppins SemiBold" panose="00000700000000000000" pitchFamily="2" charset="0"/>
                <a:cs typeface="Poppins SemiBold" panose="00000700000000000000" pitchFamily="2" charset="0"/>
              </a:rPr>
              <a:t> </a:t>
            </a:r>
            <a:endParaRPr lang="en-US" sz="1200">
              <a:solidFill>
                <a:schemeClr val="bg1"/>
              </a:solidFill>
              <a:latin typeface="Poppins SemiBold" panose="00000700000000000000" pitchFamily="2" charset="0"/>
              <a:cs typeface="Poppins SemiBold" panose="00000700000000000000" pitchFamily="2" charset="0"/>
            </a:endParaRPr>
          </a:p>
        </p:txBody>
      </p:sp>
      <p:sp>
        <p:nvSpPr>
          <p:cNvPr id="10" name="Picture Placeholder 2">
            <a:extLst>
              <a:ext uri="{FF2B5EF4-FFF2-40B4-BE49-F238E27FC236}">
                <a16:creationId xmlns:a16="http://schemas.microsoft.com/office/drawing/2014/main" id="{AABAED07-03F1-4BEF-A208-F9C8DC668276}"/>
              </a:ext>
            </a:extLst>
          </p:cNvPr>
          <p:cNvSpPr>
            <a:spLocks noGrp="1"/>
          </p:cNvSpPr>
          <p:nvPr>
            <p:ph type="pic" idx="1"/>
          </p:nvPr>
        </p:nvSpPr>
        <p:spPr>
          <a:xfrm>
            <a:off x="6262003" y="1286219"/>
            <a:ext cx="4285673" cy="4285561"/>
          </a:xfrm>
          <a:prstGeom prst="ellipse">
            <a:avLst/>
          </a:prstGeom>
        </p:spPr>
        <p:txBody>
          <a:bodyPr/>
          <a:lstStyle>
            <a:lvl1pPr marL="0" indent="0">
              <a:buNone/>
              <a:defRPr sz="3200">
                <a:latin typeface="Poppins Light" panose="00000400000000000000" pitchFamily="2" charset="0"/>
                <a:cs typeface="Poppins Light" panose="000004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cxnSp>
        <p:nvCxnSpPr>
          <p:cNvPr id="11" name="Straight Arrow Connector 10">
            <a:extLst>
              <a:ext uri="{FF2B5EF4-FFF2-40B4-BE49-F238E27FC236}">
                <a16:creationId xmlns:a16="http://schemas.microsoft.com/office/drawing/2014/main" id="{109BBC4F-0A49-4E24-A81A-93E3287A3FDE}"/>
              </a:ext>
            </a:extLst>
          </p:cNvPr>
          <p:cNvCxnSpPr/>
          <p:nvPr userDrawn="1"/>
        </p:nvCxnSpPr>
        <p:spPr>
          <a:xfrm>
            <a:off x="421412" y="3598028"/>
            <a:ext cx="5145136" cy="7479"/>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B8151F0C-7467-4E62-9B06-3F8C099C66CF}"/>
              </a:ext>
            </a:extLst>
          </p:cNvPr>
          <p:cNvSpPr>
            <a:spLocks noGrp="1"/>
          </p:cNvSpPr>
          <p:nvPr>
            <p:ph type="title" hasCustomPrompt="1"/>
          </p:nvPr>
        </p:nvSpPr>
        <p:spPr>
          <a:xfrm>
            <a:off x="421413" y="2279944"/>
            <a:ext cx="5145136" cy="1325563"/>
          </a:xfrm>
          <a:prstGeom prst="rect">
            <a:avLst/>
          </a:prstGeom>
        </p:spPr>
        <p:txBody>
          <a:bodyPr vert="horz" lIns="91440" tIns="45720" rIns="91440" bIns="45720" rtlCol="0" anchor="b">
            <a:normAutofit/>
          </a:bodyPr>
          <a:lstStyle>
            <a:lvl1pPr>
              <a:defRPr lang="en-US" sz="4000" b="0" kern="1200" cap="none" baseline="0" dirty="0" smtClean="0">
                <a:solidFill>
                  <a:schemeClr val="bg1"/>
                </a:solidFill>
                <a:latin typeface="Poppins SemiBold" panose="00000700000000000000" pitchFamily="2" charset="0"/>
                <a:ea typeface="+mj-ea"/>
                <a:cs typeface="Poppins SemiBold" panose="00000700000000000000" pitchFamily="2" charset="0"/>
              </a:defRPr>
            </a:lvl1pPr>
          </a:lstStyle>
          <a:p>
            <a:r>
              <a:rPr lang="en-US"/>
              <a:t>Click To Edit Master Title</a:t>
            </a:r>
          </a:p>
        </p:txBody>
      </p:sp>
      <p:sp>
        <p:nvSpPr>
          <p:cNvPr id="14" name="Text Placeholder 2">
            <a:extLst>
              <a:ext uri="{FF2B5EF4-FFF2-40B4-BE49-F238E27FC236}">
                <a16:creationId xmlns:a16="http://schemas.microsoft.com/office/drawing/2014/main" id="{A96268C3-944B-4BB4-8109-FA7704164207}"/>
              </a:ext>
            </a:extLst>
          </p:cNvPr>
          <p:cNvSpPr>
            <a:spLocks noGrp="1"/>
          </p:cNvSpPr>
          <p:nvPr>
            <p:ph type="body" idx="10" hasCustomPrompt="1"/>
          </p:nvPr>
        </p:nvSpPr>
        <p:spPr>
          <a:xfrm>
            <a:off x="421412" y="3605507"/>
            <a:ext cx="5157787" cy="823912"/>
          </a:xfrm>
          <a:prstGeom prst="rect">
            <a:avLst/>
          </a:prstGeom>
        </p:spPr>
        <p:txBody>
          <a:bodyPr tIns="91440" anchor="t"/>
          <a:lstStyle>
            <a:lvl1pPr marL="0" indent="0">
              <a:buNone/>
              <a:defRPr lang="en-US" sz="2000" kern="1200" dirty="0" smtClean="0">
                <a:solidFill>
                  <a:schemeClr val="bg1"/>
                </a:solidFill>
                <a:latin typeface="Poppins Light" panose="00000400000000000000" pitchFamily="2" charset="0"/>
                <a:ea typeface="+mn-ea"/>
                <a:cs typeface="Poppins Light" panose="000004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066099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svg"/><Relationship Id="rId2" Type="http://schemas.openxmlformats.org/officeDocument/2006/relationships/theme" Target="../theme/theme7.xml"/><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9.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10.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11550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E4B2F8-CAF4-4D81-809B-68DEE260B5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E549F9-0385-4052-A3DD-546285DA71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BF099D6E-52E6-492F-A030-A76FAC4B31CF}"/>
              </a:ext>
            </a:extLst>
          </p:cNvPr>
          <p:cNvSpPr txBox="1">
            <a:spLocks/>
          </p:cNvSpPr>
          <p:nvPr userDrawn="1"/>
        </p:nvSpPr>
        <p:spPr>
          <a:xfrm>
            <a:off x="6824948" y="6388636"/>
            <a:ext cx="4114800" cy="365125"/>
          </a:xfrm>
          <a:prstGeom prst="rect">
            <a:avLst/>
          </a:prstGeom>
        </p:spPr>
        <p:txBody>
          <a:bodyPr vert="horz" lIns="91440" tIns="45720" rIns="91440" bIns="45720" rtlCol="0" anchor="ctr"/>
          <a:lstStyle>
            <a:defPPr>
              <a:defRPr lang="en-GB"/>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436379720"/>
      </p:ext>
    </p:extLst>
  </p:cSld>
  <p:clrMap bg1="lt1" tx1="dk1" bg2="lt2" tx2="dk2" accent1="accent1" accent2="accent2" accent3="accent3" accent4="accent4" accent5="accent5" accent6="accent6" hlink="hlink" folHlink="folHlink"/>
  <p:sldLayoutIdLst>
    <p:sldLayoutId id="2147483690" r:id="rId1"/>
    <p:sldLayoutId id="2147483691" r:id="rId2"/>
  </p:sldLayoutIdLst>
  <p:txStyles>
    <p:titleStyle>
      <a:lvl1pPr algn="l" defTabSz="914400" rtl="0" eaLnBrk="1" latinLnBrk="0" hangingPunct="1">
        <a:lnSpc>
          <a:spcPct val="90000"/>
        </a:lnSpc>
        <a:spcBef>
          <a:spcPct val="0"/>
        </a:spcBef>
        <a:buNone/>
        <a:defRPr sz="4000" kern="1200">
          <a:solidFill>
            <a:schemeClr val="tx1"/>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616415"/>
      </p:ext>
    </p:extLst>
  </p:cSld>
  <p:clrMap bg1="lt1" tx1="dk1" bg2="lt2" tx2="dk2" accent1="accent1" accent2="accent2" accent3="accent3" accent4="accent4" accent5="accent5" accent6="accent6" hlink="hlink" folHlink="folHlink"/>
  <p:sldLayoutIdLst>
    <p:sldLayoutId id="2147483709" r:id="rId1"/>
    <p:sldLayoutId id="2147483767" r:id="rId2"/>
    <p:sldLayoutId id="214748376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582610"/>
      </p:ext>
    </p:extLst>
  </p:cSld>
  <p:clrMap bg1="lt1" tx1="dk1" bg2="lt2" tx2="dk2" accent1="accent1" accent2="accent2" accent3="accent3" accent4="accent4" accent5="accent5" accent6="accent6" hlink="hlink" folHlink="folHlink"/>
  <p:sldLayoutIdLst>
    <p:sldLayoutId id="2147483766" r:id="rId1"/>
    <p:sldLayoutId id="2147483769" r:id="rId2"/>
    <p:sldLayoutId id="2147483702" r:id="rId3"/>
    <p:sldLayoutId id="2147483718" r:id="rId4"/>
    <p:sldLayoutId id="214748380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D4666D-8C92-470A-9DE9-8DC02A75741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4" name="TextBox 3">
            <a:extLst>
              <a:ext uri="{FF2B5EF4-FFF2-40B4-BE49-F238E27FC236}">
                <a16:creationId xmlns:a16="http://schemas.microsoft.com/office/drawing/2014/main" id="{AF42243E-0268-4438-AE10-C4727C0595C2}"/>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687965600"/>
      </p:ext>
    </p:extLst>
  </p:cSld>
  <p:clrMap bg1="lt1" tx1="dk1" bg2="lt2" tx2="dk2" accent1="accent1" accent2="accent2" accent3="accent3" accent4="accent4" accent5="accent5" accent6="accent6" hlink="hlink" folHlink="folHlink"/>
  <p:sldLayoutIdLst>
    <p:sldLayoutId id="2147483720" r:id="rId1"/>
    <p:sldLayoutId id="214748372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D4666D-8C92-470A-9DE9-8DC02A75741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2" y="5531928"/>
            <a:ext cx="3050822" cy="1724495"/>
          </a:xfrm>
          <a:prstGeom prst="rect">
            <a:avLst/>
          </a:prstGeom>
        </p:spPr>
      </p:pic>
      <p:sp>
        <p:nvSpPr>
          <p:cNvPr id="4" name="TextBox 3">
            <a:extLst>
              <a:ext uri="{FF2B5EF4-FFF2-40B4-BE49-F238E27FC236}">
                <a16:creationId xmlns:a16="http://schemas.microsoft.com/office/drawing/2014/main" id="{268BB2E5-62BF-4C42-A915-9896D672A4F6}"/>
              </a:ext>
            </a:extLst>
          </p:cNvPr>
          <p:cNvSpPr txBox="1"/>
          <p:nvPr userDrawn="1"/>
        </p:nvSpPr>
        <p:spPr>
          <a:xfrm>
            <a:off x="8571123" y="6248388"/>
            <a:ext cx="3341987"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r"/>
            <a:r>
              <a:rPr lang="en-GB" sz="1200" b="1" kern="1200">
                <a:solidFill>
                  <a:srgbClr val="000030"/>
                </a:solidFill>
                <a:latin typeface="Poppins SemiBold" panose="00000700000000000000" pitchFamily="2" charset="0"/>
                <a:ea typeface="+mn-ea"/>
                <a:cs typeface="Poppins SemiBold" panose="00000700000000000000" pitchFamily="2" charset="0"/>
              </a:rPr>
              <a:t>Canopius</a:t>
            </a:r>
            <a:r>
              <a:rPr lang="en-GB" sz="1200" b="1">
                <a:solidFill>
                  <a:srgbClr val="000030"/>
                </a:solidFill>
                <a:latin typeface="Poppins SemiBold" panose="00000700000000000000" pitchFamily="2" charset="0"/>
                <a:cs typeface="Poppins SemiBold" panose="00000700000000000000" pitchFamily="2" charset="0"/>
              </a:rPr>
              <a:t> </a:t>
            </a:r>
            <a:r>
              <a:rPr lang="en-GB" sz="1200" b="1" kern="1200">
                <a:solidFill>
                  <a:srgbClr val="000030"/>
                </a:solidFill>
                <a:latin typeface="Poppins SemiBold" panose="00000700000000000000" pitchFamily="2" charset="0"/>
                <a:ea typeface="+mn-ea"/>
                <a:cs typeface="Poppins SemiBold" panose="00000700000000000000" pitchFamily="2" charset="0"/>
              </a:rPr>
              <a:t>Insurance </a:t>
            </a:r>
            <a:r>
              <a:rPr lang="en-GB" sz="1200" b="1">
                <a:solidFill>
                  <a:srgbClr val="000030"/>
                </a:solidFill>
                <a:latin typeface="Poppins SemiBold" panose="00000700000000000000" pitchFamily="2" charset="0"/>
                <a:cs typeface="Poppins SemiBold" panose="00000700000000000000" pitchFamily="2" charset="0"/>
              </a:rPr>
              <a:t>| </a:t>
            </a:r>
            <a:fld id="{CD45203A-8597-40CE-B75D-10F51A417BFB}" type="slidenum">
              <a:rPr lang="en-US" sz="1200" smtClean="0">
                <a:solidFill>
                  <a:srgbClr val="000030"/>
                </a:solidFill>
                <a:latin typeface="Poppins SemiBold" panose="00000700000000000000" pitchFamily="2" charset="0"/>
                <a:cs typeface="Poppins SemiBold" panose="00000700000000000000" pitchFamily="2" charset="0"/>
              </a:rPr>
              <a:pPr algn="r"/>
              <a:t>‹#›</a:t>
            </a:fld>
            <a:r>
              <a:rPr lang="en-GB" sz="1200" b="1">
                <a:solidFill>
                  <a:srgbClr val="000030"/>
                </a:solidFill>
                <a:latin typeface="Poppins SemiBold" panose="00000700000000000000" pitchFamily="2" charset="0"/>
                <a:cs typeface="Poppins SemiBold" panose="00000700000000000000" pitchFamily="2" charset="0"/>
              </a:rPr>
              <a:t> </a:t>
            </a:r>
            <a:endParaRPr lang="en-US" sz="1200">
              <a:solidFill>
                <a:srgbClr val="00003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3968204723"/>
      </p:ext>
    </p:extLst>
  </p:cSld>
  <p:clrMap bg1="lt1" tx1="dk1" bg2="lt2" tx2="dk2" accent1="accent1" accent2="accent2" accent3="accent3" accent4="accent4" accent5="accent5" accent6="accent6" hlink="hlink" folHlink="folHlink"/>
  <p:sldLayoutIdLst>
    <p:sldLayoutId id="21474837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9C78-16FB-4E6C-A962-FA1B695BAADD}"/>
              </a:ext>
            </a:extLst>
          </p:cNvPr>
          <p:cNvSpPr txBox="1">
            <a:spLocks/>
          </p:cNvSpPr>
          <p:nvPr userDrawn="1"/>
        </p:nvSpPr>
        <p:spPr>
          <a:xfrm>
            <a:off x="573145" y="3517136"/>
            <a:ext cx="4850903" cy="84199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b="1">
                <a:solidFill>
                  <a:srgbClr val="FFFFFF"/>
                </a:solidFill>
                <a:latin typeface="Poppins Black"/>
                <a:ea typeface="+mj-lt"/>
                <a:cs typeface="Calibri"/>
              </a:rPr>
              <a:t>THANK YOU</a:t>
            </a:r>
          </a:p>
        </p:txBody>
      </p:sp>
      <p:pic>
        <p:nvPicPr>
          <p:cNvPr id="3" name="Picture 2" descr="A black and white logo&#10;&#10;Description automatically generated">
            <a:extLst>
              <a:ext uri="{FF2B5EF4-FFF2-40B4-BE49-F238E27FC236}">
                <a16:creationId xmlns:a16="http://schemas.microsoft.com/office/drawing/2014/main" id="{51A13E4D-91CC-489C-8C05-BCBBB5FD6CAB}"/>
              </a:ext>
            </a:extLst>
          </p:cNvPr>
          <p:cNvPicPr>
            <a:picLocks noChangeAspect="1"/>
          </p:cNvPicPr>
          <p:nvPr userDrawn="1"/>
        </p:nvPicPr>
        <p:blipFill>
          <a:blip r:embed="rId3"/>
          <a:stretch>
            <a:fillRect/>
          </a:stretch>
        </p:blipFill>
        <p:spPr>
          <a:xfrm>
            <a:off x="96682" y="1983327"/>
            <a:ext cx="3823608" cy="2153121"/>
          </a:xfrm>
          <a:prstGeom prst="rect">
            <a:avLst/>
          </a:prstGeom>
        </p:spPr>
      </p:pic>
      <p:pic>
        <p:nvPicPr>
          <p:cNvPr id="8" name="Picture 2" descr="Envelope outline">
            <a:extLst>
              <a:ext uri="{FF2B5EF4-FFF2-40B4-BE49-F238E27FC236}">
                <a16:creationId xmlns:a16="http://schemas.microsoft.com/office/drawing/2014/main" id="{62460144-0184-4101-A108-3B92C72049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73145" y="5201083"/>
            <a:ext cx="443635" cy="443635"/>
          </a:xfrm>
          <a:prstGeom prst="rect">
            <a:avLst/>
          </a:prstGeom>
        </p:spPr>
      </p:pic>
      <p:pic>
        <p:nvPicPr>
          <p:cNvPr id="9" name="Picture 4" descr="Internet outline">
            <a:extLst>
              <a:ext uri="{FF2B5EF4-FFF2-40B4-BE49-F238E27FC236}">
                <a16:creationId xmlns:a16="http://schemas.microsoft.com/office/drawing/2014/main" id="{7EA270CD-E1A6-436A-80D4-FA58554FE5D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3145" y="5737946"/>
            <a:ext cx="443635" cy="443635"/>
          </a:xfrm>
          <a:prstGeom prst="rect">
            <a:avLst/>
          </a:prstGeom>
        </p:spPr>
      </p:pic>
      <p:sp>
        <p:nvSpPr>
          <p:cNvPr id="12" name="Content Placeholder 2">
            <a:extLst>
              <a:ext uri="{FF2B5EF4-FFF2-40B4-BE49-F238E27FC236}">
                <a16:creationId xmlns:a16="http://schemas.microsoft.com/office/drawing/2014/main" id="{0AA0D6FA-8C52-4AB3-B0A4-644C4F688F9D}"/>
              </a:ext>
            </a:extLst>
          </p:cNvPr>
          <p:cNvSpPr txBox="1">
            <a:spLocks/>
          </p:cNvSpPr>
          <p:nvPr userDrawn="1"/>
        </p:nvSpPr>
        <p:spPr>
          <a:xfrm>
            <a:off x="1123949" y="5770563"/>
            <a:ext cx="4284663" cy="374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www.canopius.com</a:t>
            </a:r>
          </a:p>
        </p:txBody>
      </p:sp>
    </p:spTree>
    <p:extLst>
      <p:ext uri="{BB962C8B-B14F-4D97-AF65-F5344CB8AC3E}">
        <p14:creationId xmlns:p14="http://schemas.microsoft.com/office/powerpoint/2010/main" val="4068718560"/>
      </p:ext>
    </p:extLst>
  </p:cSld>
  <p:clrMap bg1="lt1" tx1="dk1" bg2="lt2" tx2="dk2" accent1="accent1" accent2="accent2" accent3="accent3" accent4="accent4" accent5="accent5" accent6="accent6" hlink="hlink" folHlink="folHlink"/>
  <p:sldLayoutIdLst>
    <p:sldLayoutId id="21474837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489307"/>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A35456-F476-8ECC-15EB-E5518A91E8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4FE921D-BB33-51C9-459D-87037BAA71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695A92-D5E2-F192-759F-FFD245F29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2B4C2-1D36-4442-83A2-939CA8F962C8}" type="datetimeFigureOut">
              <a:rPr lang="en-GB" smtClean="0"/>
              <a:t>22/09/2025</a:t>
            </a:fld>
            <a:endParaRPr lang="en-GB"/>
          </a:p>
        </p:txBody>
      </p:sp>
      <p:sp>
        <p:nvSpPr>
          <p:cNvPr id="5" name="Footer Placeholder 4">
            <a:extLst>
              <a:ext uri="{FF2B5EF4-FFF2-40B4-BE49-F238E27FC236}">
                <a16:creationId xmlns:a16="http://schemas.microsoft.com/office/drawing/2014/main" id="{0BDF587D-78AD-3329-FD2D-CA66B925E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CBC0F51-AD4B-2CCF-D64A-F136400136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12F5F0-E9EF-4B05-84DB-8329030A1432}" type="slidenum">
              <a:rPr lang="en-GB" smtClean="0"/>
              <a:t>‹#›</a:t>
            </a:fld>
            <a:endParaRPr lang="en-GB"/>
          </a:p>
        </p:txBody>
      </p:sp>
    </p:spTree>
    <p:extLst>
      <p:ext uri="{BB962C8B-B14F-4D97-AF65-F5344CB8AC3E}">
        <p14:creationId xmlns:p14="http://schemas.microsoft.com/office/powerpoint/2010/main" val="314115286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549462"/>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66AC9-B4F0-4C9E-B13A-73FB42FB5498}"/>
              </a:ext>
            </a:extLst>
          </p:cNvPr>
          <p:cNvSpPr>
            <a:spLocks noGrp="1"/>
          </p:cNvSpPr>
          <p:nvPr>
            <p:ph type="ctrTitle"/>
          </p:nvPr>
        </p:nvSpPr>
        <p:spPr/>
        <p:txBody>
          <a:bodyPr/>
          <a:lstStyle/>
          <a:p>
            <a:r>
              <a:rPr lang="en-GB"/>
              <a:t>Insights Phase D</a:t>
            </a:r>
            <a:endParaRPr lang="en-US"/>
          </a:p>
        </p:txBody>
      </p:sp>
      <p:sp>
        <p:nvSpPr>
          <p:cNvPr id="3" name="Content Placeholder 2">
            <a:extLst>
              <a:ext uri="{FF2B5EF4-FFF2-40B4-BE49-F238E27FC236}">
                <a16:creationId xmlns:a16="http://schemas.microsoft.com/office/drawing/2014/main" id="{754621B5-4B2D-47F9-954C-BD9A729B7F9A}"/>
              </a:ext>
            </a:extLst>
          </p:cNvPr>
          <p:cNvSpPr>
            <a:spLocks noGrp="1"/>
          </p:cNvSpPr>
          <p:nvPr>
            <p:ph sz="quarter" idx="13"/>
          </p:nvPr>
        </p:nvSpPr>
        <p:spPr/>
        <p:txBody>
          <a:bodyPr/>
          <a:lstStyle/>
          <a:p>
            <a:r>
              <a:rPr lang="en-US"/>
              <a:t>September 2025</a:t>
            </a:r>
          </a:p>
        </p:txBody>
      </p:sp>
      <p:sp>
        <p:nvSpPr>
          <p:cNvPr id="4" name="Text Placeholder 3">
            <a:extLst>
              <a:ext uri="{FF2B5EF4-FFF2-40B4-BE49-F238E27FC236}">
                <a16:creationId xmlns:a16="http://schemas.microsoft.com/office/drawing/2014/main" id="{26D0D9F7-4553-4231-AE3C-3213E42D315F}"/>
              </a:ext>
            </a:extLst>
          </p:cNvPr>
          <p:cNvSpPr>
            <a:spLocks noGrp="1"/>
          </p:cNvSpPr>
          <p:nvPr>
            <p:ph type="body" sz="quarter" idx="10"/>
          </p:nvPr>
        </p:nvSpPr>
        <p:spPr/>
        <p:txBody>
          <a:bodyPr/>
          <a:lstStyle/>
          <a:p>
            <a:r>
              <a:rPr lang="en-GB"/>
              <a:t>FinAct Integration Design Overview</a:t>
            </a:r>
          </a:p>
        </p:txBody>
      </p:sp>
    </p:spTree>
    <p:extLst>
      <p:ext uri="{BB962C8B-B14F-4D97-AF65-F5344CB8AC3E}">
        <p14:creationId xmlns:p14="http://schemas.microsoft.com/office/powerpoint/2010/main" val="1588029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6AC85F-D6B3-7C7E-BC6A-0BAB4A1F1C1D}"/>
              </a:ext>
            </a:extLst>
          </p:cNvPr>
          <p:cNvSpPr>
            <a:spLocks noGrp="1"/>
          </p:cNvSpPr>
          <p:nvPr>
            <p:ph type="title"/>
          </p:nvPr>
        </p:nvSpPr>
        <p:spPr/>
        <p:txBody>
          <a:bodyPr>
            <a:normAutofit/>
          </a:bodyPr>
          <a:lstStyle/>
          <a:p>
            <a:r>
              <a:rPr lang="en-GB" sz="3600"/>
              <a:t>High-Level Overview</a:t>
            </a:r>
          </a:p>
        </p:txBody>
      </p:sp>
    </p:spTree>
    <p:extLst>
      <p:ext uri="{BB962C8B-B14F-4D97-AF65-F5344CB8AC3E}">
        <p14:creationId xmlns:p14="http://schemas.microsoft.com/office/powerpoint/2010/main" val="2378411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205-526C-CF37-F4A5-10F7F4147E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8875DF7-03FA-2F16-F1AB-D6C8A5992B75}"/>
              </a:ext>
            </a:extLst>
          </p:cNvPr>
          <p:cNvSpPr>
            <a:spLocks noGrp="1"/>
          </p:cNvSpPr>
          <p:nvPr>
            <p:ph type="ctrTitle"/>
          </p:nvPr>
        </p:nvSpPr>
        <p:spPr/>
        <p:txBody>
          <a:bodyPr/>
          <a:lstStyle/>
          <a:p>
            <a:r>
              <a:rPr lang="en-GB"/>
              <a:t>Overview</a:t>
            </a:r>
          </a:p>
        </p:txBody>
      </p:sp>
      <p:sp>
        <p:nvSpPr>
          <p:cNvPr id="8" name="Content Placeholder 7">
            <a:extLst>
              <a:ext uri="{FF2B5EF4-FFF2-40B4-BE49-F238E27FC236}">
                <a16:creationId xmlns:a16="http://schemas.microsoft.com/office/drawing/2014/main" id="{9EC3D0E2-B61F-FFA8-53D6-4808C1326D7A}"/>
              </a:ext>
            </a:extLst>
          </p:cNvPr>
          <p:cNvSpPr>
            <a:spLocks noGrp="1"/>
          </p:cNvSpPr>
          <p:nvPr>
            <p:ph idx="1"/>
          </p:nvPr>
        </p:nvSpPr>
        <p:spPr>
          <a:xfrm>
            <a:off x="434919" y="3670852"/>
            <a:ext cx="5071360" cy="2528996"/>
          </a:xfrm>
        </p:spPr>
        <p:txBody>
          <a:bodyPr vert="horz" lIns="91440" tIns="45720" rIns="91440" bIns="45720" rtlCol="0" anchor="t">
            <a:noAutofit/>
          </a:bodyPr>
          <a:lstStyle/>
          <a:p>
            <a:r>
              <a:rPr lang="en-GB" sz="1800" b="1"/>
              <a:t>Proposed Approach</a:t>
            </a:r>
          </a:p>
          <a:p>
            <a:pPr marL="468000" lvl="1">
              <a:lnSpc>
                <a:spcPct val="100000"/>
              </a:lnSpc>
            </a:pPr>
            <a:r>
              <a:rPr lang="en-GB" sz="1400">
                <a:cs typeface="Poppins SemiBold"/>
              </a:rPr>
              <a:t>FinAct DM is the data used by / created in FinAct. It is currently fed from RED and is then the data source for the ‘Engines’.</a:t>
            </a:r>
          </a:p>
          <a:p>
            <a:pPr marL="468000" lvl="1">
              <a:lnSpc>
                <a:spcPct val="100000"/>
              </a:lnSpc>
            </a:pPr>
            <a:r>
              <a:rPr lang="en-GB" sz="1400">
                <a:cs typeface="Poppins SemiBold"/>
              </a:rPr>
              <a:t>FinAct DM will become part of Insights, simplifying the architecture and minimising data duplication.</a:t>
            </a:r>
          </a:p>
          <a:p>
            <a:pPr marL="468000" lvl="1">
              <a:lnSpc>
                <a:spcPct val="100000"/>
              </a:lnSpc>
            </a:pPr>
            <a:r>
              <a:rPr lang="en-GB" sz="1400">
                <a:cs typeface="Poppins SemiBold"/>
              </a:rPr>
              <a:t>The FinAct engines will be largely unchanged other than if they directly interact with RED data.</a:t>
            </a:r>
          </a:p>
          <a:p>
            <a:pPr marL="457200" lvl="1" indent="0">
              <a:buNone/>
            </a:pPr>
            <a:endParaRPr lang="en-GB" sz="1200"/>
          </a:p>
        </p:txBody>
      </p:sp>
      <p:pic>
        <p:nvPicPr>
          <p:cNvPr id="15" name="Picture 14">
            <a:extLst>
              <a:ext uri="{FF2B5EF4-FFF2-40B4-BE49-F238E27FC236}">
                <a16:creationId xmlns:a16="http://schemas.microsoft.com/office/drawing/2014/main" id="{A8651266-907A-0F0A-73C6-D2395BE1B71D}"/>
              </a:ext>
            </a:extLst>
          </p:cNvPr>
          <p:cNvPicPr>
            <a:picLocks noChangeAspect="1"/>
          </p:cNvPicPr>
          <p:nvPr/>
        </p:nvPicPr>
        <p:blipFill>
          <a:blip r:embed="rId2"/>
          <a:stretch>
            <a:fillRect/>
          </a:stretch>
        </p:blipFill>
        <p:spPr>
          <a:xfrm>
            <a:off x="5684971" y="3491948"/>
            <a:ext cx="6188976" cy="2707900"/>
          </a:xfrm>
          <a:prstGeom prst="rect">
            <a:avLst/>
          </a:prstGeom>
        </p:spPr>
      </p:pic>
      <p:sp>
        <p:nvSpPr>
          <p:cNvPr id="2" name="Content Placeholder 7">
            <a:extLst>
              <a:ext uri="{FF2B5EF4-FFF2-40B4-BE49-F238E27FC236}">
                <a16:creationId xmlns:a16="http://schemas.microsoft.com/office/drawing/2014/main" id="{35E27745-5D17-9394-506A-D0F7A9D2181E}"/>
              </a:ext>
            </a:extLst>
          </p:cNvPr>
          <p:cNvSpPr txBox="1">
            <a:spLocks/>
          </p:cNvSpPr>
          <p:nvPr/>
        </p:nvSpPr>
        <p:spPr>
          <a:xfrm>
            <a:off x="434917" y="1069403"/>
            <a:ext cx="11359517" cy="252899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Objective and Scope</a:t>
            </a:r>
          </a:p>
          <a:p>
            <a:pPr marL="468000" lvl="1">
              <a:lnSpc>
                <a:spcPct val="100000"/>
              </a:lnSpc>
            </a:pPr>
            <a:r>
              <a:rPr lang="en-GB" sz="1400">
                <a:cs typeface="Poppins SemiBold"/>
              </a:rPr>
              <a:t>Remove dependencies on RED by integrating FinAct with Insights</a:t>
            </a:r>
          </a:p>
          <a:p>
            <a:pPr marL="468000" lvl="1">
              <a:lnSpc>
                <a:spcPct val="100000"/>
              </a:lnSpc>
            </a:pPr>
            <a:r>
              <a:rPr lang="en-GB" sz="1400">
                <a:cs typeface="Poppins SemiBold"/>
              </a:rPr>
              <a:t>Remove data duplication that currently exists from FinAct DM existing separately to Insights</a:t>
            </a:r>
          </a:p>
          <a:p>
            <a:pPr marL="468000" lvl="1">
              <a:lnSpc>
                <a:spcPct val="100000"/>
              </a:lnSpc>
            </a:pPr>
            <a:r>
              <a:rPr lang="en-GB" sz="1400">
                <a:cs typeface="Poppins SemiBold"/>
              </a:rPr>
              <a:t>Minimise change to the FinAct engines which are recently developed and considered strategic</a:t>
            </a:r>
          </a:p>
          <a:p>
            <a:pPr marL="468000" lvl="1">
              <a:lnSpc>
                <a:spcPct val="100000"/>
              </a:lnSpc>
            </a:pPr>
            <a:r>
              <a:rPr lang="en-GB" sz="1400">
                <a:cs typeface="Poppins SemiBold"/>
              </a:rPr>
              <a:t>FinAct becomes a series of calculation engines, closely coupled with data in Insights</a:t>
            </a:r>
          </a:p>
          <a:p>
            <a:pPr marL="468000" lvl="1">
              <a:lnSpc>
                <a:spcPct val="100000"/>
              </a:lnSpc>
            </a:pPr>
            <a:r>
              <a:rPr lang="en-GB" sz="1400">
                <a:cs typeface="Poppins SemiBold"/>
              </a:rPr>
              <a:t>FinAct will remain in Azure SQL to minimise change, risk and rework</a:t>
            </a:r>
          </a:p>
          <a:p>
            <a:pPr marL="468000" lvl="1">
              <a:lnSpc>
                <a:spcPct val="100000"/>
              </a:lnSpc>
            </a:pPr>
            <a:r>
              <a:rPr lang="en-GB" sz="1400">
                <a:cs typeface="Poppins SemiBold"/>
              </a:rPr>
              <a:t>Finance downstream and reporting processes such as TPs need to continue to work but won’t be ‘enhanced’</a:t>
            </a:r>
          </a:p>
          <a:p>
            <a:pPr marL="468000" lvl="1">
              <a:lnSpc>
                <a:spcPct val="100000"/>
              </a:lnSpc>
            </a:pPr>
            <a:r>
              <a:rPr lang="en-GB" sz="1400">
                <a:cs typeface="Poppins SemiBold"/>
              </a:rPr>
              <a:t>General approach is make FinAct DM part of the existing Insights DWH and deal with the impacts that arise from this. </a:t>
            </a:r>
          </a:p>
          <a:p>
            <a:pPr marL="457200" lvl="1" indent="0">
              <a:buFont typeface="Arial" panose="020B0604020202020204" pitchFamily="34" charset="0"/>
              <a:buNone/>
            </a:pPr>
            <a:endParaRPr lang="en-GB" sz="1200"/>
          </a:p>
        </p:txBody>
      </p:sp>
    </p:spTree>
    <p:extLst>
      <p:ext uri="{BB962C8B-B14F-4D97-AF65-F5344CB8AC3E}">
        <p14:creationId xmlns:p14="http://schemas.microsoft.com/office/powerpoint/2010/main" val="1951638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BD69-9457-D6C6-67E1-D539E483189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33C761C-32CF-6194-E0E2-90A7B1BA8E58}"/>
              </a:ext>
            </a:extLst>
          </p:cNvPr>
          <p:cNvSpPr/>
          <p:nvPr/>
        </p:nvSpPr>
        <p:spPr>
          <a:xfrm>
            <a:off x="8800241" y="5960788"/>
            <a:ext cx="3176336" cy="6305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610E324E-1965-1669-B1CC-2806C708D462}"/>
              </a:ext>
            </a:extLst>
          </p:cNvPr>
          <p:cNvSpPr>
            <a:spLocks noGrp="1"/>
          </p:cNvSpPr>
          <p:nvPr>
            <p:ph type="ctrTitle"/>
          </p:nvPr>
        </p:nvSpPr>
        <p:spPr>
          <a:xfrm>
            <a:off x="434918" y="338776"/>
            <a:ext cx="10034299" cy="658174"/>
          </a:xfrm>
        </p:spPr>
        <p:txBody>
          <a:bodyPr/>
          <a:lstStyle/>
          <a:p>
            <a:r>
              <a:rPr lang="en-GB" sz="3600"/>
              <a:t>Current FinAct High-Level Overview</a:t>
            </a:r>
          </a:p>
        </p:txBody>
      </p:sp>
      <p:sp>
        <p:nvSpPr>
          <p:cNvPr id="8" name="Content Placeholder 7">
            <a:extLst>
              <a:ext uri="{FF2B5EF4-FFF2-40B4-BE49-F238E27FC236}">
                <a16:creationId xmlns:a16="http://schemas.microsoft.com/office/drawing/2014/main" id="{3977115B-823E-76A0-14D1-85D5A2E138F0}"/>
              </a:ext>
            </a:extLst>
          </p:cNvPr>
          <p:cNvSpPr>
            <a:spLocks noGrp="1"/>
          </p:cNvSpPr>
          <p:nvPr>
            <p:ph idx="1"/>
          </p:nvPr>
        </p:nvSpPr>
        <p:spPr>
          <a:xfrm>
            <a:off x="313710" y="5174343"/>
            <a:ext cx="11662867" cy="1476637"/>
          </a:xfrm>
          <a:solidFill>
            <a:schemeClr val="bg1"/>
          </a:solidFill>
          <a:ln>
            <a:solidFill>
              <a:schemeClr val="bg1"/>
            </a:solidFill>
          </a:ln>
        </p:spPr>
        <p:txBody>
          <a:bodyPr vert="horz" lIns="91440" tIns="45720" rIns="91440" bIns="45720" rtlCol="0" anchor="t">
            <a:noAutofit/>
          </a:bodyPr>
          <a:lstStyle/>
          <a:p>
            <a:r>
              <a:rPr lang="en-GB" sz="1200" b="1"/>
              <a:t>Key Points</a:t>
            </a:r>
          </a:p>
          <a:p>
            <a:pPr lvl="1"/>
            <a:r>
              <a:rPr lang="en-GB" sz="1050"/>
              <a:t>FinAct DM (dataset for all operational and Finance and Actuarial data used in FinAct) exists within the FinAct application, separate to RED.</a:t>
            </a:r>
          </a:p>
          <a:p>
            <a:pPr lvl="1"/>
            <a:r>
              <a:rPr lang="en-GB" sz="1050"/>
              <a:t>Operational data flows from RED into FinAct and then from there on into FinAct calculation engines</a:t>
            </a:r>
          </a:p>
          <a:p>
            <a:pPr lvl="1"/>
            <a:r>
              <a:rPr lang="en-GB" sz="1050"/>
              <a:t>Calculation engines send results back into FinAct DM</a:t>
            </a:r>
          </a:p>
          <a:p>
            <a:pPr lvl="1"/>
            <a:r>
              <a:rPr lang="en-GB" sz="1050"/>
              <a:t>Finance and Actuarial data is then sent back to RED from FinAct DM with downstream Finance feeds and TPs being run in the RED environment</a:t>
            </a:r>
          </a:p>
          <a:p>
            <a:pPr lvl="1"/>
            <a:r>
              <a:rPr lang="en-GB" sz="1050"/>
              <a:t>FinAct data is duplicated between FinAct and RED. </a:t>
            </a:r>
          </a:p>
          <a:p>
            <a:pPr marL="468000" lvl="1">
              <a:lnSpc>
                <a:spcPct val="100000"/>
              </a:lnSpc>
            </a:pPr>
            <a:endParaRPr lang="en-GB" sz="1200">
              <a:cs typeface="Poppins SemiBold"/>
            </a:endParaRPr>
          </a:p>
          <a:p>
            <a:pPr marL="468000" lvl="1">
              <a:lnSpc>
                <a:spcPct val="100000"/>
              </a:lnSpc>
            </a:pPr>
            <a:endParaRPr lang="en-GB" sz="1200">
              <a:cs typeface="Poppins SemiBold"/>
            </a:endParaRPr>
          </a:p>
          <a:p>
            <a:pPr marL="457200" lvl="1" indent="0">
              <a:buNone/>
            </a:pPr>
            <a:endParaRPr lang="en-GB" sz="1200"/>
          </a:p>
        </p:txBody>
      </p:sp>
      <p:pic>
        <p:nvPicPr>
          <p:cNvPr id="3" name="Picture 2">
            <a:extLst>
              <a:ext uri="{FF2B5EF4-FFF2-40B4-BE49-F238E27FC236}">
                <a16:creationId xmlns:a16="http://schemas.microsoft.com/office/drawing/2014/main" id="{379237DF-141F-6EC1-7F28-AB0CC78E1CC9}"/>
              </a:ext>
            </a:extLst>
          </p:cNvPr>
          <p:cNvPicPr>
            <a:picLocks noChangeAspect="1"/>
          </p:cNvPicPr>
          <p:nvPr/>
        </p:nvPicPr>
        <p:blipFill>
          <a:blip r:embed="rId2"/>
          <a:stretch>
            <a:fillRect/>
          </a:stretch>
        </p:blipFill>
        <p:spPr>
          <a:xfrm>
            <a:off x="95513" y="902606"/>
            <a:ext cx="11925991" cy="4271737"/>
          </a:xfrm>
          <a:prstGeom prst="rect">
            <a:avLst/>
          </a:prstGeom>
        </p:spPr>
      </p:pic>
    </p:spTree>
    <p:extLst>
      <p:ext uri="{BB962C8B-B14F-4D97-AF65-F5344CB8AC3E}">
        <p14:creationId xmlns:p14="http://schemas.microsoft.com/office/powerpoint/2010/main" val="3760510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AB0B-1D39-4FD8-F32B-4EA8A25A6CD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76607E7-C2CB-C6F6-BE53-202EDC018D22}"/>
              </a:ext>
            </a:extLst>
          </p:cNvPr>
          <p:cNvSpPr/>
          <p:nvPr/>
        </p:nvSpPr>
        <p:spPr>
          <a:xfrm>
            <a:off x="8800241" y="5960788"/>
            <a:ext cx="3176336" cy="6305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2EDBB909-57F3-1867-9D45-4A216D62D669}"/>
              </a:ext>
            </a:extLst>
          </p:cNvPr>
          <p:cNvSpPr>
            <a:spLocks noGrp="1"/>
          </p:cNvSpPr>
          <p:nvPr>
            <p:ph type="ctrTitle"/>
          </p:nvPr>
        </p:nvSpPr>
        <p:spPr>
          <a:xfrm>
            <a:off x="434918" y="338776"/>
            <a:ext cx="11048091" cy="658174"/>
          </a:xfrm>
        </p:spPr>
        <p:txBody>
          <a:bodyPr/>
          <a:lstStyle/>
          <a:p>
            <a:r>
              <a:rPr lang="en-GB" sz="3600"/>
              <a:t>Phase D Insights FinAct High-Level Overview</a:t>
            </a:r>
          </a:p>
        </p:txBody>
      </p:sp>
      <p:pic>
        <p:nvPicPr>
          <p:cNvPr id="7" name="Picture 6">
            <a:extLst>
              <a:ext uri="{FF2B5EF4-FFF2-40B4-BE49-F238E27FC236}">
                <a16:creationId xmlns:a16="http://schemas.microsoft.com/office/drawing/2014/main" id="{E6268088-7BC9-CC0B-D301-75E6BA12053F}"/>
              </a:ext>
            </a:extLst>
          </p:cNvPr>
          <p:cNvPicPr>
            <a:picLocks noChangeAspect="1"/>
          </p:cNvPicPr>
          <p:nvPr/>
        </p:nvPicPr>
        <p:blipFill>
          <a:blip r:embed="rId2"/>
          <a:stretch>
            <a:fillRect/>
          </a:stretch>
        </p:blipFill>
        <p:spPr>
          <a:xfrm>
            <a:off x="2053771" y="991245"/>
            <a:ext cx="7523429" cy="4123418"/>
          </a:xfrm>
          <a:prstGeom prst="rect">
            <a:avLst/>
          </a:prstGeom>
        </p:spPr>
      </p:pic>
      <p:sp>
        <p:nvSpPr>
          <p:cNvPr id="9" name="Rectangle 8">
            <a:extLst>
              <a:ext uri="{FF2B5EF4-FFF2-40B4-BE49-F238E27FC236}">
                <a16:creationId xmlns:a16="http://schemas.microsoft.com/office/drawing/2014/main" id="{67186D87-2C21-710C-6BEE-15D1425F4C74}"/>
              </a:ext>
            </a:extLst>
          </p:cNvPr>
          <p:cNvSpPr/>
          <p:nvPr/>
        </p:nvSpPr>
        <p:spPr>
          <a:xfrm>
            <a:off x="215423" y="6062388"/>
            <a:ext cx="3176336" cy="6305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7">
            <a:extLst>
              <a:ext uri="{FF2B5EF4-FFF2-40B4-BE49-F238E27FC236}">
                <a16:creationId xmlns:a16="http://schemas.microsoft.com/office/drawing/2014/main" id="{0F8A214D-2467-2A14-8C7C-237A334EC388}"/>
              </a:ext>
            </a:extLst>
          </p:cNvPr>
          <p:cNvSpPr>
            <a:spLocks noGrp="1"/>
          </p:cNvSpPr>
          <p:nvPr>
            <p:ph idx="1"/>
          </p:nvPr>
        </p:nvSpPr>
        <p:spPr>
          <a:xfrm>
            <a:off x="313710" y="5174343"/>
            <a:ext cx="11662867" cy="1476637"/>
          </a:xfrm>
          <a:solidFill>
            <a:schemeClr val="bg1"/>
          </a:solidFill>
          <a:ln>
            <a:solidFill>
              <a:schemeClr val="bg1"/>
            </a:solidFill>
          </a:ln>
        </p:spPr>
        <p:txBody>
          <a:bodyPr vert="horz" lIns="91440" tIns="45720" rIns="91440" bIns="45720" rtlCol="0" anchor="t">
            <a:noAutofit/>
          </a:bodyPr>
          <a:lstStyle/>
          <a:p>
            <a:r>
              <a:rPr lang="en-GB" sz="1200" b="1"/>
              <a:t>Key Points</a:t>
            </a:r>
          </a:p>
          <a:p>
            <a:pPr lvl="1"/>
            <a:r>
              <a:rPr lang="en-GB" sz="1050"/>
              <a:t>FinAct DM (dataset for all operational and Finance and Actuarial data used in FinAct) becomes part of the core Insights model and no longer lives in FinAct.</a:t>
            </a:r>
          </a:p>
          <a:p>
            <a:pPr lvl="1"/>
            <a:r>
              <a:rPr lang="en-GB" sz="1050"/>
              <a:t>No longer a need for this data to be fed wholesale into FinAct. FinAct engines are fed directly from Insights.</a:t>
            </a:r>
          </a:p>
          <a:p>
            <a:pPr lvl="1"/>
            <a:r>
              <a:rPr lang="en-GB" sz="1050"/>
              <a:t>Engines themselves are largely unchanged but now send their outputs back to Insights directly.</a:t>
            </a:r>
          </a:p>
          <a:p>
            <a:pPr lvl="1"/>
            <a:r>
              <a:rPr lang="en-GB" sz="1050"/>
              <a:t>Finance Calculations and QMB move into Insights alongside the FinAct data. TPs may become a dedicated engine within FinAct (TBC)</a:t>
            </a:r>
          </a:p>
          <a:p>
            <a:pPr lvl="1"/>
            <a:r>
              <a:rPr lang="en-GB" sz="1050"/>
              <a:t>FinAct data is not duplicated between FinAct and Insights establishing a single version of the truth and minimising data flows. </a:t>
            </a:r>
          </a:p>
          <a:p>
            <a:pPr marL="468000" lvl="1">
              <a:lnSpc>
                <a:spcPct val="100000"/>
              </a:lnSpc>
            </a:pPr>
            <a:endParaRPr lang="en-GB" sz="1200">
              <a:cs typeface="Poppins SemiBold"/>
            </a:endParaRPr>
          </a:p>
          <a:p>
            <a:pPr marL="468000" lvl="1">
              <a:lnSpc>
                <a:spcPct val="100000"/>
              </a:lnSpc>
            </a:pPr>
            <a:endParaRPr lang="en-GB" sz="1200">
              <a:cs typeface="Poppins SemiBold"/>
            </a:endParaRPr>
          </a:p>
          <a:p>
            <a:pPr marL="457200" lvl="1" indent="0">
              <a:buNone/>
            </a:pPr>
            <a:endParaRPr lang="en-GB" sz="1200"/>
          </a:p>
        </p:txBody>
      </p:sp>
    </p:spTree>
    <p:extLst>
      <p:ext uri="{BB962C8B-B14F-4D97-AF65-F5344CB8AC3E}">
        <p14:creationId xmlns:p14="http://schemas.microsoft.com/office/powerpoint/2010/main" val="3958508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137D-3D46-A173-F3C2-D0B21EDAE9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ADEAEA-3231-2F15-98F4-0117D872042A}"/>
              </a:ext>
            </a:extLst>
          </p:cNvPr>
          <p:cNvSpPr>
            <a:spLocks noGrp="1"/>
          </p:cNvSpPr>
          <p:nvPr>
            <p:ph type="title"/>
          </p:nvPr>
        </p:nvSpPr>
        <p:spPr/>
        <p:txBody>
          <a:bodyPr>
            <a:normAutofit/>
          </a:bodyPr>
          <a:lstStyle/>
          <a:p>
            <a:r>
              <a:rPr lang="en-GB" sz="3600"/>
              <a:t>Data Model Overview</a:t>
            </a:r>
          </a:p>
        </p:txBody>
      </p:sp>
    </p:spTree>
    <p:extLst>
      <p:ext uri="{BB962C8B-B14F-4D97-AF65-F5344CB8AC3E}">
        <p14:creationId xmlns:p14="http://schemas.microsoft.com/office/powerpoint/2010/main" val="190815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0C03-9E84-F5A0-D919-76822C5B8C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8084EF-A099-AB38-757D-2B569D8C5E37}"/>
              </a:ext>
            </a:extLst>
          </p:cNvPr>
          <p:cNvSpPr>
            <a:spLocks noGrp="1"/>
          </p:cNvSpPr>
          <p:nvPr>
            <p:ph type="ctrTitle"/>
          </p:nvPr>
        </p:nvSpPr>
        <p:spPr/>
        <p:txBody>
          <a:bodyPr/>
          <a:lstStyle/>
          <a:p>
            <a:r>
              <a:rPr lang="en-GB"/>
              <a:t>FinAct DM Data Model</a:t>
            </a:r>
          </a:p>
        </p:txBody>
      </p:sp>
      <p:sp>
        <p:nvSpPr>
          <p:cNvPr id="2" name="Content Placeholder 7">
            <a:extLst>
              <a:ext uri="{FF2B5EF4-FFF2-40B4-BE49-F238E27FC236}">
                <a16:creationId xmlns:a16="http://schemas.microsoft.com/office/drawing/2014/main" id="{70E334B3-3189-B348-45C9-6CC6259480A8}"/>
              </a:ext>
            </a:extLst>
          </p:cNvPr>
          <p:cNvSpPr txBox="1">
            <a:spLocks/>
          </p:cNvSpPr>
          <p:nvPr/>
        </p:nvSpPr>
        <p:spPr>
          <a:xfrm>
            <a:off x="434918" y="1069403"/>
            <a:ext cx="6310440" cy="525851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Overview</a:t>
            </a:r>
          </a:p>
          <a:p>
            <a:pPr marL="468000" lvl="1">
              <a:lnSpc>
                <a:spcPct val="100000"/>
              </a:lnSpc>
            </a:pPr>
            <a:r>
              <a:rPr lang="en-GB" sz="1200">
                <a:cs typeface="Poppins SemiBold"/>
              </a:rPr>
              <a:t>FinAct DM becomes part of the existing Insights DWH model</a:t>
            </a:r>
          </a:p>
          <a:p>
            <a:pPr marL="468000" lvl="1">
              <a:lnSpc>
                <a:spcPct val="100000"/>
              </a:lnSpc>
            </a:pPr>
            <a:r>
              <a:rPr lang="en-GB" sz="1200">
                <a:cs typeface="Poppins SemiBold"/>
              </a:rPr>
              <a:t>A new Fact table (</a:t>
            </a:r>
            <a:r>
              <a:rPr lang="en-GB" sz="1200" b="1" err="1">
                <a:cs typeface="Poppins SemiBold"/>
              </a:rPr>
              <a:t>fact_FinAct_Transaction</a:t>
            </a:r>
            <a:r>
              <a:rPr lang="en-GB" sz="1200">
                <a:cs typeface="Poppins SemiBold"/>
              </a:rPr>
              <a:t>) is introduced</a:t>
            </a:r>
          </a:p>
          <a:p>
            <a:pPr marL="468000" lvl="1">
              <a:lnSpc>
                <a:spcPct val="100000"/>
              </a:lnSpc>
            </a:pPr>
            <a:r>
              <a:rPr lang="en-GB" sz="1200">
                <a:cs typeface="Poppins SemiBold"/>
              </a:rPr>
              <a:t>A new Dimension (</a:t>
            </a:r>
            <a:r>
              <a:rPr lang="en-GB" sz="1200" b="1" err="1">
                <a:cs typeface="Poppins SemiBold"/>
              </a:rPr>
              <a:t>dim_Measure</a:t>
            </a:r>
            <a:r>
              <a:rPr lang="en-GB" sz="1200">
                <a:cs typeface="Poppins SemiBold"/>
              </a:rPr>
              <a:t>) is introduced</a:t>
            </a:r>
          </a:p>
          <a:p>
            <a:pPr marL="468000" lvl="1">
              <a:lnSpc>
                <a:spcPct val="100000"/>
              </a:lnSpc>
            </a:pPr>
            <a:r>
              <a:rPr lang="en-GB" sz="1200">
                <a:cs typeface="Poppins SemiBold"/>
              </a:rPr>
              <a:t>Otherwise references existing Insights dimensions</a:t>
            </a:r>
          </a:p>
          <a:p>
            <a:pPr marL="468000" lvl="1">
              <a:lnSpc>
                <a:spcPct val="100000"/>
              </a:lnSpc>
            </a:pPr>
            <a:r>
              <a:rPr lang="en-GB" sz="1200">
                <a:cs typeface="Poppins SemiBold"/>
              </a:rPr>
              <a:t>Reflects existing FinAct fact table design with unused columns removed and dimensions replaced by existing Insights concepts </a:t>
            </a:r>
            <a:r>
              <a:rPr lang="en-GB" sz="1050">
                <a:cs typeface="Poppins SemiBold"/>
              </a:rPr>
              <a:t>(e.g. Outwards Policy, Reinsurer, Loss Event)</a:t>
            </a:r>
          </a:p>
          <a:p>
            <a:pPr marL="468000" lvl="1">
              <a:lnSpc>
                <a:spcPct val="100000"/>
              </a:lnSpc>
            </a:pPr>
            <a:r>
              <a:rPr lang="en-GB" sz="1200">
                <a:cs typeface="Poppins SemiBold"/>
              </a:rPr>
              <a:t>Uses </a:t>
            </a:r>
            <a:r>
              <a:rPr lang="en-GB" sz="1200" err="1">
                <a:cs typeface="Poppins SemiBold"/>
              </a:rPr>
              <a:t>Original_IDs</a:t>
            </a:r>
            <a:r>
              <a:rPr lang="en-GB" sz="1200">
                <a:cs typeface="Poppins SemiBold"/>
              </a:rPr>
              <a:t> rather than IDs for all concepts to simplify reporting and minimise the need for contra/correct transactions to handle slowly changing dimensions</a:t>
            </a:r>
          </a:p>
          <a:p>
            <a:pPr marL="468000" lvl="1">
              <a:lnSpc>
                <a:spcPct val="100000"/>
              </a:lnSpc>
            </a:pPr>
            <a:r>
              <a:rPr lang="en-GB" sz="1200">
                <a:cs typeface="Poppins SemiBold"/>
              </a:rPr>
              <a:t>Columns inherited from policy data in Insights will require an on-going process to create contra/corrects</a:t>
            </a:r>
          </a:p>
          <a:p>
            <a:pPr marL="468000" lvl="1">
              <a:lnSpc>
                <a:spcPct val="100000"/>
              </a:lnSpc>
            </a:pPr>
            <a:r>
              <a:rPr lang="en-GB" sz="1200">
                <a:cs typeface="Poppins SemiBold"/>
              </a:rPr>
              <a:t>FinAct Data Source, Batch ID and potentially some additional historical fields may become candidates for inclusion on dedicated dimensions or potentially a </a:t>
            </a:r>
            <a:r>
              <a:rPr lang="en-GB" sz="1200" err="1">
                <a:cs typeface="Poppins SemiBold"/>
              </a:rPr>
              <a:t>dim_FinAct_Transaction</a:t>
            </a:r>
            <a:r>
              <a:rPr lang="en-GB" sz="1200">
                <a:cs typeface="Poppins SemiBold"/>
              </a:rPr>
              <a:t> dimension.</a:t>
            </a:r>
          </a:p>
          <a:p>
            <a:pPr marL="468000" lvl="1">
              <a:lnSpc>
                <a:spcPct val="100000"/>
              </a:lnSpc>
            </a:pPr>
            <a:endParaRPr lang="en-GB" sz="600">
              <a:cs typeface="Poppins SemiBold"/>
            </a:endParaRPr>
          </a:p>
          <a:p>
            <a:pPr marL="10800">
              <a:lnSpc>
                <a:spcPct val="100000"/>
              </a:lnSpc>
            </a:pPr>
            <a:r>
              <a:rPr lang="en-GB" sz="1800" b="1"/>
              <a:t>Key points</a:t>
            </a:r>
          </a:p>
          <a:p>
            <a:pPr marL="468000" lvl="1">
              <a:lnSpc>
                <a:spcPct val="100000"/>
              </a:lnSpc>
            </a:pPr>
            <a:r>
              <a:rPr lang="en-GB" sz="1200">
                <a:cs typeface="Poppins SemiBold"/>
              </a:rPr>
              <a:t>Existing FinAct measure structure will be maintained</a:t>
            </a:r>
          </a:p>
          <a:p>
            <a:pPr marL="468000" lvl="1">
              <a:lnSpc>
                <a:spcPct val="100000"/>
              </a:lnSpc>
            </a:pPr>
            <a:r>
              <a:rPr lang="en-GB" sz="1200">
                <a:cs typeface="Poppins SemiBold"/>
              </a:rPr>
              <a:t>This includes existing handling of OCC and SCC as separate measures</a:t>
            </a:r>
          </a:p>
          <a:p>
            <a:pPr marL="468000" lvl="1">
              <a:lnSpc>
                <a:spcPct val="100000"/>
              </a:lnSpc>
            </a:pPr>
            <a:r>
              <a:rPr lang="en-GB" sz="1200">
                <a:cs typeface="Poppins SemiBold"/>
              </a:rPr>
              <a:t>Data content of the fact will remain consistent with FinAct and therefore contain operational as well as FinAct data. </a:t>
            </a:r>
          </a:p>
          <a:p>
            <a:pPr marL="239400" lvl="1" indent="0">
              <a:lnSpc>
                <a:spcPct val="100000"/>
              </a:lnSpc>
              <a:buNone/>
            </a:pPr>
            <a:endParaRPr lang="en-GB" sz="1400">
              <a:cs typeface="Poppins SemiBold"/>
            </a:endParaRPr>
          </a:p>
          <a:p>
            <a:pPr marL="457200" lvl="1" indent="0">
              <a:buFont typeface="Arial" panose="020B0604020202020204" pitchFamily="34" charset="0"/>
              <a:buNone/>
            </a:pPr>
            <a:endParaRPr lang="en-GB" sz="1200"/>
          </a:p>
        </p:txBody>
      </p:sp>
      <p:pic>
        <p:nvPicPr>
          <p:cNvPr id="10" name="Picture 9">
            <a:extLst>
              <a:ext uri="{FF2B5EF4-FFF2-40B4-BE49-F238E27FC236}">
                <a16:creationId xmlns:a16="http://schemas.microsoft.com/office/drawing/2014/main" id="{1B5469CE-4D0E-9B7D-05A8-18DDBBBBD634}"/>
              </a:ext>
            </a:extLst>
          </p:cNvPr>
          <p:cNvPicPr>
            <a:picLocks noChangeAspect="1"/>
          </p:cNvPicPr>
          <p:nvPr/>
        </p:nvPicPr>
        <p:blipFill>
          <a:blip r:embed="rId2"/>
          <a:stretch>
            <a:fillRect/>
          </a:stretch>
        </p:blipFill>
        <p:spPr>
          <a:xfrm>
            <a:off x="6899803" y="629478"/>
            <a:ext cx="5038128" cy="5599044"/>
          </a:xfrm>
          <a:prstGeom prst="rect">
            <a:avLst/>
          </a:prstGeom>
        </p:spPr>
      </p:pic>
    </p:spTree>
    <p:extLst>
      <p:ext uri="{BB962C8B-B14F-4D97-AF65-F5344CB8AC3E}">
        <p14:creationId xmlns:p14="http://schemas.microsoft.com/office/powerpoint/2010/main" val="4093687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EA76-B6DC-BD55-EAB4-B5F7C5DEAE6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CCA831-6A6E-444B-7AD3-5A2EAE262F50}"/>
              </a:ext>
            </a:extLst>
          </p:cNvPr>
          <p:cNvSpPr>
            <a:spLocks noGrp="1"/>
          </p:cNvSpPr>
          <p:nvPr>
            <p:ph type="ctrTitle"/>
          </p:nvPr>
        </p:nvSpPr>
        <p:spPr/>
        <p:txBody>
          <a:bodyPr/>
          <a:lstStyle/>
          <a:p>
            <a:r>
              <a:rPr lang="en-GB"/>
              <a:t>Conformed Model</a:t>
            </a:r>
          </a:p>
        </p:txBody>
      </p:sp>
      <p:sp>
        <p:nvSpPr>
          <p:cNvPr id="2" name="Content Placeholder 7">
            <a:extLst>
              <a:ext uri="{FF2B5EF4-FFF2-40B4-BE49-F238E27FC236}">
                <a16:creationId xmlns:a16="http://schemas.microsoft.com/office/drawing/2014/main" id="{496371EA-AFCF-6D9C-B9E2-0CC217FE8BE2}"/>
              </a:ext>
            </a:extLst>
          </p:cNvPr>
          <p:cNvSpPr txBox="1">
            <a:spLocks/>
          </p:cNvSpPr>
          <p:nvPr/>
        </p:nvSpPr>
        <p:spPr>
          <a:xfrm>
            <a:off x="434917" y="1069403"/>
            <a:ext cx="6694753" cy="499346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Overview</a:t>
            </a:r>
          </a:p>
          <a:p>
            <a:pPr marL="468000" lvl="1">
              <a:lnSpc>
                <a:spcPct val="100000"/>
              </a:lnSpc>
            </a:pPr>
            <a:r>
              <a:rPr lang="en-GB" sz="1200">
                <a:cs typeface="Poppins SemiBold"/>
              </a:rPr>
              <a:t>Conformed model aligned with common output from FinAct engines.</a:t>
            </a:r>
          </a:p>
          <a:p>
            <a:pPr marL="468000" lvl="1">
              <a:lnSpc>
                <a:spcPct val="100000"/>
              </a:lnSpc>
            </a:pPr>
            <a:r>
              <a:rPr lang="en-GB" sz="1200">
                <a:cs typeface="Poppins SemiBold"/>
              </a:rPr>
              <a:t>Each engine maintains its own common table across Raw, Standardised, and Conformed layers. E.g. </a:t>
            </a:r>
            <a:r>
              <a:rPr lang="en-GB" sz="1200" b="1">
                <a:cs typeface="Poppins SemiBold"/>
              </a:rPr>
              <a:t>earnings_transaction, reserving transaction</a:t>
            </a:r>
            <a:r>
              <a:rPr lang="en-GB" sz="1200">
                <a:cs typeface="Poppins SemiBold"/>
              </a:rPr>
              <a:t> etc.</a:t>
            </a:r>
          </a:p>
          <a:p>
            <a:pPr marL="468000" lvl="1">
              <a:lnSpc>
                <a:spcPct val="100000"/>
              </a:lnSpc>
            </a:pPr>
            <a:r>
              <a:rPr lang="en-GB" sz="1200">
                <a:cs typeface="Poppins SemiBold"/>
              </a:rPr>
              <a:t>This structure supports alignment with the current design of the Insights platform and makes incremental loading more straightforward</a:t>
            </a:r>
          </a:p>
          <a:p>
            <a:pPr marL="468000" lvl="1">
              <a:lnSpc>
                <a:spcPct val="100000"/>
              </a:lnSpc>
            </a:pPr>
            <a:r>
              <a:rPr lang="en-GB" sz="1200">
                <a:cs typeface="Poppins SemiBold"/>
              </a:rPr>
              <a:t>New </a:t>
            </a:r>
            <a:r>
              <a:rPr lang="en-GB" sz="1200" b="1">
                <a:cs typeface="Poppins SemiBold"/>
              </a:rPr>
              <a:t>measure</a:t>
            </a:r>
            <a:r>
              <a:rPr lang="en-GB" sz="1200">
                <a:cs typeface="Poppins SemiBold"/>
              </a:rPr>
              <a:t> entity will be loaded from Insights MDS</a:t>
            </a:r>
          </a:p>
          <a:p>
            <a:pPr marL="925200" lvl="2">
              <a:lnSpc>
                <a:spcPct val="100000"/>
              </a:lnSpc>
            </a:pPr>
            <a:r>
              <a:rPr lang="en-GB" sz="1000">
                <a:cs typeface="Poppins SemiBold"/>
              </a:rPr>
              <a:t>An additional column has been introduced to support Insights-specific naming conventions. </a:t>
            </a:r>
          </a:p>
          <a:p>
            <a:pPr marL="925200" lvl="2">
              <a:lnSpc>
                <a:spcPct val="100000"/>
              </a:lnSpc>
            </a:pPr>
            <a:r>
              <a:rPr lang="en-GB" sz="1000">
                <a:cs typeface="Poppins SemiBold"/>
              </a:rPr>
              <a:t>In FinAct, the measure uses a friendly name, which is functionally equivalent to the measure name. </a:t>
            </a:r>
          </a:p>
          <a:p>
            <a:pPr marL="468000" lvl="1">
              <a:lnSpc>
                <a:spcPct val="100000"/>
              </a:lnSpc>
            </a:pPr>
            <a:r>
              <a:rPr lang="en-GB" sz="1200">
                <a:cs typeface="Poppins SemiBold"/>
              </a:rPr>
              <a:t>A separate extended version of the conformed transaction table will be used to hold historical data migrated from FinAct to allow historical attributes to be retained. This table will be subject to a one-off load</a:t>
            </a:r>
          </a:p>
          <a:p>
            <a:pPr marL="468000" lvl="1">
              <a:lnSpc>
                <a:spcPct val="100000"/>
              </a:lnSpc>
            </a:pPr>
            <a:r>
              <a:rPr lang="en-GB" sz="1200">
                <a:cs typeface="Poppins SemiBold"/>
              </a:rPr>
              <a:t>Raw and Standardised models largely mirror Conformed.</a:t>
            </a:r>
          </a:p>
          <a:p>
            <a:pPr marL="10800">
              <a:lnSpc>
                <a:spcPct val="100000"/>
              </a:lnSpc>
            </a:pPr>
            <a:r>
              <a:rPr lang="en-GB" sz="1800" b="1"/>
              <a:t>Key points</a:t>
            </a:r>
          </a:p>
          <a:p>
            <a:pPr marL="468000" lvl="1">
              <a:lnSpc>
                <a:spcPct val="100000"/>
              </a:lnSpc>
            </a:pPr>
            <a:r>
              <a:rPr lang="en-GB" sz="1200">
                <a:cs typeface="Poppins SemiBold"/>
              </a:rPr>
              <a:t>On-going load from FinAct to Conformed will involve little transformation as common output format from FinAct will provide required information</a:t>
            </a:r>
          </a:p>
          <a:p>
            <a:pPr marL="468000" lvl="1">
              <a:lnSpc>
                <a:spcPct val="100000"/>
              </a:lnSpc>
            </a:pPr>
            <a:r>
              <a:rPr lang="en-GB" sz="1200">
                <a:cs typeface="Poppins SemiBold"/>
              </a:rPr>
              <a:t>Historical load will need to map FinAct concepts to Insights Conformed model</a:t>
            </a:r>
          </a:p>
          <a:p>
            <a:pPr marL="925200" lvl="2">
              <a:lnSpc>
                <a:spcPct val="100000"/>
              </a:lnSpc>
            </a:pPr>
            <a:r>
              <a:rPr lang="en-GB" sz="1000">
                <a:cs typeface="Poppins SemiBold"/>
              </a:rPr>
              <a:t>Separating inwards and outwards policy concepts</a:t>
            </a:r>
          </a:p>
          <a:p>
            <a:pPr marL="925200" lvl="2">
              <a:lnSpc>
                <a:spcPct val="100000"/>
              </a:lnSpc>
            </a:pPr>
            <a:r>
              <a:rPr lang="en-GB" sz="1000">
                <a:cs typeface="Poppins SemiBold"/>
              </a:rPr>
              <a:t>Mapping to Loss Event data from Event / Event Group</a:t>
            </a:r>
          </a:p>
          <a:p>
            <a:pPr marL="925200" lvl="2">
              <a:lnSpc>
                <a:spcPct val="100000"/>
              </a:lnSpc>
            </a:pPr>
            <a:r>
              <a:rPr lang="en-GB" sz="1000">
                <a:cs typeface="Poppins SemiBold"/>
              </a:rPr>
              <a:t>Mapping to Reinsurer parties.</a:t>
            </a:r>
          </a:p>
          <a:p>
            <a:pPr marL="239400" lvl="1" indent="0">
              <a:lnSpc>
                <a:spcPct val="100000"/>
              </a:lnSpc>
              <a:buNone/>
            </a:pPr>
            <a:endParaRPr lang="en-GB" sz="1400">
              <a:cs typeface="Poppins SemiBold"/>
            </a:endParaRPr>
          </a:p>
          <a:p>
            <a:pPr marL="457200" lvl="1" indent="0">
              <a:buFont typeface="Arial" panose="020B0604020202020204" pitchFamily="34" charset="0"/>
              <a:buNone/>
            </a:pPr>
            <a:endParaRPr lang="en-GB" sz="1200"/>
          </a:p>
        </p:txBody>
      </p:sp>
      <p:pic>
        <p:nvPicPr>
          <p:cNvPr id="4" name="Picture 3">
            <a:extLst>
              <a:ext uri="{FF2B5EF4-FFF2-40B4-BE49-F238E27FC236}">
                <a16:creationId xmlns:a16="http://schemas.microsoft.com/office/drawing/2014/main" id="{DE898026-1199-7D2D-1A5E-466F962CC20E}"/>
              </a:ext>
            </a:extLst>
          </p:cNvPr>
          <p:cNvPicPr>
            <a:picLocks noChangeAspect="1"/>
          </p:cNvPicPr>
          <p:nvPr/>
        </p:nvPicPr>
        <p:blipFill>
          <a:blip r:embed="rId2"/>
          <a:stretch>
            <a:fillRect/>
          </a:stretch>
        </p:blipFill>
        <p:spPr>
          <a:xfrm>
            <a:off x="7260568" y="890412"/>
            <a:ext cx="4446025" cy="5059813"/>
          </a:xfrm>
          <a:prstGeom prst="rect">
            <a:avLst/>
          </a:prstGeom>
        </p:spPr>
      </p:pic>
    </p:spTree>
    <p:extLst>
      <p:ext uri="{BB962C8B-B14F-4D97-AF65-F5344CB8AC3E}">
        <p14:creationId xmlns:p14="http://schemas.microsoft.com/office/powerpoint/2010/main" val="2576427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B2EC7-6F92-B2B3-21C5-F2D2F7E49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7F9A8F-2635-B98E-3F37-33FEA21C09AD}"/>
              </a:ext>
            </a:extLst>
          </p:cNvPr>
          <p:cNvSpPr>
            <a:spLocks noGrp="1"/>
          </p:cNvSpPr>
          <p:nvPr>
            <p:ph type="title"/>
          </p:nvPr>
        </p:nvSpPr>
        <p:spPr/>
        <p:txBody>
          <a:bodyPr>
            <a:normAutofit/>
          </a:bodyPr>
          <a:lstStyle/>
          <a:p>
            <a:r>
              <a:rPr lang="en-GB" sz="3600"/>
              <a:t>FinAct to Insights Data Flow</a:t>
            </a:r>
          </a:p>
        </p:txBody>
      </p:sp>
    </p:spTree>
    <p:extLst>
      <p:ext uri="{BB962C8B-B14F-4D97-AF65-F5344CB8AC3E}">
        <p14:creationId xmlns:p14="http://schemas.microsoft.com/office/powerpoint/2010/main" val="2085134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4CC61-A857-8465-B0AB-16F49798BF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2BDC43-278D-D3D7-8166-50AFBAF6D09C}"/>
              </a:ext>
            </a:extLst>
          </p:cNvPr>
          <p:cNvSpPr>
            <a:spLocks noGrp="1"/>
          </p:cNvSpPr>
          <p:nvPr>
            <p:ph type="ctrTitle"/>
          </p:nvPr>
        </p:nvSpPr>
        <p:spPr/>
        <p:txBody>
          <a:bodyPr/>
          <a:lstStyle/>
          <a:p>
            <a:r>
              <a:rPr lang="en-GB"/>
              <a:t>FinAct to Insights Load</a:t>
            </a:r>
          </a:p>
        </p:txBody>
      </p:sp>
      <p:sp>
        <p:nvSpPr>
          <p:cNvPr id="2" name="Content Placeholder 7">
            <a:extLst>
              <a:ext uri="{FF2B5EF4-FFF2-40B4-BE49-F238E27FC236}">
                <a16:creationId xmlns:a16="http://schemas.microsoft.com/office/drawing/2014/main" id="{0D624464-C1A9-13F0-F90C-022839961E2B}"/>
              </a:ext>
            </a:extLst>
          </p:cNvPr>
          <p:cNvSpPr txBox="1">
            <a:spLocks/>
          </p:cNvSpPr>
          <p:nvPr/>
        </p:nvSpPr>
        <p:spPr>
          <a:xfrm>
            <a:off x="434917" y="1069404"/>
            <a:ext cx="11081222" cy="189908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Overview</a:t>
            </a:r>
          </a:p>
          <a:p>
            <a:pPr marL="468000" lvl="1">
              <a:lnSpc>
                <a:spcPct val="100000"/>
              </a:lnSpc>
            </a:pPr>
            <a:r>
              <a:rPr lang="en-GB" sz="1200">
                <a:cs typeface="Poppins SemiBold"/>
              </a:rPr>
              <a:t>The FinAct engines will create output data within a new FinAct Outbound schema in FinAct</a:t>
            </a:r>
          </a:p>
          <a:p>
            <a:pPr marL="468000" lvl="1">
              <a:lnSpc>
                <a:spcPct val="100000"/>
              </a:lnSpc>
            </a:pPr>
            <a:r>
              <a:rPr lang="en-GB" sz="1200">
                <a:cs typeface="Poppins SemiBold"/>
              </a:rPr>
              <a:t>Outputs from all engines that need to feed Insights will be in a common format</a:t>
            </a:r>
          </a:p>
          <a:p>
            <a:pPr marL="468000" lvl="1">
              <a:lnSpc>
                <a:spcPct val="100000"/>
              </a:lnSpc>
            </a:pPr>
            <a:r>
              <a:rPr lang="en-GB" sz="1200">
                <a:cs typeface="Poppins SemiBold"/>
              </a:rPr>
              <a:t>FinAct Outbound data will be ingested into Insights into raw layer and then into subsequent data layers till DWH</a:t>
            </a:r>
          </a:p>
          <a:p>
            <a:pPr marL="468000" lvl="1">
              <a:lnSpc>
                <a:spcPct val="100000"/>
              </a:lnSpc>
            </a:pPr>
            <a:r>
              <a:rPr lang="en-GB" sz="1200">
                <a:cs typeface="Poppins SemiBold"/>
              </a:rPr>
              <a:t>Data load process will follow standard Insights load processes, batch control etc. </a:t>
            </a:r>
          </a:p>
          <a:p>
            <a:pPr marL="468000" lvl="1">
              <a:lnSpc>
                <a:spcPct val="100000"/>
              </a:lnSpc>
            </a:pPr>
            <a:r>
              <a:rPr lang="en-GB" sz="1200">
                <a:cs typeface="Poppins SemiBold"/>
              </a:rPr>
              <a:t>One-off historical load process will follow the same process but require specific notebooks to maintain additional columns</a:t>
            </a:r>
          </a:p>
          <a:p>
            <a:pPr marL="468000" lvl="1">
              <a:lnSpc>
                <a:spcPct val="100000"/>
              </a:lnSpc>
            </a:pPr>
            <a:r>
              <a:rPr lang="en-GB" sz="1200">
                <a:cs typeface="Poppins SemiBold"/>
              </a:rPr>
              <a:t>Current focus is on building/testing this process with ~6BN rows of historical data from FinAct.</a:t>
            </a:r>
          </a:p>
          <a:p>
            <a:pPr marL="239400" lvl="1" indent="0">
              <a:lnSpc>
                <a:spcPct val="100000"/>
              </a:lnSpc>
              <a:buNone/>
            </a:pPr>
            <a:endParaRPr lang="en-GB" sz="1400">
              <a:cs typeface="Poppins SemiBold"/>
            </a:endParaRPr>
          </a:p>
          <a:p>
            <a:pPr marL="457200" lvl="1" indent="0">
              <a:buFont typeface="Arial" panose="020B0604020202020204" pitchFamily="34" charset="0"/>
              <a:buNone/>
            </a:pPr>
            <a:endParaRPr lang="en-GB" sz="1200"/>
          </a:p>
        </p:txBody>
      </p:sp>
      <p:pic>
        <p:nvPicPr>
          <p:cNvPr id="3" name="Picture 2">
            <a:extLst>
              <a:ext uri="{FF2B5EF4-FFF2-40B4-BE49-F238E27FC236}">
                <a16:creationId xmlns:a16="http://schemas.microsoft.com/office/drawing/2014/main" id="{74A1BC8D-A216-FC86-1316-5236ACCB2F33}"/>
              </a:ext>
            </a:extLst>
          </p:cNvPr>
          <p:cNvPicPr>
            <a:picLocks noChangeAspect="1"/>
          </p:cNvPicPr>
          <p:nvPr/>
        </p:nvPicPr>
        <p:blipFill>
          <a:blip r:embed="rId2"/>
          <a:stretch>
            <a:fillRect/>
          </a:stretch>
        </p:blipFill>
        <p:spPr>
          <a:xfrm>
            <a:off x="768626" y="3040942"/>
            <a:ext cx="10522226" cy="2926934"/>
          </a:xfrm>
          <a:prstGeom prst="rect">
            <a:avLst/>
          </a:prstGeom>
        </p:spPr>
      </p:pic>
    </p:spTree>
    <p:extLst>
      <p:ext uri="{BB962C8B-B14F-4D97-AF65-F5344CB8AC3E}">
        <p14:creationId xmlns:p14="http://schemas.microsoft.com/office/powerpoint/2010/main" val="410262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88DCE-B246-BD60-8FBB-3D5416C6CF8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F71D77-41F1-EE97-B159-3B6DD187F617}"/>
              </a:ext>
            </a:extLst>
          </p:cNvPr>
          <p:cNvSpPr>
            <a:spLocks noGrp="1"/>
          </p:cNvSpPr>
          <p:nvPr>
            <p:ph type="ctrTitle"/>
          </p:nvPr>
        </p:nvSpPr>
        <p:spPr/>
        <p:txBody>
          <a:bodyPr/>
          <a:lstStyle/>
          <a:p>
            <a:r>
              <a:rPr lang="en-GB"/>
              <a:t>FinAct to Insights Load</a:t>
            </a:r>
          </a:p>
        </p:txBody>
      </p:sp>
      <p:sp>
        <p:nvSpPr>
          <p:cNvPr id="2" name="Content Placeholder 7">
            <a:extLst>
              <a:ext uri="{FF2B5EF4-FFF2-40B4-BE49-F238E27FC236}">
                <a16:creationId xmlns:a16="http://schemas.microsoft.com/office/drawing/2014/main" id="{BCE68514-A36B-6D80-AF1B-F413D15900BF}"/>
              </a:ext>
            </a:extLst>
          </p:cNvPr>
          <p:cNvSpPr txBox="1">
            <a:spLocks/>
          </p:cNvSpPr>
          <p:nvPr/>
        </p:nvSpPr>
        <p:spPr>
          <a:xfrm>
            <a:off x="434916" y="1069403"/>
            <a:ext cx="11273807" cy="499346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Key Points</a:t>
            </a:r>
          </a:p>
          <a:p>
            <a:pPr marL="468000" lvl="1">
              <a:lnSpc>
                <a:spcPct val="100000"/>
              </a:lnSpc>
            </a:pPr>
            <a:r>
              <a:rPr lang="en-GB" sz="1200">
                <a:cs typeface="Poppins SemiBold"/>
              </a:rPr>
              <a:t>Process will follow standard Insights load processes</a:t>
            </a:r>
          </a:p>
          <a:p>
            <a:pPr marL="468000" lvl="1">
              <a:lnSpc>
                <a:spcPct val="100000"/>
              </a:lnSpc>
            </a:pPr>
            <a:r>
              <a:rPr lang="en-GB" sz="1200">
                <a:cs typeface="Poppins SemiBold"/>
              </a:rPr>
              <a:t>FinAct will run separately to main Insights load to allow it to run on-demand when FinAct data needs to be loaded</a:t>
            </a:r>
          </a:p>
          <a:p>
            <a:pPr marL="468000" lvl="1">
              <a:lnSpc>
                <a:spcPct val="100000"/>
              </a:lnSpc>
            </a:pPr>
            <a:r>
              <a:rPr lang="en-GB" sz="1200">
                <a:cs typeface="Poppins SemiBold"/>
              </a:rPr>
              <a:t>FinAct Engine &gt; Raw &gt; Standardised processes will be able to be run in parallel as with existing Insights sources</a:t>
            </a:r>
          </a:p>
          <a:p>
            <a:pPr marL="468000" lvl="1">
              <a:lnSpc>
                <a:spcPct val="100000"/>
              </a:lnSpc>
            </a:pPr>
            <a:r>
              <a:rPr lang="en-GB" sz="1200">
                <a:cs typeface="Poppins SemiBold"/>
              </a:rPr>
              <a:t>Standardised &gt; Conformed &gt; DWH will run as a single FinAct batch, processing data from any Engines with new data</a:t>
            </a:r>
          </a:p>
          <a:p>
            <a:pPr marL="468000" lvl="1">
              <a:lnSpc>
                <a:spcPct val="100000"/>
              </a:lnSpc>
            </a:pPr>
            <a:r>
              <a:rPr lang="en-GB" sz="1200">
                <a:cs typeface="Poppins SemiBold"/>
              </a:rPr>
              <a:t>Only a single FinAct batch (Standardised &gt; Conformed &gt; DWH) will be able to run at a time. This is not anticipated to be an issue.</a:t>
            </a:r>
          </a:p>
          <a:p>
            <a:pPr marL="468000" lvl="1">
              <a:lnSpc>
                <a:spcPct val="100000"/>
              </a:lnSpc>
            </a:pPr>
            <a:endParaRPr lang="en-GB" sz="1200">
              <a:cs typeface="Poppins SemiBold"/>
            </a:endParaRPr>
          </a:p>
          <a:p>
            <a:r>
              <a:rPr lang="en-GB" sz="1800" b="1"/>
              <a:t>On-going / Outstanding Design Areas</a:t>
            </a:r>
          </a:p>
          <a:p>
            <a:pPr marL="468000" lvl="1">
              <a:lnSpc>
                <a:spcPct val="100000"/>
              </a:lnSpc>
            </a:pPr>
            <a:r>
              <a:rPr lang="en-GB" sz="1200">
                <a:cs typeface="Poppins SemiBold"/>
              </a:rPr>
              <a:t>Aim to minimise interaction between main load and FinAct load, but contra/correct process will be needed for some FinAct dimensions</a:t>
            </a:r>
          </a:p>
          <a:p>
            <a:pPr marL="468000" lvl="1">
              <a:lnSpc>
                <a:spcPct val="100000"/>
              </a:lnSpc>
            </a:pPr>
            <a:r>
              <a:rPr lang="en-GB" sz="1200">
                <a:cs typeface="Poppins SemiBold"/>
              </a:rPr>
              <a:t>E.g. when Subscribe load updates policy inception dates, a process will be needed to reflect this in the FinAct fact</a:t>
            </a:r>
          </a:p>
          <a:p>
            <a:pPr marL="925200" lvl="2">
              <a:lnSpc>
                <a:spcPct val="100000"/>
              </a:lnSpc>
            </a:pPr>
            <a:r>
              <a:rPr lang="en-GB" sz="1000">
                <a:cs typeface="Poppins SemiBold"/>
              </a:rPr>
              <a:t>#1: Have FinAct process which looks for relevant changes and applied them when needed</a:t>
            </a:r>
          </a:p>
          <a:p>
            <a:pPr marL="925200" lvl="2">
              <a:lnSpc>
                <a:spcPct val="100000"/>
              </a:lnSpc>
            </a:pPr>
            <a:r>
              <a:rPr lang="en-GB" sz="1000">
                <a:cs typeface="Poppins SemiBold"/>
              </a:rPr>
              <a:t>#2: Have Subscribe load process manipulate the FinAct fact.</a:t>
            </a:r>
          </a:p>
          <a:p>
            <a:pPr marL="925200" lvl="2">
              <a:lnSpc>
                <a:spcPct val="100000"/>
              </a:lnSpc>
            </a:pPr>
            <a:r>
              <a:rPr lang="en-GB" sz="1000">
                <a:cs typeface="Poppins SemiBold"/>
              </a:rPr>
              <a:t>Option 1 preferred as this removes interactions between the data loads. It however creates a timing difference between the facts which itself has pros and cons.</a:t>
            </a:r>
          </a:p>
          <a:p>
            <a:pPr marL="468000" lvl="1">
              <a:lnSpc>
                <a:spcPct val="100000"/>
              </a:lnSpc>
            </a:pPr>
            <a:r>
              <a:rPr lang="en-GB" sz="1200">
                <a:cs typeface="Poppins SemiBold"/>
              </a:rPr>
              <a:t>Incremental vs full extracts from FinAct engines. We will need to understand whether FinAct engines provide full or incremental datasets via the common output format. This will have some impact on if/how data needs to be deduplicated between Raw &amp; Standardised and/or between Standardised and Conformed. </a:t>
            </a:r>
          </a:p>
          <a:p>
            <a:pPr marL="468000" lvl="1">
              <a:lnSpc>
                <a:spcPct val="100000"/>
              </a:lnSpc>
            </a:pPr>
            <a:r>
              <a:rPr lang="en-GB" sz="1200">
                <a:cs typeface="Poppins SemiBold"/>
              </a:rPr>
              <a:t>Use of common data flows and storing data in Conformed for non-Engine sources. </a:t>
            </a:r>
          </a:p>
          <a:p>
            <a:pPr marL="925200" lvl="2">
              <a:lnSpc>
                <a:spcPct val="100000"/>
              </a:lnSpc>
            </a:pPr>
            <a:r>
              <a:rPr lang="en-GB" sz="1050" b="1">
                <a:cs typeface="Poppins SemiBold"/>
              </a:rPr>
              <a:t>Finance / Parent Calculations:</a:t>
            </a:r>
            <a:r>
              <a:rPr lang="en-GB" sz="1050">
                <a:cs typeface="Poppins SemiBold"/>
              </a:rPr>
              <a:t> simpler to re-factor on the DWH but would be fact-to-fact load process.  </a:t>
            </a:r>
          </a:p>
          <a:p>
            <a:pPr marL="925200" lvl="2">
              <a:lnSpc>
                <a:spcPct val="100000"/>
              </a:lnSpc>
            </a:pPr>
            <a:r>
              <a:rPr lang="en-GB" sz="1050" b="1">
                <a:cs typeface="Poppins SemiBold"/>
              </a:rPr>
              <a:t>Operational data loads</a:t>
            </a:r>
            <a:r>
              <a:rPr lang="en-GB" sz="1050">
                <a:cs typeface="Poppins SemiBold"/>
              </a:rPr>
              <a:t> (EPI, Signed, Claims, RI etc.) from Insights: in some ways simpler to load back through raw &gt; standardised &gt; conformed etc. </a:t>
            </a:r>
          </a:p>
          <a:p>
            <a:pPr marL="925200" lvl="2">
              <a:lnSpc>
                <a:spcPct val="100000"/>
              </a:lnSpc>
            </a:pPr>
            <a:r>
              <a:rPr lang="en-GB" sz="1050">
                <a:cs typeface="Poppins SemiBold"/>
              </a:rPr>
              <a:t>In both instances this is largely a decision around whether we want/need the full dataset in Conformed or not. </a:t>
            </a:r>
          </a:p>
          <a:p>
            <a:pPr marL="239400" lvl="1" indent="0">
              <a:lnSpc>
                <a:spcPct val="100000"/>
              </a:lnSpc>
              <a:buNone/>
            </a:pPr>
            <a:endParaRPr lang="en-GB" sz="1200">
              <a:cs typeface="Poppins SemiBold"/>
            </a:endParaRPr>
          </a:p>
          <a:p>
            <a:pPr marL="239400" lvl="1" indent="0">
              <a:lnSpc>
                <a:spcPct val="100000"/>
              </a:lnSpc>
              <a:buNone/>
            </a:pPr>
            <a:endParaRPr lang="en-GB" sz="1400">
              <a:cs typeface="Poppins SemiBold"/>
            </a:endParaRPr>
          </a:p>
          <a:p>
            <a:pPr marL="457200" lvl="1" indent="0">
              <a:buFont typeface="Arial" panose="020B0604020202020204" pitchFamily="34" charset="0"/>
              <a:buNone/>
            </a:pPr>
            <a:endParaRPr lang="en-GB" sz="1200"/>
          </a:p>
        </p:txBody>
      </p:sp>
    </p:spTree>
    <p:extLst>
      <p:ext uri="{BB962C8B-B14F-4D97-AF65-F5344CB8AC3E}">
        <p14:creationId xmlns:p14="http://schemas.microsoft.com/office/powerpoint/2010/main" val="292201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5ED87-827B-5457-A51A-B93D318BE9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EE432A-2005-09FE-9B89-5977D176F2B9}"/>
              </a:ext>
            </a:extLst>
          </p:cNvPr>
          <p:cNvSpPr>
            <a:spLocks noGrp="1"/>
          </p:cNvSpPr>
          <p:nvPr>
            <p:ph type="title"/>
          </p:nvPr>
        </p:nvSpPr>
        <p:spPr/>
        <p:txBody>
          <a:bodyPr>
            <a:normAutofit/>
          </a:bodyPr>
          <a:lstStyle/>
          <a:p>
            <a:r>
              <a:rPr lang="en-GB" sz="3600"/>
              <a:t>Insights to FinAct Data Flow</a:t>
            </a:r>
          </a:p>
        </p:txBody>
      </p:sp>
    </p:spTree>
    <p:extLst>
      <p:ext uri="{BB962C8B-B14F-4D97-AF65-F5344CB8AC3E}">
        <p14:creationId xmlns:p14="http://schemas.microsoft.com/office/powerpoint/2010/main" val="1645499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E1BEA-EBE9-365C-4384-8207AF5C8A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E2FEA3-5B27-BC4F-8E7E-42505714B4EB}"/>
              </a:ext>
            </a:extLst>
          </p:cNvPr>
          <p:cNvSpPr>
            <a:spLocks noGrp="1"/>
          </p:cNvSpPr>
          <p:nvPr>
            <p:ph type="ctrTitle"/>
          </p:nvPr>
        </p:nvSpPr>
        <p:spPr/>
        <p:txBody>
          <a:bodyPr/>
          <a:lstStyle/>
          <a:p>
            <a:r>
              <a:rPr lang="en-US"/>
              <a:t>Insights to FinAct Overview</a:t>
            </a:r>
            <a:endParaRPr lang="en-GB"/>
          </a:p>
        </p:txBody>
      </p:sp>
      <p:sp>
        <p:nvSpPr>
          <p:cNvPr id="2" name="Content Placeholder 7">
            <a:extLst>
              <a:ext uri="{FF2B5EF4-FFF2-40B4-BE49-F238E27FC236}">
                <a16:creationId xmlns:a16="http://schemas.microsoft.com/office/drawing/2014/main" id="{354C6BC3-AAD1-8CB6-6117-95A2712B6B85}"/>
              </a:ext>
            </a:extLst>
          </p:cNvPr>
          <p:cNvSpPr txBox="1">
            <a:spLocks/>
          </p:cNvSpPr>
          <p:nvPr/>
        </p:nvSpPr>
        <p:spPr>
          <a:xfrm>
            <a:off x="434917" y="1069403"/>
            <a:ext cx="11081222" cy="499346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dirty="0">
                <a:cs typeface="Poppins SemiBold"/>
              </a:rPr>
              <a:t>Problem Statement</a:t>
            </a:r>
          </a:p>
          <a:p>
            <a:pPr marL="467995" lvl="1">
              <a:lnSpc>
                <a:spcPct val="100000"/>
              </a:lnSpc>
            </a:pPr>
            <a:r>
              <a:rPr lang="en-GB" sz="1400" dirty="0">
                <a:cs typeface="Poppins SemiBold"/>
              </a:rPr>
              <a:t>Dependencies on RED need to be removed and </a:t>
            </a:r>
            <a:r>
              <a:rPr lang="en-GB" sz="1400" dirty="0" err="1">
                <a:cs typeface="Poppins SemiBold"/>
              </a:rPr>
              <a:t>FinAct</a:t>
            </a:r>
            <a:r>
              <a:rPr lang="en-GB" sz="1400" dirty="0">
                <a:cs typeface="Poppins SemiBold"/>
              </a:rPr>
              <a:t> DM will no longer exist in the </a:t>
            </a:r>
            <a:r>
              <a:rPr lang="en-GB" sz="1400" dirty="0" err="1">
                <a:cs typeface="Poppins SemiBold"/>
              </a:rPr>
              <a:t>FinAct</a:t>
            </a:r>
            <a:r>
              <a:rPr lang="en-GB" sz="1400" dirty="0">
                <a:cs typeface="Poppins SemiBold"/>
              </a:rPr>
              <a:t> Azure SQL environment</a:t>
            </a:r>
          </a:p>
          <a:p>
            <a:pPr marL="467995" lvl="1">
              <a:lnSpc>
                <a:spcPct val="100000"/>
              </a:lnSpc>
            </a:pPr>
            <a:r>
              <a:rPr lang="en-GB" sz="1400" dirty="0">
                <a:cs typeface="Poppins SemiBold"/>
              </a:rPr>
              <a:t>The </a:t>
            </a:r>
            <a:r>
              <a:rPr lang="en-GB" sz="1400" dirty="0" err="1">
                <a:cs typeface="Poppins SemiBold"/>
              </a:rPr>
              <a:t>FinAct</a:t>
            </a:r>
            <a:r>
              <a:rPr lang="en-GB" sz="1400" dirty="0">
                <a:cs typeface="Poppins SemiBold"/>
              </a:rPr>
              <a:t> engines have dependencies on RED and </a:t>
            </a:r>
            <a:r>
              <a:rPr lang="en-GB" sz="1400" dirty="0" err="1">
                <a:cs typeface="Poppins SemiBold"/>
              </a:rPr>
              <a:t>FinAct</a:t>
            </a:r>
            <a:r>
              <a:rPr lang="en-GB" sz="1400" dirty="0">
                <a:cs typeface="Poppins SemiBold"/>
              </a:rPr>
              <a:t> DM data both on input data and within the engines</a:t>
            </a:r>
          </a:p>
          <a:p>
            <a:pPr marL="467995" lvl="1">
              <a:lnSpc>
                <a:spcPct val="100000"/>
              </a:lnSpc>
            </a:pPr>
            <a:r>
              <a:rPr lang="en-GB" sz="1400" dirty="0">
                <a:cs typeface="Poppins SemiBold"/>
              </a:rPr>
              <a:t>Within Phase D the aim is to minimise change within </a:t>
            </a:r>
            <a:r>
              <a:rPr lang="en-GB" sz="1400" dirty="0" err="1">
                <a:cs typeface="Poppins SemiBold"/>
              </a:rPr>
              <a:t>FinAct</a:t>
            </a:r>
            <a:r>
              <a:rPr lang="en-GB" sz="1400" dirty="0">
                <a:cs typeface="Poppins SemiBold"/>
              </a:rPr>
              <a:t> across the engines</a:t>
            </a:r>
          </a:p>
          <a:p>
            <a:pPr marL="925195" lvl="2">
              <a:lnSpc>
                <a:spcPct val="100000"/>
              </a:lnSpc>
            </a:pPr>
            <a:r>
              <a:rPr lang="en-GB" sz="1200" dirty="0">
                <a:cs typeface="Poppins SemiBold"/>
              </a:rPr>
              <a:t>Earnings Engine</a:t>
            </a:r>
          </a:p>
          <a:p>
            <a:pPr marL="925195" lvl="2">
              <a:lnSpc>
                <a:spcPct val="100000"/>
              </a:lnSpc>
            </a:pPr>
            <a:r>
              <a:rPr lang="en-GB" sz="1200" dirty="0">
                <a:cs typeface="Poppins SemiBold"/>
              </a:rPr>
              <a:t>Reserving Engine</a:t>
            </a:r>
          </a:p>
          <a:p>
            <a:pPr marL="925195" lvl="2">
              <a:lnSpc>
                <a:spcPct val="100000"/>
              </a:lnSpc>
            </a:pPr>
            <a:r>
              <a:rPr lang="en-GB" sz="1200" dirty="0">
                <a:cs typeface="Poppins SemiBold"/>
              </a:rPr>
              <a:t>IFRS Engine</a:t>
            </a:r>
          </a:p>
          <a:p>
            <a:pPr marL="925195" lvl="2">
              <a:lnSpc>
                <a:spcPct val="100000"/>
              </a:lnSpc>
            </a:pPr>
            <a:r>
              <a:rPr lang="en-GB" sz="1200" dirty="0">
                <a:cs typeface="Poppins SemiBold"/>
              </a:rPr>
              <a:t>Planning Engine</a:t>
            </a:r>
          </a:p>
          <a:p>
            <a:pPr marL="925195" lvl="2">
              <a:lnSpc>
                <a:spcPct val="100000"/>
              </a:lnSpc>
            </a:pPr>
            <a:r>
              <a:rPr lang="en-GB" sz="1200" dirty="0">
                <a:cs typeface="Poppins SemiBold"/>
              </a:rPr>
              <a:t>QMB Engine</a:t>
            </a:r>
          </a:p>
          <a:p>
            <a:pPr marL="467995" lvl="1">
              <a:lnSpc>
                <a:spcPct val="100000"/>
              </a:lnSpc>
            </a:pPr>
            <a:endParaRPr lang="en-GB" sz="1400">
              <a:cs typeface="Poppins SemiBold"/>
            </a:endParaRPr>
          </a:p>
          <a:p>
            <a:pPr marL="228600" lvl="1">
              <a:spcBef>
                <a:spcPts val="1000"/>
              </a:spcBef>
            </a:pPr>
            <a:r>
              <a:rPr lang="en-GB" sz="1800" b="1" dirty="0">
                <a:cs typeface="Poppins SemiBold"/>
              </a:rPr>
              <a:t>General Approach</a:t>
            </a:r>
          </a:p>
          <a:p>
            <a:pPr marL="467995" lvl="1">
              <a:lnSpc>
                <a:spcPct val="100000"/>
              </a:lnSpc>
            </a:pPr>
            <a:r>
              <a:rPr lang="en-GB" sz="1400" dirty="0">
                <a:cs typeface="Poppins SemiBold"/>
              </a:rPr>
              <a:t>Solution: Redirect data dependencies from RED and </a:t>
            </a:r>
            <a:r>
              <a:rPr lang="en-GB" sz="1400" dirty="0" err="1">
                <a:cs typeface="Poppins SemiBold"/>
              </a:rPr>
              <a:t>FinAct</a:t>
            </a:r>
            <a:r>
              <a:rPr lang="en-GB" sz="1400" dirty="0">
                <a:cs typeface="Poppins SemiBold"/>
              </a:rPr>
              <a:t> DM in the Engines code to source data from Insights</a:t>
            </a:r>
          </a:p>
          <a:p>
            <a:pPr marL="467995" lvl="1">
              <a:lnSpc>
                <a:spcPct val="100000"/>
              </a:lnSpc>
            </a:pPr>
            <a:r>
              <a:rPr lang="en-GB" sz="1400" dirty="0">
                <a:cs typeface="Poppins SemiBold"/>
              </a:rPr>
              <a:t>Reserving Feed rebuilt from Insights replacing existing feed fed from RED</a:t>
            </a:r>
          </a:p>
          <a:p>
            <a:pPr marL="467995" lvl="1">
              <a:lnSpc>
                <a:spcPct val="100000"/>
              </a:lnSpc>
            </a:pPr>
            <a:r>
              <a:rPr lang="en-GB" sz="1400" dirty="0">
                <a:cs typeface="Poppins SemiBold"/>
              </a:rPr>
              <a:t>Earnings Feed refactored from Insights </a:t>
            </a:r>
            <a:r>
              <a:rPr lang="en-GB" sz="1400" dirty="0" err="1">
                <a:cs typeface="Poppins SemiBold"/>
              </a:rPr>
              <a:t>FinAct</a:t>
            </a:r>
            <a:r>
              <a:rPr lang="en-GB" sz="1400" dirty="0">
                <a:cs typeface="Poppins SemiBold"/>
              </a:rPr>
              <a:t> fact table</a:t>
            </a:r>
          </a:p>
          <a:p>
            <a:pPr marL="467995" lvl="1">
              <a:lnSpc>
                <a:spcPct val="100000"/>
              </a:lnSpc>
            </a:pPr>
            <a:r>
              <a:rPr lang="en-GB" sz="1400" dirty="0">
                <a:cs typeface="Poppins SemiBold"/>
              </a:rPr>
              <a:t>Additional interface of common reference tables fed to </a:t>
            </a:r>
            <a:r>
              <a:rPr lang="en-GB" sz="1400" dirty="0" err="1">
                <a:cs typeface="Poppins SemiBold"/>
              </a:rPr>
              <a:t>FinAct</a:t>
            </a:r>
            <a:r>
              <a:rPr lang="en-GB" sz="1400" dirty="0">
                <a:cs typeface="Poppins SemiBold"/>
              </a:rPr>
              <a:t> engine staging layer from Insights to remove dependencies.  </a:t>
            </a:r>
          </a:p>
          <a:p>
            <a:pPr marL="239395" lvl="1" indent="0">
              <a:lnSpc>
                <a:spcPct val="100000"/>
              </a:lnSpc>
              <a:buNone/>
            </a:pPr>
            <a:endParaRPr lang="en-GB" sz="1400">
              <a:cs typeface="Poppins SemiBold"/>
            </a:endParaRPr>
          </a:p>
          <a:p>
            <a:pPr marL="457200" lvl="1" indent="0">
              <a:buFont typeface="Arial" panose="020B0604020202020204" pitchFamily="34" charset="0"/>
              <a:buNone/>
            </a:pPr>
            <a:endParaRPr lang="en-GB" sz="1200"/>
          </a:p>
        </p:txBody>
      </p:sp>
    </p:spTree>
    <p:extLst>
      <p:ext uri="{BB962C8B-B14F-4D97-AF65-F5344CB8AC3E}">
        <p14:creationId xmlns:p14="http://schemas.microsoft.com/office/powerpoint/2010/main" val="332284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A99C-1DD0-D646-325F-F13B531E5A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0864DC-32E9-A844-CFD6-489B72E8FA2D}"/>
              </a:ext>
            </a:extLst>
          </p:cNvPr>
          <p:cNvSpPr>
            <a:spLocks noGrp="1"/>
          </p:cNvSpPr>
          <p:nvPr>
            <p:ph type="ctrTitle"/>
          </p:nvPr>
        </p:nvSpPr>
        <p:spPr/>
        <p:txBody>
          <a:bodyPr/>
          <a:lstStyle/>
          <a:p>
            <a:r>
              <a:rPr lang="en-US"/>
              <a:t>Insights to FinAct Overview</a:t>
            </a:r>
            <a:endParaRPr lang="en-GB"/>
          </a:p>
        </p:txBody>
      </p:sp>
      <p:sp>
        <p:nvSpPr>
          <p:cNvPr id="2" name="Content Placeholder 7">
            <a:extLst>
              <a:ext uri="{FF2B5EF4-FFF2-40B4-BE49-F238E27FC236}">
                <a16:creationId xmlns:a16="http://schemas.microsoft.com/office/drawing/2014/main" id="{D97BEECC-AE81-E8A5-F7A1-09B570EF1DE0}"/>
              </a:ext>
            </a:extLst>
          </p:cNvPr>
          <p:cNvSpPr txBox="1">
            <a:spLocks/>
          </p:cNvSpPr>
          <p:nvPr/>
        </p:nvSpPr>
        <p:spPr>
          <a:xfrm>
            <a:off x="434917" y="1069403"/>
            <a:ext cx="11081222" cy="172018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dirty="0">
                <a:cs typeface="Poppins SemiBold"/>
              </a:rPr>
              <a:t>Overview</a:t>
            </a:r>
          </a:p>
          <a:p>
            <a:pPr marL="467995" lvl="1">
              <a:lnSpc>
                <a:spcPct val="100000"/>
              </a:lnSpc>
            </a:pPr>
            <a:r>
              <a:rPr lang="en-GB" sz="1400" dirty="0">
                <a:cs typeface="Poppins SemiBold"/>
              </a:rPr>
              <a:t>Data movement from Insights to </a:t>
            </a:r>
            <a:r>
              <a:rPr lang="en-GB" sz="1400" dirty="0" err="1">
                <a:cs typeface="Poppins SemiBold"/>
              </a:rPr>
              <a:t>FinAct</a:t>
            </a:r>
            <a:r>
              <a:rPr lang="en-GB" sz="1400" dirty="0">
                <a:cs typeface="Poppins SemiBold"/>
              </a:rPr>
              <a:t> staging tables to feed engines</a:t>
            </a:r>
          </a:p>
          <a:p>
            <a:pPr marL="467995" lvl="1">
              <a:lnSpc>
                <a:spcPct val="100000"/>
              </a:lnSpc>
            </a:pPr>
            <a:r>
              <a:rPr lang="en-GB" sz="1400" dirty="0">
                <a:cs typeface="Poppins SemiBold"/>
              </a:rPr>
              <a:t>Insights data is read into an Outbound data layer (views)</a:t>
            </a:r>
          </a:p>
          <a:p>
            <a:pPr marL="467995" lvl="1">
              <a:lnSpc>
                <a:spcPct val="100000"/>
              </a:lnSpc>
            </a:pPr>
            <a:r>
              <a:rPr lang="en-GB" sz="1400" dirty="0">
                <a:cs typeface="Poppins SemiBold"/>
              </a:rPr>
              <a:t>The Outbound data is pushed from Insights into the </a:t>
            </a:r>
            <a:r>
              <a:rPr lang="en-GB" sz="1400" dirty="0" err="1">
                <a:cs typeface="Poppins SemiBold"/>
              </a:rPr>
              <a:t>FinAct</a:t>
            </a:r>
            <a:r>
              <a:rPr lang="en-GB" sz="1400" dirty="0">
                <a:cs typeface="Poppins SemiBold"/>
              </a:rPr>
              <a:t> Inbound data layer (tables)</a:t>
            </a:r>
          </a:p>
          <a:p>
            <a:pPr marL="467995" lvl="1">
              <a:lnSpc>
                <a:spcPct val="100000"/>
              </a:lnSpc>
            </a:pPr>
            <a:r>
              <a:rPr lang="en-GB" sz="1400" dirty="0">
                <a:cs typeface="Poppins SemiBold"/>
              </a:rPr>
              <a:t>Inbound data is read by </a:t>
            </a:r>
            <a:r>
              <a:rPr lang="en-GB" sz="1400" dirty="0" err="1">
                <a:cs typeface="Poppins SemiBold"/>
              </a:rPr>
              <a:t>FinAct</a:t>
            </a:r>
            <a:r>
              <a:rPr lang="en-GB" sz="1400" dirty="0">
                <a:cs typeface="Poppins SemiBold"/>
              </a:rPr>
              <a:t> engine code and written into existing Engine Input tables</a:t>
            </a:r>
          </a:p>
          <a:p>
            <a:pPr marL="467995" lvl="1">
              <a:lnSpc>
                <a:spcPct val="100000"/>
              </a:lnSpc>
            </a:pPr>
            <a:r>
              <a:rPr lang="en-GB" sz="1400" dirty="0">
                <a:cs typeface="Poppins SemiBold"/>
              </a:rPr>
              <a:t>Engine code runs in </a:t>
            </a:r>
            <a:r>
              <a:rPr lang="en-GB" sz="1400" dirty="0" err="1">
                <a:cs typeface="Poppins SemiBold"/>
              </a:rPr>
              <a:t>FinAct</a:t>
            </a:r>
            <a:r>
              <a:rPr lang="en-GB" sz="1400" dirty="0">
                <a:cs typeface="Poppins SemiBold"/>
              </a:rPr>
              <a:t> reading data from the Engine Input tables</a:t>
            </a:r>
            <a:endParaRPr lang="en-GB" sz="1600" dirty="0">
              <a:cs typeface="Poppins SemiBold"/>
            </a:endParaRPr>
          </a:p>
          <a:p>
            <a:pPr marL="457200" lvl="1" indent="0">
              <a:buFont typeface="Arial" panose="020B0604020202020204" pitchFamily="34" charset="0"/>
              <a:buNone/>
            </a:pPr>
            <a:endParaRPr lang="en-GB" sz="1200"/>
          </a:p>
        </p:txBody>
      </p:sp>
      <p:pic>
        <p:nvPicPr>
          <p:cNvPr id="3" name="Picture 2">
            <a:extLst>
              <a:ext uri="{FF2B5EF4-FFF2-40B4-BE49-F238E27FC236}">
                <a16:creationId xmlns:a16="http://schemas.microsoft.com/office/drawing/2014/main" id="{A5BAF030-8730-A6A9-E663-1FB3CA5731C0}"/>
              </a:ext>
            </a:extLst>
          </p:cNvPr>
          <p:cNvPicPr>
            <a:picLocks noChangeAspect="1"/>
          </p:cNvPicPr>
          <p:nvPr/>
        </p:nvPicPr>
        <p:blipFill>
          <a:blip r:embed="rId2"/>
          <a:stretch>
            <a:fillRect/>
          </a:stretch>
        </p:blipFill>
        <p:spPr>
          <a:xfrm>
            <a:off x="531775" y="2862036"/>
            <a:ext cx="11128449" cy="3126904"/>
          </a:xfrm>
          <a:prstGeom prst="rect">
            <a:avLst/>
          </a:prstGeom>
        </p:spPr>
      </p:pic>
    </p:spTree>
    <p:extLst>
      <p:ext uri="{BB962C8B-B14F-4D97-AF65-F5344CB8AC3E}">
        <p14:creationId xmlns:p14="http://schemas.microsoft.com/office/powerpoint/2010/main" val="704685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750C-1288-762C-2498-D42726EF1B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DCD0BE-5A53-A1CD-8821-2B490E2C98BC}"/>
              </a:ext>
            </a:extLst>
          </p:cNvPr>
          <p:cNvSpPr>
            <a:spLocks noGrp="1"/>
          </p:cNvSpPr>
          <p:nvPr>
            <p:ph type="ctrTitle"/>
          </p:nvPr>
        </p:nvSpPr>
        <p:spPr/>
        <p:txBody>
          <a:bodyPr/>
          <a:lstStyle/>
          <a:p>
            <a:r>
              <a:rPr lang="en-US"/>
              <a:t>Example Flow</a:t>
            </a:r>
            <a:endParaRPr lang="en-GB"/>
          </a:p>
        </p:txBody>
      </p:sp>
      <p:sp>
        <p:nvSpPr>
          <p:cNvPr id="2" name="Content Placeholder 7">
            <a:extLst>
              <a:ext uri="{FF2B5EF4-FFF2-40B4-BE49-F238E27FC236}">
                <a16:creationId xmlns:a16="http://schemas.microsoft.com/office/drawing/2014/main" id="{EEAA552E-2038-3170-8A02-530039E33623}"/>
              </a:ext>
            </a:extLst>
          </p:cNvPr>
          <p:cNvSpPr txBox="1">
            <a:spLocks/>
          </p:cNvSpPr>
          <p:nvPr/>
        </p:nvSpPr>
        <p:spPr>
          <a:xfrm>
            <a:off x="434917" y="1069404"/>
            <a:ext cx="11081222" cy="176656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228600" lvl="1">
              <a:spcBef>
                <a:spcPts val="1000"/>
              </a:spcBef>
            </a:pPr>
            <a:r>
              <a:rPr lang="en-GB" sz="1800" b="1"/>
              <a:t>Overview</a:t>
            </a:r>
          </a:p>
          <a:p>
            <a:pPr marL="468000" lvl="1">
              <a:lnSpc>
                <a:spcPct val="100000"/>
              </a:lnSpc>
            </a:pPr>
            <a:r>
              <a:rPr lang="en-GB" sz="1400">
                <a:cs typeface="Poppins SemiBold"/>
              </a:rPr>
              <a:t>Existing FinAct code will be retained where possible with inputs replaced rather than being fully restructured</a:t>
            </a:r>
          </a:p>
          <a:p>
            <a:pPr marL="468000" lvl="1">
              <a:lnSpc>
                <a:spcPct val="100000"/>
              </a:lnSpc>
            </a:pPr>
            <a:r>
              <a:rPr lang="en-GB" sz="1400">
                <a:cs typeface="Poppins SemiBold"/>
              </a:rPr>
              <a:t>Example data flows for the Earnings Engine feeds shown below and next slide</a:t>
            </a:r>
          </a:p>
          <a:p>
            <a:pPr marL="468000" lvl="1">
              <a:lnSpc>
                <a:spcPct val="100000"/>
              </a:lnSpc>
            </a:pPr>
            <a:r>
              <a:rPr lang="en-GB" sz="1400">
                <a:cs typeface="Poppins SemiBold"/>
              </a:rPr>
              <a:t>In this example </a:t>
            </a:r>
            <a:r>
              <a:rPr lang="en-GB" sz="1400" b="1" err="1">
                <a:cs typeface="Poppins SemiBold"/>
              </a:rPr>
              <a:t>gross_policy_operational</a:t>
            </a:r>
            <a:r>
              <a:rPr lang="en-GB" sz="1400">
                <a:cs typeface="Poppins SemiBold"/>
              </a:rPr>
              <a:t> is sent from Insights but existing SQL procedures continue to run within FinAct to provide final engine input data</a:t>
            </a:r>
          </a:p>
          <a:p>
            <a:pPr marL="468000" lvl="1">
              <a:lnSpc>
                <a:spcPct val="100000"/>
              </a:lnSpc>
            </a:pPr>
            <a:r>
              <a:rPr lang="en-GB" sz="1400">
                <a:cs typeface="Poppins SemiBold"/>
              </a:rPr>
              <a:t>Processes will remain orchestrated / triggered from FinAct due to parameterisation of input data.</a:t>
            </a:r>
          </a:p>
          <a:p>
            <a:pPr marL="468000" lvl="1">
              <a:lnSpc>
                <a:spcPct val="100000"/>
              </a:lnSpc>
            </a:pPr>
            <a:endParaRPr lang="en-GB" sz="1400">
              <a:cs typeface="Poppins SemiBold"/>
            </a:endParaRPr>
          </a:p>
        </p:txBody>
      </p:sp>
      <p:pic>
        <p:nvPicPr>
          <p:cNvPr id="7" name="Picture 6">
            <a:extLst>
              <a:ext uri="{FF2B5EF4-FFF2-40B4-BE49-F238E27FC236}">
                <a16:creationId xmlns:a16="http://schemas.microsoft.com/office/drawing/2014/main" id="{E12369A6-378C-D823-84A4-0D9C2AC78E2C}"/>
              </a:ext>
            </a:extLst>
          </p:cNvPr>
          <p:cNvPicPr>
            <a:picLocks noChangeAspect="1"/>
          </p:cNvPicPr>
          <p:nvPr/>
        </p:nvPicPr>
        <p:blipFill>
          <a:blip r:embed="rId2"/>
          <a:srcRect r="9124" b="52455"/>
          <a:stretch>
            <a:fillRect/>
          </a:stretch>
        </p:blipFill>
        <p:spPr>
          <a:xfrm>
            <a:off x="1244803" y="2835966"/>
            <a:ext cx="9702393" cy="3107634"/>
          </a:xfrm>
          <a:prstGeom prst="rect">
            <a:avLst/>
          </a:prstGeom>
        </p:spPr>
      </p:pic>
    </p:spTree>
    <p:extLst>
      <p:ext uri="{BB962C8B-B14F-4D97-AF65-F5344CB8AC3E}">
        <p14:creationId xmlns:p14="http://schemas.microsoft.com/office/powerpoint/2010/main" val="1271244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AA79D-1B22-4775-08DA-7E231101F10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4D7DFDF-0CDE-B581-E2B2-B3D5623A8565}"/>
              </a:ext>
            </a:extLst>
          </p:cNvPr>
          <p:cNvSpPr/>
          <p:nvPr/>
        </p:nvSpPr>
        <p:spPr>
          <a:xfrm>
            <a:off x="284922" y="5652052"/>
            <a:ext cx="11820939" cy="1133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B502C6D8-77EB-92B8-DC34-86815D351CCA}"/>
              </a:ext>
            </a:extLst>
          </p:cNvPr>
          <p:cNvSpPr>
            <a:spLocks noGrp="1"/>
          </p:cNvSpPr>
          <p:nvPr>
            <p:ph type="ctrTitle"/>
          </p:nvPr>
        </p:nvSpPr>
        <p:spPr/>
        <p:txBody>
          <a:bodyPr/>
          <a:lstStyle/>
          <a:p>
            <a:r>
              <a:rPr lang="en-US"/>
              <a:t>Example 2</a:t>
            </a:r>
            <a:endParaRPr lang="en-GB"/>
          </a:p>
        </p:txBody>
      </p:sp>
      <p:pic>
        <p:nvPicPr>
          <p:cNvPr id="4" name="Picture 3">
            <a:extLst>
              <a:ext uri="{FF2B5EF4-FFF2-40B4-BE49-F238E27FC236}">
                <a16:creationId xmlns:a16="http://schemas.microsoft.com/office/drawing/2014/main" id="{8D539222-A779-89DB-7D60-5AC67D7921C5}"/>
              </a:ext>
            </a:extLst>
          </p:cNvPr>
          <p:cNvPicPr>
            <a:picLocks noChangeAspect="1"/>
          </p:cNvPicPr>
          <p:nvPr/>
        </p:nvPicPr>
        <p:blipFill>
          <a:blip r:embed="rId2"/>
          <a:stretch>
            <a:fillRect/>
          </a:stretch>
        </p:blipFill>
        <p:spPr>
          <a:xfrm>
            <a:off x="1191064" y="996950"/>
            <a:ext cx="10008654" cy="5578254"/>
          </a:xfrm>
          <a:prstGeom prst="rect">
            <a:avLst/>
          </a:prstGeom>
        </p:spPr>
      </p:pic>
    </p:spTree>
    <p:extLst>
      <p:ext uri="{BB962C8B-B14F-4D97-AF65-F5344CB8AC3E}">
        <p14:creationId xmlns:p14="http://schemas.microsoft.com/office/powerpoint/2010/main" val="282956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614D-98EE-5DF2-4A8D-FA4EA199D97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F0671F5-5EF5-360E-EF83-FFE0F95FE6BA}"/>
              </a:ext>
            </a:extLst>
          </p:cNvPr>
          <p:cNvSpPr/>
          <p:nvPr/>
        </p:nvSpPr>
        <p:spPr>
          <a:xfrm>
            <a:off x="284922" y="5652052"/>
            <a:ext cx="11820939" cy="1133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4">
            <a:extLst>
              <a:ext uri="{FF2B5EF4-FFF2-40B4-BE49-F238E27FC236}">
                <a16:creationId xmlns:a16="http://schemas.microsoft.com/office/drawing/2014/main" id="{CCF7152D-69FE-F3E7-32CE-56E2CEB67AD0}"/>
              </a:ext>
            </a:extLst>
          </p:cNvPr>
          <p:cNvSpPr>
            <a:spLocks noGrp="1"/>
          </p:cNvSpPr>
          <p:nvPr>
            <p:ph type="ctrTitle"/>
          </p:nvPr>
        </p:nvSpPr>
        <p:spPr/>
        <p:txBody>
          <a:bodyPr/>
          <a:lstStyle/>
          <a:p>
            <a:r>
              <a:rPr lang="en-US"/>
              <a:t>Common Data Feeds</a:t>
            </a:r>
            <a:endParaRPr lang="en-GB"/>
          </a:p>
        </p:txBody>
      </p:sp>
      <p:pic>
        <p:nvPicPr>
          <p:cNvPr id="3" name="Picture 2">
            <a:extLst>
              <a:ext uri="{FF2B5EF4-FFF2-40B4-BE49-F238E27FC236}">
                <a16:creationId xmlns:a16="http://schemas.microsoft.com/office/drawing/2014/main" id="{9DB1182B-55EC-050F-65F5-A7CA8CC27938}"/>
              </a:ext>
            </a:extLst>
          </p:cNvPr>
          <p:cNvPicPr>
            <a:picLocks noChangeAspect="1"/>
          </p:cNvPicPr>
          <p:nvPr/>
        </p:nvPicPr>
        <p:blipFill>
          <a:blip r:embed="rId2"/>
          <a:stretch>
            <a:fillRect/>
          </a:stretch>
        </p:blipFill>
        <p:spPr>
          <a:xfrm>
            <a:off x="5826347" y="1127025"/>
            <a:ext cx="6279513" cy="5391033"/>
          </a:xfrm>
          <a:prstGeom prst="rect">
            <a:avLst/>
          </a:prstGeom>
        </p:spPr>
      </p:pic>
      <p:sp>
        <p:nvSpPr>
          <p:cNvPr id="8" name="Content Placeholder 7">
            <a:extLst>
              <a:ext uri="{FF2B5EF4-FFF2-40B4-BE49-F238E27FC236}">
                <a16:creationId xmlns:a16="http://schemas.microsoft.com/office/drawing/2014/main" id="{7E0A25DF-DABF-BD50-67F1-DBEE2D3C59E7}"/>
              </a:ext>
            </a:extLst>
          </p:cNvPr>
          <p:cNvSpPr txBox="1">
            <a:spLocks/>
          </p:cNvSpPr>
          <p:nvPr/>
        </p:nvSpPr>
        <p:spPr>
          <a:xfrm>
            <a:off x="434918" y="1062775"/>
            <a:ext cx="5210883" cy="539103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en-GB" sz="1800" b="1"/>
              <a:t>Overview</a:t>
            </a:r>
          </a:p>
          <a:p>
            <a:pPr marL="468000" lvl="1">
              <a:lnSpc>
                <a:spcPct val="100000"/>
              </a:lnSpc>
            </a:pPr>
            <a:r>
              <a:rPr lang="en-GB" sz="1400">
                <a:cs typeface="Poppins SemiBold"/>
              </a:rPr>
              <a:t>A new FinAct common input area will include data tables fed from Insights that can be referenced within Engines where needed to remove direct use of FinAct DM</a:t>
            </a:r>
          </a:p>
          <a:p>
            <a:pPr marL="468000" lvl="1">
              <a:lnSpc>
                <a:spcPct val="100000"/>
              </a:lnSpc>
            </a:pPr>
            <a:r>
              <a:rPr lang="en-GB" sz="1400">
                <a:cs typeface="Poppins SemiBold"/>
              </a:rPr>
              <a:t>These are generally small reference data tables or in some instances lookups</a:t>
            </a:r>
          </a:p>
          <a:p>
            <a:pPr marL="468000" lvl="1">
              <a:lnSpc>
                <a:spcPct val="100000"/>
              </a:lnSpc>
            </a:pPr>
            <a:r>
              <a:rPr lang="en-GB" sz="1400">
                <a:cs typeface="Poppins SemiBold"/>
              </a:rPr>
              <a:t>Will minimise these but the following are examples that may be required:</a:t>
            </a:r>
          </a:p>
          <a:p>
            <a:pPr marL="925200" lvl="2">
              <a:lnSpc>
                <a:spcPct val="100000"/>
              </a:lnSpc>
            </a:pPr>
            <a:r>
              <a:rPr lang="en-GB" sz="1200">
                <a:cs typeface="Poppins SemiBold"/>
              </a:rPr>
              <a:t>Accounting periods</a:t>
            </a:r>
          </a:p>
          <a:p>
            <a:pPr marL="925200" lvl="2">
              <a:lnSpc>
                <a:spcPct val="100000"/>
              </a:lnSpc>
            </a:pPr>
            <a:r>
              <a:rPr lang="en-GB" sz="1200">
                <a:cs typeface="Poppins SemiBold"/>
              </a:rPr>
              <a:t>Currencies</a:t>
            </a:r>
          </a:p>
          <a:p>
            <a:pPr marL="925200" lvl="2">
              <a:lnSpc>
                <a:spcPct val="100000"/>
              </a:lnSpc>
            </a:pPr>
            <a:r>
              <a:rPr lang="en-GB" sz="1200">
                <a:cs typeface="Poppins SemiBold"/>
              </a:rPr>
              <a:t>Years</a:t>
            </a:r>
          </a:p>
          <a:p>
            <a:pPr marL="925200" lvl="2">
              <a:lnSpc>
                <a:spcPct val="100000"/>
              </a:lnSpc>
            </a:pPr>
            <a:r>
              <a:rPr lang="en-GB" sz="1200">
                <a:cs typeface="Poppins SemiBold"/>
              </a:rPr>
              <a:t>Dates</a:t>
            </a:r>
          </a:p>
          <a:p>
            <a:pPr marL="925200" lvl="2">
              <a:lnSpc>
                <a:spcPct val="100000"/>
              </a:lnSpc>
            </a:pPr>
            <a:r>
              <a:rPr lang="en-GB" sz="1200">
                <a:cs typeface="Poppins SemiBold"/>
              </a:rPr>
              <a:t>Measures</a:t>
            </a:r>
          </a:p>
          <a:p>
            <a:pPr marL="925200" lvl="2">
              <a:lnSpc>
                <a:spcPct val="100000"/>
              </a:lnSpc>
            </a:pPr>
            <a:r>
              <a:rPr lang="en-GB" sz="1200">
                <a:cs typeface="Poppins SemiBold"/>
              </a:rPr>
              <a:t>Business / Planning Classification</a:t>
            </a:r>
          </a:p>
          <a:p>
            <a:pPr marL="925200" lvl="2">
              <a:lnSpc>
                <a:spcPct val="100000"/>
              </a:lnSpc>
            </a:pPr>
            <a:r>
              <a:rPr lang="en-GB" sz="1200">
                <a:cs typeface="Poppins SemiBold"/>
              </a:rPr>
              <a:t>Exchange Rates</a:t>
            </a:r>
          </a:p>
          <a:p>
            <a:pPr marL="468000" lvl="1">
              <a:lnSpc>
                <a:spcPct val="100000"/>
              </a:lnSpc>
            </a:pPr>
            <a:r>
              <a:rPr lang="en-GB" sz="1400">
                <a:cs typeface="Poppins SemiBold"/>
              </a:rPr>
              <a:t>It is assumed that these will be sent daily as will be driven by changes in the main Insights load rather than by FinAct processing.</a:t>
            </a:r>
          </a:p>
          <a:p>
            <a:pPr marL="457200" lvl="1" indent="0">
              <a:buFont typeface="Arial" panose="020B0604020202020204" pitchFamily="34" charset="0"/>
              <a:buNone/>
            </a:pPr>
            <a:endParaRPr lang="en-GB" sz="1200"/>
          </a:p>
        </p:txBody>
      </p:sp>
    </p:spTree>
    <p:extLst>
      <p:ext uri="{BB962C8B-B14F-4D97-AF65-F5344CB8AC3E}">
        <p14:creationId xmlns:p14="http://schemas.microsoft.com/office/powerpoint/2010/main" val="4028393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76C0-62FD-62D1-9EE9-CAAD3E9F0F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178A30-ABD9-A4AA-5AA4-B28E60C84CE3}"/>
              </a:ext>
            </a:extLst>
          </p:cNvPr>
          <p:cNvSpPr>
            <a:spLocks noGrp="1"/>
          </p:cNvSpPr>
          <p:nvPr>
            <p:ph type="title"/>
          </p:nvPr>
        </p:nvSpPr>
        <p:spPr>
          <a:xfrm>
            <a:off x="421412" y="2279944"/>
            <a:ext cx="8391283" cy="1325563"/>
          </a:xfrm>
        </p:spPr>
        <p:txBody>
          <a:bodyPr>
            <a:normAutofit/>
          </a:bodyPr>
          <a:lstStyle/>
          <a:p>
            <a:r>
              <a:rPr lang="en-GB" sz="3600"/>
              <a:t>Engine Specifics: </a:t>
            </a:r>
            <a:r>
              <a:rPr lang="en-GB" sz="2000"/>
              <a:t>work in progress</a:t>
            </a:r>
            <a:endParaRPr lang="en-GB" sz="3600"/>
          </a:p>
        </p:txBody>
      </p:sp>
    </p:spTree>
    <p:extLst>
      <p:ext uri="{BB962C8B-B14F-4D97-AF65-F5344CB8AC3E}">
        <p14:creationId xmlns:p14="http://schemas.microsoft.com/office/powerpoint/2010/main" val="2924579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CDCCE-55E1-9E99-DF11-2EDB0A9DAC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76EAE9-9640-F755-AE89-A58F49907AE6}"/>
              </a:ext>
            </a:extLst>
          </p:cNvPr>
          <p:cNvSpPr>
            <a:spLocks noGrp="1"/>
          </p:cNvSpPr>
          <p:nvPr>
            <p:ph type="ctrTitle"/>
          </p:nvPr>
        </p:nvSpPr>
        <p:spPr/>
        <p:txBody>
          <a:bodyPr/>
          <a:lstStyle/>
          <a:p>
            <a:r>
              <a:rPr lang="en-US"/>
              <a:t>Other Engine Changes </a:t>
            </a:r>
            <a:endParaRPr lang="en-GB"/>
          </a:p>
        </p:txBody>
      </p:sp>
      <p:sp>
        <p:nvSpPr>
          <p:cNvPr id="2" name="Content Placeholder 7">
            <a:extLst>
              <a:ext uri="{FF2B5EF4-FFF2-40B4-BE49-F238E27FC236}">
                <a16:creationId xmlns:a16="http://schemas.microsoft.com/office/drawing/2014/main" id="{61AB2E01-F0B9-0D51-C7F3-8A3335499FCB}"/>
              </a:ext>
            </a:extLst>
          </p:cNvPr>
          <p:cNvSpPr txBox="1">
            <a:spLocks/>
          </p:cNvSpPr>
          <p:nvPr/>
        </p:nvSpPr>
        <p:spPr>
          <a:xfrm>
            <a:off x="434917" y="1069403"/>
            <a:ext cx="11081222" cy="499346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rgbClr val="C22072"/>
              </a:buClr>
              <a:buFont typeface="Arial" panose="020B0604020202020204" pitchFamily="34" charset="0"/>
              <a:buChar char="•"/>
              <a:defRPr sz="2800" kern="1200">
                <a:solidFill>
                  <a:schemeClr val="tx1"/>
                </a:solidFill>
                <a:latin typeface="Poppins "/>
                <a:ea typeface="+mn-ea"/>
                <a:cs typeface="Poppins SemiBold" panose="00000700000000000000" pitchFamily="2" charset="0"/>
              </a:defRPr>
            </a:lvl1pPr>
            <a:lvl2pPr marL="685800" indent="-228600" algn="l" defTabSz="914400" rtl="0" eaLnBrk="1" latinLnBrk="0" hangingPunct="1">
              <a:lnSpc>
                <a:spcPct val="90000"/>
              </a:lnSpc>
              <a:spcBef>
                <a:spcPts val="500"/>
              </a:spcBef>
              <a:buClr>
                <a:srgbClr val="C22072"/>
              </a:buClr>
              <a:buFont typeface="Arial" panose="020B0604020202020204" pitchFamily="34" charset="0"/>
              <a:buChar char="•"/>
              <a:defRPr sz="2400" kern="1200">
                <a:solidFill>
                  <a:schemeClr val="tx1"/>
                </a:solidFill>
                <a:latin typeface="Poppins "/>
                <a:ea typeface="+mn-ea"/>
                <a:cs typeface="Poppins SemiBold" panose="00000700000000000000" pitchFamily="2" charset="0"/>
              </a:defRPr>
            </a:lvl2pPr>
            <a:lvl3pPr marL="1143000" indent="-228600" algn="l" defTabSz="914400" rtl="0" eaLnBrk="1" latinLnBrk="0" hangingPunct="1">
              <a:lnSpc>
                <a:spcPct val="90000"/>
              </a:lnSpc>
              <a:spcBef>
                <a:spcPts val="500"/>
              </a:spcBef>
              <a:buClr>
                <a:srgbClr val="C22072"/>
              </a:buClr>
              <a:buFont typeface="Arial" panose="020B0604020202020204" pitchFamily="34" charset="0"/>
              <a:buChar char="•"/>
              <a:defRPr sz="2000" kern="1200">
                <a:solidFill>
                  <a:schemeClr val="tx1"/>
                </a:solidFill>
                <a:latin typeface="Poppins "/>
                <a:ea typeface="+mn-ea"/>
                <a:cs typeface="Poppins SemiBold" panose="00000700000000000000" pitchFamily="2" charset="0"/>
              </a:defRPr>
            </a:lvl3pPr>
            <a:lvl4pPr marL="1600200" indent="-228600" algn="l" defTabSz="914400" rtl="0" eaLnBrk="1" latinLnBrk="0" hangingPunct="1">
              <a:lnSpc>
                <a:spcPct val="90000"/>
              </a:lnSpc>
              <a:spcBef>
                <a:spcPts val="500"/>
              </a:spcBef>
              <a:buClr>
                <a:srgbClr val="C22072"/>
              </a:buClr>
              <a:buFont typeface="Arial" panose="020B0604020202020204" pitchFamily="34" charset="0"/>
              <a:buChar char="•"/>
              <a:defRPr sz="1600" kern="1200">
                <a:solidFill>
                  <a:schemeClr val="tx1"/>
                </a:solidFill>
                <a:latin typeface="Poppins "/>
                <a:ea typeface="+mn-ea"/>
                <a:cs typeface="Poppins SemiBold" panose="00000700000000000000" pitchFamily="2" charset="0"/>
              </a:defRPr>
            </a:lvl4pPr>
            <a:lvl5pPr marL="2057400" indent="-228600" algn="l" defTabSz="914400" rtl="0" eaLnBrk="1" latinLnBrk="0" hangingPunct="1">
              <a:lnSpc>
                <a:spcPct val="90000"/>
              </a:lnSpc>
              <a:spcBef>
                <a:spcPts val="500"/>
              </a:spcBef>
              <a:buClr>
                <a:srgbClr val="C22072"/>
              </a:buClr>
              <a:buFont typeface="Arial" panose="020B0604020202020204" pitchFamily="34" charset="0"/>
              <a:buChar char="•"/>
              <a:defRPr sz="1200" kern="1200">
                <a:solidFill>
                  <a:schemeClr val="tx1"/>
                </a:solidFill>
                <a:latin typeface="Poppins "/>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C22072"/>
              </a:buClr>
              <a:buSzTx/>
              <a:buFont typeface="Arial" panose="020B0604020202020204" pitchFamily="34" charset="0"/>
              <a:buChar char="•"/>
              <a:tabLst/>
              <a:defRPr/>
            </a:pPr>
            <a:r>
              <a:rPr kumimoji="0" lang="en-GB" sz="1800" b="1" i="0" u="none" strike="noStrike" kern="1200" cap="none" spc="0" normalizeH="0" baseline="0" noProof="0">
                <a:ln>
                  <a:noFill/>
                </a:ln>
                <a:solidFill>
                  <a:prstClr val="black"/>
                </a:solidFill>
                <a:effectLst/>
                <a:uLnTx/>
                <a:uFillTx/>
                <a:latin typeface="Poppins "/>
                <a:ea typeface="+mn-ea"/>
                <a:cs typeface="Poppins SemiBold" panose="00000700000000000000" pitchFamily="2" charset="0"/>
              </a:rPr>
              <a:t>Reserving System / Feeds</a:t>
            </a: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Poppins "/>
                <a:ea typeface="+mn-ea"/>
                <a:cs typeface="Poppins SemiBold"/>
              </a:rPr>
              <a:t>OSIL data has been ingested into Databricks and will be integrated into the Reserving feed directly</a:t>
            </a: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Poppins "/>
                <a:ea typeface="+mn-ea"/>
                <a:cs typeface="Poppins SemiBold"/>
              </a:rPr>
              <a:t>Integrating this data into Insights fully is not being under</a:t>
            </a:r>
            <a:r>
              <a:rPr lang="en-GB" sz="1400">
                <a:solidFill>
                  <a:prstClr val="black"/>
                </a:solidFill>
                <a:cs typeface="Poppins SemiBold"/>
              </a:rPr>
              <a:t>taken at this stage</a:t>
            </a: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r>
              <a:rPr kumimoji="0" lang="en-GB" sz="1400" b="0" i="0" u="none" strike="noStrike" kern="1200" cap="none" spc="0" normalizeH="0" baseline="0" noProof="0">
                <a:ln>
                  <a:noFill/>
                </a:ln>
                <a:solidFill>
                  <a:prstClr val="black"/>
                </a:solidFill>
                <a:effectLst/>
                <a:uLnTx/>
                <a:uFillTx/>
                <a:latin typeface="Poppins "/>
                <a:ea typeface="+mn-ea"/>
                <a:cs typeface="Poppins SemiBold"/>
              </a:rPr>
              <a:t>RS036 / Inwards Reinstatement Premiums. This logic is currently being developed within the Reserving feed with the assumption that this then provides a specification that would allow this to move back into core Insights</a:t>
            </a: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r>
              <a:rPr lang="en-GB" sz="1400">
                <a:solidFill>
                  <a:prstClr val="black"/>
                </a:solidFill>
                <a:cs typeface="Poppins SemiBold"/>
              </a:rPr>
              <a:t>Assumption that Reserving feed is amended to receive Loss Event / Loss Group information from Insights</a:t>
            </a: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r>
              <a:rPr lang="en-GB" sz="1400">
                <a:solidFill>
                  <a:prstClr val="black"/>
                </a:solidFill>
                <a:cs typeface="Poppins SemiBold"/>
              </a:rPr>
              <a:t>This is for discussion with Chris Booden but would result in the Loss Event / ALC processing being removed from the Reserving Engine with the information becoming a pass-through from Insights. </a:t>
            </a:r>
            <a:endParaRPr kumimoji="0" lang="en-GB" sz="1200" b="0" i="0" u="none" strike="noStrike" kern="1200" cap="none" spc="0" normalizeH="0" baseline="0" noProof="0">
              <a:ln>
                <a:noFill/>
              </a:ln>
              <a:solidFill>
                <a:prstClr val="black"/>
              </a:solidFill>
              <a:effectLst/>
              <a:uLnTx/>
              <a:uFillTx/>
              <a:latin typeface="Poppins "/>
              <a:ea typeface="+mn-ea"/>
              <a:cs typeface="Poppins SemiBold"/>
            </a:endParaRPr>
          </a:p>
          <a:p>
            <a:pPr marL="468000" marR="0" lvl="1" indent="-22860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Char char="•"/>
              <a:tabLst/>
              <a:defRPr/>
            </a:pPr>
            <a:endParaRPr kumimoji="0" lang="en-GB" sz="1400" b="0" i="0" u="none" strike="noStrike" kern="1200" cap="none" spc="0" normalizeH="0" baseline="0" noProof="0">
              <a:ln>
                <a:noFill/>
              </a:ln>
              <a:solidFill>
                <a:prstClr val="black"/>
              </a:solidFill>
              <a:effectLst/>
              <a:uLnTx/>
              <a:uFillTx/>
              <a:latin typeface="Poppins "/>
              <a:ea typeface="+mn-ea"/>
              <a:cs typeface="Poppins SemiBold"/>
            </a:endParaRPr>
          </a:p>
          <a:p>
            <a:pPr lvl="0">
              <a:defRPr/>
            </a:pPr>
            <a:r>
              <a:rPr lang="en-GB" sz="1800" b="1">
                <a:solidFill>
                  <a:prstClr val="black"/>
                </a:solidFill>
              </a:rPr>
              <a:t>General Changes</a:t>
            </a:r>
          </a:p>
          <a:p>
            <a:pPr marL="468000" lvl="1">
              <a:lnSpc>
                <a:spcPct val="100000"/>
              </a:lnSpc>
              <a:defRPr/>
            </a:pPr>
            <a:r>
              <a:rPr lang="en-GB" sz="1400">
                <a:solidFill>
                  <a:prstClr val="black"/>
                </a:solidFill>
                <a:cs typeface="Poppins SemiBold"/>
              </a:rPr>
              <a:t>Separation of inwards and outwards policy concepts in FinAct data to allow outwards policy to be provided in common output format</a:t>
            </a:r>
          </a:p>
          <a:p>
            <a:pPr marL="468000" lvl="1">
              <a:lnSpc>
                <a:spcPct val="100000"/>
              </a:lnSpc>
              <a:defRPr/>
            </a:pPr>
            <a:r>
              <a:rPr lang="en-GB" sz="1400">
                <a:solidFill>
                  <a:prstClr val="black"/>
                </a:solidFill>
                <a:cs typeface="Poppins SemiBold"/>
              </a:rPr>
              <a:t>Adoption of Reinsurer_Party_Reference where required across FinAct engine inputs / outputs</a:t>
            </a:r>
          </a:p>
          <a:p>
            <a:pPr marL="468000" lvl="1">
              <a:lnSpc>
                <a:spcPct val="100000"/>
              </a:lnSpc>
              <a:defRPr/>
            </a:pPr>
            <a:r>
              <a:rPr lang="en-GB" sz="1400">
                <a:solidFill>
                  <a:prstClr val="black"/>
                </a:solidFill>
                <a:cs typeface="Poppins SemiBold"/>
              </a:rPr>
              <a:t>Development of common extract format from each engine feeding back into FinAct DM.</a:t>
            </a:r>
          </a:p>
          <a:p>
            <a:pPr marL="468000" lvl="1">
              <a:lnSpc>
                <a:spcPct val="100000"/>
              </a:lnSpc>
              <a:defRPr/>
            </a:pPr>
            <a:r>
              <a:rPr lang="en-GB" sz="1400">
                <a:solidFill>
                  <a:prstClr val="black"/>
                </a:solidFill>
                <a:cs typeface="Poppins SemiBold"/>
              </a:rPr>
              <a:t>…….TBC</a:t>
            </a:r>
          </a:p>
          <a:p>
            <a:pPr marL="239400" marR="0" lvl="1" indent="0" algn="l" defTabSz="914400" rtl="0" eaLnBrk="1" fontAlgn="auto" latinLnBrk="0" hangingPunct="1">
              <a:lnSpc>
                <a:spcPct val="100000"/>
              </a:lnSpc>
              <a:spcBef>
                <a:spcPts val="500"/>
              </a:spcBef>
              <a:spcAft>
                <a:spcPts val="0"/>
              </a:spcAft>
              <a:buClr>
                <a:srgbClr val="C22072"/>
              </a:buClr>
              <a:buSzTx/>
              <a:buFont typeface="Arial" panose="020B0604020202020204" pitchFamily="34" charset="0"/>
              <a:buNone/>
              <a:tabLst/>
              <a:defRPr/>
            </a:pPr>
            <a:endParaRPr kumimoji="0" lang="en-GB" sz="1400" b="0" i="0" u="none" strike="noStrike" kern="1200" cap="none" spc="0" normalizeH="0" baseline="0" noProof="0">
              <a:ln>
                <a:noFill/>
              </a:ln>
              <a:solidFill>
                <a:prstClr val="black"/>
              </a:solidFill>
              <a:effectLst/>
              <a:uLnTx/>
              <a:uFillTx/>
              <a:latin typeface="Poppins "/>
              <a:ea typeface="+mn-ea"/>
              <a:cs typeface="Poppins SemiBold"/>
            </a:endParaRPr>
          </a:p>
          <a:p>
            <a:pPr marL="457200" marR="0" lvl="1" indent="0" algn="l" defTabSz="914400" rtl="0" eaLnBrk="1" fontAlgn="auto" latinLnBrk="0" hangingPunct="1">
              <a:lnSpc>
                <a:spcPct val="90000"/>
              </a:lnSpc>
              <a:spcBef>
                <a:spcPts val="500"/>
              </a:spcBef>
              <a:spcAft>
                <a:spcPts val="0"/>
              </a:spcAft>
              <a:buClr>
                <a:srgbClr val="C22072"/>
              </a:buClr>
              <a:buSzTx/>
              <a:buFont typeface="Arial" panose="020B0604020202020204" pitchFamily="34" charset="0"/>
              <a:buNone/>
              <a:tabLst/>
              <a:defRPr/>
            </a:pPr>
            <a:endParaRPr kumimoji="0" lang="en-GB" sz="1200" b="0" i="0" u="none" strike="noStrike" kern="1200" cap="none" spc="0" normalizeH="0" baseline="0" noProof="0">
              <a:ln>
                <a:noFill/>
              </a:ln>
              <a:solidFill>
                <a:prstClr val="black"/>
              </a:solidFill>
              <a:effectLst/>
              <a:uLnTx/>
              <a:uFillTx/>
              <a:latin typeface="Poppins "/>
              <a:ea typeface="+mn-ea"/>
              <a:cs typeface="Poppins SemiBold" panose="00000700000000000000" pitchFamily="2" charset="0"/>
            </a:endParaRPr>
          </a:p>
        </p:txBody>
      </p:sp>
    </p:spTree>
    <p:extLst>
      <p:ext uri="{BB962C8B-B14F-4D97-AF65-F5344CB8AC3E}">
        <p14:creationId xmlns:p14="http://schemas.microsoft.com/office/powerpoint/2010/main" val="3007705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1EC7-03D4-AE13-077B-40F640EF4C5A}"/>
              </a:ext>
            </a:extLst>
          </p:cNvPr>
          <p:cNvSpPr>
            <a:spLocks noGrp="1"/>
          </p:cNvSpPr>
          <p:nvPr>
            <p:ph type="title"/>
          </p:nvPr>
        </p:nvSpPr>
        <p:spPr>
          <a:xfrm>
            <a:off x="704088" y="914400"/>
            <a:ext cx="3914776" cy="3977269"/>
          </a:xfrm>
        </p:spPr>
        <p:txBody>
          <a:bodyPr>
            <a:normAutofit/>
          </a:bodyPr>
          <a:lstStyle/>
          <a:p>
            <a:r>
              <a:rPr lang="en-GB"/>
              <a:t>Earnings Engine</a:t>
            </a:r>
            <a:endParaRPr lang="en-US"/>
          </a:p>
        </p:txBody>
      </p:sp>
      <p:graphicFrame>
        <p:nvGraphicFramePr>
          <p:cNvPr id="31" name="Content Placeholder 2">
            <a:extLst>
              <a:ext uri="{FF2B5EF4-FFF2-40B4-BE49-F238E27FC236}">
                <a16:creationId xmlns:a16="http://schemas.microsoft.com/office/drawing/2014/main" id="{21DCBA2D-7F15-0CAC-5CED-EB24977BBDA3}"/>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0653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1EC7-03D4-AE13-077B-40F640EF4C5A}"/>
              </a:ext>
            </a:extLst>
          </p:cNvPr>
          <p:cNvSpPr>
            <a:spLocks noGrp="1"/>
          </p:cNvSpPr>
          <p:nvPr>
            <p:ph type="title"/>
          </p:nvPr>
        </p:nvSpPr>
        <p:spPr>
          <a:xfrm>
            <a:off x="704088" y="914400"/>
            <a:ext cx="3914776" cy="3977269"/>
          </a:xfrm>
        </p:spPr>
        <p:txBody>
          <a:bodyPr>
            <a:normAutofit/>
          </a:bodyPr>
          <a:lstStyle/>
          <a:p>
            <a:r>
              <a:rPr lang="en-GB"/>
              <a:t>Reserving Engine</a:t>
            </a:r>
            <a:endParaRPr lang="en-US"/>
          </a:p>
        </p:txBody>
      </p:sp>
      <p:graphicFrame>
        <p:nvGraphicFramePr>
          <p:cNvPr id="38" name="Content Placeholder 2">
            <a:extLst>
              <a:ext uri="{FF2B5EF4-FFF2-40B4-BE49-F238E27FC236}">
                <a16:creationId xmlns:a16="http://schemas.microsoft.com/office/drawing/2014/main" id="{6AD12C81-1733-E695-2780-DF7DACF87D1F}"/>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1929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1EC7-03D4-AE13-077B-40F640EF4C5A}"/>
              </a:ext>
            </a:extLst>
          </p:cNvPr>
          <p:cNvSpPr>
            <a:spLocks noGrp="1"/>
          </p:cNvSpPr>
          <p:nvPr>
            <p:ph type="title"/>
          </p:nvPr>
        </p:nvSpPr>
        <p:spPr>
          <a:xfrm>
            <a:off x="704088" y="914400"/>
            <a:ext cx="3914776" cy="3977269"/>
          </a:xfrm>
        </p:spPr>
        <p:txBody>
          <a:bodyPr>
            <a:normAutofit/>
          </a:bodyPr>
          <a:lstStyle/>
          <a:p>
            <a:r>
              <a:rPr lang="en-GB"/>
              <a:t>PLANNING Engine</a:t>
            </a:r>
            <a:endParaRPr lang="en-US"/>
          </a:p>
        </p:txBody>
      </p:sp>
      <p:graphicFrame>
        <p:nvGraphicFramePr>
          <p:cNvPr id="28" name="Content Placeholder 2">
            <a:extLst>
              <a:ext uri="{FF2B5EF4-FFF2-40B4-BE49-F238E27FC236}">
                <a16:creationId xmlns:a16="http://schemas.microsoft.com/office/drawing/2014/main" id="{DBDEC1F7-786E-539E-CB22-0CFA98253199}"/>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6411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1EC7-03D4-AE13-077B-40F640EF4C5A}"/>
              </a:ext>
            </a:extLst>
          </p:cNvPr>
          <p:cNvSpPr>
            <a:spLocks noGrp="1"/>
          </p:cNvSpPr>
          <p:nvPr>
            <p:ph type="title"/>
          </p:nvPr>
        </p:nvSpPr>
        <p:spPr>
          <a:xfrm>
            <a:off x="704088" y="914400"/>
            <a:ext cx="3914776" cy="3977269"/>
          </a:xfrm>
        </p:spPr>
        <p:txBody>
          <a:bodyPr>
            <a:normAutofit/>
          </a:bodyPr>
          <a:lstStyle/>
          <a:p>
            <a:r>
              <a:rPr lang="en-GB"/>
              <a:t>IFRS Engine</a:t>
            </a:r>
            <a:endParaRPr lang="en-US"/>
          </a:p>
        </p:txBody>
      </p:sp>
      <p:graphicFrame>
        <p:nvGraphicFramePr>
          <p:cNvPr id="28" name="Content Placeholder 2">
            <a:extLst>
              <a:ext uri="{FF2B5EF4-FFF2-40B4-BE49-F238E27FC236}">
                <a16:creationId xmlns:a16="http://schemas.microsoft.com/office/drawing/2014/main" id="{C41D9ADB-3A8C-26E2-FA61-6A2F55FBC2CD}"/>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1874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1EC7-03D4-AE13-077B-40F640EF4C5A}"/>
              </a:ext>
            </a:extLst>
          </p:cNvPr>
          <p:cNvSpPr>
            <a:spLocks noGrp="1"/>
          </p:cNvSpPr>
          <p:nvPr>
            <p:ph type="title"/>
          </p:nvPr>
        </p:nvSpPr>
        <p:spPr>
          <a:xfrm>
            <a:off x="704088" y="914400"/>
            <a:ext cx="3914776" cy="3977269"/>
          </a:xfrm>
        </p:spPr>
        <p:txBody>
          <a:bodyPr>
            <a:normAutofit/>
          </a:bodyPr>
          <a:lstStyle/>
          <a:p>
            <a:r>
              <a:rPr lang="en-GB"/>
              <a:t>QMB Engine</a:t>
            </a:r>
            <a:endParaRPr lang="en-US"/>
          </a:p>
        </p:txBody>
      </p:sp>
      <p:graphicFrame>
        <p:nvGraphicFramePr>
          <p:cNvPr id="28" name="Content Placeholder 2">
            <a:extLst>
              <a:ext uri="{FF2B5EF4-FFF2-40B4-BE49-F238E27FC236}">
                <a16:creationId xmlns:a16="http://schemas.microsoft.com/office/drawing/2014/main" id="{DE1866F7-96C3-4223-FC51-7178318442E2}"/>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8265762"/>
      </p:ext>
    </p:extLst>
  </p:cSld>
  <p:clrMapOvr>
    <a:masterClrMapping/>
  </p:clrMapOvr>
</p:sld>
</file>

<file path=ppt/theme/theme1.xml><?xml version="1.0" encoding="utf-8"?>
<a:theme xmlns:a="http://schemas.openxmlformats.org/drawingml/2006/main" name="Cover Slid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970AA5F0-DDA9-43FD-9A40-A47B83CEDAD0}"/>
    </a:ext>
  </a:extLst>
</a:theme>
</file>

<file path=ppt/theme/theme2.xml><?xml version="1.0" encoding="utf-8"?>
<a:theme xmlns:a="http://schemas.openxmlformats.org/drawingml/2006/main" name="Table of Content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rmAutofit/>
      </a:bodyPr>
      <a:lstStyle>
        <a:defPPr algn="l">
          <a:defRPr dirty="0">
            <a:solidFill>
              <a:srgbClr val="000030"/>
            </a:solidFill>
            <a:latin typeface="Poppins SemiBold" panose="00000700000000000000" pitchFamily="2" charset="0"/>
            <a:cs typeface="Poppins SemiBold" panose="00000700000000000000" pitchFamily="2" charset="0"/>
          </a:defRPr>
        </a:defPPr>
      </a:lstStyle>
    </a:txDef>
  </a:objectDefaults>
  <a:extraClrSchemeLst/>
  <a:extLst>
    <a:ext uri="{05A4C25C-085E-4340-85A3-A5531E510DB2}">
      <thm15:themeFamily xmlns:thm15="http://schemas.microsoft.com/office/thememl/2012/main" name="Canopius Template" id="{5F741FEC-F866-44B7-BD28-7E18ADFB6DE1}" vid="{F46AD543-FE4C-449C-B52F-1D8A544AED69}"/>
    </a:ext>
  </a:extLst>
</a:theme>
</file>

<file path=ppt/theme/theme3.xml><?xml version="1.0" encoding="utf-8"?>
<a:theme xmlns:a="http://schemas.openxmlformats.org/drawingml/2006/main" name="Section Head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ED39CD32-9BF5-4193-B63A-4AEE1CF4FA85}"/>
    </a:ext>
  </a:extLst>
</a:theme>
</file>

<file path=ppt/theme/theme4.xml><?xml version="1.0" encoding="utf-8"?>
<a:theme xmlns:a="http://schemas.openxmlformats.org/drawingml/2006/main" name="Conten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3C6B9492-2D21-45D8-95A0-591A4F4E57A0}"/>
    </a:ext>
  </a:extLst>
</a:theme>
</file>

<file path=ppt/theme/theme5.xml><?xml version="1.0" encoding="utf-8"?>
<a:theme xmlns:a="http://schemas.openxmlformats.org/drawingml/2006/main" name="Textbox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304DE850-4636-45A4-AA76-CD301FBC568D}"/>
    </a:ext>
  </a:extLst>
</a:theme>
</file>

<file path=ppt/theme/theme6.xml><?xml version="1.0" encoding="utf-8"?>
<a:theme xmlns:a="http://schemas.openxmlformats.org/drawingml/2006/main" name="Team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D9CA19A4-48FF-44B7-BC69-ACA21336C82B}"/>
    </a:ext>
  </a:extLst>
</a:theme>
</file>

<file path=ppt/theme/theme7.xml><?xml version="1.0" encoding="utf-8"?>
<a:theme xmlns:a="http://schemas.openxmlformats.org/drawingml/2006/main" name="End Slides">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1">
      <a:majorFont>
        <a:latin typeface="Poppins Black"/>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5422688D-2576-4AED-A587-75249D0E1AD0}"/>
    </a:ext>
  </a:extLst>
</a:theme>
</file>

<file path=ppt/theme/theme8.xml><?xml version="1.0" encoding="utf-8"?>
<a:theme xmlns:a="http://schemas.openxmlformats.org/drawingml/2006/main" name="1_Content">
  <a:themeElements>
    <a:clrScheme name="Canopius">
      <a:dk1>
        <a:srgbClr val="0F0A30"/>
      </a:dk1>
      <a:lt1>
        <a:sysClr val="window" lastClr="FFFFFF"/>
      </a:lt1>
      <a:dk2>
        <a:srgbClr val="D40075"/>
      </a:dk2>
      <a:lt2>
        <a:srgbClr val="F8C7DE"/>
      </a:lt2>
      <a:accent1>
        <a:srgbClr val="E582AE"/>
      </a:accent1>
      <a:accent2>
        <a:srgbClr val="EF7B00"/>
      </a:accent2>
      <a:accent3>
        <a:srgbClr val="9BA857"/>
      </a:accent3>
      <a:accent4>
        <a:srgbClr val="6B9D89"/>
      </a:accent4>
      <a:accent5>
        <a:srgbClr val="6199AC"/>
      </a:accent5>
      <a:accent6>
        <a:srgbClr val="1976A6"/>
      </a:accent6>
      <a:hlink>
        <a:srgbClr val="D40075"/>
      </a:hlink>
      <a:folHlink>
        <a:srgbClr val="800080"/>
      </a:folHlink>
    </a:clrScheme>
    <a:fontScheme name="Custom 1">
      <a:majorFont>
        <a:latin typeface="Poppins Black"/>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id="{5F741FEC-F866-44B7-BD28-7E18ADFB6DE1}" vid="{3C6B9492-2D21-45D8-95A0-591A4F4E57A0}"/>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White">
  <a:themeElements>
    <a:clrScheme name="Canopius">
      <a:dk1>
        <a:srgbClr val="0F0A30"/>
      </a:dk1>
      <a:lt1>
        <a:srgbClr val="FFFFFF"/>
      </a:lt1>
      <a:dk2>
        <a:srgbClr val="D40075"/>
      </a:dk2>
      <a:lt2>
        <a:srgbClr val="F8C7DE"/>
      </a:lt2>
      <a:accent1>
        <a:srgbClr val="E582AE"/>
      </a:accent1>
      <a:accent2>
        <a:srgbClr val="EF7B00"/>
      </a:accent2>
      <a:accent3>
        <a:srgbClr val="9BA857"/>
      </a:accent3>
      <a:accent4>
        <a:srgbClr val="6B9D89"/>
      </a:accent4>
      <a:accent5>
        <a:srgbClr val="6199AC"/>
      </a:accent5>
      <a:accent6>
        <a:srgbClr val="1976A6"/>
      </a:accent6>
      <a:hlink>
        <a:srgbClr val="D40075"/>
      </a:hlink>
      <a:folHlink>
        <a:srgbClr val="800080"/>
      </a:folHlink>
    </a:clrScheme>
    <a:fontScheme name="Canopiu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opius Template - Copilot.pptx" id="{8C34C92D-EFB9-4050-B7F6-E33364789B08}" vid="{2848110C-DE4A-4A3A-B4D1-12CEC4931F80}"/>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SharedWithUsers xmlns="a0e77d89-447a-4ff5-aee4-b0e5ec8cd825">
      <UserInfo>
        <DisplayName>Webster, Tom</DisplayName>
        <AccountId>10</AccountId>
        <AccountType/>
      </UserInfo>
      <UserInfo>
        <DisplayName>Milne-Morey, Dan</DisplayName>
        <AccountId>872</AccountId>
        <AccountType/>
      </UserInfo>
      <UserInfo>
        <DisplayName>Bilas, Alex</DisplayName>
        <AccountId>14</AccountId>
        <AccountType/>
      </UserInfo>
      <UserInfo>
        <DisplayName>Singh, Ravi</DisplayName>
        <AccountId>23</AccountId>
        <AccountType/>
      </UserInfo>
      <UserInfo>
        <DisplayName>Howell, Chris</DisplayName>
        <AccountId>19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011885-DFCB-4667-A135-C20D300E8013}">
  <ds:schemaRefs>
    <ds:schemaRef ds:uri="a0e77d89-447a-4ff5-aee4-b0e5ec8cd825"/>
    <ds:schemaRef ds:uri="c2e88ccc-cbbe-46fe-a823-a677cb74174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51E538E-DE45-4C63-91E7-55FD685F3C30}">
  <ds:schemaRefs>
    <ds:schemaRef ds:uri="a0e77d89-447a-4ff5-aee4-b0e5ec8cd825"/>
    <ds:schemaRef ds:uri="c2e88ccc-cbbe-46fe-a823-a677cb7417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B639828-A05B-4E01-A343-E3736927465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Application>Microsoft Office PowerPoint</Application>
  <PresentationFormat>Widescreen</PresentationFormat>
  <Slides>24</Slides>
  <Notes>0</Notes>
  <HiddenSlides>0</HiddenSlides>
  <ScaleCrop>false</ScaleCrop>
  <HeadingPairs>
    <vt:vector size="4" baseType="variant">
      <vt:variant>
        <vt:lpstr>Theme</vt:lpstr>
      </vt:variant>
      <vt:variant>
        <vt:i4>10</vt:i4>
      </vt:variant>
      <vt:variant>
        <vt:lpstr>Slide Titles</vt:lpstr>
      </vt:variant>
      <vt:variant>
        <vt:i4>24</vt:i4>
      </vt:variant>
    </vt:vector>
  </HeadingPairs>
  <TitlesOfParts>
    <vt:vector size="34" baseType="lpstr">
      <vt:lpstr>Cover Slide</vt:lpstr>
      <vt:lpstr>Table of Contents</vt:lpstr>
      <vt:lpstr>Section Header</vt:lpstr>
      <vt:lpstr>Content</vt:lpstr>
      <vt:lpstr>Textboxes</vt:lpstr>
      <vt:lpstr>Teams</vt:lpstr>
      <vt:lpstr>End Slides</vt:lpstr>
      <vt:lpstr>1_Content</vt:lpstr>
      <vt:lpstr>Office Theme</vt:lpstr>
      <vt:lpstr>White</vt:lpstr>
      <vt:lpstr>Insights Phase D</vt:lpstr>
      <vt:lpstr>High-Level Overview</vt:lpstr>
      <vt:lpstr>Overview</vt:lpstr>
      <vt:lpstr>Current FinAct High-Level Overview</vt:lpstr>
      <vt:lpstr>Phase D Insights FinAct High-Level Overview</vt:lpstr>
      <vt:lpstr>Data Model Overview</vt:lpstr>
      <vt:lpstr>FinAct DM Data Model</vt:lpstr>
      <vt:lpstr>Conformed Model</vt:lpstr>
      <vt:lpstr>FinAct to Insights Data Flow</vt:lpstr>
      <vt:lpstr>FinAct to Insights Load</vt:lpstr>
      <vt:lpstr>FinAct to Insights Load</vt:lpstr>
      <vt:lpstr>Insights to FinAct Data Flow</vt:lpstr>
      <vt:lpstr>Insights to FinAct Overview</vt:lpstr>
      <vt:lpstr>Insights to FinAct Overview</vt:lpstr>
      <vt:lpstr>Example Flow</vt:lpstr>
      <vt:lpstr>Example 2</vt:lpstr>
      <vt:lpstr>Common Data Feeds</vt:lpstr>
      <vt:lpstr>Engine Specifics: work in progress</vt:lpstr>
      <vt:lpstr>Other Engine Changes </vt:lpstr>
      <vt:lpstr>Earnings Engine</vt:lpstr>
      <vt:lpstr>Reserving Engine</vt:lpstr>
      <vt:lpstr>PLANNING Engine</vt:lpstr>
      <vt:lpstr>IFRS Engine</vt:lpstr>
      <vt:lpstr>QMB Engine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Programme</dc:title>
  <dc:creator>Webster, Tom</dc:creator>
  <cp:revision>14</cp:revision>
  <dcterms:created xsi:type="dcterms:W3CDTF">2024-03-25T22:15:06Z</dcterms:created>
  <dcterms:modified xsi:type="dcterms:W3CDTF">2025-09-22T14:34:48Z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32c2-122e-4c56-85a9-bc2fa83b9933_Enabled">
    <vt:lpwstr>true</vt:lpwstr>
  </property>
  <property fmtid="{D5CDD505-2E9C-101B-9397-08002B2CF9AE}" pid="3" name="MSIP_Label_5b5832c2-122e-4c56-85a9-bc2fa83b9933_SetDate">
    <vt:lpwstr>2024-01-18T14:56:27Z</vt:lpwstr>
  </property>
  <property fmtid="{D5CDD505-2E9C-101B-9397-08002B2CF9AE}" pid="4" name="MSIP_Label_5b5832c2-122e-4c56-85a9-bc2fa83b9933_Method">
    <vt:lpwstr>Privileged</vt:lpwstr>
  </property>
  <property fmtid="{D5CDD505-2E9C-101B-9397-08002B2CF9AE}" pid="5" name="MSIP_Label_5b5832c2-122e-4c56-85a9-bc2fa83b9933_Name">
    <vt:lpwstr>General</vt:lpwstr>
  </property>
  <property fmtid="{D5CDD505-2E9C-101B-9397-08002B2CF9AE}" pid="6" name="MSIP_Label_5b5832c2-122e-4c56-85a9-bc2fa83b9933_SiteId">
    <vt:lpwstr>89a64c04-5070-4bae-a1ed-e9639497e1b7</vt:lpwstr>
  </property>
  <property fmtid="{D5CDD505-2E9C-101B-9397-08002B2CF9AE}" pid="7" name="MSIP_Label_5b5832c2-122e-4c56-85a9-bc2fa83b9933_ActionId">
    <vt:lpwstr>a1715b15-73f4-44b6-b2e0-d7b5a72031b9</vt:lpwstr>
  </property>
  <property fmtid="{D5CDD505-2E9C-101B-9397-08002B2CF9AE}" pid="8" name="MSIP_Label_5b5832c2-122e-4c56-85a9-bc2fa83b9933_ContentBits">
    <vt:lpwstr>0</vt:lpwstr>
  </property>
  <property fmtid="{D5CDD505-2E9C-101B-9397-08002B2CF9AE}" pid="9" name="MediaServiceImageTags">
    <vt:lpwstr/>
  </property>
  <property fmtid="{D5CDD505-2E9C-101B-9397-08002B2CF9AE}" pid="10" name="ComplianceAssetId">
    <vt:lpwstr/>
  </property>
  <property fmtid="{D5CDD505-2E9C-101B-9397-08002B2CF9AE}" pid="11" name="_ExtendedDescription">
    <vt:lpwstr/>
  </property>
  <property fmtid="{D5CDD505-2E9C-101B-9397-08002B2CF9AE}" pid="12" name="_activity">
    <vt:lpwstr>{"FileActivityType":"9","FileActivityTimeStamp":"2024-01-26T16:57:10.110Z","FileActivityUsersOnPage":[{"DisplayName":"Lo, Yuk Ying Amy","Id":"yukyingamy.lo@canopius.com"}],"FileActivityNavigationId":null}</vt:lpwstr>
  </property>
  <property fmtid="{D5CDD505-2E9C-101B-9397-08002B2CF9AE}" pid="13" name="TriggerFlowInfo">
    <vt:lpwstr/>
  </property>
  <property fmtid="{D5CDD505-2E9C-101B-9397-08002B2CF9AE}" pid="14" name="ContentTypeId">
    <vt:lpwstr>0x01010061676895BF7FFF4BB12004E08A7F8030</vt:lpwstr>
  </property>
</Properties>
</file>