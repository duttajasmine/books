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59" r:id="rId6"/>
    <p:sldId id="262" r:id="rId7"/>
    <p:sldId id="25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FFE9B3-BAE9-4EF1-82CD-690A544BA780}" v="4" dt="2026-01-01T08:01:47.4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68" y="2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7E673-6611-C795-597A-2DE4FF5400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73EF3C-D4AA-D56E-515D-7BD8E2771A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B3404-9D63-13C4-1332-4C1FB35AB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8150E-30E3-4D36-AFC9-DE940ED090DE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AFD77-89AB-988F-25F5-54A6A380C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1D067-7F06-BF77-2856-B748F1F09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ADFAD-469C-4003-924D-EEE9FDEF1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7870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E163E-86DE-599E-001E-6C8C9AEF1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204A8-682A-D968-BA0A-8A7107C02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0B607-29DC-D8A9-590D-276D196E3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8150E-30E3-4D36-AFC9-DE940ED090DE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161CB-5838-56F2-C5AC-2A1E4BC6D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9CA1E-D86A-F45B-B113-CBB97F442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ADFAD-469C-4003-924D-EEE9FDEF1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9981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48442-B760-CBC0-5355-E6DECC811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F25AB2-29FC-3C30-8C45-B9D370F3A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96364-93DF-8E3F-76E1-0CDC38D3C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8150E-30E3-4D36-AFC9-DE940ED090DE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05DBA-8380-7FF5-818F-68B4A0E9D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35167-3C26-6127-9F83-3D5E76364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ADFAD-469C-4003-924D-EEE9FDEF1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355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BB715-3C26-F539-2494-248225A38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794FF-FE84-6AD8-F075-434A03D2F9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166016-5AEB-3803-AF63-56CF594612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D9FCE-EB65-2735-DAD2-21889617B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8150E-30E3-4D36-AFC9-DE940ED090DE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F6E744-3AF1-5DFF-7342-E597AE9B3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803A83-E5FB-F05D-B1C9-6D34FA1EF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ADFAD-469C-4003-924D-EEE9FDEF1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4488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E28D5-2769-FF1C-AE64-36B5D6661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390-80EE-24EC-ECE1-1B125043D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94FBA6-DACB-88CF-0F49-42EB1C063D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82B9F8-3593-827A-7998-C149973357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3249D3-AAD3-EF13-E307-8677134659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93BE14-F62A-045B-631F-8E49FAE79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8150E-30E3-4D36-AFC9-DE940ED090DE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585E52-E728-54CE-0DDA-20A6DD4D0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66BE78-7443-242B-4CC3-C96F30554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ADFAD-469C-4003-924D-EEE9FDEF1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219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6FC33-3B7E-8EED-321C-A3DE3C4BF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C0C230-E5AA-DA00-F157-078DBE882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8150E-30E3-4D36-AFC9-DE940ED090DE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6D37B7-FE51-44C0-CFD0-2F67E1BB2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A5E2B4-49A5-B6F0-C25F-D244411D2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ADFAD-469C-4003-924D-EEE9FDEF1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404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44EB33-7BF5-21CB-8633-8AFD779D5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8150E-30E3-4D36-AFC9-DE940ED090DE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AFC99B-9E6C-7CFE-CACC-BDF09101A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6010D-FABE-48FD-EBD5-6E1AEB927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ADFAD-469C-4003-924D-EEE9FDEF1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480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C42FE-7147-A150-82F8-B7408041F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CA831-F028-FCF0-C5B9-7ADB4C390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1BC0B8-F19E-B3D6-8109-126D843F14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D917C7-6C67-A009-4460-A75EC76AE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8150E-30E3-4D36-AFC9-DE940ED090DE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BAA99A-F1A9-F818-04DA-9A97ADAC1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CA62E8-FF05-6BDD-9EF7-57B6E5D34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ADFAD-469C-4003-924D-EEE9FDEF1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674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B0E68-1364-416E-9539-BBEFB5ECF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C5187E-2EBF-2A03-E5E2-F282BDBC36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87CDEE-C011-AB2B-D222-05BC52F139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0F53D8-6928-FEA2-EE33-DED1A6624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8150E-30E3-4D36-AFC9-DE940ED090DE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C4103B-BF53-E1EB-C81E-325360CC6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D669FC-639D-3AAA-AE69-6F27D8576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ADFAD-469C-4003-924D-EEE9FDEF1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1524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DC261-D294-41B7-9EDB-55A4BC8C3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3A9A6E-4D24-EAE7-7893-3AE1426854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1A434-5315-D82A-55A1-FDAD7B824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8150E-30E3-4D36-AFC9-DE940ED090DE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1326B-C4F8-B4D1-50FD-DC6E743E4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E4724-E8C4-E971-9E5A-20EFC78CD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ADFAD-469C-4003-924D-EEE9FDEF1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204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3BFE30-155A-1D26-C213-5FA5F4A7D4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37D0E7-66F7-CEAD-63BB-6915332DAE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B2361-FB7A-CD82-E178-4CCBEC96F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8150E-30E3-4D36-AFC9-DE940ED090DE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29C9A-59CB-0F6A-D287-43876EE7E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A70CC-1BD5-AC68-1EA1-873677C94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ADFAD-469C-4003-924D-EEE9FDEF1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2092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B7DBD6-556F-6FEE-605E-9AF093BD0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99026D-F601-2BEA-A81B-8D2436449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F2DFD-0CCE-4376-9FD8-09A2AEB742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F8150E-30E3-4D36-AFC9-DE940ED090DE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55A04-4270-0970-2487-B55123053B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FA66D-CC2E-02C4-9C04-4750A29B3D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DADFAD-469C-4003-924D-EEE9FDEF1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166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C0087-8C56-D928-7C87-56518D4F17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44740"/>
            <a:ext cx="9144000" cy="2387600"/>
          </a:xfrm>
        </p:spPr>
        <p:txBody>
          <a:bodyPr/>
          <a:lstStyle/>
          <a:p>
            <a:r>
              <a:rPr lang="en-US" dirty="0"/>
              <a:t>Fine-Tuning LLMs</a:t>
            </a:r>
            <a:endParaRPr lang="en-IN" dirty="0"/>
          </a:p>
        </p:txBody>
      </p:sp>
      <p:pic>
        <p:nvPicPr>
          <p:cNvPr id="4" name="Picture 4" descr="Learn how to use Microsoft Copilot | Microsoft Learn">
            <a:extLst>
              <a:ext uri="{FF2B5EF4-FFF2-40B4-BE49-F238E27FC236}">
                <a16:creationId xmlns:a16="http://schemas.microsoft.com/office/drawing/2014/main" id="{5213DA1A-6DAC-9F45-BF45-C52B898A40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5102" y="825660"/>
            <a:ext cx="6221796" cy="3499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7200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96CC2-C38E-4B16-D7F8-1AE8E8887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7486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What is Fine-Tuning?</a:t>
            </a:r>
            <a:endParaRPr lang="en-IN" dirty="0"/>
          </a:p>
        </p:txBody>
      </p:sp>
      <p:pic>
        <p:nvPicPr>
          <p:cNvPr id="1026" name="Picture 2" descr="Fine-Tune LLMs: Between Full &amp; Partial Fine Tuning — An End-to-End Python  Example to Fine-Tune with PERT/LORA on the SST Dataset | by Ouarda FENEK |  Python in Plain English">
            <a:extLst>
              <a:ext uri="{FF2B5EF4-FFF2-40B4-BE49-F238E27FC236}">
                <a16:creationId xmlns:a16="http://schemas.microsoft.com/office/drawing/2014/main" id="{3438936D-8B87-A8F0-0F49-B3EF4063CC3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9816" y="1694271"/>
            <a:ext cx="6130399" cy="3469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17B38C-DD74-8520-EEFE-D39129E147A5}"/>
              </a:ext>
            </a:extLst>
          </p:cNvPr>
          <p:cNvSpPr txBox="1"/>
          <p:nvPr/>
        </p:nvSpPr>
        <p:spPr>
          <a:xfrm>
            <a:off x="191785" y="2274838"/>
            <a:ext cx="4935019" cy="258532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is Fine-Tuning?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Process of </a:t>
            </a:r>
            <a:r>
              <a:rPr lang="en-US" b="1" dirty="0"/>
              <a:t>adapting a pre-trained Large Language Model</a:t>
            </a:r>
            <a:r>
              <a:rPr lang="en-US" dirty="0"/>
              <a:t> using additional data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Updates </a:t>
            </a:r>
            <a:r>
              <a:rPr lang="en-US" b="1" dirty="0"/>
              <a:t>model weights</a:t>
            </a:r>
            <a:r>
              <a:rPr lang="en-US" dirty="0"/>
              <a:t> to change behavior or specialize the model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Uses a </a:t>
            </a:r>
            <a:r>
              <a:rPr lang="en-US" b="1" dirty="0"/>
              <a:t>smaller, task-specific dataset</a:t>
            </a:r>
            <a:r>
              <a:rPr lang="en-US" dirty="0"/>
              <a:t> compared to original training</a:t>
            </a:r>
          </a:p>
        </p:txBody>
      </p:sp>
    </p:spTree>
    <p:extLst>
      <p:ext uri="{BB962C8B-B14F-4D97-AF65-F5344CB8AC3E}">
        <p14:creationId xmlns:p14="http://schemas.microsoft.com/office/powerpoint/2010/main" val="2296349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99EA9-9E6D-2104-3311-87319B6B9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662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Training Cycle for Fine-Tuning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A9A7C15-13FE-656D-41F2-35B1C8BC1D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94076" y="2485167"/>
            <a:ext cx="7621736" cy="2908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35A038-0B64-16AA-490E-C719392CFB8A}"/>
              </a:ext>
            </a:extLst>
          </p:cNvPr>
          <p:cNvSpPr txBox="1"/>
          <p:nvPr/>
        </p:nvSpPr>
        <p:spPr>
          <a:xfrm>
            <a:off x="387850" y="2485167"/>
            <a:ext cx="347523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Training Cycle for Fine-Tuning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Fine-tuning adapts a </a:t>
            </a:r>
            <a:r>
              <a:rPr lang="en-US" b="1" dirty="0"/>
              <a:t>pre-trained LLM</a:t>
            </a:r>
            <a:r>
              <a:rPr lang="en-US" dirty="0"/>
              <a:t> using task-specific examples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Training data is formatted as </a:t>
            </a:r>
            <a:r>
              <a:rPr lang="en-US" b="1" dirty="0"/>
              <a:t>prompt → completion pairs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Model weights are </a:t>
            </a:r>
            <a:r>
              <a:rPr lang="en-US" b="1" dirty="0"/>
              <a:t>updated during training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616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64570-F13D-7ED1-2940-F6BD76F11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Fine-Tuning Use Cases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7671B-05E9-8749-BEEE-1EAC2157D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18784"/>
            <a:ext cx="10515600" cy="2900487"/>
          </a:xfrm>
        </p:spPr>
        <p:txBody>
          <a:bodyPr/>
          <a:lstStyle/>
          <a:p>
            <a:r>
              <a:rPr lang="en-US" dirty="0"/>
              <a:t>Customer support response templates</a:t>
            </a:r>
          </a:p>
          <a:p>
            <a:r>
              <a:rPr lang="en-US" dirty="0"/>
              <a:t>Legal or policy text classification</a:t>
            </a:r>
          </a:p>
          <a:p>
            <a:r>
              <a:rPr lang="en-US" dirty="0"/>
              <a:t>Email drafting in a specific brand voice</a:t>
            </a:r>
          </a:p>
          <a:p>
            <a:r>
              <a:rPr lang="en-US" dirty="0"/>
              <a:t>Data extraction into fixed formats</a:t>
            </a:r>
          </a:p>
          <a:p>
            <a:r>
              <a:rPr lang="en-US" dirty="0"/>
              <a:t>Controlled summarization or translation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4911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ED261-662F-7725-8ABB-D11D38B45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Do’s and Don'ts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D7A9E4-6903-37AD-8A75-3DC64BC99127}"/>
              </a:ext>
            </a:extLst>
          </p:cNvPr>
          <p:cNvSpPr txBox="1"/>
          <p:nvPr/>
        </p:nvSpPr>
        <p:spPr>
          <a:xfrm>
            <a:off x="529975" y="2323035"/>
            <a:ext cx="4750942" cy="258532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Fine-Tuning Is Best For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Enforcing </a:t>
            </a:r>
            <a:r>
              <a:rPr lang="en-US" b="1" dirty="0"/>
              <a:t>consistent tone or style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Learning </a:t>
            </a:r>
            <a:r>
              <a:rPr lang="en-US" b="1" dirty="0"/>
              <a:t>structured output formats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Improving performance on </a:t>
            </a:r>
            <a:r>
              <a:rPr lang="en-US" b="1" dirty="0"/>
              <a:t>narrow, repetitive tasks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Encoding </a:t>
            </a:r>
            <a:r>
              <a:rPr lang="en-US" b="1" dirty="0"/>
              <a:t>domain rules</a:t>
            </a:r>
            <a:r>
              <a:rPr lang="en-US" dirty="0"/>
              <a:t> that rarely change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14270A-40C9-CBCC-BC14-BA0686923E52}"/>
              </a:ext>
            </a:extLst>
          </p:cNvPr>
          <p:cNvSpPr txBox="1"/>
          <p:nvPr/>
        </p:nvSpPr>
        <p:spPr>
          <a:xfrm>
            <a:off x="6250114" y="2461534"/>
            <a:ext cx="5566024" cy="23083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Fine-Tuning Is NOT Good For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Frequently changing knowledge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Large or dynamic document collections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Real-time data updates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Enterprise knowledge Q&amp;A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ACBEE31-F15E-34F7-8751-0B90C828B8A5}"/>
              </a:ext>
            </a:extLst>
          </p:cNvPr>
          <p:cNvCxnSpPr/>
          <p:nvPr/>
        </p:nvCxnSpPr>
        <p:spPr>
          <a:xfrm>
            <a:off x="5866544" y="1777429"/>
            <a:ext cx="0" cy="3873358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2857504-933C-5D51-6458-77376F330191}"/>
              </a:ext>
            </a:extLst>
          </p:cNvPr>
          <p:cNvSpPr txBox="1"/>
          <p:nvPr/>
        </p:nvSpPr>
        <p:spPr>
          <a:xfrm>
            <a:off x="9637160" y="3955551"/>
            <a:ext cx="21789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highlight>
                  <a:srgbClr val="FFFF00"/>
                </a:highlight>
              </a:rPr>
              <a:t>Use RAG</a:t>
            </a:r>
            <a:endParaRPr lang="en-IN" sz="3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11214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55627-B71C-BEDA-6539-E7CC9B925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117761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Fine-Tuning and RAG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6954CC0-6A10-65AD-CD09-B40D553EB8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760" y="1874885"/>
            <a:ext cx="6045725" cy="3656688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4684FD-0358-A21F-AF5E-B48048E4BCF7}"/>
              </a:ext>
            </a:extLst>
          </p:cNvPr>
          <p:cNvSpPr txBox="1"/>
          <p:nvPr/>
        </p:nvSpPr>
        <p:spPr>
          <a:xfrm>
            <a:off x="431515" y="2133569"/>
            <a:ext cx="455145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Hybrid Approach (Fine-Tuning + RAG)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when </a:t>
            </a:r>
            <a:r>
              <a:rPr lang="en-US" b="1" dirty="0"/>
              <a:t>both are high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Fine-tune for </a:t>
            </a:r>
            <a:r>
              <a:rPr lang="en-US" b="1" dirty="0"/>
              <a:t>behavior &amp; format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RAG for </a:t>
            </a:r>
            <a:r>
              <a:rPr lang="en-US" b="1" dirty="0"/>
              <a:t>dynamic, factual knowledge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Common in: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Enterprise copilots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Regulated industry assistants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Multi-document reasoning systems</a:t>
            </a:r>
          </a:p>
        </p:txBody>
      </p:sp>
    </p:spTree>
    <p:extLst>
      <p:ext uri="{BB962C8B-B14F-4D97-AF65-F5344CB8AC3E}">
        <p14:creationId xmlns:p14="http://schemas.microsoft.com/office/powerpoint/2010/main" val="609952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00CF4-CEAD-E907-1468-21FAC23A2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9721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Fine-Tuning Key Takeaways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02764E-766B-2ED1-A1AB-486B8F60C1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9521" y="1228351"/>
            <a:ext cx="10072956" cy="538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327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195</Words>
  <Application>Microsoft Office PowerPoint</Application>
  <PresentationFormat>Widescreen</PresentationFormat>
  <Paragraphs>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Fine-Tuning LLMs</vt:lpstr>
      <vt:lpstr>What is Fine-Tuning?</vt:lpstr>
      <vt:lpstr>Training Cycle for Fine-Tuning</vt:lpstr>
      <vt:lpstr>Fine-Tuning Use Cases</vt:lpstr>
      <vt:lpstr>Do’s and Don'ts</vt:lpstr>
      <vt:lpstr>Fine-Tuning and RAG</vt:lpstr>
      <vt:lpstr>Fine-Tuning 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kuljot bakshi</dc:creator>
  <cp:lastModifiedBy>Dutta, Jasmine</cp:lastModifiedBy>
  <cp:revision>2</cp:revision>
  <dcterms:created xsi:type="dcterms:W3CDTF">2026-01-01T07:50:45Z</dcterms:created>
  <dcterms:modified xsi:type="dcterms:W3CDTF">2026-03-12T13:48:14Z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c52a5fe-100b-40b9-bcf9-3408ca64ca87_Enabled">
    <vt:lpwstr>true</vt:lpwstr>
  </property>
  <property fmtid="{D5CDD505-2E9C-101B-9397-08002B2CF9AE}" pid="3" name="MSIP_Label_4c52a5fe-100b-40b9-bcf9-3408ca64ca87_SetDate">
    <vt:lpwstr>2026-03-12T13:48:14Z</vt:lpwstr>
  </property>
  <property fmtid="{D5CDD505-2E9C-101B-9397-08002B2CF9AE}" pid="4" name="MSIP_Label_4c52a5fe-100b-40b9-bcf9-3408ca64ca87_Method">
    <vt:lpwstr>Privileged</vt:lpwstr>
  </property>
  <property fmtid="{D5CDD505-2E9C-101B-9397-08002B2CF9AE}" pid="5" name="MSIP_Label_4c52a5fe-100b-40b9-bcf9-3408ca64ca87_Name">
    <vt:lpwstr>Public</vt:lpwstr>
  </property>
  <property fmtid="{D5CDD505-2E9C-101B-9397-08002B2CF9AE}" pid="6" name="MSIP_Label_4c52a5fe-100b-40b9-bcf9-3408ca64ca87_SiteId">
    <vt:lpwstr>89a64c04-5070-4bae-a1ed-e9639497e1b7</vt:lpwstr>
  </property>
  <property fmtid="{D5CDD505-2E9C-101B-9397-08002B2CF9AE}" pid="7" name="MSIP_Label_4c52a5fe-100b-40b9-bcf9-3408ca64ca87_ActionId">
    <vt:lpwstr>49bccd48-6e3f-4d84-99a3-e84ea5634afe</vt:lpwstr>
  </property>
  <property fmtid="{D5CDD505-2E9C-101B-9397-08002B2CF9AE}" pid="8" name="MSIP_Label_4c52a5fe-100b-40b9-bcf9-3408ca64ca87_ContentBits">
    <vt:lpwstr>0</vt:lpwstr>
  </property>
  <property fmtid="{D5CDD505-2E9C-101B-9397-08002B2CF9AE}" pid="9" name="MSIP_Label_4c52a5fe-100b-40b9-bcf9-3408ca64ca87_Tag">
    <vt:lpwstr>10, 0, 1, 1</vt:lpwstr>
  </property>
</Properties>
</file>